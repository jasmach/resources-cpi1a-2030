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jpe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slides/slide3.xml" ContentType="application/vnd.openxmlformats-officedocument.presentationml.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slides/slide4.xml" ContentType="application/vnd.openxmlformats-officedocument.presentationml.slide+xml"/>
  <Override PartName="/ppt/slides/slide5.xml" ContentType="application/vnd.openxmlformats-officedocument.presentationml.slide+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slides/slide6.xml" ContentType="application/vnd.openxmlformats-officedocument.presentationml.slide+xml"/>
  <Override PartName="/ppt/ink/ink179.xml" ContentType="application/inkml+xml"/>
  <Override PartName="/ppt/ink/ink180.xml" ContentType="application/inkml+xml"/>
  <Override PartName="/ppt/ink/ink181.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slides/slide7.xml" ContentType="application/vnd.openxmlformats-officedocument.presentationml.slide+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slides/slide8.xml" ContentType="application/vnd.openxmlformats-officedocument.presentationml.slide+xml"/>
  <Override PartName="/ppt/ink/ink1.xml" ContentType="application/inkml+xml"/>
  <Override PartName="/ppt/ink/ink2.xml" ContentType="application/inkml+xml"/>
  <Override PartName="/ppt/ink/ink3.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slides/slide9.xml" ContentType="application/vnd.openxmlformats-officedocument.presentationml.slide+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slides/slide10.xml" ContentType="application/vnd.openxmlformats-officedocument.presentationml.slide+xml"/>
  <Override PartName="/ppt/ink/ink320.xml" ContentType="application/inkml+xml"/>
  <Override PartName="/ppt/ink/ink321.xml" ContentType="application/inkml+xml"/>
  <Override PartName="/ppt/slides/slide11.xml" ContentType="application/vnd.openxmlformats-officedocument.presentationml.slide+xml"/>
  <Override PartName="/ppt/slides/slide12.xml" ContentType="application/vnd.openxmlformats-officedocument.presentationml.slide+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slides/slide13.xml" ContentType="application/vnd.openxmlformats-officedocument.presentationml.slide+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slides/slide17.xml" ContentType="application/vnd.openxmlformats-officedocument.presentationml.slide+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slides/slide18.xml" ContentType="application/vnd.openxmlformats-officedocument.presentationml.slide+xml"/>
  <Override PartName="/ppt/ink/ink565.xml" ContentType="application/inkml+xml"/>
  <Override PartName="/ppt/slides/slide19.xml" ContentType="application/vnd.openxmlformats-officedocument.presentationml.slide+xml"/>
  <Override PartName="/ppt/ink/ink617.xml" ContentType="application/inkml+xml"/>
  <Override PartName="/ppt/slides/slide20.xml" ContentType="application/vnd.openxmlformats-officedocument.presentationml.slide+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slides/slide24.xml" ContentType="application/vnd.openxmlformats-officedocument.presentationml.slide+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79" r:id="rId9"/>
    <p:sldId id="263" r:id="rId10"/>
    <p:sldId id="264" r:id="rId11"/>
    <p:sldId id="265" r:id="rId12"/>
    <p:sldId id="266" r:id="rId13"/>
    <p:sldId id="267" r:id="rId14"/>
    <p:sldId id="268" r:id="rId15"/>
    <p:sldId id="269" r:id="rId16"/>
    <p:sldId id="270" r:id="rId17"/>
    <p:sldId id="271" r:id="rId18"/>
    <p:sldId id="280" r:id="rId19"/>
    <p:sldId id="272" r:id="rId20"/>
    <p:sldId id="273" r:id="rId21"/>
    <p:sldId id="274" r:id="rId22"/>
    <p:sldId id="275" r:id="rId23"/>
    <p:sldId id="276" r:id="rId24"/>
    <p:sldId id="277" r:id="rId25"/>
    <p:sldId id="278" r:id="rId26"/>
  </p:sldIdLst>
  <p:sldSz cy="6858000" cx="12192000"/>
  <p:notesSz cx="6858000" cy="9144000"/>
  <p:defaultTextStyle>
    <a:defPPr>
      <a:defRPr lang="fr-FR"/>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000" autoAdjust="0"/>
    <p:restoredTop sz="94660"/>
  </p:normalViewPr>
  <p:slideViewPr>
    <p:cSldViewPr snapToGrid="0">
      <p:cViewPr varScale="1">
        <p:scale>
          <a:sx n="72" d="100"/>
          <a:sy n="72" d="100"/>
        </p:scale>
        <p:origin x="660" y="66"/>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tableStyles" Target="tableStyles.xml"/><Relationship Id="rId28" Type="http://schemas.openxmlformats.org/officeDocument/2006/relationships/presProps" Target="presProps.xml"/><Relationship Id="rId29" Type="http://schemas.openxmlformats.org/officeDocument/2006/relationships/viewProps" Target="viewProps.xml"/></Relationships>
</file>

<file path=ppt/ink/ink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0000FF"/>
      <brushProperty name="fitToCurve" value="1"/>
    </brush>
  </definitions>
  <trace timeOffset="0.0" brushRef="#br0" contextRef="#ctx0"> 18012 7931 874, 17911 7920 851, 17826 7910 775</trace>
</ink>
</file>

<file path=ppt/ink/ink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22218 6576 874, 22170 6488 434</trace>
</ink>
</file>

<file path=ppt/ink/ink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20411 9082 874, 20381 8992 824</trace>
</ink>
</file>

<file path=ppt/ink/ink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7809.784 1835.4968 874.14984, 7898.6055 1838.3782 862.3193, 7964.1587 1837.8114 854.06323, 8035.885 1836.8949 848.6174, 8104.2456 1835.7712 844.8776, 8218.572 1832.691 840.8788, 8293.581 1829.0735 842.9333, 8414.366 1822.3103 844.23535, 8499.583 1817.9194 843.2364, 8599.571 1814.5148 841.1496, 8713.02 1811.0277 837.68604, 8833.379 1806.8195 833.15405, 8917.37 1803.8396 829.00385, 9029.906 1799.703 823.30554, 9107.734 1796.927 818.0724, 9213.073 1793.9783 810.84296, 9342.148 1790.9636 803.3859, 9484.312 1789.0381 797.24506, 9612.375 1787.808 793.2705, 9715.875 1787.0168 790.69415, 9839.24 1786.5193 790.49817, 9974.5625 1786.2224 791.66364, 10116.903 1786.0326 793.23364, 10219.385 1785.9387 795.1798, 10328.998 1785.879 797.12085, 10450.708 1785.8562 799.8954, 10576.617 1784.9391 803.76825, 10688.554 1782.8616 808.5108, 10772.011 1780.9746 812.65466, 10861.851 1776.9961 818.9844, 10949.487 1770.374 825.63745, 11029.506 1758.5491 832.0082, 11136.894 1731.445 843.3971, 11230.284 1670.9686 852.442, 11294.149 1601.6359 857.6228, 11344.417 1512.5509 859.84656, 11366.956 1413.1647 859.79047, 11363.43 1313.3014 858.89856, 11347.341 1250.3519 857.9973, 11319.944 1186.474 857.0598, 11268.037 1094.9653 855.482, 11167.704 993.70886 854.4162, 11069.879 921.1056 853.61414, 11005.357 887.4806 853.01715, 10925.355 855.15845 851.1964, 10831.445 825.70966 848.05035, 10682.699 786.5329 840.6277, 10574.442 766.1271 834.5733, 10446.34 748.1742 827.09717, 10328.591 734.73364 819.6436, 10226.414 724.6098 812.4108, 10098.236 715.7475 805.01733, 9953.085 709.0518 797.6812, 9797.608 704.8452 792.0217, 9688.64 702.2294 788.302, 9562.388 702.0017 784.73267, 9414.732 706.5413 782.25854, 9286.44 713.5949 780.9203, 9168.695 722.50244 779.8283, 9023.487 739.8764 777.99615, 8862.921 765.8656 774.708, 8698.074 797.64996 773.42114, 8589.018 819.0436 773.2769, 8469.199 845.9889 774.3396, 8350.336 874.5108 779.1071, 8251.343 901.55817 792.07477, 8182.3203 921.18884 804.2031, 8079.4165 988.81213 825.25073, 8027.922 1084.0276 840.9527, 8000.297 1227.9017 846.4469, 7984.934 1332.6052 843.0027, 7971.5146 1436.0342 837.2528, 7961.211 1519.9119 828.65393, 7954.915 1623.3843 809.2465, 7962.761 1732.2677 781.8969, 7967.94 1802.7435 757.5504, 7968.0723 1870.6792 696.586, 7979.6987 1933.7369 611.09314</trace>
</ink>
</file>

<file path=ppt/ink/ink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5735.016 4242.5205 874.14984, 5809.998 4236.657 864.2183, 5926.9834 4228.234 859.46045, 5996.9883 4222.8765 857.9315, 6109.915 4212.6675 855.6283, 6214.52 4202.326 854.65857, 6285.7476 4196.9478 852.668, 6370.6035 4192.3774 850.05646, 6464.895 4189.424 846.9825, 6564.933 4187.5317 843.9278, 6648.231 4186.503 841.43774, 6723.7075 4186.0654 839.15247, 6815.277 4187.266 837.1694, 6918.9175 4188.8174 836.0754, 7031.0195 4189.117 833.5597, 7105.512 4189.362 831.25507, 7195.6333 4190.252 829.14636, 7298.369 4192.128 827.8017, 7409.297 4194.632 827.6262, 7507.242 4197.335 827.8791, 7589.2915 4199.85 827.8284, 7687.0107 4204.0483 827.58466, 7793.655 4209.327 827.1931, 7904.121 4215.316 822.8083, 7981.2734 4219.2793 816.6874, 8061.969 4222.163 807.4976, 8141.248 4219.9897 790.06445, 8211.083 4219.16 760.7774, 8275.85 4215.6323 699.54156</trace>
</ink>
</file>

<file path=ppt/ink/ink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6162.4517 874.14984, 4303.09 6159.882 867.81726, 4379.1924 6156.763 865.39087, 4476.4155 6154.8784 866.2399, 4574.513 6156.2153 864.89276, 4678.94 6158.3833 861.44073, 4810.7847 6159.841 853.772, 4890.3096 6158.211 850.75824, 4963.2847 6156.299 850.1909, 5090.784 6153.014 849.3903, 5169.5327 6151.5747 849.2597, 5255.8955 6150.637 849.16534, 5321.0747 6150.0146 849.3615, 5391.7227 6149.611 849.34045, 5475.0513 6147.867 849.78107, 5568.219 6144.729 848.7729, 5661.715 6141.6245 847.6258, 5728.2817 6139.4204 845.505, 5811.526 6138.3604 843.74097, 5904.9795 6139.5137 842.0853, 6003.7544 6143.2026 840.856, 6082.503 6146.5947 840.13556, 6157.3516 6150.3745 839.64264, 6246.0635 6154.6665 839.6456, 6344.961 6159.677 838.965, 6449.188 6164.7256 838.48645, 6518.083 6168.092 837.9665, 6605.506 6172.85 837.05237, 6704.5156 6178.6895 836.07245, 6810.406 6185.3955 835.42957, 6900.9717 6191.739 834.94366, 6979.7783 6197.6772 834.2386, 7073.081 6205.002 833.24725, 7176.5566 6212.8574 831.9758, 7290.2183 6221.0527 831.0383, 7368.2397 6226.514 830.37885, 7463.1655 6231.554 829.0191, 7573.5376 6235.3477 827.14453, 7694.6016 6237.775 824.36304, 7822.953 6239.132 821.1513, 7950.3267 6240.8086 818.8762, 8037.847 6241.968 816.902, 8144.0645 6244.3247 815.4279, 8262.094 6248.2007 814.61145, 8389.709 6253.2466 813.65857, 8497.487 6257.9404 812.974, 8596.847 6262.6714 812.14966, 8718.817 6268.6763 810.22815, 8861.675 6273.8643 806.79767, 9017.342 6278.963 802.78784, 9121.953 6282.3755 798.83563, 9254.457 6289.3623 794.5662, 9397.966 6303.4214 771.4841, 9490.577 6312.527 750.5644, 9556.277 6316.6797 718.8864, 9646.466 6328.4355 650.2924</trace>
</ink>
</file>

<file path=ppt/ink/ink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9437.794 6328.4355 874.14984, 9511.622 6311.4077 871.2297, 9602.013 6297.6216 858.31976, 9696.488 6286.512 848.7557, 9789.245 6277.087 844.39233, 9899.107 6266.982 841.8947, 9969.295 6260.852 842.3914, 10042.606 6254.417 843.28546, 10156.801 6245.932 847.03735, 10233.062 6241.651 848.9345, 10321.36 6236.8574 849.7184, 10396.716 6232.6113 849.7156, 10467.696 6228.4565 848.9047, 10553.02 6223.2153 847.25574, 10647.862 6218.186 845.08966, 10747.267 6214.036 842.45605, 10812.675 6211.3433 836.62463, 10890.51 6208.342 828.79895, 10974.263 6204.5728 818.9718, 11057.91 6200.861 803.4448, 11127.66 6197.289 780.19244, 11244.648 6190.1143 711.2337, 11361.708 6185.9346 614.31866, 11424.593 6184.2046 461.58984</trace>
</ink>
</file>

<file path=ppt/ink/ink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1839.1934 9165.673 874.14984, 1924.466 9160.87 867.8721, 1997.0679 9156.982 861.5054, 2080.9055 9154.181 858.3049, 2171.307 9154.248 856.6242, 2308.0364 9159.139 854.61304, 2391.8418 9161.438 852.87836, 2519.5405 9164.341 851.6304, 2603.2004 9165.783 850.34827, 2698.2043 9166.724 847.932, 2789.5376 9167.338 845.1028, 2861.854 9167.729 842.29095, 2953.3123 9167.9795 839.37427, 3059.2852 9168.114 836.081, 3177.9392 9168.185 831.8003, 3305.4668 9168.222 827.3689, 3411.2798 9168.247 822.9813, 3507.849 9168.259 819.1267, 3622.2861 9168.259 815.60034, 3747.3242 9168.259 812.8344, 3879.2898 9166.794 811.3545, 3964.999 9165.838 810.0278, 4070.333 9163.199 809.0767, 4188.393 9160.2 808.81464, 4314.679 9157.517 809.39734, 4423.997 9155.671 810.70514, 4517.052 9154.393 812.2171, 4627.382 9153.559 813.1384, 4748.619 9151.733 814.177, 4876.9575 9148.346 815.02716, 4965.635 9145.9 815.5402, 5064.9434 9144.206 815.8582, 5174.803 9145.885 811.5382, 5290.215 9151.211 804.54675, 5391.6016 9157.604 788.91815, 5470.848 9163.242 764.8786, 5556.6294 9169.4795 732.8295, 5637.1484 9169.679 693.3251, 5738.9326 9140.895 604.5117, 5803.0405 9120.168 431.8376</trace>
</ink>
</file>

<file path=ppt/ink/ink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11196.336 9256.68 874.14984, 11292.878 9265.052 863.1264, 11412.278 9269.386 859.20325, 11479.482 9270.7295 857.2248, 11592.363 9272.202 853.35614, 11698.178 9272.877 849.31445, 11775.477 9273.061 847.25214, 11862.286 9273.157 845.9822, 11939.019 9273.2 845.4051, 12003.763 9273.217 844.8709, 12078.045 9273.226 841.92633, 12155.314 9271.758 837.1265, 12231.223 9268.97 830.3093, 12302.602 9264.59 821.7554, 12403.336 9253.695 787.39233, 12472.468 9243.717 700.7374</trace>
</ink>
</file>

<file path=ppt/ink/ink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14707.909 9127.927 874.14984, 14803.959 9148.76 856.4434, 14890.323 9161.691 841.0586, 15014.645 9175.145 815.79895, 15086.442 9182.912 778.81146, 15164.019 9192.292 722.2177, 15229.027 9201.09 339.04507</trace>
</ink>
</file>

<file path=ppt/ink/ink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602.7892 13436.267 874.14984, 690.52246 13446.17 867.8769, 782.9166 13448.604 863.11035, 869.7026 13448.5 859.26855, 967.6271 13450.738 855.92926, 1034.3083 13454.295 851.26935, 1103.9491 13458.243 844.9129, 1177.9011 13462.396 827.35876, 1273.4646 13459.141 794.9253, 1349.3368 13454.307 715.6289</trace>
</ink>
</file>

<file path=ppt/ink/ink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1198.4695 13301.308 874.14984, 1277.9309 13330.234 866.3791, 1360.7177 13366.604 853.9017, 1428.5055 13400.381 851.0871, 1455.8998 13467.69 856.22144, 1394.1207 13535.299 855.003, 1386.8506 13622.035 859.1833, 1451.516 13685.528 804.5417</trace>
</ink>
</file>

<file path=ppt/ink/ink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15204.31 13572.26 874.14984, 15288.218 13581.812 868.9809, 15362.293 13587.682 866.18787, 15447.694 13593.988 862.11285, 15574.426 13600.165 857.4671, 15678.417 13603.403 854.9231, 15798.537 13603.406 855.4125, 15870.31 13601.786 855.41534, 15980.441 13600.375 855.37805, 16056.797 13602.142 855.2724, 16144.21 13605.843 853.8203, 16223.179 13610.001 851.6195, 16289.363 13613.875 849.177, 16367.103 13619.332 847.173, 16447.621 13624.162 846.8067, 16524.715 13629.522 847.4076, 16630.691 13638.716 849.73804, 16747.797 13657.295 853.17847, 16850.568 13678.979 857.66113, 16917.809 13693.773 863.805</trace>
</ink>
</file>

<file path=ppt/ink/ink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20687.693 3385.7131 874.14984, 20624.596 3336.3628 864.9868, 20544.145 3275.8345 861.53046, 20466.914 3223.091 860.0407, 20396.318 3181.6416 859.43066, 20304.598 3138.4822 857.6929, 20239.36 3114.2341 857.07886, 20166.861 3090.2861 856.2233, 20044.854 3051.6863 852.5189, 19960.004 3026.2554 848.5307, 19863.79 2999.6587 844.08246, 19781.82 2978.3267 840.38446, 19705.922 2959.6934 836.6105, 19612.469 2939.7866 833.5835, 19505.783 2921.671 830.8579, 19389.889 2906.3503 828.16113, 19314.346 2896.4756 825.85016, 19215.38 2887.719 822.9873, 19098.064 2879.9768 819.86554, 18968.527 2872.7131 816.5484, 18854.357 2868.1257 813.60095, 18756.803 2865.2021 810.59375, 18640.209 2865.2007 808.10645, 18511.861 2869.1575 806.1539, 18374.918 2878.0396 804.7009, 18231.75 2891.75 803.62006, 18121.762 2903.1003 802.8735, 18012.436 2919.0784 802.40985, 17886.328 2942.3354 801.84894, 17750.615 2971.4268 801.3149, 17617.078 3003.2002 800.7675, 17522.846 3026.0312 800.41156, 17410.463 3056.9907 800.35614, 17287.576 3094.8572 801.26416, 17158.535 3140.4824 802.19714, 17056.895 3179.577 803.357, 16962.268 3219.8108 804.25745, 16856.92 3273.7312 804.66815, 16745.17 3339.4263 804.71405, 16630.543 3416.979 804.55316, 16515.88 3506.6562 804.257, 16435.533 3570.6533 804.21655, 16349.813 3648.675 803.71124, 16257.6 3745.3784 801.9805, 16167.025 3857.299 799.86005, 16089.204 3963.768 797.9062, 16029.179 4050.1064 796.03253, 15964.343 4159.969 794.1382, 15899.308 4286.916 792.45374, 15838.696 4426.012 790.9765, 15795.533 4528.9106 790.0677, 15759.154 4640.854 789.2822, 15724.551 4772.0107 789.0012, 15692.774 4916.9966 788.67017, 15668.103 5057.774 788.5245, 15650.895 5163.995 788.2665, 15638.537 5296.646 787.50793, 15632.489 5445.4277 786.4217, 15632.139 5605.225 785.3315, 15634.535 5728.563 784.6365, 15641.281 5852.3433 783.62933, 15657.845 5994.014 783.17004, 15683.767 6144.1953 782.8999, 15716.439 6289.7817 783.4577, 15739.984 6390.764 784.019, 15778.136 6510.8667 785.42303, 15829.694 6643.109 787.00604, 15892.538 6782.33 787.8458, 15946.918 6893.424 788.52374, 16001.269 6995.453 788.8778, 16073.382 7109.2446 789.2689, 16156.617 7225.857 789.6186, 16246.407 7337.0864 790.9591, 16305.197 7409.3774 791.9647, 16379.585 7488.1904 795.072, 16464.809 7567.8545 799.367, 16558.979 7645.491 804.26685, 16662.518 7720.179 809.0708, 16761.746 7784.951 812.4287, 16839.533 7833.615 815.05994, 16936.89 7886.612 815.83215, 17048.926 7940.839 815.35455, 17126.225 7977.387 814.6578, 17220.746 8017.1416 813.63464, 17330.62 8059.061 812.2167, 17449.477 8100.2246 811.5163, 17574.148 8140.015 811.0716, 17695.799 8175.2344 811.02277, 17783.148 8199.955 811.09784, 17889.969 8224.184 811.45154, 18009.312 8245.874 812.0383, 18138.08 8263.366 812.11115, 18241.535 8275.21 812.20526, 18339.562 8283.4795 812.4422, 18453.502 8288.633 812.7295, 18577.465 8291.239 812.67303, 18703.766 8292.0625 812.7765, 18788.182 8292.425 812.7709, 18891.205 8290.798 813.3486, 19006.086 8286.511 814.18494, 19129.326 8277.586 814.9754, 19231.855 8267.459 816.17834, 19322.727 8256.342 817.1115, 19426.045 8238.465 818.40906, 19535.572 8215.653 819.63336, 19648.154 8188.1753 821.1465, 19721.95 8169.836 822.8272, 19808.748 8142.6284 825.14166, 19903.0 8105.8877 827.3621, 20000.791 8060.9536 829.0834, 20084.629 8019.2153 830.50494, 20154.73 7982.557 831.53534, 20236.492 7934.024 833.2295, 20325.889 7875.289 833.55676, 20417.334 7808.0913 832.7503, 20548.379 7701.6924 829.7458, 20622.158 7627.945 827.68787, 20696.988 7542.842 825.7446, 20771.875 7446.7163 823.6387, 20842.174 7347.2817 822.2035, 20891.514 7276.24 820.79315, 20946.248 7186.186 818.33685, 21002.2 7082.5234 816.1633, 21057.027 6968.572 814.52655, 21099.428 6875.262 813.8538, 21136.76 6786.224 813.235, 21174.975 6680.7603 813.31665, 21211.838 6563.9165 812.9887, 21245.879 6441.5576 814.73535, 21276.188 6316.2954 815.79425, 21296.63 6229.5625 816.90704, 21315.664 6132.5874 818.1633, 21332.965 6021.55 819.04553, 21346.188 5927.2476 819.81573, 21357.355 5838.8896 819.8416, 21366.764 5730.6636 819.612, 21372.354 5609.596 818.2841, 21374.846 5481.6616 817.34766, 21376.281 5396.861 815.8847, 21375.188 5294.374 814.2228, 21370.553 5177.564 812.99994, 21362.56 5051.562 812.4542, 21353.062 4939.6196 812.3754, 21343.92 4845.9424 812.04846, 21329.143 4732.2188 811.2105, 21310.695 4606.5225 810.29767, 21288.273 4477.63 809.8249, 21271.953 4387.7886 809.909, 21251.69 4292.495 810.363, 21226.479 4190.475 813.43427, 21196.445 4085.5796 817.92804, 21164.68 3989.8628 822.49023, 21138.79 3915.9182 826.3231, 21100.799 3825.3967 828.70215, 21051.44 3724.347 828.93475, 20991.756 3618.461 827.59955, 20922.443 3514.8748 825.7642, 20863.31 3431.3472 818.8885, 20803.232 3367.238 806.2176, 20718.037 3311.8062 784.4176, 20654.531 3266.254 752.503, 20568.19 3219.7295 672.3008</trace>
</ink>
</file>

<file path=ppt/ink/ink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18616.6 4744.6094 874.14984, 18519.297 4723.304 872.15247, 18418.834 4744.7446 869.7481, 18315.639 4810.091 868.37976, 18229.213 4917.243 867.433, 18177.076 5043.728 866.6442, 18172.186 5108.124 866.24994, 18204.074 5225.927 866.4286, 18280.361 5323.298 866.5443, 18366.93 5383.157 866.5896, 18468.338 5412.954 866.7191, 18587.273 5413.2285 866.6913, 18704.85 5375.656 866.7149, 18812.74 5292.458 866.3194, 18890.54 5175.966 866.3219, 18913.945 5110.875 866.38074, 18924.602 5044.534 866.35004, 18919.799 4979.9355 866.28156, 18892.254 4887.6255 865.9374, 18800.7 4785.4307 863.3372, 18735.734 4720.0522 857.87427</trace>
</ink>
</file>

<file path=ppt/ink/ink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6919.941 2661.7961 874.14984, 6960.272 2741.547 869.67804, 6981.159 2825.0352 865.83636, 6986.802 2889.063 867.05786, 7062.1006 2815.2173 851.02844, 7102.435 2736.1536 842.29407, 7172.49 2612.5037 825.4749, 7225.9536 2537.176 805.37134, 7284.4907 2463.7097 777.546, 7341.7095 2397.5334 742.4999, 7396.0967 2331.8506 668.3178, 7459.26 2271.1777 285.6777</trace>
</ink>
</file>

<file path=ppt/ink/ink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6518.225 3264.7156 874.14984, 6531.8496 3338.0698 867.9795, 6554.7793 3410.0596 867.286, 6625.944 3416.239 862.67737, 6689.238 3321.5327 856.5093, 6743.1284 3213.3633 846.07306, 6778.392 3144.3186 830.31866, 6814.548 3081.1003 627.1083</trace>
</ink>
</file>

<file path=ppt/ink/ink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7516.5405 3838.1614 874.14984, 7493.4688 3942.7625 865.4388, 7476.3364 4033.5298 865.9173, 7478.1353 4109.526 866.94006, 7557.814 4072.1785 852.9104, 7643.5107 3961.8704 835.25037, 7732.126 3859.5054 786.3187, 7817.2466 3782.8865 718.131, 7881.426 3729.329 565.8529</trace>
</ink>
</file>

<file path=ppt/ink/ink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18691.06 4789.0776 874.14984, 18583.38 4758.427 874.14984, 18496.76 4740.4297 871.6958, 18433.42 4725.576 844.8937</trace>
</ink>
</file>

<file path=ppt/ink/ink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22676.97 9200.318 874.14984, 22565.992 9094.592 840.4421, 22493.43 9032.128 831.3533, 22412.502 8967.69 827.08307, 22323.66 8904.443 827.312, 22232.045 8845.565 826.81683, 22091.076 8762.584 825.94116, 21953.695 8691.378 823.15985, 21851.092 8643.697 820.6497, 21734.963 8593.492 817.10016, 21626.57 8549.582 814.02124, 21539.158 8515.304 810.88605, 21431.984 8477.941 807.40643, 21310.643 8441.267 804.8038, 21178.34 8406.455 804.32214, 21080.336 8382.071 803.7939, 20973.133 8359.264 802.328, 20845.367 8339.214 800.6623, 20703.287 8324.076 799.15326, 20567.424 8314.502 798.0749, 20465.7 8308.437 797.1947, 20345.344 8307.878 796.7455, 20218.555 8315.06 797.7263, 20093.469 8331.457 800.5632, 19974.072 8358.039 804.57007, 19878.686 8384.99 810.0827, 19798.69 8412.588 815.4435, 19713.242 8453.713 821.605, 19637.188 8496.892 827.749, 19504.248 8587.597 836.48224, 19428.941 8653.127 837.7902, 19355.871 8727.725 837.6385, 19254.484 8847.713 835.2927, 19208.922 8920.67 837.06396, 19169.125 9005.012 838.3813, 19137.78 9097.253 838.8484, 19117.104 9160.72 838.7608, 19099.268 9247.891 836.56177, 19083.87 9351.126 833.24066, 19070.016 9464.96 829.76105, 19059.387 9584.931 826.91656, 19051.596 9685.961 825.73553, 19048.006 9774.552 824.50555, 19049.139 9878.643 822.928, 19058.494 9993.497 821.3578, 19064.88 10068.516 820.1362, 19080.88 10162.955 818.84326, 19107.646 10271.413 817.82654, 19144.674 10388.426 816.9112, 19190.648 10509.714 815.9892, 19237.545 10620.235 815.1929, 19274.21 10703.479 813.98456, 19320.854 10800.201 813.34937, 19374.932 10903.351 813.1197, 19434.428 11009.192 813.99243, 19480.945 11088.491 815.5381, 19532.2 11167.801 817.14197, 19596.936 11261.817 817.8874, 19673.97 11369.445 816.6803, 19756.324 11476.941 814.037, 19816.51 11554.45 811.02966, 19898.924 11645.949 806.63214, 19997.191 11739.884 802.4473, 20108.04 11830.293 799.4068, 20197.365 11897.908 797.69617, 20286.96 11958.57 795.7793, 20396.44 12022.934 794.37524, 20523.596 12088.223 792.8343, 20665.457 12151.488 791.0408, 20818.213 12207.69 789.1101, 20924.455 12245.914 787.6842, 21047.85 12275.741 787.3092, 21187.787 12293.922 787.2945, 21336.16 12298.734 787.1729, 21468.176 12294.941 786.993, 21572.865 12288.585 786.9611, 21693.377 12270.538 787.3736, 21823.46 12240.143 788.682, 21959.39 12195.693 790.57465, 22057.848 12161.483 793.10785, 22163.336 12114.614 794.9875, 22282.365 12049.037 794.63666, 22404.254 11966.242 792.9905, 22510.227 11880.7295 791.594, 22588.281 11814.099 790.4873, 22667.455 11726.443 790.7373, 22741.031 11624.339 792.46814, 22808.041 11509.968 794.7258, 22855.568 11421.232 796.9901, 22897.951 11326.983 798.7352, 22939.29 11210.283 799.65796, 22978.184 11075.278 799.2876, 23011.295 10938.613 798.4022, 23034.121 10840.405 797.2321, 23054.697 10718.201 795.3083, 23069.967 10580.848 776.3345, 23078.287 10434.94 748.5581, 23082.484 10320.929 712.61017, 23083.48 10211.622 669.09686, 23079.076 10088.417 618.6408, 23066.568 9958.82 562.05914, 23045.215 9829.706 500.49884, 23012.96 9706.822 434.64688, 22990.803 9624.547 365.6701, 22955.312 9539.717 295.62366, 22909.062 9453.443 232.59172, 22857.488 9371.54 178.53142, 22811.701 9304.158 133.57896, 22734.785 9202.559 67.97647, 22659.639 9121.0 29.911894</trace>
</ink>
</file>

<file path=ppt/ink/ink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21059.992 10010.588 874.14984, 20981.258 10018.469 868.57477, 20945.578 10110.319 864.5147, 20986.814 10227.478 859.2065, 21044.514 10304.114 852.80084, 21114.096 10350.652 850.54193, 21194.172 10359.246 853.7393, 21280.771 10296.063 854.2895, 21334.604 10212.16 852.1077, 21347.5 10143.909 848.1468, 21341.19 10067.827 845.02795, 21313.215 9992.656 842.7934, 21269.682 9929.5205 839.111, 21184.033 9847.801 833.20374, 21120.83 9821.205 835.3076, 21053.113 9813.133 838.0551, 20988.871 9827.937 840.3344, 20895.87 9925.492 843.3564, 20857.93 10026.07 842.16406, 20861.506 10100.63 840.5238, 20883.465 10180.315 837.8739, 20911.682 10245.493 836.396, 20988.787 10351.079 831.879, 21084.47 10417.607 837.6553, 21186.129 10423.324 844.0445, 21278.3 10355.593 847.62415, 21327.338 10264.371 847.7753, 21333.209 10197.58 847.5546, 21324.268 10127.336 846.5578, 21297.736 10027.331 844.6627, 21230.71 9939.158 847.0238, 21163.383 9898.935 851.5503, 21068.342 9927.38 854.5595, 21005.303 9981.554 855.9996, 20970.965 10087.977 856.0639, 20977.008 10190.223 854.5998, 21025.64 10290.345 853.14264, 21102.236 10366.983 853.20233, 21186.123 10388.474 855.9333, 21269.076 10322.829 856.1803, 21304.902 10244.126 853.11334, 21286.533 10125.009 849.2574, 21246.436 10035.882 849.7139, 21163.88 9983.928 853.3829, 21079.555 10016.622 855.0034, 21042.629 10084.866 855.69165, 21053.152 10190.049 852.4112, 21074.854 10268.107 856.9103, 21039.203 10332.796 8.617858</trace>
</ink>
</file>

<file path=ppt/ink/ink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19629.625 7913.814 874.14984, 19683.105 7985.0957 864.1929, 19738.453 8074.215 858.56274, 19783.232 8155.3115 853.84705, 19829.258 8252.472 853.256, 19858.207 8321.795 850.5953, 19886.41 8396.849 848.592, 19913.713 8471.663 848.3098, 19953.613 8577.627 849.4064, 19943.041 8499.684 839.07544, 19911.92 8429.32 831.68677, 19868.404 8340.803 823.76514, 19815.54 8242.369 815.8906, 19776.256 8170.5923 810.98376, 19732.379 8095.169 806.49115, 19685.21 8017.4824 805.86816, 19645.283 7952.903 809.4669, 19658.37 8063.2363 825.92505, 19696.002 8154.869 820.8366, 19723.523 8221.419 816.5893, 19757.975 8306.706 811.46796, 19793.855 8400.125 807.32416, 19826.959 8493.636 808.85583, 19852.426 8567.607 812.4266, 19879.316 8670.9375 823.7286, 19824.092 8579.638 826.5397, 19786.867 8495.66 820.31445, 19716.822 8343.015 802.51715, 19648.76 8201.077 785.4472, 19604.607 8111.074 783.1734, 19568.732 8038.1553 785.6809, 19532.814 7963.625 799.97095, 19568.803 8046.555 800.67535, 19602.371 8121.3486 797.91675, 19631.748 8186.668 796.4328, 19671.72 8277.389 794.065, 19716.586 8378.026 794.5066, 19760.018 8478.24 795.1057, 19791.682 8551.74 799.18774, 19818.4 8620.579 808.17, 19846.475 8713.658 822.4777, 19766.719 8565.749 822.12634, 19720.896 8464.594 814.07074, 19688.617 8393.21 807.1099, 19648.674 8303.408 800.344, 19607.625 8208.98 795.0662, 19573.396 8129.488 796.25464, 19550.768 8040.794 805.4243, 19643.834 8138.56 806.60455, 19727.512 8280.736 801.4315, 19776.008 8381.993 798.9499, 19821.105 8486.082 797.561, 19852.008 8558.188 798.3027, 19876.12 8628.054 798.9703, 19879.918 8698.1875 805.045, 19788.14 8593.115 808.6123, 19739.943 8515.577 807.0555, 19687.506 8424.58 805.9443, 19640.078 8335.315 807.10065, 19579.656 8211.092 816.40607, 19560.23 8120.8545 827.93787, 19664.781 8182.188 839.814, 19714.29 8252.259 838.3723, 19754.754 8317.779 835.81323, 19816.586 8437.734 828.81555, 19855.61 8538.858 822.68945, 19872.992 8614.198 832.8279, 19798.166 8564.617 838.12415, 19727.021 8458.596 829.6812, 19681.66 8385.136 825.91644, 19632.227 8303.343 823.48926, 19584.117 8221.582 820.606, 19520.871 8111.723 816.9048, 19574.758 8180.388 836.28796, 19611.326 8249.742 834.0952, 19645.45 8318.019 832.09064, 19694.498 8428.745 834.52795, 19727.408 8540.746 840.60657, 19664.135 8453.209 835.09625, 19615.32 8343.544 830.34375, 19582.969 8268.148 827.17535, 19537.635 8159.5835 822.89056, 19505.79 8070.8696 829.5536, 19603.238 8140.3086 838.64294, 19649.492 8219.033 833.3494, 19693.48 8302.4795 828.57465, 19755.775 8435.316 820.19403, 19784.05 8513.568 820.963, 19806.225 8579.651 823.39453, 19829.191 8650.647 831.77246, 19812.469 8580.787 838.811, 19785.148 8494.152 837.94073, 19737.266 8361.768 833.52374, 19691.758 8246.51 839.208, 19661.66 8168.376 846.2761, 19725.469 8270.888 843.11414, 19763.863 8346.3 838.01044, 19803.03 8423.612 834.07684, 19856.46 8529.291 824.8917, 19891.81 8604.06 825.3523, 19857.71 8517.789 829.0584, 19829.736 8451.625 823.99005, 19802.562 8386.689 818.13605, 19770.523 8304.984 811.981, 19739.152 8218.093 818.51013, 19712.857 8137.849 824.38654, 19697.81 8061.652 831.2917, 19744.76 8136.9033 830.25226, 19789.662 8228.03 828.4607, 19836.26 8332.406 822.9308, 19861.596 8398.484 819.0854, 19885.537 8472.667 818.8765, 19904.72 8536.267 822.0323, 19919.584 8627.547 833.232, 19849.125 8559.44 839.65393, 19816.146 8496.179 837.3105, 19777.268 8419.183 835.13074, 19738.846 8342.565 833.39545, 19683.82 8226.004 829.66437, 19657.834 8140.892 832.06213, 19729.701 8223.771 836.4274, 19763.768 8294.053 834.9979, 19810.86 8406.145 839.68414, 19829.697 8494.087 849.6377, 19816.79 8559.607 8.549992</trace>
</ink>
</file>

<file path=ppt/ink/ink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1571.6888 6706.4233 874.14984, 1647.1147 6713.609 868.9413, 1718.4601 6717.794 866.9272, 1842.1377 6716.3975 864.30536, 1915.5151 6714.1006 862.4225, 2022.6736 6710.8877 858.507, 2116.3027 6708.6367 854.39075, 2229.737 6707.5664 855.33295, 2327.3174 6707.1074 855.3264, 2394.3057 6708.4844 855.4939, 2470.7002 6710.8647 855.4348, 2533.7217 6712.984 855.4699, 2673.055 6717.4883 855.4249, 2763.6953 6719.3003 853.374, 2863.032 6720.6606 849.6902, 2968.3867 6721.5464 845.35675, 3042.9265 6722.121 841.3943, 3126.2922 6722.494 837.86334, 3223.4343 6723.819 835.4805, 3331.7869 6725.2104 833.6271, 3435.3015 6726.6216 831.8477, 3516.3242 6727.7466 829.87994, 3617.7302 6729.751 826.71643, 3734.303 6731.967 823.33746, 3861.0535 6733.771 820.0894, 3957.313 6735.046 817.5651, 4056.578 6735.957 815.7359, 4173.7847 6736.5474 814.4396, 4303.848 6738.2026 812.0984, 4434.249 6741.7295 809.3927, 4527.5303 6744.4907 806.79785, 4645.048 6749.4014 803.7253, 4781.4316 6753.676 800.9569, 4931.682 6755.343 798.0795, 5052.8867 6756.06 796.28125, 5168.879 6755.968 794.2026, 5304.7666 6754.9893 791.97473, 5454.342 6753.987 789.53, 5609.2764 6752.9688 788.04517, 5712.554 6752.258 786.8145, 5840.5483 6751.787 786.19855, 5985.2686 6752.7227 785.8996, 6142.443 6754.052 785.3351, 6310.6235 6753.2773 784.6572, 6467.533 6751.24 783.74445, 6589.591 6749.263 782.5978, 6736.92 6744.5034 780.8941, 6901.316 6738.4795 779.0523, 7075.5493 6731.635 776.24426, 7206.0776 6726.458 774.82324, 7338.3315 6721.067 773.7484, 7487.7075 6718.648 773.92694, 7646.8823 6720.3667 775.2339, 7801.663 6724.686 777.0515, 7912.679 6728.1875 778.7021, 8049.788 6734.324 780.27997, 8206.471 6740.195 780.8964, 8375.54 6743.6826 780.62036, 8510.457 6745.4272 780.35297, 8639.488 6745.6665 779.51636, 8789.568 6745.1143 778.4635, 8950.178 6746.7603 777.31104, 9114.386 6752.005 776.885, 9220.755 6755.393 776.92993, 9349.091 6761.783 778.0323, 9492.618 6769.9204 779.8811, 9646.628 6777.2036 782.69824, 9809.086 6782.859 784.9675, 9960.054 6787.485 786.5351, 10074.194 6790.846 787.96375, 10207.821 6793.4067 788.93695, 10350.565 6796.8804 790.32074, 10494.06 6800.915 792.17236, 10601.775 6803.9316 795.3736, 10703.506 6806.7256 799.05817, 10813.489 6807.9365 804.5176, 10927.852 6806.679 810.60126, 11037.143 6803.4697 817.21204, 11113.176 6800.999 823.20844, 11199.882 6795.1675 828.8229, 11286.735 6785.1357 834.7383, 11366.561 6769.7866 840.3762, 11472.345 6738.384 849.8388, 11549.586 6680.5645 856.2871, 11596.829 6614.3516 859.02515, 11632.625 6525.3955 860.2472, 11654.522 6419.478 859.9714, 11660.99 6326.821 859.33185, 11639.717 6231.7993 859.4814, 11574.682 6137.621 860.2165, 11471.027 6078.662 859.3282, 11363.259 6036.0073 857.6442, 11232.077 5998.511 854.51013, 11150.727 5980.9062 852.9035, 11083.409 5967.935 851.8409, 11016.457 5957.172 850.27673, 10929.834 5947.0215 847.7694, 10823.622 5936.896 843.0542, 10702.583 5926.4473 836.67865, 10621.179 5919.512 830.7966, 10509.633 5908.788 823.19086, 10377.527 5895.684 815.72736, 10235.02 5880.834 808.26636, 10116.229 5867.8066 802.42334, 10012.034 5855.841 797.2802, 9892.116 5841.859 794.8903, 9759.312 5826.76 794.2981, 9610.394 5812.7773 794.13403, 9510.187 5803.5503 794.4688, 9378.111 5794.4453 792.7741, 9215.761 5784.942 786.8521, 9032.117 5776.097 772.4085, 8867.33 5768.522 757.55457, 8731.428 5762.4385 743.43634, 8575.296 5753.212 734.80426, 8412.225 5740.3267 736.85425, 8248.925 5726.897 741.1292, 8133.028 5717.676 747.072, 8008.019 5709.1147 753.1406, 7861.134 5701.3896 758.8073, 7692.994 5694.4004 762.7059, 7526.8706 5690.165 766.98413, 7399.1353 5687.534 769.3117, 7238.5537 5687.491 763.66077, 7058.454 5687.7173 754.7911, 6868.1953 5687.0425 744.5821, 6723.7456 5686.393 739.40015, 6580.462 5685.341 734.6655, 6418.8574 5683.9575 736.1787, 6245.571 5682.7207 738.737, 6069.3477 5681.944 742.42145, 5946.1294 5681.4355 746.16724, 5789.344 5681.103 748.6647, 5609.2334 5680.8657 749.903, 5414.27 5680.7085 748.5442, 5259.311 5680.0425 746.51935, 5113.7495 5678.7227 741.57806, 4948.7036 5676.038 740.79364, 4772.2373 5673.0195 743.07983, 4587.544 5670.333 746.00476, 4467.86 5668.5825 748.41626, 4317.7915 5667.2603 751.59326, 4149.209 5667.686 754.7174, 3968.622 5671.081 758.05066, 3820.1973 5674.846 761.65466, 3684.4717 5679.23 765.4411, 3529.0215 5685.5737 769.6633, 3366.3193 5692.843 773.21185, 3203.455 5699.2354 775.79895, 3045.3892 5705.234 779.7861, 2932.534 5710.0713 784.41626, 2818.7424 5717.051 789.4822, 2693.5676 5729.4575 795.2768, 2560.994 5746.101 800.36804, 2437.569 5764.1064 804.4549, 2346.6409 5777.9336 807.8297, 2247.0317 5795.497 811.9775, 2148.5588 5814.0234 817.9777, 2059.2422 5833.384 825.24396, 1995.1775 5849.0615 831.76416, 1893.65 5885.889 843.2531, 1814.0304 5946.9194 852.151, 1735.7098 6049.1426 861.19293, 1685.2904 6153.7427 861.62024, 1652.8828 6241.298 860.97955, 1629.8003 6355.058 859.6965, 1613.8148 6438.271 858.0393, 1600.4231 6505.3296 855.7002, 1586.3971 6584.909 850.5956</trace>
</ink>
</file>

<file path=ppt/ink/ink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5935.969 874.14984, 8951.843 6021.333 864.8614, 8957.496 6138.956 858.7256, 8959.023 6242.976 852.46454, 8957.009 6346.593 849.7523, 8956.082 6418.2446 846.7926, 8956.459 6494.417 841.304, 8960.272 6568.8145 834.50946, 8972.255 6673.3267 815.4569, 8993.275 6748.008 766.41125</trace>
</ink>
</file>

<file path=ppt/ink/ink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8931.281 5966.9946 874.14984, 8998.258 5956.4023 864.75665, 9062.152 5949.6797 854.4417, 9145.368 5944.2515 843.5493, 9238.243 5940.7812 833.52264, 9301.874 5938.6294 826.2518, 9386.213 5938.384 819.95715, 9544.723 5941.0522 815.67645, 9672.456 5944.0776 806.98004, 9823.471 5946.811 795.66064, 9964.853 5948.8613 781.51245, 10084.741 5950.3804 769.31744, 10235.455 5951.39 755.33575, 10403.626 5953.3345 743.8392, 10577.412 5956.069 743.347, 10701.93 5958.1904 744.8581, 10826.04 5960.858 746.7906, 10951.933 5964.39 753.13025, 11073.035 5968.87 765.21246, 11178.04 5972.7627 779.61694, 11253.723 5975.5815 794.4417, 11333.1875 5980.8975 808.5136, 11410.925 5991.325 822.837, 11483.652 6008.541 835.678, 11586.877 6050.284 851.79175, 11650.429 6139.2256 861.24963, 11671.892 6228.86 861.72314, 11661.83 6355.533 858.0898, 11645.217 6457.9795 856.2734, 11628.952 6566.241 856.7904, 11625.665 6655.1416 858.6644, 11633.505 6740.5874 861.9964, 11626.8125 6814.6763 865.48175, 11517.315 6876.272 862.7381, 11420.904 6880.8755 853.38336, 11308.308 6878.425 838.62103, 11225.975 6875.747 824.6344, 11110.755 6866.745 805.10876, 10970.957 6854.0117 793.1421, 10810.291 6839.6943 779.5307, 10676.037 6827.949 770.00354, 10543.194 6816.854 758.66876, 10378.199 6805.725 745.57935, 10191.992 6796.47 731.64557, 10000.548 6791.2227 721.50507, 9874.539 6787.9053 715.1686, 9732.095 6786.6797 716.36035, 9595.655 6785.9746 728.52106, 9476.21 6785.61 748.6414, 9381.06 6785.4526 768.5411, 9310.67 6785.378 785.5118, 9240.095 6784.093 802.72296, 9176.246 6783.3384 851.25946, 9113.324 6779.7124 854.8717</trace>
</ink>
</file>

<file path=ppt/ink/ink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1720.6089 8033.7773 874.14984, 1803.2203 8039.8774 871.30756, 1930.7632 8041.44 867.73413, 2007.8029 8044.4106 865.72894, 2086.153 8048.87 863.18945, 2149.2314 8052.618 861.80853, 2262.4666 8058.8525 861.9318, 2329.808 8062.735 861.7243, 2435.141 8069.753 861.1433, 2544.9897 8075.7954 859.9549, 2650.024 8079.22 860.5236, 2753.994 8080.6123 860.4982, 2816.755 8080.9517 859.99, 2917.706 8079.6426 860.03894, 2981.8608 8076.7837 860.502, 3057.4888 8073.256 860.5739, 3179.087 8068.0903 859.07526, 3249.547 8065.209 855.9313, 3325.1016 8061.3184 853.18414, 3400.887 8057.5938 853.3416, 3513.4395 8051.627 853.7592, 3582.964 8047.1875 853.8025, 3658.7068 8043.047 853.6885, 3739.113 8039.645 853.6199, 3812.515 8037.4375 853.69696, 3940.664 8035.105 854.5371, 4020.2559 8035.824 855.0352, 4140.901 8038.722 853.95703, 4219.098 8041.704 853.4048, 4303.772 8044.4067 853.04767, 4393.94 8046.364 852.78406, 4482.569 8047.94 852.297, 4547.2764 8049.037 851.707, 4629.3125 8049.7495 850.3215, 4722.954 8051.1304 848.1441, 4822.496 8054.03 845.6544, 4901.6577 8056.246 843.6668, 4977.976 8058.2437 841.91736, 5068.8574 8060.2544 840.7529, 5169.541 8061.737 839.3859, 5273.098 8063.0366 837.98456, 5343.153 8063.9062 836.66986, 5430.661 8064.469 835.06244, 5528.7466 8064.835 833.93274, 5634.35 8065.0635 833.3217, 5722.7583 8065.182 833.36694, 5802.1323 8065.255 833.3184, 5895.456 8065.293 833.86664, 5997.951 8064.025 833.6569, 6106.4043 8061.3647 833.3479, 6177.9473 8059.584 833.30255, 6266.216 8057.1885 833.3091, 6367.3755 8055.815 833.1964, 6478.8804 8056.574 832.4831, 6598.0747 8057.0674 831.19196, 6710.4673 8056.4165 829.65424, 6794.6743 8055.681 828.15063, 6895.478 8054.6523 826.2026, 7007.719 8051.9814 824.64746, 7127.72 8047.888 823.4812, 7220.874 8044.4653 822.62836, 7313.3022 8041.735 821.6973, 7420.7236 8038.8545 820.7816, 7537.54 8035.6772 820.07117, 7657.787 8031.707 819.6827, 7738.135 8029.0264 819.2142, 7837.8228 8026.005 818.694, 7949.282 8023.314 818.9968, 8068.7085 8021.5913 819.27136, 8169.2085 8020.505 819.81537, 8258.432 8019.8076 820.313, 8363.6045 8019.3623 820.9617, 8478.936 8019.087 820.9952, 8600.877 8018.9263 820.6396, 8683.458 8018.847 820.46655, 8780.791 8018.797 820.5131, 8890.703 8020.0664 821.019, 9009.127 8024.386 821.39703, 9114.313 8029.1377 821.974, 9199.824 8033.402 822.303, 9300.742 8040.0244 822.3801, 9412.007 8047.268 822.4391, 9529.347 8054.907 822.9242, 9613.1455 8060.6064 823.8572, 9704.401 8067.6157 824.66284, 9808.134 8076.757 825.40857, 9919.93 8089.286 825.74634, 10025.891 8103.0664 826.14355, 10106.426 8114.021 826.2154, 10204.197 8126.8086 825.95667, 10311.16 8137.8223 826.303, 10423.115 8147.3276 826.72516, 10507.566 8154.0493 827.60516, 10592.449 8159.8423 828.28516, 10687.8955 8163.3794 829.92084, 10789.442 8162.4995 831.8917, 10893.9795 8157.068 833.97656, 10999.941 8147.5933 836.24133, 11068.668 8141.4043 838.21246, 11149.904 8130.151 840.2185, 11239.294 8114.91 841.7326, 11333.345 8098.0015 843.06964, 11415.61 8083.293 844.4563, 11484.231 8071.0015 845.6451, 11562.205 8056.045 846.9594, 11642.679 8037.9263 848.30804, 11719.569 8014.839 849.7001, 11788.6 7985.417 852.42615, 11884.9795 7896.0195 857.10754, 11910.871 7797.398 858.493, 11863.956 7702.383 856.32513, 11748.814 7615.2983 848.25964, 11620.238 7548.558 837.415, 11527.672 7509.4507 831.69666, 11421.481 7467.8564 826.30347, 11345.195 7438.5254 822.4941, 11254.076 7406.9033 818.16003, 11143.563 7371.04 813.9041, 11017.626 7333.6597 809.6662, 10895.565 7300.6455 806.152, 10800.423 7275.767 802.90955, 10679.426 7249.769 799.77246, 10540.327 7225.7324 797.03986, 10391.472 7206.1123 794.56036, 10280.607 7193.483 792.799, 10168.582 7185.0405 791.1369, 10045.773 7183.025 791.8221, 9917.396 7187.243 794.4592, 9795.555 7197.5674 798.615, 9708.419 7205.9985 802.47125, 9606.014 7223.084 806.90454, 9495.569 7247.8994 810.9521, 9381.225 7280.637 814.4464, 9292.777 7308.727 817.79016, 9210.291 7338.395 820.7051, 9123.296 7377.1274 824.58997, 9040.686 7422.8076 829.43646, 8971.547 7474.649 834.1557, 8890.889 7564.849 841.56, 8876.216 7644.456 843.24457, 8884.892 7747.019 839.22754, 8921.118 7872.3467 829.83044, 8944.867 7953.7207 810.8926, 8960.105 8028.6733 778.1698, 8991.033 8094.7935 737.35333</trace>
</ink>
</file>

<file path=ppt/ink/ink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12653.364 2594.0583 874.14984, 12585.566 2580.747 864.60065, 12474.714 2569.7683 859.98126, 12411.5 2566.8271 858.8334, 12347.932 2566.3818 858.38727, 12256.719 2568.2488 858.1288, 12172.437 2575.0562 857.66595, 12050.404 2599.6907 857.2882, 11980.491 2619.9485 856.99164, 11870.591 2659.6494 855.75507, 11798.231 2694.0652 853.5079, 11716.019 2737.3452 850.03015, 11645.089 2777.2559 846.2799, 11580.668 2815.4153 842.24, 11501.542 2866.768 837.6637, 11413.288 2928.8657 832.5602, 11319.797 3001.2112 827.3099, 11255.674 3051.8223 823.05176, 11183.846 3114.9158 819.46594, 11105.277 3192.4011 816.74335, 11024.322 3281.7825 815.2536, 10954.918 3365.5215 814.76636, 10900.557 3434.0457 814.43536, 10842.314 3520.4312 814.41003, 10785.068 3620.2527 814.581, 10729.7705 3729.6929 814.96375, 10691.192 3809.9277 815.7217, 10654.615 3897.2615 816.1583, 10621.139 3997.649 817.07306, 10593.288 4104.2334 819.07404, 10572.334 4213.7104 821.4319, 10558.02 4322.5796 824.6201, 10548.791 4395.269 827.37756, 10544.734 4480.2925 830.5536, 10547.583 4572.573 834.1775, 10558.165 4668.0903 837.44867, 10570.24 4745.017 840.6449, 10585.157 4814.6147 843.53, 10608.033 4892.2812 846.18915, 10638.6455 4973.7544 847.70013, 10676.358 5055.4507 848.95636, 10737.092 5174.508 849.939, 10780.948 5245.853 849.8746, 10833.19 5320.7065 849.17883, 10922.844 5437.6113 847.85803, 11043.743 5560.082 846.0816, 11115.858 5619.2554 845.7578, 11225.691 5700.7417 846.03925, 11300.478 5744.7197 845.9627, 11384.356 5789.053 845.37555, 11460.6045 5827.125 844.5739, 11600.19 5891.6377 842.67004, 11686.403 5924.335 842.1365, 11780.21 5951.8984 841.932, 11847.498 5970.172 842.03674, 11923.961 5985.085 841.7277, 12012.058 5995.4604 841.0768, 12107.664 6000.513 840.60425, 12210.094 6001.745 839.8822, 12313.965 6000.008 839.52747, 12383.83 5998.6426 839.1437, 12469.19 5993.52 838.63104, 12564.947 5984.1733 837.90643, 12667.444 5967.737 836.86597, 12754.264 5949.499 836.16284, 12830.409 5930.106 835.346, 12920.1455 5899.8784 834.1731, 13019.701 5860.6196 832.06366, 13123.322 5813.8457 829.9291, 13192.3955 5782.135 828.25085, 13271.234 5741.035 827.1587, 13354.873 5691.2617 827.6017, 13440.001 5632.5693 829.0719, 13513.525 5576.5815 830.7324, 13641.533 5465.6914 832.4538, 13714.373 5390.952 832.0061, 13788.552 5306.3105 831.1342, 13894.315 5175.558 829.6243, 13949.827 5094.423 829.3167, 14001.774 5005.4897 830.415, 14047.838 4910.984 831.43567, 14085.566 4817.0 833.2044, 14111.018 4751.624 834.79706, 14133.683 4670.666 836.2212, 14152.916 4578.8774 837.25385, 14169.289 4479.344 837.90186, 14180.15 4398.2905 838.7295, 14187.314 4323.5635 839.49506, 14188.104 4239.337 840.7693, 14182.851 4150.225 841.7362, 14171.453 4058.749 843.411, 14149.229 3929.7615 845.79517, 14128.503 3854.7644 847.22363, 14104.201 3777.3809 848.88025, 14076.279 3698.458 850.6057, 14048.004 3627.8362 852.0963, 13994.114 3514.853 854.5486, 13912.281 3394.4885 855.5923, 13841.994 3307.3848 856.1181, 13745.989 3206.035 856.0637, 13659.787 3119.788 855.8537, 13560.658 3036.911 855.9157, 13444.238 2961.2246 856.56274, 13349.017 2907.103 857.2892, 13237.6875 2848.6582 857.684, 13174.712 2815.427 857.6728, 13082.163 2768.7832 857.6068, 12967.341 2727.7957 857.8834, 12874.633 2705.0588 858.47943, 12770.017 2687.9585 859.2662, 12652.926 2653.1438 859.6614, 12576.535 2628.76 860.7069</trace>
</ink>
</file>

<file path=ppt/ink/ink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9676.802 3000.4858 874.14984, 9673.718 3081.8965 862.6222, 9675.422 3150.534 853.4949, 9680.336 3237.1 843.841, 9687.351 3338.9653 834.9972, 9693.953 3451.324 827.739, 9698.287 3526.0645 822.8602, 9701.779 3613.0293 818.7011, 9704.302 3681.8704 807.39325, 9705.112 3751.5798 784.8271, 9706.557 3815.8887 748.65845, 9704.176 3881.6018 640.3732</trace>
</ink>
</file>

<file path=ppt/ink/ink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9560.975 2937.4016 874.14984, 9666.214 2911.2612 866.6353, 9756.919 2946.2961 864.5787, 9819.936 3027.931 861.0263, 9805.22 3142.3904 853.4845, 9769.101 3220.616 845.454, 9696.8 3337.4697 813.3492, 9605.283 3403.5469 751.6886, 9535.188 3438.289 607.12524</trace>
</ink>
</file>

<file path=ppt/ink/ink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9900.182 2986.0076 874.14984, 9901.955 3056.141 864.8158, 9909.713 3160.1162 860.9891, 9916.427 3273.1548 862.6347, 9864.566 3183.065 845.5146, 9896.005 3061.3318 842.4131, 9939.747 2979.209 843.56, 10031.945 2908.8071 842.7363, 10095.77 2866.2214 845.97034, 10161.99 2853.2825 8.397065</trace>
</ink>
</file>

<file path=ppt/ink/ink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10168.605 2978.2512 874.14984, 10163.466 3085.0525 868.3056, 10201.095 3160.2634 866.9615, 10269.099 3101.5789 861.4681, 10299.086 3034.3047 857.34375, 10279.654 2962.0713 855.904, 10208.289 2973.8398 854.47144, 10140.989 2996.1199 852.65344</trace>
</ink>
</file>

<file path=ppt/ink/ink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10377.277 2449.792 874.14984, 10388.188 2517.0315 861.8733, 10399.598 2582.013 851.9294, 10410.414 2663.7622 842.9502, 10421.184 2754.234 830.6482, 10429.216 2823.4736 818.1222, 10435.033 2887.4668 798.3068, 10438.502 2988.9692 742.2029, 10438.62 3064.913 594.20667</trace>
</ink>
</file>

<file path=ppt/ink/ink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10361.649 2917.7527 874.14984, 10463.153 2859.4907 864.4043, 10554.729 2850.91 862.9551, 10622.589 2905.5078 865.0311, 10694.28 2932.4004 864.2736, 10757.163 2843.7957 860.74536, 10698.615 2774.7441 859.1945, 10624.624 2803.935 855.75885, 10560.628 2838.2085 849.02075</trace>
</ink>
</file>

<file path=ppt/ink/ink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10809.329 2646.801 874.14984, 10824.521 2752.0925 861.136, 10842.4 2874.6697 861.8325, 10905.146 2787.6807 851.3924, 10948.327 2699.7778 854.43536, 11021.444 2714.966 855.1144, 11037.601 2788.914 853.7244, 11046.071 2854.3528 821.8756</trace>
</ink>
</file>

<file path=ppt/ink/ink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12581.662 2797.2722 874.14984, 12483.19 2761.3984 862.08105, 12351.877 2737.3362 854.77716, 12275.404 2731.8003 852.546, 12211.407 2729.5896 851.12646, 12101.948 2732.1865 850.6434, 11996.97 2747.1177 849.6432, 11929.384 2771.446 850.01013, 11856.134 2808.267 850.208, 11740.58 2878.4343 848.5373, 11671.128 2931.6536 845.16144, 11597.829 2994.8477 841.1692, 11528.265 3061.4668 838.30566, 11433.364 3162.2424 835.59534, 11387.828 3228.906 837.2561, 11345.581 3306.1394 839.0405, 11306.78 3392.7485 840.5631, 11275.223 3473.2026 841.13904, 11251.689 3537.6895 841.71185, 11230.951 3611.5093 842.6479, 11217.853 3686.0747 845.208, 11215.835 3756.9458 848.23474, 11227.54 3855.3777 853.13153, 11296.518 3947.0178 854.299, 11381.515 4013.2803 854.53613, 11500.296 4073.4373 854.23114, 11577.191 4099.9863 853.40753, 11702.939 4133.1265 850.9626, 11782.6875 4142.801 848.8597, 11873.393 4147.03 846.2932, 11966.5205 4145.4185 843.69257, 12031.759 4143.635 841.4525, 12111.904 4134.5425 839.5062, 12198.182 4118.374 838.68964, 12287.4375 4093.785 838.8277, 12378.586 4059.3555 839.32996, 12454.484 4027.7852 839.98627, 12518.96 3996.7664 840.58093, 12591.022 3956.6057 841.0462, 12664.4 3908.512 841.8573, 12733.815 3855.1104 843.92883, 12829.734 3774.1436 848.16547, 12919.063 3668.0276 851.6931, 12977.539 3570.1814 854.2907, 13013.992 3453.9495 856.23047, 13020.83 3389.4504 857.028, 13018.768 3293.2205 857.6304, 12983.501 3181.258 857.7754, 12935.913 3089.47 857.53174, 12854.036 2997.187 856.91974, 12745.753 2916.0376 855.5147, 12619.332 2851.433 851.28674, 12541.98 2814.3738 843.3057, 12478.524 2790.8337 782.8247</trace>
</ink>
</file>

<file path=ppt/ink/ink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11733.185 4291.6436 874.14984, 11635.73 4296.6167 868.37555, 11562.479 4309.9946 865.89453, 11486.476 4334.651 862.78503, 11384.795 4389.468 859.79364, 11307.538 4442.695 858.8213, 11248.536 4506.051 861.4357, 11201.796 4596.538 862.22546, 11172.337 4696.1855 862.2692, 11157.624 4823.551 862.12726, 11159.092 4894.67 862.046, 11169.4795 5003.5605 861.6796, 11203.747 5113.213 860.2129, 11246.8125 5200.658 859.2622, 11303.635 5286.443 860.4586, 11362.5625 5361.3433 862.31067, 11449.998 5444.828 861.36865, 11536.297 5509.5103 859.7513, 11619.876 5561.812 859.7444, 11718.298 5605.062 860.33325, 11803.879 5633.8066 860.3505, 11904.662 5652.654 862.00116, 11994.566 5655.278 863.2455, 12101.391 5634.062 861.97626, 12207.846 5587.407 860.82666, 12281.522 5544.237 861.41425, 12355.717 5481.4536 862.29205, 12419.376 5409.148 862.8695, 12479.421 5323.447 862.37964, 12521.633 5234.514 864.1611, 12543.875 5151.5767 865.5811, 12545.753 5034.5347 863.3478, 12538.018 4946.7646 861.0042, 12510.7705 4843.608 863.5372, 12450.428 4723.674 862.8178, 12395.065 4636.544 859.90405, 12325.599 4555.813 859.2239, 12228.459 4472.7573 862.8842, 12114.213 4406.2827 862.5759, 12011.946 4357.263 862.79156, 11945.148 4336.0923 863.45844, 11824.653 4312.5195 863.6678, 11747.8125 4314.7856 862.78467, 11684.366 4314.134 861.2725, 11613.682 4321.117 859.66455</trace>
</ink>
</file>

<file path=ppt/ink/ink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13312.474 3642.7036 874.14984, 13233.43 3697.8408 863.6346, 13127.475 3772.211 853.3526, 13034.641 3838.7305 844.78156, 12953.029 3900.1816 841.18427, 12848.343 4001.7537 839.9568, 12778.041 4101.206 842.9075, 12722.961 4239.9834 845.96045, 12699.776 4326.05 845.5622, 12672.27 4455.5645 845.5127, 12664.957 4530.7256 846.41327, 12662.786 4610.2954 847.84247, 12665.201 4683.955 848.77295, 12676.635 4802.439 850.2355, 12691.418 4866.452 851.1426, 12714.175 4929.408 852.355, 12770.85 5037.663 855.7691, 12837.297 5116.3193 857.8749, 12935.241 5183.206 858.2032, 13012.725 5219.7144 858.6144, 13119.6455 5233.0474 858.8525, 13212.58 5228.28 858.77356, 13320.927 5202.4634 858.4673, 13424.105 5160.314 858.0928, 13522.816 5100.007 857.4099, 13625.753 5022.2725 856.78516, 13701.328 4955.9824 856.74695, 13776.299 4863.4214 857.6126, 13825.557 4784.392 858.4208, 13867.006 4677.034 858.65643, 13892.082 4578.7715 858.74756, 13903.78 4472.3584 858.88776, 13902.543 4409.074 858.851, 13894.852 4307.6245 858.51953, 13871.933 4185.625 857.83875, 13856.257 4122.5127 857.65607, 13830.187 4028.8467 857.6058, 13776.215 3921.597 859.9362, 13708.201 3840.9495 860.90045, 13599.562 3772.2275 858.69293, 13525.292 3729.99 852.8153, 13462.422 3704.7048 418.16852</trace>
</ink>
</file>

<file path=ppt/ink/ink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13192.97 3688.2073 874.14984, 13268.083 3674.9333 874.14984, 13368.677 3692.2246 871.39746, 13470.839 3726.3335 870.08484, 13547.047 3751.5376 867.53925</trace>
</ink>
</file>

<file path=ppt/ink/ink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13285.814 4872.328 874.14984, 13341.68 4949.8345 860.2687, 13425.294 5089.2847 842.50275, 13476.89 5179.9956 834.3759, 13537.495 5284.664 826.3504, 13589.578 5374.127 819.94775, 13640.3545 5459.6113 813.8307, 13699.229 5556.01 807.93085, 13748.909 5636.8403 798.91425, 13817.866 5750.035 787.60944, 13895.709 5884.161 775.6582, 13972.127 6025.1797 740.64667, 14027.13 6129.9185 698.98285, 14075.197 6228.0225 650.86176, 14113.232 6321.0444 596.7691, 14144.628 6394.422 515.1208, 14172.454 6462.7583 370.16858</trace>
</ink>
</file>

<file path=ppt/ink/ink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12123.87 5422.5054 874.14984, 12175.632 5520.2705 857.5326, 12220.551 5592.514 845.6589, 12280.907 5677.3193 832.5108, 12355.436 5773.8604 822.1568, 12418.902 5854.2974 814.1266, 12480.735 5932.053 807.0326, 12548.575 6014.513 800.63293, 12606.949 6084.6104 794.2211, 12693.23 6183.265 783.20703, 12797.092 6296.6035 773.56067, 12911.65 6416.244 741.0718, 12996.092 6502.7515 702.60767, 13083.593 6588.0557 658.1899, 13177.471 6668.5884 607.24945, 13265.324 6722.481 550.17267, 13334.024 6767.8735 461.247, 13400.795 6810.338 318.0741</trace>
</ink>
</file>

<file path=ppt/ink/ink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13259.155 4868.709 874.14984, 13343.719 4888.0693 861.8934, 13408.736 4900.309 855.9371, 13488.55 4910.3174 847.9364, 13564.946 4921.101 833.7641, 13628.834 4929.527 721.306</trace>
</ink>
</file>

<file path=ppt/ink/ink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13309.715 4957.647 874.14984, 13283.235 5049.238 862.1635, 13243.481 5135.6733 858.2769, 13208.454 5200.555 671.213</trace>
</ink>
</file>

<file path=ppt/ink/ink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12139.497 5332.0156 874.14984, 12108.78 5414.4995 863.0107, 12077.201 5479.184 859.47156</trace>
</ink>
</file>

<file path=ppt/ink/ink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12175.349 5264.795 874.14984, 12269.891 5299.9614 858.1077, 12335.748 5329.0396 853.6963, 12409.822 5366.251 847.22015, 12482.427 5401.479 832.1485, 12547.101 5441.1294 405.70612</trace>
</ink>
</file>

<file path=ppt/ink/ink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13118.509 6841.8994 874.14984, 13028.195 6923.823 854.41766, 12900.208 7031.6455 838.8495, 12803.237 7123.463 838.23517, 12767.311 7229.495 846.2214, 12808.896 7296.064 846.5038, 12897.337 7291.95 844.92236, 12993.88 7215.7856 842.30414, 13054.294 7129.0933 838.24115, 13094.478 7021.7363 839.1775, 13126.903 6956.971 847.5103, 13135.109 7088.8013 843.1477, 13131.712 7157.9062 836.3401, 13125.54 7237.1616 828.26843, 13116.248 7349.7236 816.1687, 13105.286 7485.239 800.228, 13095.104 7623.776 789.12415, 13088.207 7717.656 780.7651, 13083.388 7818.1113 777.524, 13084.799 7900.554 787.0782</trace>
</ink>
</file>

<file path=ppt/ink/ink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13252.721 7007.366 874.14984, 13283.1045 7095.066 862.748, 13301.284 7163.3228 853.8426, 13319.439 7242.4805 845.80774, 13347.654 7359.237 835.70355, 13376.096 7444.556 841.0168, 13450.695 7477.9277 849.9687, 13477.166 7408.8374 854.6852, 13495.091 7272.655 848.56024, 13504.53 7195.6284 844.57153, 13520.8125 7090.806 841.88153, 13547.547 7012.5156 847.6947, 13595.579 7090.532 852.01807, 13580.649 7225.8423 844.2019, 13573.566 7300.4136 845.3591, 13578.036 7405.581 848.61597, 13643.477 7477.085 853.352, 13708.557 7492.1157 679.2423</trace>
</ink>
</file>

<file path=ppt/ink/ink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14160.949 7158.355 874.14984, 14054.43 7163.3306 861.4453, 13934.215 7199.635 856.6031, 13849.188 7241.6675 855.50653, 13770.663 7334.0454 854.96533, 13751.729 7421.1655 856.90497, 13815.669 7442.725 858.46136, 13909.05 7396.779 849.6027, 14011.737 7296.187 836.748, 14083.8955 7201.9395 836.9559, 14104.051 7128.021 843.36255, 14053.621 7211.7734 848.9236, 14042.798 7277.652 846.76556, 14041.7 7347.4585 845.0089, 14054.506 7442.524 848.21387, 14118.296 7494.9067 850.0074, 14185.654 7492.5444 850.5864, 14258.495 7410.2114 849.53955, 14305.688 7320.045 849.6547, 14349.386 7204.23 845.2207, 14380.529 7138.591 850.1387, 14420.014 7258.4233 850.74054, 14417.507 7327.6167 848.1321, 14415.39 7428.5913 844.9268, 14407.714 7491.6973 849.10254, 14398.13 7418.1196 848.3648, 14431.928 7317.3145 839.34204, 14470.582 7253.6304 832.7653, 14535.478 7186.6294 826.46857, 14598.709 7112.178 793.94403, 14662.535 7063.847 760.3603</trace>
</ink>
</file>

<file path=ppt/ink/ink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14652.754 6524.41 874.14984, 14658.073 6636.4404 855.84174, 14659.244 6717.995 844.66425, 14658.875 6814.8145 834.9813, 14658.989 6921.649 827.44366, 14659.138 6998.8174 811.68024, 14660.472 7081.3394 789.5042, 14661.707 7147.1284 761.9912, 14664.772 7218.66 722.1213, 14671.31 7296.9517 675.531, 14676.634 7372.4224 566.6109, 14683.151 7436.823 457.15335</trace>
</ink>
</file>

<file path=ppt/ink/ink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14652.754 7068.3823 874.14984, 14746.426 7048.385 860.66797, 14812.704 7049.956 853.92267, 14884.738 7059.2803 850.1884, 14977.578 7079.8403 849.7078, 14873.916 7149.831 842.6328, 14783.675 7160.5977 836.4309, 14694.63 7167.85 841.9269, 14691.35 7242.605 848.3056, 14775.599 7295.4805 839.94324, 14896.035 7360.0967 814.0202, 14974.398 7402.094 771.9419, 15042.8955 7441.2456 695.62256, 15115.141 7475.8438 600.361</trace>
</ink>
</file>

<file path=ppt/ink/ink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15398.274 7082.861 874.14984, 15306.777 7082.861 863.42316, 15214.397 7098.862 865.0448, 15209.395 7174.7285 863.597, 15307.217 7294.5127 846.8401, 15391.57 7385.1035 839.205, 15445.023 7463.628 846.0929, 15367.02 7508.065 845.093, 15291.02 7500.0356 838.9052, 15167.227 7471.598 827.5064, 15085.325 7449.905 795.0484, 15019.868 7416.715 510.13083</trace>
</ink>
</file>

<file path=ppt/ink/ink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15436.881 7891.579 874.14984, 15314.55 7870.322 849.69696, 15226.065 7854.263 844.85803, 15120.636 7837.099 834.1485, 14996.412 7818.7705 822.97485, 14850.983 7800.844 812.7324, 14696.227 7784.811 797.9899, 14582.125 7773.442 784.65393, 14441.441 7762.566 770.2761, 14324.455 7753.7866 754.0063, 14154.569 7745.397 728.90936, 13953.042 7739.123 702.1199, 13739.838 7735.162 675.44763, 13565.387 7732.2817 618.7634, 13423.488 7730.1904 557.3775, 13286.508 7727.269 491.71283, 13181.689 7723.416 424.45816, 13113.777 7720.9307 364.59677, 13035.341 7719.038 181.74979</trace>
</ink>
</file>

<file path=ppt/ink/ink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13178.261 4110.6646 874.14984, 13104.031 4110.5977 861.1108, 13024.638 4143.2607 852.21906, 12952.468 4173.6484 845.88666, 13012.35 4093.523 846.4447, 13087.284 4016.7175 839.50165, 13087.842 3941.2917 843.9991, 13008.193 3937.3152 838.2706, 12941.852 3946.8562 840.01685, 12873.348 3954.2332 842.5889, 12783.364 3947.8198 850.03186, 12776.184 3840.219 851.62885, 12808.58 3773.2278 851.8633, 12760.866 3710.2358 852.08777, 12689.999 3718.0269 844.039, 12624.163 3727.5847 836.71014, 12533.023 3731.831 833.9047, 12562.007 3652.0713 831.8458, 12630.202 3580.0667 847.8483, 12558.059 3560.3965 863.88055, 12495.189 3567.9175 567.33813</trace>
</ink>
</file>

<file path=ppt/ink/ink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11971.273 3823.683 874.14984, 11878.77 3881.217 861.1821, 11773.499 3934.2358 851.31915, 11697.806 3976.965 853.13824, 11761.526 4041.0645 850.55774, 11879.665 4056.6792 846.8651, 11950.294 4080.4172 853.9022, 11907.793 4148.356 849.25714, 11814.659 4194.641 847.84375, 11743.518 4238.092 853.7398, 11812.726 4301.8115 858.071, 11842.973 4393.317 863.1131, 11793.08 4457.711 861.09863, 11712.176 4521.775 851.3393, 11648.372 4557.359 551.52496</trace>
</ink>
</file>

<file path=ppt/ink/ink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12239.697 4970.057 874.14984, 12263.937 4904.1396 869.0336, 12290.874 4820.2705 863.83765, 12321.863 4748.165 866.11383, 12396.596 4716.8506 862.67053, 12480.172 4816.314 859.6856, 12544.65 4889.9478 861.21045, 12597.236 4781.374 859.9264, 12623.743 4714.239 861.2722, 12699.358 4720.651 859.91174, 12780.643 4776.823 862.6828, 12857.229 4738.472 861.1286, 12902.897 4643.841 856.9008, 12931.434 4577.357 847.7599, 12952.869 4511.2983 8.426578</trace>
</ink>
</file>

<file path=ppt/ink/ink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12358.282 3612.1956 874.14984, 12463.659 3576.5654 870.35504, 12562.487 3548.0251 869.07056, 12627.099 3553.2163 868.8236, 12623.384 3634.6921 867.23, 12613.437 3722.622 867.0887, 12715.561 3751.473 867.9019, 12794.059 3767.806 868.01434, 12821.793 3854.269 866.7131, 12797.301 3952.1035 866.4437, 12872.281 3966.7703 864.6242, 12946.13 3946.9292 864.4993, 12990.203 4041.5403 865.6873, 12999.0205 4134.262 867.49164, 13066.447 4175.4546 865.0054, 13151.538 4146.9243 861.5229, 13214.493 4129.949 861.0443, 13251.539 4199.071 867.4109</trace>
</ink>
</file>

<file path=ppt/ink/ink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12149.61 3869.1863 874.14984, 12059.502 3862.2373 871.03394, 11934.1455 3852.098 868.0893, 11868.164 3850.3457 867.73785, 11805.29 3854.0437 867.4895, 11720.283 3872.499 868.0391, 11727.508 3955.0312 866.3088, 11827.485 4009.446 865.53955, 11906.682 4063.7957 865.59845, 11828.937 4125.5015 863.8121, 11731.586 4133.039 864.3762, 11813.909 4205.5566 864.0015, 11889.932 4246.267 865.2756, 11883.307 4333.5415 864.06964, 11792.223 4373.488 863.9396, 11719.446 4401.38 865.7698, 11768.434 4479.197 863.74347, 11846.966 4533.897 864.9033, 11823.188 4607.6123 861.2444, 11742.981 4632.5337 856.0259, 11666.193 4641.194 843.8092, 11602.133 4622.361 813.7715</trace>
</ink>
</file>

<file path=ppt/ink/ink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12850.086 4562.5957 874.14984, 12836.867 4647.187 871.17224, 12819.971 4763.2036 868.2682, 12777.037 4836.541 866.67975, 12712.417 4820.37 866.42633, 12634.402 4751.047 865.9596, 12547.251 4699.899 866.4164, 12476.864 4755.282 865.5725, 12478.958 4818.6626 862.66473, 12497.61 4888.986 863.8489, 12403.396 4949.2505 859.056, 12320.952 4915.5244 856.7228, 12238.758 4870.953 858.9045, 12217.376 4939.616 841.10785, 12235.432 5005.1953 740.5906</trace>
</ink>
</file>

<file path=ppt/ink/ink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11643.097 4245.623 874.14984, 11567.9795 4236.1646 870.7395, 11473.078 4226.395 865.66315, 11364.364 4219.1533 863.8035, 11295.495 4214.3296 862.63153, 11189.217 4208.8877 859.7315, 11120.207 4208.7354 857.7437, 11042.62 4211.4136 854.74225, 10970.972 4214.9326 852.5444, 10830.248 4223.8647 851.102, 10736.216 4232.898 847.9691, 10632.489 4245.767 843.72455, 10558.958 4254.964 840.023, 10473.008 4265.6455 836.20886, 10373.508 4276.991 832.83746, 10265.857 4288.5693 830.3974, 10166.46 4300.3213 829.27454, 10089.612 4309.7275 828.229, 9996.484 4322.7944 827.36993, 9891.162 4339.502 826.7539, 9777.615 4358.1763 826.34436, 9693.034 4372.4106 826.236, 9603.84 4388.268 825.83105, 9502.352 4406.583 825.3937, 9394.904 4425.4004 825.5648, 9288.146 4442.1616 826.89734, 9189.516 4455.149 830.8738, 9124.882 4463.618 834.45557, 9057.362 4469.9443 839.69867, 8953.787 4476.4424 849.781, 8890.129 4475.2827 853.7004, 8813.781 4474.4087 869.6432, 8747.256 4464.18 241.86922</trace>
</ink>
</file>

<file path=ppt/ink/ink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11345.258 4185.641 874.14984, 11417.733 4184.0815 871.5999, 11526.473 4199.504 868.59033, 11622.923 4237.6826 867.525, 11559.725 4314.2036 856.40717, 11463.554 4349.6743 841.7572, 11381.471 4375.098 807.02905, 11316.094 4382.946 391.13864</trace>
</ink>
</file>

<file path=ppt/ink/ink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6011.7124 4518.1265 874.14984, 5999.492 4590.742 862.6486, 5987.0747 4654.0938 855.1626, 5972.4443 4724.532 845.75903, 5954.151 4818.7188 825.8524, 5941.075 4887.248 794.0945</trace>
</ink>
</file>

<file path=ppt/ink/ink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6190.0493 4593.103 874.14984, 6194.9834 4697.4023 862.3579, 6195.7817 4827.724 857.081, 6187.485 4930.3066 856.1714, 6174.126 4845.2974 843.2661, 6215.511 4737.017 838.1532, 6285.554 4639.3076 841.1681, 6354.5645 4587.311 846.0015, 6424.7705 4605.831 850.3626, 6463.0 4702.775 857.17114, 6457.3716 4767.092 857.4696, 6444.274 4832.761 420.7673</trace>
</ink>
</file>

<file path=ppt/ink/ink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6086.173 4291.6436 874.14984, 6059.968 4394.011 863.88806, 6041.129 4472.106 857.46027</trace>
</ink>
</file>

<file path=ppt/ink/ink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6759.99 4089.981 874.14984, 6759.2354 4189.256 859.47205, 6752.5073 4265.703 847.9535, 6740.9106 4353.7734 834.30615, 6726.2104 4447.3076 821.40454, 6710.562 4539.789 803.598, 6688.269 4665.281 750.16595, 6669.719 4761.124 668.4339, 6651.6963 4828.7036 510.52014</trace>
</ink>
</file>

<file path=ppt/ink/ink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6503.5166 4547.6 874.14984, 6591.328 4625.9404 866.35675, 6669.4 4642.8286 863.5649, 6744.886 4637.6777 860.8595, 6845.2026 4594.4585 857.2081, 6930.869 4541.822 854.49506, 7022.6543 4458.3076 854.0746, 7075.261 4392.905 857.48987, 7011.1274 4369.0005 860.09656, 6925.5845 4445.496 852.7893, 6857.9463 4539.2104 848.9709, 6820.2686 4645.9287 847.14374, 6827.208 4750.515 848.4819, 6865.143 4820.1655 851.1476, 6940.4995 4837.868 855.7427, 7040.0527 4778.304 852.70886, 7097.0967 4713.446 845.6165, 7145.1978 4648.862 838.1324, 7214.231 4545.9204 825.47015, 7241.2085 4612.2104 832.239, 7226.125 4726.4146 832.0851, 7212.495 4829.973 841.10583, 7185.657 4748.307 855.76733, 7195.5767 4684.762 858.2215, 7218.396 4621.405 859.8425, 7271.042 4531.833 860.303, 7386.9175 4492.3438 860.3577, 7468.703 4473.7837 861.89777, 7534.9414 4490.122 568.5262</trace>
</ink>
</file>

<file path=ppt/ink/ink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7739.921 4547.6 874.14984, 7649.994 4576.67 863.46106, 7545.497 4641.9272 855.8499, 7474.5933 4701.0713 851.1881, 7405.7026 4788.957 854.5282, 7413.4873 4860.451 858.7849, 7477.1504 4838.586 859.6535, 7541.8613 4775.087 856.04865, 7594.597 4703.96 855.28674, 7659.461 4655.887 857.3442, 7679.1147 4733.9116 858.86304, 7699.764 4801.623 862.4835, 7777.1274 4818.4116 862.7686, 7844.263 4816.6167 860.3425</trace>
</ink>
</file>

<file path=ppt/ink/ink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8112.2207 4547.6 874.14984, 8045.9224 4654.4893 857.6006, 7984.9683 4760.9585 854.93835, 7959.016 4835.86 858.51373, 8010.9727 4915.2046 860.2581, 8083.346 4893.703 854.81995, 8151.8105 4881.922 845.8453, 8216.098 4850.0938 824.0409</trace>
</ink>
</file>

<file path=ppt/ink/ink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8335.601 4087.3955 874.14984, 8332.519 4166.4863 862.93884, 8332.656 4230.385 856.71124, 8334.551 4309.098 849.7741, 8337.036 4400.7534 843.18976, 8336.846 4499.5215 838.0819, 8336.408 4569.021 829.1645, 8332.835 4642.68 819.2991, 8324.164 4762.7783 775.3508, 8323.104 4871.108 699.6583, 8325.248 4943.8164 532.4867</trace>
</ink>
</file>

<file path=ppt/ink/ink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8275.85 4684.1104 874.14984, 8392.153 4643.1357 860.3871, 8507.125 4658.119 862.1045, 8570.709 4750.9126 860.7512, 8563.845 4853.165 858.54456, 8558.981 4925.588 853.18695</trace>
</ink>
</file>

<file path=ppt/ink/ink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8604.025 4291.6436 874.14984, 8581.541 4358.895 868.8554</trace>
</ink>
</file>

<file path=ppt/ink/ink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8723.528 4713.584 874.14984, 8723.527 4795.8716 864.4941, 8724.468 4900.137 865.1318, 8761.611 4974.279 865.0166, 8843.027 4963.451 862.306, 8928.797 4897.971 858.98895, 8923.872 4814.472 860.9859, 8858.41 4749.2734 862.9222, 8838.348 4666.75 865.8793, 8932.649 4654.4077 861.48267, 9024.363 4673.171 855.9485, 9097.468 4738.17 857.4983, 9132.214 4839.415 859.6974, 9214.311 4766.5957 846.8191, 9296.959 4683.994 838.9842, 9380.258 4637.5537 842.6632, 9458.763 4635.9736 845.7736, 9510.277 4748.7954 851.9989, 9500.475 4821.5957 850.8918, 9483.472 4885.1123 848.8408, 9428.578 4989.2397 837.3674, 9391.711 5052.0107 811.48193</trace>
</ink>
</file>

<file path=ppt/ink/ink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6070.5454 4427.119 874.14984, 6095.2344 4363.479 772.2973</trace>
</ink>
</file>

<file path=ppt/ink/ink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6861.1094 5333.0493 874.14984, 6924.994 5272.5645 864.927, 7008.006 5165.9 864.1866, 7044.5 5082.3647 864.6726, 7071.9165 4989.072 863.8454, 7076.608 4923.496 864.7367, 7025.732 5006.4272 861.27966, 6986.1484 5111.0283 844.3581, 6946.9 5228.4175 829.46094, 6924.268 5308.525 826.2862, 6893.451 5430.6074 824.0083, 6878.6523 5508.354 826.01984, 6865.2866 5587.257 828.9572, 6854.717 5652.75 832.29126, 6843.762 5740.3237 844.55365, 6876.661 5665.511 851.50433, 6900.116 5543.5854 842.88446, 6903.537 5439.1353 846.3715, 6861.6445 5368.3823 849.9831, 6793.753 5335.4805 853.1376, 6890.827 5303.3286 855.6947, 6989.5825 5301.4365 852.88934, 7090.2144 5329.7544 855.9844, 7158.628 5402.8706 856.31287, 7186.0786 5502.8223 857.4187, 7274.9194 5526.698 860.3785, 7350.051 5426.0015 858.5956, 7309.5137 5343.2246 860.5948, 7216.5493 5319.1426 861.10126, 7241.921 5247.871 860.2762, 7329.2256 5234.2827 853.63257, 7422.3306 5259.3276 855.7882, 7486.4434 5325.6924 856.9914, 7493.2153 5404.666 857.9194, 7497.87 5483.899 862.7003, 7587.619 5535.3574 864.11, 7668.2563 5509.4434 859.10236, 7743.5176 5418.8984 851.66, 7790.149 5352.791 833.6108, 7807.9795 5288.6606 409.23434</trace>
</ink>
</file>

<file path=ppt/ink/ink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7814.381 4940.0664 874.14984, 7800.254 5044.0513 861.8766, 7783.675 5176.0083 854.767, 7780.428 5248.079 853.266, 7782.307 5311.8027 853.1584, 7788.4614 5398.217 853.7465, 7824.512 5468.09 855.70404, 7929.4194 5515.3667 858.35345, 8042.8545 5488.065 856.8272, 8128.832 5444.6616 854.8708, 8213.89 5374.082 853.97455, 8250.263 5311.0996 853.41376, 8161.0986 5272.022 856.71906, 8079.804 5305.896 855.76514, 8021.611 5394.509 859.71515, 8079.011 5467.2905 858.7799, 8179.5835 5507.369 850.31537, 8267.084 5510.573 842.39575, 8336.314 5517.4033 825.6274, 8424.77 5513.512 790.3568</trace>
</ink>
</file>

<file path=ppt/ink/ink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7650.7524 5106.0503 874.14984, 7778.7705 5106.0493 851.6695, 7881.316 5106.0503 834.4056, 7953.851 5106.0503 804.8616, 8037.761 5106.0503 757.77014</trace>
</ink>
</file>

<file path=ppt/ink/ink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5877.501 4140.138 874.14984, 5846.362 4250.0054 858.8058, 5821.202 4316.6514 852.1918, 5791.0127 4393.507 846.3759, 5758.5605 4476.482 843.916, 5712.8525 4599.4854 841.2009, 5679.4688 4713.671 840.0009, 5666.952 4780.0757 840.46686, 5660.208 4852.638 841.82947, 5661.184 4928.5654 843.75116, 5673.9766 5038.307 848.9222, 5722.159 5158.686 852.57367, 5801.615 5272.925 855.25903, 5871.352 5348.293 856.33234, 5988.6323 5425.82 856.0996, 6101.4644 5483.3604 855.11865, 6172.1694 5511.733 853.3189, 6255.0996 5541.071 850.4875, 6349.209 5570.5117 846.9825, 6414.5645 5590.5894 843.9186, 6493.0293 5612.921 840.66174, 6585.798 5636.3877 837.56683, 6689.444 5658.792 834.6575, 6784.5757 5677.974 832.35443, 6861.0674 5692.8936 830.2233, 6955.255 5709.6636 828.69025, 7061.9805 5728.113 827.273, 7176.8345 5746.1914 825.87225, 7261.4473 5758.867 824.93414, 7352.8457 5770.791 823.7557, 7459.7134 5783.004 822.4984, 7578.181 5795.405 821.0855, 7695.828 5806.3027 819.8106, 7782.2188 5814.055 818.3608, 7889.701 5822.3613 816.54297, 8010.4907 5830.416 814.786, 8140.567 5838.1157 813.0839, 8243.431 5843.5 811.91425, 8343.724 5847.807 810.62085, 8461.258 5848.721 809.93976, 8588.537 5846.6855 809.1379, 8721.478 5841.4497 808.48926, 8854.95 5832.1343 808.8678, 8946.919 5825.411 809.654, 9044.03 5814.319 811.61914, 9147.225 5797.5312 815.1019, 9251.43 5774.845 819.99335, 9343.005 5751.379 825.33295, 9414.506 5731.6187 830.31134, 9495.168 5703.575 834.7487, 9577.234 5669.237 838.9714, 9656.309 5629.5415 842.8523, 9764.807 5564.2617 849.1623, 9859.087 5467.6064 853.7053, 9918.82 5370.3726 855.47614, 9960.456 5246.138 855.7113, 9973.826 5169.942 855.42096, 9985.923 5048.974 854.4598, 9984.84 4978.079 854.1194, 9977.717 4903.115 853.9416, 9964.536 4830.4683 853.8492, 9936.717 4721.6 853.927, 9908.88 4658.4287 854.1828, 9840.802 4547.8037 854.83154, 9761.543 4458.4517 855.3462, 9626.736 4362.385 853.56366, 9504.987 4298.2676 848.3973, 9414.994 4267.223 843.44836, 9312.688 4240.414 838.1754, 9223.135 4219.7344 833.76495, 9144.96 4203.3433 829.5893, 9049.953 4186.0537 826.826, 8941.249 4169.209 824.87573, 8823.058 4152.8276 823.00073, 8742.371 4141.9155 821.59924, 8647.312 4130.1685 819.9711, 8538.778 4118.676 818.9935, 8421.521 4108.0347 818.7756, 8299.913 4097.544 819.21136, 8183.197 4087.262 820.4632, 8099.928 4079.9102 821.6232, 7998.785 4070.2705 822.105, 7883.4546 4060.0466 821.7, 7755.9756 4051.0938 820.4145, 7652.9795 4044.3745 818.6677, 7551.682 4040.059 816.85754, 7431.6865 4037.3074 814.43365, 7301.1665 4036.848 813.73254, 7173.923 4038.548 813.15497, 7086.1567 4039.9534 812.0179, 6982.901 4042.7095 811.74945, 6869.463 4045.486 812.3398, 6782.3916 4047.4497 813.4979, 6692.2554 4049.0193 815.0065, 6583.0625 4051.3362 816.20685, 6457.769 4057.2456 816.3001, 6322.274 4064.939 815.2013, 6182.0854 4070.2886 812.31445, 6091.543 4073.741 806.70795, 6027.506 4076.455 799.4701, 5937.253 4079.6392 784.81104</trace>
</ink>
</file>

<file path=ppt/ink/ink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766.4174 9136.2 874.14984, 780.6892 9224.543 863.9607, 788.14136 9290.293 857.8735, 797.63226 9400.105 849.53705, 802.8065 9518.848 841.35004, 804.2463 9601.948 836.5973, 804.0515 9707.872 829.3537, 802.9288 9830.036 822.26447, 802.25616 9918.284 816.61835, 802.3221 10022.448 811.41833, 803.62103 10147.839 806.63574, 805.7053 10258.443 802.62286, 808.4072 10361.435 799.0181, 812.76495 10492.251 795.1614, 817.5487 10644.546 790.5718, 821.31036 10813.717 785.9429, 824.099 10996.755 777.50616, 826.022 11136.9375 767.9455, 827.1735 11279.935 758.3844, 827.5883 11443.427 723.8239, 828.819 11617.889 681.9724, 832.113 11787.394 632.9319, 834.66 11906.691 577.4419, 839.8679 12043.907 516.5035, 845.18335 12187.044 451.27036, 849.9343 12326.823 382.9239, 853.15643 12434.138 314.53632, 855.43713 12527.241 247.48907, 856.921 12621.7295 185.94624, 856.91315 12706.91 139.702, 854.2373 12803.568 71.84277, 850.6498 12866.772 10.23</trace>
</ink>
</file>

<file path=ppt/ink/ink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707.5848 12954.346 874.14984, 797.5544 12990.044 862.78534, 868.2116 13000.683 853.5761, 963.304 13006.434 841.87683, 1080.6423 13007.815 829.8121, 1162.3125 13008.365 820.6612, 1268.5421 13008.462 811.555, 1350.6768 13008.402 805.3688, 1461.1837 13010.578 792.34564, 1568.4727 13015.15 779.24756, 1675.1274 13021.389 765.0489, 1823.9684 13036.012 748.0938, 2010.8358 13056.477 727.6968, 2234.6719 13078.59 701.0569, 2500.7092 13099.047 668.1883, 2673.5164 13112.345 612.63007, 2742.378 13118.794 558.2901, 2836.1653 13127.352 507.20148, 2902.0083 13131.844 470.9174, 2971.7214 13135.324 424.85593</trace>
</ink>
</file>

<file path=ppt/ink/ink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811.4612 9165.673 874.14984, 886.6585 9136.016 864.9807, 1029.5332 9096.051 849.7761, 1166.3406 9069.969 834.6204, 1232.7107 9060.308 827.2648, 1324.2727 9054.393 819.1548, 1455.5918 9053.166 803.3289, 1616.524 9057.718 782.6656, 1786.0587 9063.582 761.3633, 1911.355 9068.1875 741.6362, 2075.1655 9070.03 720.3204, 2257.025 9062.173 671.5148, 2436.5134 9034.874 616.24945, 2552.4985 9017.198 567.58514, 2633.494 9011.797 474.05164, 2713.11 8997.966 383.75208</trace>
</ink>
</file>

<file path=ppt/ink/ink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2212.4128 8985.212 874.14984, 2303.339 8991.927 861.6991, 2369.5208 8997.483 854.53687, 2477.1604 9008.739 844.4031, 2585.234 9022.001 838.437, 2664.299 9031.514 832.0336, 2754.9768 9040.99 821.6166, 2839.4634 9048.278 806.98, 2905.6787 9053.509 785.0186, 2983.829 9057.437 756.33875, 3065.1492 9059.943 720.5238, 3140.4646 9060.282 677.41693, 3214.3315 9061.309 574.57025, 3278.3362 9060.852 447.86612</trace>
</ink>
</file>

<file path=ppt/ink/ink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1154.345 13013.81 874.14984, 1254.807 13016.476 862.89636, 1324.2217 13013.372 855.5373, 1411.2885 13007.861 846.761, 1499.4841 13003.217 838.26434, 1569.7872 12999.754 831.30096, 1654.2816 12998.547 826.30444, 1721.1884 12998.09 822.4361, 1824.1389 13001.76 814.39813, 1951.5983 13009.809 805.96466, 2099.0532 13019.803 797.8202, 2226.472 13028.208 789.3561, 2345.304 13035.851 781.1207, 2494.3535 13046.552 771.83374, 2663.8271 13061.414 763.1876, 2844.5498 13080.988 757.65924, 2964.2761 13094.089 752.8332, 3103.3787 13114.499 750.8773, 3248.469 13139.454 753.45294, 3375.0203 13161.119 767.4633, 3465.0906 13176.585 781.49634, 3580.7092 13190.535 809.8459, 3650.7075 13198.042 866.0385</trace>
</ink>
</file>

<file path=ppt/ink/ink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900.6293 9180.669 874.14984, 905.5641 9279.145 862.3423, 907.6139 9347.639 855.0807, 908.7978 9433.786 846.7438, 910.5281 9536.835 838.176, 912.59906 9657.633 829.4674, 914.1665 9748.716 822.81573, 916.5387 9854.647 815.94543, 918.5794 9956.409 806.27856, 920.45013 10060.3 796.4164, 920.99646 10200.559 789.59094, 919.36816 10369.487 776.0717, 916.6748 10560.42 757.84155, 914.9293 10685.317 741.19336, 914.10254 10849.583 721.5906, 915.5089 11043.292 700.218, 918.70233 11257.609 679.6628, 921.176 11453.895 664.4664, 923.01385 11613.708 651.02014, 923.223 11810.817 644.1692, 923.36743 12030.968 636.03156, 928.37976 12263.087 600.40814, 943.72656 12493.947 559.4307, 958.9752 12679.427 511.52756, 986.1122 12827.078 459.14676, 1003.725 12921.873 413.556, 1009.00964 12986.81 332.98575, 1024.9407 13058.607 235.0052</trace>
</ink>
</file>

<file path=ppt/ink/ink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8052.4697 10222.075 874.14984, 7945.396 10231.174 858.6696, 7865.4956 10232.485 847.5326, 7762.9775 10229.914 835.4651, 7639.4604 10223.795 823.4844, 7555.8413 10219.48 814.4411, 7446.188 10211.537 805.4306, 7359.501 10204.966 798.6051, 7251.776 10196.096 785.40643, 7116.6387 10185.906 774.9555, 6965.513 10176.688 769.11646, 6807.079 10171.045 766.35675, 6649.9023 10170.87 767.4132, 6548.068 10170.821 770.3168, 6438.703 10175.961 776.08325, 6335.42 10185.544 785.86285, 6252.902 10194.963 797.7566</trace>
</ink>
</file>

<file path=ppt/ink/ink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7957.7856 10486.822 874.14984, 7839.268 10469.467 850.7186, 7749.158 10461.882 837.9694, 7635.582 10456.402 825.0201, 7496.911 10452.844 810.54865, 7333.618 10452.026 789.75824, 7193.2046 10452.176 770.6368, 7062.3584 10457.718 753.3945, 6899.6426 10471.531 736.38574, 6723.474 10492.263 684.00867, 6603.0767 10506.937 626.4775, 6468.2817 10532.312 564.782, 6348.3784 10567.189 499.16138, 6271.2324 10589.876 441.27704, 6208.226 10603.406 297.92322, 6144.9746 10629.911 221.57382</trace>
</ink>
</file>

<file path=ppt/ink/ink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2167.369 10283.091 874.14984, 2273.5452 10289.599 863.75604, 2363.411 10298.094 856.2232, 2456.844 10305.775 849.301, 2589.6008 10314.178 847.24036, 2672.068 10316.139 846.6963, 2799.9023 10317.605 846.07574, 2880.6443 10317.0205 846.51, 2972.4172 10317.3545 845.8899, 3074.8298 10319.015 843.79095, 3184.46 10322.566 841.5004, 3256.8896 10324.938 839.54443, 3349.1838 10330.669 837.2065, 3455.6985 10338.417 832.89886, 3573.0657 10344.379 828.7182, 3678.2122 10347.736 825.03644, 3768.424 10349.526 821.43665, 3879.3938 10347.95 817.9452, 4004.1533 10341.227 814.35236, 4136.8477 10329.501 811.7904, 4227.241 10321.336 810.0662, 4332.4565 10311.032 808.516, 4450.7817 10300.976 808.1605, 4574.677 10293.1 809.2733, 4697.6035 10289.254 811.158, 4809.4536 10287.851 814.851, 4887.6763 10287.136 818.68054, 4969.1196 10286.711 824.5369, 5036.9116 10285.05 831.6509, 5145.55 10278.794 845.6167, 5224.786 10271.865 857.1772, 5294.7227 10311.247 872.3381, 5359.8467 10284.804 766.46075</trace>
</ink>
</file>

<file path=ppt/ink/ink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2062.5735 11693.695 874.14984, 2152.2595 11712.369 861.9334, 2215.4866 11720.275 858.2783, 2288.5203 11724.492 854.72375, 2370.3691 11724.773 851.3192, 2460.083 11723.42 848.11365, 2532.0386 11721.966 845.8055, 2602.775 11720.363 843.6541, 2673.6665 11718.219 842.03516, 2738.6262 11716.237 838.5023, 2823.2751 11712.861 835.2377, 2919.6465 11709.318 832.60767, 3019.6753 11706.426 831.7579, 3088.6072 11704.351 832.7203, 3162.1167 11701.754 834.3394, 3238.075 11698.069 837.4379, 3312.3457 11693.112 840.7932, 3421.4336 11684.242 848.6128, 3525.1047 11682.84 852.14264, 3590.1064 11683.352 851.2163</trace>
</ink>
</file>

<file path=ppt/ink/ink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9065.492 11549.946 874.14984, 9137.548 11573.01 868.0073, 9207.519 11592.028 862.89764, 9286.8545 11608.938 859.8154, 9414.306 11625.59 856.3537, 9535.811 11637.624 850.64886, 9619.153 11643.912 846.54346, 9710.827 11649.373 843.669, 9796.021 11653.13 841.75934, 9862.593 11655.643 840.325, 9944.042 11658.132 839.98254, 10037.983 11661.382 840.1395, 10143.612 11664.732 838.94385, 10223.471 11666.776 837.3195, 10309.583 11667.825 835.33484, 10409.767 11666.455 833.0805, 10516.769 11664.254 831.39856, 10618.657 11661.227 830.71625, 10693.763 11658.811 829.96564, 10786.457 11655.042 830.1193, 10892.826 11650.924 829.63916, 11013.27 11647.129 827.5559, 11146.064 11644.458 824.2637, 11259.784 11642.632 820.1844, 11356.884 11641.544 816.5222, 11460.165 11642.512 806.11786, 11547.108 11643.983 787.34674, 11611.823 11645.054 760.22815, 11710.027 11639.997 682.647, 11782.6455 11612.936 536.05</trace>
</ink>
</file>

<file path=ppt/ink/ink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1929.2808 12832.83 874.14984, 2006.638 12852.514 865.45703, 2085.4492 12860.44 858.9011, 2173.9834 12860.393 854.36554, 2240.614 12859.229 850.3721, 2319.6426 12859.217 846.9125, 2412.2869 12858.604 841.84186, 2515.819 12856.895 837.56134, 2630.8374 12854.796 833.45197, 2729.1313 12853.04 830.14484, 2820.527 12851.49 826.42645, 2932.7644 12850.129 822.25885, 3050.1052 12849.257 817.38196, 3136.9634 12848.699 813.0223, 3250.006 12849.636 809.23627, 3379.7388 12852.25 805.63434, 3521.2551 12855.425 802.57794, 3635.5732 12858.299 799.7889, 3744.6948 12861.405 797.37476, 3872.3752 12865.631 795.7722, 4012.3953 12870.037 795.1017, 4156.0166 12874.819 795.14984, 4251.541 12878.03 795.4764, 4368.276 12882.5 795.9323, 4497.197 12887.959 797.08075, 4630.455 12895.512 799.07166, 4738.7554 12902.635 801.9451, 4830.7373 12909.427 805.1794, 4928.857 12917.861 811.1533, 5022.849 12925.698 818.54694, 5108.283 12931.689 827.42993, 5185.601 12937.02 835.3241, 5250.496 12941.407 842.46796, 5321.554 12938.369 855.214, 5296.8506 12875.372 666.82007</trace>
</ink>
</file>

<file path=ppt/ink/ink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2003.741 12908.841 874.14984, 2082.3916 12917.213 868.464, 2158.264 12919.434 864.43353, 2264.5576 12910.414 859.45386, 2360.6292 12898.52 854.73193, 2423.5703 12890.757 853.4949, 2497.6462 12881.111 852.4695, 2580.0176 12870.224 851.7496, 2712.1926 12852.604 850.64764, 2806.6719 12842.143 847.2768, 2918.587 12831.899 841.73505, 3017.2803 12823.496 836.0554, 3111.046 12816.01 829.6948, 3230.4563 12807.88 822.0424, 3367.024 12799.707 813.47296, 3514.7017 12791.707 805.5554, 3612.6123 12786.504 798.99744, 3733.19 12781.538 794.08154, 3869.4019 12778.935 790.11646, 4015.3848 12780.78 788.32446, 4143.537 12784.862 788.25305, 4249.6064 12789.474 788.59973, 4372.942 12798.184 790.2635, 4504.5005 12809.944 793.4776, 4637.1553 12822.215 797.8741, 4728.0254 12830.69 802.3467, 4824.664 12839.409 807.37, 4921.935 12849.13 814.3417, 5011.1177 12858.562 822.1612, 5075.298 12865.546 829.7542, 5174.789 12878.634 845.25464, 5241.139 12898.071 845.8547</trace>
</ink>
</file>

<file path=ppt/ink/ink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3970.037 13240.292 874.14984, 3965.1804 13331.656 867.7072, 3960.8044 13417.01 862.0011, 3958.0657 13497.181 859.8637, 3956.4036 13560.644 863.984, 3954.161 13626.213 864.51044</trace>
</ink>
</file>

<file path=ppt/ink/ink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3984.7456 13028.805 874.14984, 3941.0337 13101.22 870.4639, 3897.4204 13165.537 759.0139</trace>
</ink>
</file>

<file path=ppt/ink/ink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4298.213 13345.777 874.14984, 4238.0356 13452.8 864.91504, 4229.7305 13530.169 861.4091, 4262.3726 13602.392 862.96094, 4309.01 13504.66 856.2313, 4293.4272 13420.495 849.0676, 4251.108 13316.284 843.72284, 4205.813 13232.859 846.10144, 4299.0728 13248.805 851.106, 4386.367 13282.849 852.0956, 4495.286 13301.676 854.33734, 4571.04 13304.315 856.5493, 4642.5557 13313.947 862.1329, 4655.5483 13398.245 863.1364, 4644.0117 13487.492 861.33594, 4706.137 13405.398 852.4656, 4756.189 13311.087 854.45636, 4823.638 13301.6045 856.5023, 4845.306 13384.653 853.8225, 4846.599 13447.553 852.2725, 4845.938 13550.017 852.8812, 4858.7476 13630.257 857.82294, 4945.681 13644.184 859.4048, 5012.7646 13594.608 856.6489, 5074.815 13503.673 854.6044, 5114.7505 13419.762 853.00006, 5143.401 13485.753 859.38696, 5162.3164 13421.2705 858.88324</trace>
</ink>
</file>

<file path=ppt/ink/ink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5191.7334 13028.805 874.14984, 5199.68 13094.28 868.837, 5206.342 13158.24 854.0237</trace>
</ink>
</file>

<file path=ppt/ink/ink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5355.362 13572.26 874.14984, 5426.4165 13595.687 868.3878, 5507.3623 13569.572 865.61945, 5562.0474 13497.256 863.5995, 5583.8345 13410.669 860.6059, 5582.154 13311.53 857.2202, 5529.2173 13234.594 857.2616, 5444.3506 13282.618 849.48254, 5425.192 13355.373 841.5534, 5406.75 13490.159 825.9786, 5406.8735 13595.839 817.2901, 5410.002 13708.534 808.9836, 5413.7153 13803.809 805.1312, 5416.2373 13870.98 812.46484, 5419.237 13942.584 824.10516, 5419.235 14008.753 414.94272</trace>
</ink>
</file>

<file path=ppt/ink/ink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5668.829 13240.292 874.14984, 5675.6416 13338.204 861.04456, 5679.4688 13401.231 855.54236, 5684.798 13487.441 848.6069, 5701.0576 13567.185 849.3675, 5793.5728 13551.647 845.1072, 5854.079 13446.178 836.6389, 5892.057 13349.738 845.79254, 5923.3755 13423.504 845.3567, 5937.136 13529.886 840.84906, 5958.5537 13596.917 844.5421, 6012.427 13685.884 847.2446, 6107.108 13705.236 847.6804, 6195.248 13657.774 845.4593, 6259.6724 13556.292 846.90063, 6290.142 13454.107 852.3789, 6287.9297 13364.434 856.3442, 6207.781 13393.014 856.86633, 6179.899 13460.365 851.32385, 6149.478 13579.007 837.93, 6131.304 13659.78 803.16284, 6128.5527 13723.04 731.7517</trace>
</ink>
</file>

<file path=ppt/ink/ink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5131.9814 13376.803 874.14984, 5140.8765 13439.725 866.9311, 5149.9487 13514.947 859.84076, 5157.9746 13599.063 865.2433, 5161.5337 13663.746 815.0175</trace>
</ink>
</file>

<file path=ppt/ink/ink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7024.737 13255.287 874.14984, 7016.857 13359.369 865.6053, 7015.609 13428.101 859.07697, 7016.9766 13501.855 853.60925, 7020.293 13612.315 850.72363, 7022.4697 13682.778 857.1024, 7023.974 13747.107 874.1688</trace>
</ink>
</file>

<file path=ppt/ink/ink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13376.803 874.14984, 7115.865 13390.785 864.9278, 7199.448 13470.796 854.18665, 7265.3447 13567.981 845.5515, 7325.3203 13665.032 837.1176, 7396.5293 13720.967 844.314, 7431.83 13649.858 842.8299, 7442.21 13582.915 839.83325, 7449.496 13476.909 835.53107, 7444.709 13407.409 833.8465, 7434.0166 13336.073 836.4427, 7420.82 13268.883 839.3005, 7404.9355 13179.044 846.0745, 7415.2363 13114.84 844.49493</trace>
</ink>
</file>

<file path=ppt/ink/ink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7739.921 13693.773 874.14984, 7700.827 13626.025 868.90546, 7619.233 13581.149 866.88416, 7555.7905 13586.671 864.7137, 7509.0923 13677.205 859.9007, 7578.8203 13732.531 860.25995, 7655.325 13688.735 858.1999, 7714.926 13597.179 860.015, 7742.8633 13669.786 858.24585, 7771.1416 13761.915 848.3264, 7835.5596 13804.97 829.8932, 7903.549 13813.737 782.37244</trace>
</ink>
</file>

<file path=ppt/ink/ink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7709.5854 12998.813 874.14984, 7730.3584 13093.641 863.28143, 7750.936 13187.364 857.8966, 7764.7627 13260.55 858.31757, 7764.7734 13330.128 864.32086, 7748.332 13395.39 243.64252</trace>
</ink>
</file>

<file path=ppt/ink/ink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7874.133 13164.798 874.14984, 7792.097 13163.549 868.18915, 7722.697 13161.01 866.9021, 7651.166 13143.921 870.17487</trace>
</ink>
</file>

<file path=ppt/ink/ink1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8141.637 13603.285 874.14984, 8113.38 13691.497 866.8687, 8097.9014 13769.935 866.1204, 8085.802 13837.42 865.98975</trace>
</ink>
</file>

<file path=ppt/ink/ink1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8380.645 13240.292 874.14984, 8360.705 13329.537 864.1083, 8359.084 13438.531 859.8832, 8384.606 13548.646 858.3752, 8421.081 13623.566 859.34186, 8509.853 13656.594 859.32666, 8602.68 13625.635 857.70264, 8695.506 13523.045 848.02075, 8732.685 13450.62 843.46716, 8776.994 13338.122 842.20105, 8788.219 13272.74 842.0515, 8790.345 13209.56 843.97284, 8779.269 13121.143 849.1563, 8707.512 13070.043 858.86633, 8622.448 13170.978 857.411, 8606.237 13252.313 849.3894, 8603.918 13350.405 839.6272, 8605.819 13425.472 831.34845, 8616.203 13504.309 822.9528, 8637.791 13589.71 803.5224, 8659.245 13662.295 776.3257, 8686.727 13732.67 700.2565, 8723.528 13798.74 511.58493</trace>
</ink>
</file>

<file path=ppt/ink/ink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8976.325 13301.308 874.14984, 9077.801 13299.984 862.9348, 9172.892 13291.121 854.28217, 9237.784 13285.726 834.93134</trace>
</ink>
</file>

<file path=ppt/ink/ink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9080.201 13089.82 874.14984, 9011.075 13077.004 870.02405, 8926.722 13150.588 865.77466, 8902.995 13262.552 859.8827, 8911.606 13362.173 855.8456, 8960.884 13443.419 854.3367, 9044.765 13500.249 853.52527, 9129.869 13525.61 853.4579, 9230.084 13500.122 857.39374, 9297.947 13391.995 858.3709, 9316.38 13278.02 853.0728, 9274.264 13166.225 845.06085, 9228.468 13082.941 823.1017</trace>
</ink>
</file>

<file path=ppt/ink/ink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7829.0894 12954.346 874.14984, 7748.8423 12903.911 870.20905, 7670.475 12913.726 865.62524, 7605.611 12948.898 862.14777, 7567.25 13028.116 861.6667, 7566.9243 13092.371 859.89233, 7582.799 13165.319 856.252, 7611.931 13237.983 851.8143, 7663.5547 13335.104 845.1063, 7717.8916 13398.653 848.2127, 7792.454 13419.636 852.5052, 7871.822 13390.053 856.8744, 7927.563 13302.114 859.9377, 7939.8936 13198.866 856.2389, 7928.6885 13106.685 844.5668, 7890.1436 13021.529 825.65137, 7853.354 12956.381 783.32446</trace>
</ink>
</file>

<file path=ppt/ink/ink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6890.5254 12893.846 874.14984, 6825.5713 12984.3955 861.1602, 6760.0063 13114.263 848.6432, 6735.075 13187.898 842.8976, 6706.3994 13320.431 835.61255, 6700.691 13455.857 828.1372, 6718.6357 13552.737 822.67883, 6756.5874 13652.497 818.28424, 6819.9434 13739.58 809.4184, 6867.653 13813.757 797.7495, 6913.4556 13876.781 781.5147</trace>
</ink>
</file>

<file path=ppt/ink/ink1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9375.284 13051.557 874.14984, 9410.279 13134.962 858.6201, 9436.493 13208.477 846.1218, 9463.577 13298.669 835.80304, 9486.179 13398.126 821.5707, 9498.481 13499.894 800.8218, 9496.813 13599.8955 774.3367, 9495.21 13665.195 743.1107, 9479.733 13738.807 707.7737, 9435.682 13860.905 602.11346, 9409.086 13924.157 467.9471</trace>
</ink>
</file>

<file path=ppt/ink/ink1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8350.31 13044.835 874.14984, 8283.707 13032.264 870.2013, 8172.7505 13014.573 868.0823, 8087.8413 13004.245 867.02344, 8024.173 12994.835 842.9506</trace>
</ink>
</file>

<file path=ppt/ink/ink1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8082.8047 12908.841 874.14984, 8008.4624 12979.393 871.41547, 8011.469 13051.751 869.95056, 8074.7344 13114.342 868.4792, 8150.961 13131.132 866.75665, 8215.222 13129.003 241.31964</trace>
</ink>
</file>

<file path=ppt/ink/ink1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8231.725 12863.338 874.14984, 8311.843 12966.346 868.2704, 8350.021 13040.938 865.967</trace>
</ink>
</file>

<file path=ppt/ink/ink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8350.31 2555.7942 874.14984, 8457.92 2555.793 862.60406, 8579.361 2555.7935 854.57764, 8689.734 2555.7942 847.9786, 8765.879 2557.2725 846.9491, 8885.142 2560.9478 844.443, 8963.591 2565.1973 843.11096, 9051.121 2570.712 842.8105, 9136.661 2576.3677 842.5879, 9203.938 2580.9082 842.3922, 9291.04 2586.6099 841.55743, 9391.564 2593.0686 839.38525, 9502.745 2600.0186 837.1188, 9620.5205 2605.8003 833.8467, 9719.01 2610.1702 830.82446, 9805.304 2612.922 828.44653, 9903.975 2613.3926 827.1276, 9998.901 2612.0862 826.9243, 10069.041 2610.7666 827.0966, 10152.298 2608.6123 828.8013, 10244.965 2605.3406 831.3559, 10343.414 2600.7915 834.4484, 10420.25 2596.8433 837.1166, 10492.308 2592.6465 839.9733, 10571.137 2586.7915 843.1385, 10649.138 2580.4177 846.29004, 10720.538 2571.4043 849.2896, 10820.2705 2552.81 854.2327, 10912.7 2519.6855 857.6953, 10996.533 2473.4036 859.8595, 11078.51 2397.0942 862.9405, 11135.579 2303.1138 863.9915, 11172.642 2207.0166 863.57153, 11186.204 2089.9365 865.4109, 11169.354 1998.3872 865.54333, 11102.506 1914.4092 862.694, 11017.069 1857.2579 858.05396, 10942.556 1830.3752 853.25146, 10852.312 1805.6943 847.4345, 10778.334 1787.2981 841.5834, 10703.566 1770.9811 835.7354, 10614.289 1754.2722 830.6428, 10515.589 1737.874 827.9206, 10412.174 1722.4866 827.0477, 10342.374 1712.2661 826.30206, 10248.815 1701.8097 825.48193, 10133.008 1692.0403 823.5461, 9999.561 1683.6006 819.9582, 9884.878 1677.5912 815.2886, 9780.341 1673.0616 810.50995, 9658.613 1669.8126 806.0233, 9532.1 1667.7853 803.8762, 9408.997 1665.6262 804.16473, 9328.028 1664.1968 805.2077, 9242.024 1661.164 810.3614, 9151.549 1657.961 816.3455, 9055.002 1655.37 822.4896, 8969.369 1654.2616 828.73553, 8897.972 1653.9211 834.90533, 8812.833 1657.0105 839.87756, 8723.652 1662.6926 843.6514, 8649.047 1668.2205 846.5766, 8547.794 1692.3422 852.8694, 8495.751 1756.3618 853.6758, 8480.31 1840.6168 850.5586, 8477.578 1934.6316 845.7834, 8477.791 2026.8073 843.0989, 8475.099 2126.6165 845.1766, 8470.657 2199.2114 845.8735, 8463.535 2284.4788 846.04614, 8455.693 2351.1248 845.57916, 8444.629 2415.9253 845.13214, 8406.904 2518.6453 839.8553, 8380.645 2585.785 823.44507</trace>
</ink>
</file>

<file path=ppt/ink/ink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7262.8247 10101.077 874.14984, 7253.3994 10174.741 868.66815, 7241.3857 10239.465 864.5571, 7228.1216 10310.261 861.6256, 7213.104 10421.449 859.49225, 7205.631 10492.155 858.5397, 7194.131 10610.71 855.16205, 7188.2485 10686.7705 853.66187, 7181.8447 10773.852 851.61206, 7175.4434 10864.574 849.1102, 7170.999 10928.245 846.89154, 7165.5215 11010.057 844.49414, 7159.401 11103.383 842.10535, 7153.831 11205.291 839.9643, 7149.558 11289.02 838.2577, 7145.8496 11367.775 836.5163, 7141.504 11460.462 834.9681, 7136.1035 11559.843 830.3738, 7130.042 11660.832 823.8626, 7126.11 11726.355 815.46875, 7121.927 11802.995 801.0529, 7117.287 11883.454 778.6692, 7111.043 11960.705 748.47595, 7096.896 12059.016 665.5408</trace>
</ink>
</file>

<file path=ppt/ink/ink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7188.3657 10176.572 874.14984, 7262.748 10190.269 871.50476, 7369.6416 10192.847 869.0529, 7434.6475 10187.662 867.42926, 7505.3867 10180.347 866.1751, 7579.8716 10171.689 864.89355, 7687.2627 10159.94 862.7802, 7787.851 10150.271 859.23346, 7877.8115 10142.1 856.98645, 7994.219 10136.153 856.2946, 8063.485 10134.565 856.40753, 8169.579 10132.036 856.50366, 8242.982 10128.86 856.13184, 8325.485 10125.522 855.16516, 8399.303 10122.974 853.8737, 8463.826 10120.999 852.317, 8544.714 10119.547 850.1118, 8637.052 10117.333 847.56885, 8738.122 10115.164 844.6242, 8807.96 10113.677 842.1838, 8889.91 10113.52 839.7221, 8982.857 10112.698 837.63446, 9083.909 10110.907 836.22974, 9179.279 10108.993 835.433, 9253.887 10107.422 834.72186, 9346.184 10105.672 833.6939, 9450.983 10104.356 832.38495, 9565.199 10102.232 830.7605, 9650.979 10100.333 829.2836, 9740.888 10097.609 827.55133, 9844.496 10093.076 826.6023, 9958.915 10087.572 825.3982, 10072.494 10082.669 824.29114, 10155.075 10079.184 822.9241, 10257.499 10075.09 821.58344, 10373.38 10069.869 820.6594, 10498.317 10065.562 819.45184, 10596.595 10062.511 818.44916, 10691.534 10060.069 817.4474, 10801.052 10058.5 817.4528, 10920.546 10056.603 817.0437, 11042.47 10053.772 816.98987, 11126.841 10051.746 816.6414, 11234.716 10048.967 816.2054, 11358.967 10046.45 814.5661, 11493.852 10043.565 811.75104, 11635.312 10039.867 809.0963, 11762.366 10036.499 807.61475, 11862.673 10033.816 806.296, 11980.058 10032.441 805.62524, 12108.202 10033.575 805.8372, 12243.402 10035.621 805.9305, 12343.16 10037.245 806.1567, 12448.165 10039.863 806.9098, 12568.516 10044.141 807.68445, 12698.838 10048.223 808.41614, 12823.6875 10051.329 808.9324, 12916.323 10053.484 809.05634, 13027.823 10056.175 809.2406, 13150.46 10061.405 809.5135, 13279.692 10067.8955 809.98474, 13413.214 10074.665 811.23175, 13524.95 10080.346 812.1797, 13621.82 10083.653 812.8318, 13734.293 10086.134 813.4081, 13857.895 10087.361 813.76855, 13988.559 10087.789 813.93585, 14077.074 10088.037 814.2683, 14178.442 10088.206 814.9784, 14289.955 10086.802 815.9314, 14408.069 10084.014 817.1882, 14512.483 10081.36 818.82904, 14596.71 10079.14 820.32947, 14696.455 10076.969 822.27185, 14805.293 10075.186 824.2335, 14917.744 10074.031 825.96185, 14997.087 10073.285 827.9058, 15078.526 10072.803 830.4253, 15160.545 10072.487 834.63916, 15234.9 10072.302 840.28345, 15345.335 10074.722 850.62213, 15411.69 10086.456 854.4041, 15477.042 10114.086 857.0784, 15566.396 10188.595 860.5282, 15607.113 10312.795 858.69495, 15610.479 10394.03 853.4702, 15609.911 10462.756 847.9749, 15606.088 10529.4795 842.3, 15597.703 10612.441 839.2186, 15586.005 10708.056 835.99384, 15572.572 10814.873 833.00085, 15563.661 10884.161 830.32135, 15552.628 10975.556 827.7618, 15539.864 11082.391 825.0042, 15526.395 11201.083 822.0277, 15514.82 11304.439 819.9922, 15504.999 11392.963 817.9258, 15494.751 11497.171 816.9075, 15486.201 11610.421 816.2325, 15479.098 11725.293 817.1459, 15474.245 11803.153 818.9586, 15468.464 11886.285 822.54663, 15460.211 11970.151 827.28217, 15449.702 12048.781 832.4885, 15438.386 12112.398 838.06665, 15413.758 12207.209 849.32996, 15378.278 12276.275 858.99854, 15297.203 12334.436 864.02094, 15229.882 12352.757 864.329, 15149.331 12362.972 862.30743, 15021.8 12369.033 853.4661, 14946.731 12364.88 849.10223, 14865.7705 12356.454 845.6075, 14781.948 12346.088 845.6562, 14695.253 12335.79 845.78174, 14566.923 12321.494 846.41595, 14485.853 12315.497 846.83765, 14396.475 12309.965 847.07245, 14314.743 12305.146 847.18353, 14246.908 12301.269 847.2561, 14163.474 12296.056 846.81775, 14069.886 12290.17 846.02637, 13968.386 12284.762 843.6678, 13895.514 12280.982 841.66907, 13812.455 12277.001 839.561, 13713.249 12272.248 837.1381, 13601.959 12266.976 834.0402, 13482.183 12261.368 830.68286, 13359.915 12256.087 827.42413, 13275.804 12252.484 824.5383, 13172.746 12248.164 821.781, 13060.31 12243.183 819.7823, 12944.08 12237.589 819.25336, 12848.301 12232.761 819.9813, 12763.148 12228.268 820.9305, 12663.411 12223.726 822.5184, 12554.21 12220.069 824.0747, 12437.563 12217.724 825.3259, 12361.595 12216.224 826.64526, 12265.745 12215.245 826.8722, 12157.461 12214.641 827.0387, 12040.735 12213.358 827.01855, 11940.022 12211.408 826.7737, 11855.582 12209.286 825.95044, 11758.9375 12206.462 826.0517, 11657.591 12204.096 827.4182, 11555.142 12202.2 830.0195, 11484.587 12200.969 833.07684, 11404.513 12200.169 836.1656, 11311.345 12199.648 838.92426, 11206.735 12199.311 839.7411, 11090.777 12198.185 838.5458, 10971.934 12194.976 835.6815, 10887.228 12192.459 832.798, 10780.881 12187.541 828.8032, 10662.06 12179.215 824.5038, 10536.406 12169.039 820.6503, 10435.015 12160.511 817.996, 10340.103 12152.11 815.52966, 10229.727 12144.452 813.9481, 10107.382 12138.556 813.03687, 9977.504 12132.284 812.38666, 9891.194 12128.122 812.2125, 9778.776 12123.225 811.12024, 9647.047 12117.1455 809.07605, 9502.743 12109.23 806.1121, 9350.247 12099.196 802.79517, 9211.12 12090.072 800.03284, 9102.328 12082.954 797.4078, 8973.896 12074.506 795.05634, 8833.054 12066.274 793.42017, 8683.817 12058.022 792.51825, 8572.415 12051.935 792.3168, 8456.163 12046.533 792.2565, 8321.392 12040.491 792.7828, 8173.601 12033.867 792.79083, 8030.899 12028.584 793.00494, 7927.746 12024.943 792.8256, 7807.788 12022.229 793.72974, 7683.6406 12020.515 796.7799, 7564.262 12019.44 802.45416, 7476.1816 12018.779 809.5074, 7399.4136 12018.36 816.8681, 7324.3506 12018.105 826.03937, 7215.129 12017.93 843.0906, 7113.6445 12014.85 856.20746, 7127.979 11940.717 832.32697</trace>
</ink>
</file>

<file path=ppt/ink/ink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10161.576 874.14984, 7232.2188 10237.368 866.0427, 7238.998 10301.819 861.6307, 7240.4287 10373.478 859.5943, 7230.58 10489.146 858.31354, 7222.8457 10555.298 856.8194, 7208.932 10667.774 854.7488, 7200.5063 10742.027 854.4046, 7192.418 10824.774 853.38837, 7186.115 10892.027 852.6089, 7180.4346 10956.888 851.5433, 7173.1846 11034.163 851.1413, 7165.256 11119.248 850.3088, 7156.677 11207.908 849.899, 7144.451 11337.972 849.4891, 7138.5923 11416.585 849.8461, 7133.1963 11498.049 850.4123, 7128.064 11565.675 851.3337, 7117.027 11689.559 853.3067, 7111.1445 11756.4375 854.23883, 7106.3867 11821.821 855.46796, 7101.362 11913.526 857.8463, 7102.1206 11987.662 862.4647, 7114.608 12050.62 872.1645</trace>
</ink>
</file>

<file path=ppt/ink/ink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7010.0283 12063.409 874.14984, 7090.7534 12043.552 865.02844, 7176.463 12030.032 857.1076, 7283.581 12022.229 845.7557, 7363.227 12021.054 839.1504, 7466.213 12021.222 832.18475, 7591.914 12019.843 822.4229, 7673.558 12018.967 807.9118, 7749.3906 12018.678 779.5518, 7814.3804 12017.904 763.60913</trace>
</ink>
</file>

<file path=ppt/ink/ink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9378.961 9679.138 874.14984, 9359.556 9594.343 867.2129, 9341.232 9513.356 858.5813, 9325.587 9450.249 854.97736, 9300.761 9342.73 854.2417, 9279.028 9223.097 855.0458, 9273.24 9157.62 854.7131, 9273.453 9093.498 854.73846, 9279.283 8998.675 856.6635, 9301.405 8908.411 861.37946, 9338.288 8825.437 864.49554, 9427.585 8750.501 866.07263, 9549.911 8726.457 862.9367, 9661.784 8720.968 856.84064, 9736.557 8722.46 852.937, 9821.263 8724.718 851.6342, 9885.566 8726.399 850.3759, 9954.819 8727.633 848.73816, 10038.377 8728.565 846.5612, 10133.086 8729.253 843.9705, 10229.996 8729.713 841.5559, 10300.306 8729.992 839.33984, 10391.869 8730.167 836.88116, 10498.579 8730.251 834.1278, 10614.446 8730.281 831.0334, 10704.537 8730.285 827.70703, 10789.777 8730.289 825.11786, 10880.6875 8730.289 825.2852, 10967.63 8731.391 828.7612, 11046.749 8733.939 832.91016, 11119.219 8736.697 837.708, 11219.089 8741.745 846.6741, 11321.66 8754.836 855.5476, 11389.391 8770.2295 863.7624, 11458.429 8868.046 867.6076, 11460.692 8943.049 865.08887, 11448.662 9055.957 861.64886, 11440.352 9149.448 859.65857, 11436.788 9269.548 860.7007, 11439.035 9340.1875 861.3425, 11444.108 9412.103 862.0802, 11444.023 9516.595 863.13324, 11401.753 9596.859 865.38947, 11295.568 9644.874 865.2649, 11186.484 9667.684 861.189, 11109.828 9673.641 856.54144, 11020.166 9677.16 849.7345, 10926.82 9678.999 843.48444, 10859.196 9679.991 837.6623, 10772.357 9680.449 834.7036, 10669.227 9679.18 831.0463, 10551.013 9676.461 826.5911, 10452.834 9673.656 822.35614, 10355.145 9670.258 817.5906, 10232.671 9663.817 812.1581, 10094.54 9657.058 806.954, 9954.092 9652.494 803.1653, 9860.333 9649.5205 785.81085, 9754.151 9647.772 760.2574, 9663.045 9646.727 725.992, 9592.555 9646.706 684.6358, 9528.842 9647.272 636.61206, 9462.72 9647.605 516.573</trace>
</ink>
</file>

<file path=ppt/ink/ink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4327.6294 7082.861 874.14984, 4215.7866 7078.1484 866.1258, 4125.963 7076.4434 861.0834, 4039.0894 7075.954 855.7271, 3926.2825 7073.3926 853.7501, 3855.7463 7072.12 853.3567, 3776.7827 7071.3086 852.9645, 3710.069 7070.224 852.6818, 3646.951 7068.8105 852.63477, 3570.2537 7065.876 851.0958, 3483.7695 7062.6826 848.26, 3392.294 7059.8745 846.22723, 3328.598 7057.9575 845.1763, 3257.9912 7055.1655 845.39386, 3178.5515 7050.0566 846.137, 3092.4155 7043.439 846.67645, 3011.9722 7036.5186 847.22723, 2876.2366 7024.4497 848.31976, 2796.2236 7018.5825 849.44916, 2715.36 7014.237 851.1064, 2600.3357 7009.5923 854.04083, 2486.962 7004.7534 857.4617, 2408.0408 7004.005 861.3104, 2321.3396 7030.793 864.045, 2238.1504 7129.928 865.32184, 2198.3032 7230.911 862.4331, 2160.643 7358.576 856.74896, 2137.8215 7463.22 856.9539, 2138.7847 7564.6797 859.5821, 2179.2498 7660.511 860.44824, 2298.6208 7742.4385 857.75665, 2418.7864 7783.603 849.3385, 2496.0122 7792.379 844.32385, 2586.665 7796.0996 840.4825, 2686.4294 7798.1733 836.37585, 2752.0718 7799.4126 832.84625, 2839.3037 7801.27 829.57587, 2943.6357 7803.123 826.6211, 3061.2583 7805.979 823.1015, 3164.3306 7809.794 820.4202, 3254.9045 7814.038 818.4566, 3363.383 7821.5845 816.28156, 3480.9998 7832.1885 814.8148, 3600.281 7844.7925 814.0457, 3681.95 7853.6 814.48584, 3769.4731 7864.3984 816.7394, 3860.3308 7875.252 821.6389, 3947.1174 7883.21 826.93604, 4017.0386 7888.818 832.45966, 4125.3594 7877.615 845.2769, 4195.3076 7844.087 855.71313, 4240.913 7751.9795 860.19794, 4259.902 7651.433 858.49896, 4260.053 7527.171 851.0934, 4254.169 7458.8115 843.6248, 4240.541 7358.8364 823.0355, 4217.1226 7282.4976 790.802, 4195.3525 7218.0356 636.7241</trace>
</ink>
</file>

<file path=ppt/ink/ink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5013.397 6584.909 874.14984, 4972.388 6490.1235 862.505, 4897.2954 6392.01 855.3181, 4827.8486 6318.7188 850.9944, 4754.5215 6256.8936 851.7625, 4619.5195 6177.022 846.72107, 4521.7373 6138.5854 841.93475, 4452.9253 6113.076 837.3551, 4363.0176 6089.746 831.5716, 4252.682 6071.746 824.87946, 4131.4927 6062.345 818.29205, 4020.1738 6059.916 813.1335, 3936.4023 6059.714 808.53394, 3842.9927 6068.879 807.4335, 3748.793 6088.1074 810.2374, 3656.8032 6118.06 815.4628, 3589.4543 6143.786 821.17847, 3524.5916 6176.258 826.5302, 3455.973 6223.876 831.6329, 3385.984 6285.5044 834.89655, 3317.676 6359.1045 836.72595, 3255.7803 6443.22 837.6256, 3178.5247 6571.125 838.5307, 3151.4695 6651.3457 838.1962, 3136.914 6733.344 838.57043, 3134.3008 6803.901 840.0265, 3158.868 6922.5615 842.6135, 3204.4722 6988.556 842.7057, 3274.5457 7054.664 840.0868, 3403.7664 7149.3726 831.53754, 3505.253 7201.323 824.2762, 3624.4304 7253.163 816.4405, 3742.086 7298.3247 808.9693, 3831.0793 7331.167 801.7826, 3941.7048 7363.7495 796.69135, 4066.503 7390.808 793.87555, 4198.7334 7408.9683 793.3855, 4299.523 7419.2754 794.5226, 4397.479 7423.4277 796.53534, 4504.3247 7417.2637 800.4717, 4610.2427 7399.765 806.0753, 4703.881 7372.825 812.94495, 4767.7217 7353.0444 819.4843, 4832.5303 7318.305 826.8742, 4944.519 7199.1763 837.235, 4980.6577 7135.515 839.4954, 5007.748 7070.0933 839.99634, 5021.982 6972.201 836.3421, 5011.7305 6841.361 827.55426, 4960.5386 6673.2065 803.8125, 4926.921 6564.1147 764.0776, 4917.6523 6500.9297 714.7524, 4889.7764 6422.3135 661.3134, 4858.6147 6358.581 481.9282</trace>
</ink>
</file>

<file path=ppt/ink/ink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12895.13 1061.4226 874.14984, 12965.599 1061.2743 868.48114, 13038.635 1010.28424 864.994, 13053.169 931.7594 866.4106, 12983.189 947.85077 864.9002, 13065.353 940.77844 859.70825, 13061.416 872.8659 859.53345, 12966.813 934.7834 860.5739, 12968.013 998.4742 866.8099, 12982.94 1063.5721 428.58746</trace>
</ink>
</file>

<file path=ppt/ink/ink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12954.881 1378.3948 874.14984, 12875.801 1412.4333 865.0472, 12796.379 1461.1003 860.6509, 12728.614 1525.5255 863.00275, 12714.537 1598.3749 864.29706, 12792.648 1619.5514 860.8352, 12871.466 1562.3763 858.5783, 12929.708 1468.9836 857.4552, 12946.908 1573.9747 855.5105, 12943.0625 1663.9867 852.89764, 12938.291 1755.7997 850.79785, 12935.885 1869.9574 851.92126, 12933.099 1947.9518 854.3294, 12951.946 1884.6163 8.549747</trace>
</ink>
</file>

<file path=ppt/ink/ink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11759.843 524.1729 874.14984, 11741.015 634.4757 857.2577, 11727.495 709.52985 850.4681, 11713.005 795.8323 844.77264, 11698.373 888.54205 840.9616, 11687.044 968.46686 838.75354, 11678.134 1036.0945 837.24274, 11669.248 1108.6771 836.53253, 11652.706 1248.8192 833.8467, 11642.648 1338.5957 833.136, 11634.243 1415.0151 833.6602, 11632.955 1523.8126 844.77594, 11699.404 1540.5645 838.56946</trace>
</ink>
</file>

<file path=ppt/ink/ink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14146.241 321.9932 874.14984, 14157.418 389.39502 864.3545, 14162.839 452.98602 854.3503, 14163.546 532.5601 844.75085, 14159.778 623.9286 836.5392, 14156.672 688.1613 830.7971, 14148.581 761.4139 825.8211, 14130.713 883.70605 826.5544, 14116.251 962.2798 827.4467, 14101.601 1043.2634 829.0252, 14089.996 1118.8335 832.028, 14075.484 1227.2107 840.63055, 14063.563 1323.1012 851.7797, 14049.471 1404.1351 865.8896, 14030.376 1469.3191 431.69855</trace>
</ink>
</file>

<file path=ppt/ink/ink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13908.153 185.48312 874.14984, 13791.831 199.23013 855.23126, 13709.407 215.07959 843.61066, 13606.82 234.60715 832.20435, 13487.999 256.49222 821.9946, 13383.31 275.09232 813.8783, 13291.956 290.93082 807.19775, 13194.116 306.068 781.6751, 13112.3545 318.34778 744.7734, 13006.836 332.19983 701.06433, 12888.682 346.11752 651.2593, 12762.786 362.59647 596.2449, 12668.147 376.02747 536.61005, 12571.494 392.23517 472.76245, 12464.728 411.44507 405.48657, 12361.494 426.43307 335.9231, 12277.442 427.315 266.20712, 12210.797 429.3172 163.72153, 12144.834 432.5382 48.363823</trace>
</ink>
</file>

<file path=ppt/ink/ink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12372.99 185.48312 874.14984, 12300.614 260.08392 863.59717, 12223.5625 326.42862 858.59204, 12131.704 402.7193 861.162, 12089.196 469.09317 862.97614, 12171.835 525.26355 863.4294, 12264.387 470.03995 853.64557, 12341.815 430.151 830.9713, 12432.741 367.49655 785.25934</trace>
</ink>
</file>

<file path=ppt/ink/ink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12730.581 51.04141 874.14984, 12742.412 142.96451 868.7947, 12755.083 207.44698 867.4022, 12802.138 289.2077 866.7866, 12903.373 322.02142 863.85406, 12987.335 259.04114 857.38556, 13051.302 157.55823 848.30853, 13084.269 66.21255 851.7026, 13103.917 -2.9521642 859.1134</trace>
</ink>
</file>

<file path=ppt/ink/ink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12010.802 2076.9749 874.14984, 12094.609 2084.8337 862.8064, 12231.726 2095.1262 853.35913, 12317.564 2098.629 848.41113, 12408.553 2101.079 843.9517, 12554.894 2103.6353 836.8981, 12694.52 2105.9043 829.60486, 12796.402 2107.6787 825.3241, 12910.519 2109.1614 821.40765, 13015.366 2111.4824 818.46564, 13101.145 2113.774 816.4238, 13205.277 2117.8237 814.94574, 13319.096 2122.653 809.06274, 13436.381 2126.709 799.0102, 13519.969 2129.199 780.8726, 13606.1045 2130.23 754.4961, 13694.751 2126.6665 720.441, 13776.844 2116.085 679.0924, 13842.596 2095.2598 630.75055, 13909.747 2078.4893 509.9411</trace>
</ink>
</file>

<file path=ppt/ink/ink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13639.7295 1966.8359 874.14984, 13720.0625 1982.5228 864.9702, 13809.275 2005.3546 860.55566, 13872.742 2039.6454 861.8912, 13900.0 2140.1965 861.6031, 13861.294 2217.3884 858.95667, 13803.358 2283.808 854.19495</trace>
</ink>
</file>

<file path=ppt/ink/ink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13654.438 1710.3625 874.14984, 13563.0205 1726.5797 871.07025, 13472.333 1780.4045 866.9169, 13420.792 1845.7324 866.24567, 13404.39 1935.8422 866.2802, 13443.779 2005.2854 862.50806, 13511.729 2013.7333 858.9087, 13578.948 1996.6484 851.9433, 13645.046 1982.6014 414.00833</trace>
</ink>
</file>

<file path=ppt/ink/ink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13356.597 1876.3463 874.14984, 13474.076 1853.6389 858.17035, 13545.488 1838.6761 848.9758, 13613.094 1824.6942 829.1931, 13676.85 1813.9165 640.64746</trace>
</ink>
</file>

<file path=ppt/ink/ink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13356.597 1559.3741 874.14984, 13461.375 1560.916 860.87115, 13525.077 1564.4003 855.0688, 13628.594 1570.3353 843.1223, 13694.91 1573.9553 822.42554</trace>
</ink>
</file>

<file path=ppt/ink/ink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13654.438 1499.9095 874.14984, 13723.924 1530.8431 865.728, 13798.069 1590.9419 864.82623, 13799.069 1661.449 865.35815, 13787.075 1725.2014 860.6385</trace>
</ink>
</file>

<file path=ppt/ink/ink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12969.589 970.93304 874.14984, 13043.031 968.2203 874.14984, 13135.779 968.94617 874.1499, 13244.253 965.55133 874.1499, 13364.9375 960.88654 874.1499, 13431.702 958.53265 874.1499, 13500.762 956.2809 872.95905, 13570.877 954.82465 871.9301, 13639.998 953.871 871.05414, 13708.109 952.32886 870.2656, 13780.35 950.69183 871.00275, 13849.694 944.91315 859.2951, 13912.583 941.0198 729.0104</trace>
</ink>
</file>

<file path=ppt/ink/ink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14116.826 834.94006 874.14984, 14079.131 907.84674 869.8017, 14049.039 976.31165 870.7791, 14052.71 1047.5524 871.30835, 14150.48 1056.1124 870.76, 14217.041 986.45123 871.2037, 14231.383 894.5442 869.99133, 14163.735 838.8522 867.0692, 14097.859 836.6613 570.13934</trace>
</ink>
</file>

<file path=ppt/ink/ink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13818.984 985.9285 874.14984, 13921.06 994.21906 869.83154, 13986.187 989.53973 868.9784, 14056.203 986.7707 868.3884, 14130.219 984.4538 867.9157, 14211.094 981.66785 867.0095, 14296.428 978.8779 866.1417, 14384.0625 976.31213 864.86554, 14495.891 973.0196 862.7162, 14603.329 970.3961 862.09436, 14669.245 968.69977 861.53064, 14735.839 966.12775 860.79517, 14798.679 963.47266 860.0445, 14890.785 959.9338 858.84686, 14997.013 961.2128 860.0215, 15088.856 965.0924 861.90173, 15213.164 965.1657 861.7986, 15307.691 962.7584 860.6866, 15437.642 954.0458 857.98035, 15504.235 945.3087 854.0361, 15601.682 923.7198 839.8917, 15669.953 905.9208 812.5968</trace>
</ink>
</file>

<file path=ppt/ink/ink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10458.173 4140.138 874.14984, 10525.946 4146.0137 865.186, 10627.166 4156.1885 861.4965, 10752.827 4165.415 859.56116, 10864.139 4171.254 858.18414, 10965.495 4178.8555 856.26544, 11091.869 4195.6587 855.01746, 11163.391 4208.983 853.4829, 11272.21 4233.305 844.61646, 11389.81 4269.595 828.01715, 11490.5625 4306.1157 795.78894, 11586.744 4345.2437 732.247, 11661.791 4381.104 640.01, 11725.287 4416.791 293.3549</trace>
</ink>
</file>

<file path=ppt/ink/ink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11702.85 4306.122 874.14984, 11782.035 4397.423 866.3524, 11796.064 4483.542 864.2256, 11732.889 4529.819 863.25854, 11668.721 4566.469 754.3728</trace>
</ink>
</file>

<file path=ppt/ink/ink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8469.813 3596.1663 874.14984, 8375.648 3620.582 863.4905, 8271.382 3674.1057 859.5584, 8184.273 3736.1384 857.5656, 8094.4634 3826.8726 856.3458, 8043.5854 3919.0317 856.6033, 8017.092 4006.9785 857.5494, 8014.8613 4106.488 858.2312, 8032.3345 4199.037 858.93896, 8073.6836 4268.707 860.6973, 8142.0825 4318.798 861.7754, 8249.443 4350.308 860.34314, 8317.376 4356.5615 858.19727, 8426.134 4358.247 853.94305, 8550.706 4338.1025 853.65125, 8615.04 4318.5547 853.5187, 8703.793 4285.998 853.8891, 8800.95 4233.7954 855.6885, 8871.158 4185.322 859.4892, 8938.335 4093.3667 864.7532, 8957.378 3990.7966 864.7519, 8958.253 3902.597 864.9552, 8936.385 3818.7883 865.25037, 8897.706 3749.552 865.68536, 8820.54 3678.021 865.87036, 8702.239 3625.7986 865.6945, 8586.88 3603.8762 862.636, 8507.571 3593.0244 855.8488</trace>
</ink>
</file>

<file path=ppt/ink/ink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7302.353 4078.605 874.14984, 7236.797 4167.413 858.0741, 7161.17 4281.2075 858.4513, 7134.244 4374.658 861.3932, 7203.803 4360.4277 856.72675, 7253.2217 4296.8833 849.14435, 7292.431 4213.777 843.5427, 7318.656 4126.128 844.66534, 7302.1826 4193.4097 853.82214, 7291.293 4294.282 843.0877, 7310.5527 4410.757 820.629, 7348.0327 4506.8813 780.01556, 7374.9746 4569.8345 698.48846</trace>
</ink>
</file>

<file path=ppt/ink/ink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7516.5405 3898.66 874.14984, 7505.293 3998.8984 861.1959, 7501.012 4070.381 852.9029, 7498.1914 4157.272 844.6422, 7496.317 4231.9424 838.1677, 7497.979 4302.503 827.804, 7498.3516 4384.58 799.36273, 7500.5605 4448.625 612.53125</trace>
</ink>
</file>

<file path=ppt/ink/ink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7456.789 4311.8096 874.14984, 7550.237 4236.063 868.41895, 7624.61 4262.595 866.36676, 7642.382 4349.949 863.0959, 7645.911 4420.346 861.4045, 7675.546 4330.182 863.02057, 7694.3013 4261.7344 862.7194, 7765.6567 4212.5205 860.44965, 7828.826 4225.9277 857.82733, 7887.231 4308.6904 853.66693, 7909.215 4397.059 849.6008, 7894.4756 4513.2827 844.48737, 7862.834 4585.0845 850.02026, 7826.0073 4502.632 850.0239, 7831.4375 4404.842 844.04724, 7859.4404 4318.9697 851.65027, 7923.3555 4271.2363 857.0729, 7962.912 4365.559 856.66254, 7961.0557 4428.963 853.8999, 7951.225 4534.1353 852.4046, 7938.1875 4602.8296 855.80054, 7972.4473 4525.866 854.9689, 8022.8105 4429.731 854.81726, 8095.2812 4368.6963 860.24146, 8119.302 4473.436 853.7593, 8112.553 4539.0625 848.02185, 8099.7754 4646.0864 852.98566, 8102.8066 4722.223 855.54016, 8210.645 4726.931 850.80176, 8291.238 4672.072 846.43805, 8363.604 4587.0645 846.3297, 8282.535 4599.15 841.30566, 8209.058 4706.458 832.0306, 8190.2744 4808.834 815.40796, 8179.327 4879.5674 776.49164</trace>
</ink>
</file>

<file path=ppt/ink/ink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8723.528 4472.106 874.14984, 8754.71 4537.3994 736.54785, 8824.204 4604.3267 495.09293, 8887.157 4653.085 182.51166</trace>
</ink>
</file>

<file path=ppt/ink/ink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8812.697 4381.616 874.14984, 8853.696 4449.067 868.33905, 8925.697 4543.8774 859.29083, 8973.031 4607.5015 839.32477</trace>
</ink>
</file>

<file path=ppt/ink/ink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9125.245 4834.5815 874.14984, 9041.457 4877.2515 868.55524, 8964.15 4980.582 865.4106, 8942.578 5047.313 863.0475, 8938.162 5113.0376 861.2775, 8957.447 5211.6113 859.3357, 9021.98 5294.8965 856.6681, 9133.14 5359.2056 854.6736, 9236.382 5393.319 854.0602, 9359.74 5397.5615 854.41003, 9465.47 5382.1997 856.35583, 9571.6045 5330.9897 858.3782, 9646.497 5270.7007 859.65405, 9690.11 5186.1187 862.4235, 9696.989 5090.5337 863.02435, 9650.016 4983.854 860.50616, 9595.172 4915.3325 858.1953, 9501.185 4853.704 857.5268, 9417.383 4816.119 856.73773, 9312.806 4795.8496 856.0375, 9218.391 4790.9707 854.3611, 9152.561 4786.3765 797.1591</trace>
</ink>
</file>

<file path=ppt/ink/ink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9780.678 5121.0454 874.14984, 9835.59 5196.8223 865.71674, 9908.6455 5289.3203 864.83026, 9963.208 5356.902 864.6506</trace>
</ink>
</file>

<file path=ppt/ink/ink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10004.058 5136.041 874.14984, 9936.838 5196.572 864.0746, 9863.884 5255.48 860.3114, 9781.401 5323.7847 851.97925, 9718.162 5372.2363 412.9759</trace>
</ink>
</file>

<file path=ppt/ink/ink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9676.802 5769.9854 874.14984, 9731.852 5836.8057 863.8022, 9805.498 5918.9053 857.06866, 9870.765 5989.229 841.88367</trace>
</ink>
</file>

<file path=ppt/ink/ink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9855.138 5754.99 874.14984, 9797.623 5834.193 862.08356, 9696.963 5924.844 853.9862, 9604.878 5994.402 843.29193, 9539.138 6042.9995 821.11584</trace>
</ink>
</file>

<file path=ppt/ink/ink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9929.597 6162.4517 874.14984, 10042.144 6141.067 861.5613, 10167.24 6121.442 857.44183, 10232.024 6113.887 859.8008, 10320.927 6112.126 863.8108, 10333.71 6183.6753 863.0038, 10244.419 6247.1816 855.73895, 10176.947 6288.0586 848.15607, 10111.156 6327.099 835.6019, 10014.393 6384.483 791.0635, 9939.904 6428.1133 684.9627</trace>
</ink>
</file>

<file path=ppt/ink/ink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10243.064 6448.916 874.14984, 10314.104 6504.6353 868.1124, 10402.506 6522.048 867.0249, 10468.642 6502.565 866.4917, 10473.349 6437.342 862.8273, 10388.479 6385.066 859.13727, 10303.042 6377.214 858.7902, 10219.281 6407.3696 859.82367, 10151.335 6511.025 861.5548, 10156.291 6585.527 862.3438, 10231.977 6648.6377 861.74664, 10297.991 6695.282 836.06726</trace>
</ink>
</file>

<file path=ppt/ink/ink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10526.197 6464.9453 874.14984, 10606.309 6512.982 863.58014, 10695.795 6576.9644 848.44604, 10760.255 6626.242 773.9061</trace>
</ink>
</file>

<file path=ppt/ink/ink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10406.693 7264.3574 874.14984, 10517.252 7208.5894 857.1338, 10640.1455 7123.618 844.44653, 10733.11 7049.6855 837.76215, 10809.536 6979.967 841.31573, 10894.26 6884.8867 842.23944, 10959.963 6790.973 846.93616, 11015.785 6687.9043 852.5821, 11061.384 6567.7354 856.74084, 11083.824 6466.7217 857.50323, 11072.936 6337.3706 857.53644, 11041.958 6233.281 856.7383, 11010.017 6166.4727 855.44855, 10967.91 6090.5625 852.4797, 10922.407 6015.765 848.76196, 10845.813 5894.1455 841.89984, 10795.795 5816.4526 839.49805, 10741.829 5731.271 837.8812, 10699.448 5662.736 836.7274, 10659.185 5595.108 835.8027, 10612.959 5511.64 834.08325, 10564.907 5414.52 832.023, 10518.5205 5313.5415 830.3379, 10485.785 5241.2324 828.91034, 10448.256 5149.367 826.6534, 10406.532 5044.774 823.9023, 10360.794 4931.756 821.40656, 10310.809 4813.2695 818.89874, 10264.308 4706.9385 817.33624, 10226.516 4621.9546 815.8788, 10178.738 4521.571 814.9238, 10122.491 4410.3096 813.6823, 10059.722 4292.2754 811.94183, 10013.544 4206.169 810.5313, 9962.422 4116.44 810.93066, 9901.056 4017.0833 811.6997, 9830.115 3914.0376 812.4838, 9759.314 3824.0977 813.4619, 9702.901 3756.0361 814.0361, 9626.222 3682.4788 814.24097, 9534.625 3609.7825 813.9648, 9432.055 3542.0598 813.7266, 9354.658 3494.2961 814.5383, 9270.824 3450.133 814.9716, 9171.286 3407.7642 815.35913, 9060.659 3370.3286 816.1652, 8950.175 3340.9272 816.8759, 8869.102 3320.7566 817.0673, 8766.646 3305.213 816.8255, 8650.041 3297.8909 816.10333, 8524.264 3298.429 814.681, 8424.319 3301.7842 813.581, 8326.422 3308.8232 811.84985, 8212.039 3323.117 811.23505, 8088.728 3346.355 810.5654, 7963.951 3376.9753 809.6342, 7880.0273 3398.0913 808.56836, 7777.9897 3430.7295 807.9869, 7666.3516 3472.7092 807.9045, 7553.0493 3521.7935 808.72064, 7442.9033 3575.4622 810.9282, 7349.231 3625.8286 814.89685, 7277.8555 3666.0981 818.9413, 7203.125 3716.178 823.4109, 7131.41 3771.2908 828.71, 7065.184 3831.673 833.9007, 6977.2324 3928.455 843.0572, 6941.487 3992.5354 846.7816, 6914.2446 4066.364 849.617, 6897.0386 4139.532 851.58466, 6884.446 4260.9595 852.4866, 6892.531 4334.755 852.5275, 6909.521 4413.2344 852.151, 6945.2886 4535.1235 851.8216, 6977.8843 4605.869 851.4282, 7023.332 4685.0044 849.57825, 7080.6562 4770.311 846.3016, 7150.762 4858.747 841.8723, 7264.4043 4986.9146 833.3281, 7346.744 5063.238 827.7853, 7440.5513 5142.5195 823.21136, 7544.1875 5223.2617 818.5854, 7647.8003 5298.865 814.2618, 7723.841 5353.3477 810.1568, 7821.5366 5418.394 806.70197, 7934.8906 5490.298 803.36316, 8059.0054 5565.0215 799.88715, 8160.79 5625.2437 796.98926, 8257.504 5681.085 794.28, 8374.967 5748.5166 792.31665, 8509.479 5826.4316 789.36914, 8655.69 5914.8394 785.8763, 8808.29 6011.98 781.53406, 8915.542 6080.682 777.5028, 9030.885 6160.387 771.0558, 9155.73 6252.884 767.8329, 9285.112 6353.1675 767.5058, 9405.512 6449.3335 769.5529, 9495.69 6522.1143 771.5865, 9604.113 6611.372 773.6384, 9729.567 6711.67 774.79224, 9870.32 6820.745 774.3055, 10027.56 6938.2515 768.41974, 10129.655 7014.553 748.3096, 10196.344 7066.3193 734.19586, 10264.587 7116.268 707.7898</trace>
</ink>
</file>

<file path=ppt/ink/ink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11010.646 6340.845 874.14984, 10986.2295 6272.421 869.0652, 10937.048 6154.983 862.0093, 10894.41 6065.1787 855.3298, 10850.059 5994.8794 852.5927, 10772.827 5924.189 852.8391, 10696.047 5875.556 854.4345, 10582.044 5836.949 856.8053, 10479.02 5818.0522 858.3417, 10366.181 5818.4316 858.42285, 10263.442 5834.878 858.47845, 10170.401 5867.756 858.50385, 10077.964 5927.9355 858.4166, 10007.282 5989.4707 858.59906, 9925.395 6081.312 858.63763, 9861.442 6157.4233 858.18304, 9789.591 6254.694 857.82385, 9740.053 6338.3057 858.91547, 9720.048 6446.949 860.6376, 9724.746 6537.794 860.74194, 9760.309 6643.122 859.5448, 9806.288 6731.0137 859.3098, 9872.869 6815.277 858.6835, 9961.975 6891.9683 857.79474, 10055.212 6951.5996 857.10803, 10118.025 6980.9443 856.7076, 10186.403 7007.9995 856.3631, 10257.093 7030.4785 856.0825, 10362.51 7056.8774 856.0599, 10483.115 7065.432 856.67303, 10581.775 7057.75 857.6797, 10685.845 7024.612 858.449, 10784.773 6969.766 858.4815, 10868.817 6902.0747 858.01526, 10941.482 6805.6055 857.73724, 10985.882 6724.616 857.59375, 11017.286 6609.0513 857.5579, 11029.681 6512.33 858.65674, 11015.297 6410.0576 860.6663, 10981.443 6339.2456 862.5787, 10941.669 6274.9043 810.92914</trace>
</ink>
</file>

<file path=ppt/ink/ink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7039.4453 10176.572 874.14984, 7055.4575 10257.12 866.5633, 7056.0947 10340.997 856.2156, 7047.9873 10427.378 850.05414, 7031.752 10551.863 845.67474, 7024.9873 10635.331 844.7523, 7021.868 10728.409 843.1447, 7020.4453 10809.355 841.5279, 7020.132 10881.635 840.6057, 7021.2554 10970.389 838.8046, 7020.372 11069.544 836.9119, 7014.957 11173.48 835.58167, 7010.8174 11245.61 834.64, 7003.6104 11325.742 834.46497, 6995.7197 11414.985 835.41583, 6989.301 11506.981 836.9422, 6984.884 11587.588 839.1836, 6982.8936 11715.811 845.24756, 6992.688 11819.604 854.6037, 7029.049 11906.606 861.07874, 7096.2876 11922.084 864.05725, 7161.6377 11920.275 756.24426</trace>
</ink>
</file>

<file path=ppt/ink/ink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7248.117 10192.602 874.14984, 7209.853 10275.924 863.9322, 7160.5894 10401.495 853.5462, 7119.3105 10512.254 844.2321, 7075.5625 10622.183 838.88715, 7046.596 10687.935 831.00287, 7006.037 10781.348 813.29675, 6975.311 10845.667 737.5786</trace>
</ink>
</file>

<file path=ppt/ink/ink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7188.3657 10886.527 874.14984, 7142.9097 11003.989 853.22186, 7097.9404 11078.89 840.4837, 7044.826 11159.532 830.61395, 7004.8247 11225.486 824.1922, 6957.9478 11326.322 825.7743, 6953.0244 11400.385 832.8748, 7018.8877 11462.997 835.9673, 7083.2676 11503.366 851.06824</trace>
</ink>
</file>

<file path=ppt/ink/ink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7203.0737 11670.943 874.14984, 7150.494 11756.387 862.00037, 7075.216 11846.966 851.0117, 7040.4956 11920.6 827.9728</trace>
</ink>
</file>

<file path=ppt/ink/ink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7217.7817 12017.907 874.14984, 7184.938 12103.849 862.8595, 7158.9487 12169.412 848.6527</trace>
</ink>
</file>

<file path=ppt/ink/ink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1049.5493 3854.1912 874.14984, 1030.4102 3926.8066 860.7778, 1009.9737 3991.9214 849.6695, 983.78656 4068.2136 840.7795, 951.6113 4149.465 828.36005, 915.59296 4229.387 814.59515, 862.5244 4342.4863 767.2821, 813.7697 4447.049 691.28735, 782.4698 4519.9834 534.5267</trace>
</ink>
</file>

<file path=ppt/ink/ink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1005.42487 3928.651 874.14984, 1004.2498 4048.908 857.14404, 1000.3475 4118.6055 851.70056, 992.87396 4193.113 843.58795, 985.42175 4266.7627 834.6868, 977.3737 4367.6104 812.0827, 975.02814 4447.525 761.63324, 975.0894 4518.1265 619.7305</trace>
</ink>
</file>

<file path=ppt/ink/ink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766.4174 4381.616 874.14984, 871.83875 4368.221 861.55164, 999.66315 4322.553 850.6736, 1086.0349 4270.475 834.8005, 1154.345 4215.6323 795.1907</trace>
</ink>
</file>

<file path=ppt/ink/ink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1243.5132 3823.683 874.14984, 1239.2245 3925.7122 860.8921, 1236.1909 3991.5713 855.2749, 1233.7428 4068.364 851.76697, 1229.5574 4152.444 848.19653, 1219.735 4276.139 843.45197, 1202.7828 4382.8906 829.27844, 1187.4917 4463.154 797.5478</trace>
</ink>
</file>

<file path=ppt/ink/ink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1154.345 4245.623 874.14984, 1243.9934 4276.093 868.826, 1317.971 4335.0933 865.5476, 1403.8191 4417.8633 868.0357, 1493.3646 4406.2324 865.53314, 1523.0662 4326.5747 864.0021, 1461.3639 4261.449 863.0656, 1374.1172 4251.733 859.5966, 1303.265 4261.6523 852.9672</trace>
</ink>
</file>

<file path=ppt/ink/ink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1601.1051 4185.641 874.14984, 1618.4867 4293.412 865.1399, 1629.8506 4377.5474 865.08984, 1687.8342 4304.262 856.14276, 1723.4143 4230.911 849.4482, 1797.3685 4211.8237 852.2545, 1826.8436 4320.461 853.64185, 1914.3937 4227.025 863.4286, 1994.5587 4214.9243 865.22327, 2024.5876 4283.0815 864.6899, 2050.776 4359.5684 864.939, 2125.0173 4411.837 864.96857, 2209.2698 4362.188 860.79376, 2287.583 4262.756 860.29736, 2211.9763 4235.6 859.6389, 2160.5684 4315.399 857.22974, 2203.7522 4387.9087 855.6027, 2286.873 4411.607 845.37427</trace>
</ink>
</file>

<file path=ppt/ink/ink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4366.6206 874.14984, 2785.4724 4307.0327 869.0286, 2841.8372 4234.102 866.3201, 2914.3357 4292.5923 847.86426, 3002.568 4342.1865 848.43665, 3052.0579 4411.5425 851.5399, 3039.8745 4481.367 852.0557, 2976.4739 4511.2153 856.9785, 2957.136 4429.923 856.7146, 2950.2668 4346.4155 843.48267</trace>
</ink>
</file>

<file path=ppt/ink/ink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3210.7288 3928.651 874.14984, 3193.2913 4029.989 862.30536, 3177.9932 4099.8076 856.3464, 3153.9336 4200.853 849.64404, 3132.1636 4291.4214 849.34576, 3114.7373 4379.601 850.3925, 3114.1091 4442.5786 853.4619, 3208.5486 4329.801 856.25995, 3276.463 4249.1562 852.1693, 3378.709 4174.794 844.57056, 3448.8174 4125.1426 829.7134</trace>
</ink>
</file>

<file path=ppt/ink/ink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1869.529 4608.0986 874.14984, 1798.9226 4694.1626 857.7387, 1751.9001 4757.5405 848.0038, 1699.6886 4832.7036 839.6702, 1648.5192 4913.5137 834.1317, 1604.4597 4994.897 831.6882, 1554.0227 5112.693 833.62744, 1532.3524 5218.699 836.0574, 1532.2637 5286.622 838.1036, 1534.4485 5361.94 840.54364, 1534.6926 5474.3545 848.897, 1504.584 5537.9907 857.8896, 1415.5753 5482.472 856.76263, 1367.1771 5395.7812 853.6552, 1358.1162 5279.5566 855.48, 1390.8994 5182.9785 854.7025, 1480.366 5104.289 851.69104, 1544.4984 5079.0664 850.0745, 1643.1381 5057.1743 851.9065, 1732.9371 5078.0366 854.6665, 1775.0225 5141.939 857.12714, 1802.4681 5249.4243 856.7531, 1856.8497 5313.1836 859.21094, 1855.1364 5227.814 858.4577, 1783.5925 5139.2734 859.6087, 1766.6903 5055.9956 864.48615, 1855.6226 5010.179 860.09326, 1973.6956 5010.3906 854.25226, 2054.0515 5041.181 853.77496, 2116.1882 5150.226 855.94324, 2145.8447 5223.891 858.5877, 2215.523 5129.6953 853.6739, 2247.4656 5033.7935 851.43445, 2312.9917 5091.8706 847.21936, 2311.9585 5160.996 845.0152, 2304.7573 5265.205 843.8359, 2317.2068 5196.817 843.18536, 2341.9954 5117.729 841.18414, 2378.527 5041.431 843.36725, 2454.2615 5065.789 848.5556, 2461.7568 5130.8335 843.6265, 2464.1135 5239.394 841.19653, 2453.7004 5320.84 845.79895, 2470.2175 5237.2554 847.044, 2498.2441 5152.7583 848.3315, 2554.4463 5066.921 853.77747, 2628.5278 5060.9033 855.36053, 2642.4707 5148.891 856.3912, 2643.5618 5262.259 861.1489, 2665.644 5336.033 864.03015, 2761.1216 5342.309 861.85284, 2826.5872 5313.848 855.57654, 2922.5457 5258.7427 843.79565, 3010.5635 5174.89 847.90314, 3030.3333 5092.039 853.04987, 2955.519 5089.75 853.64557, 2878.1143 5122.953 857.46014, 2835.538 5210.307 860.2462, 2850.1152 5284.1987 857.97, 2956.4414 5340.248 849.7168, 3036.041 5344.088 843.6609, 3106.4656 5353.881 828.169, 3180.3936 5347.5283 806.32855</trace>
</ink>
</file>

<file path=ppt/ink/ink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3225.4368 4684.1104 874.14984, 3143.0261 4767.4106 857.94476, 3054.976 4846.8306 840.05505, 2989.4485 4902.646 762.2629</trace>
</ink>
</file>

<file path=ppt/ink/ink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5211.535 874.14984, 3656.9978 5226.692 866.58514, 3581.1594 5244.7666 863.33167, 3509.011 5269.9395 863.17126, 3482.2388 5349.024 863.51373, 3570.5505 5373.4087 856.94946, 3691.5178 5356.1973 845.0791, 3759.0107 5327.4814 840.4656, 3872.218 5241.2354 838.9195, 3934.8596 5161.361 840.62366, 3976.439 5048.206 843.39307, 4002.088 4934.962 847.4549, 4004.1372 4866.4717 856.1924, 3975.1165 4936.1064 851.0261, 3958.8306 5007.2 843.87646, 3936.602 5124.759 830.57324, 3932.4521 5204.85 815.5724, 3927.3315 5272.34 787.11725, 3925.9128 5347.5283 740.5386</trace>
</ink>
</file>

<file path=ppt/ink/ink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4238.461 4834.5815 874.14984, 4188.213 4920.177 864.68176, 4149.2925 4985.0527 859.0083</trace>
</ink>
</file>

<file path=ppt/ink/ink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4283.505 5347.5283 874.14984, 4357.1567 5317.489 868.2871, 4421.962 5284.727 863.2919, 4502.0015 5224.1714 864.79944, 4430.5137 5166.0444 860.8223, 4347.2217 5172.8564 856.9723, 4270.6475 5263.0054 859.05865, 4318.4033 5356.901 854.9002, 4441.77 5405.469 844.508, 4529.073 5431.683 823.4867, 4594.8276 5415.538 402.6924</trace>
</ink>
</file>

<file path=ppt/ink/ink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4536.3013 4985.0527 874.14984, 4601.5034 4992.4253 865.235, 4720.9287 5012.545 853.50085, 4801.2554 5026.7603 836.05005</trace>
</ink>
</file>

<file path=ppt/ink/ink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4923.3096 5347.5283 874.14984, 5015.892 5377.376 861.15625, 5145.0024 5406.259 852.86487, 5209.708 5415.0493 846.9182, 5288.7686 5416.074 831.4164, 5355.362 5408.027 788.81506</trace>
</ink>
</file>

<file path=ppt/ink/ink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5147.609 5211.535 874.14984, 5115.289 5308.7993 862.1719, 5090.7783 5434.5303 853.05853, 5077.1616 5508.393 840.412, 5066.49 5573.408 410.48154</trace>
</ink>
</file>

<file path=ppt/ink/ink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5564.0337 5196.5396 874.14984, 5595.2373 5272.1743 868.81573, 5673.979 5356.9146 861.51086, 5749.7695 5407.4233 858.2953, 5830.744 5437.1914 856.443, 5947.249 5446.9424 854.44586, 6040.95 5434.468 855.088, 6108.305 5381.6562 857.92236, 6106.065 5285.7524 859.32886, 6016.4365 5205.9316 855.506, 5925.811 5156.106 848.95306, 5857.545 5136.1797 845.9128, 5782.671 5123.438 844.5712, 5709.2085 5120.3447 844.862, 5607.543 5129.0566 847.90967, 5578.3384 5198.581 853.65955, 5653.221 5240.3696 853.3945, 5726.5254 5258.4946 849.00903, 5806.1655 5271.604 842.8478, 5925.4814 5287.9526 832.485, 6011.9614 5309.146 838.16956, 6029.0303 5372.696 840.4759, 5987.4316 5456.671 838.20276, 5907.1675 5565.4478 835.9293, 5855.9526 5635.6416 834.63556, 5812.12 5700.379 829.1444, 5740.297 5819.335 801.6964, 5708.182 5884.2886 777.01514, 5670.522 5956.5024 714.34753, 5641.4946 6020.7734 184.0783</trace>
</ink>
</file>

<file path=ppt/ink/ink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6324.261 5333.0493 874.14984, 6237.0586 5360.694 864.5371, 6155.6 5391.637 860.199, 6083.319 5427.7476 861.5602, 6039.257 5497.2793 863.9764, 6131.033 5535.158 860.76306, 6239.1553 5496.659 851.9107, 6325.2627 5442.928 843.8259, 6253.117 5539.616 835.4795, 6211.0757 5613.0938 830.5568, 6168.744 5695.786 828.68677, 6109.3276 5816.1987 827.09766, 6078.5767 5882.293 820.0598, 6043.23 5958.3853 809.78503, 6011.075 6021.454 392.84985</trace>
</ink>
</file>

<file path=ppt/ink/ink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6532.933 5528.5073 874.14984, 6453.961 5611.007 864.72955, 6412.3945 5693.149 865.0934, 6508.0854 5751.8115 854.50214, 6620.3286 5704.3193 840.0515, 6696.8945 5656.741 830.66705, 6811.1147 5571.3228 814.46783, 6907.044 5447.188 822.2431, 6938.379 5370.255 829.4329, 6848.1763 5396.326 832.87866, 6777.0923 5481.848 830.0857, 6741.0024 5550.6953 829.43134, 6710.4766 5627.56 825.25903, 6672.35 5742.516 825.59985, 6657.144 5808.449 828.50726, 6637.758 5905.1533 835.60986, 6720.6035 5881.347 847.26825, 6792.8657 5831.8433 852.7904, 6875.6553 5796.1387 857.2583, 6953.5205 5885.7793 861.6682, 7017.095 5927.7676 863.7268, 7087.9395 5904.069 861.677, 7112.4067 5991.161 860.0807, 7195.045 6067.1772 860.38104, 7283.9087 6075.6094 858.21466, 7361.84 6037.969 859.2542, 7374.1704 5947.166 859.5453, 7308.172 5891.5444 857.8948, 7203.5996 5874.384 850.0614, 7131.4883 5868.029 832.62836, 7065.897 5882.3086 228.46655</trace>
</ink>
</file>

<file path=ppt/ink/ink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7560.665 5784.981 874.14984, 7483.354 5793.2637 867.9471, 7408.908 5840.608 866.3326, 7387.6655 5938.168 863.4357, 7416.3193 6009.3633 862.2274, 7461.472 6093.94 865.35205, 7394.414 6141.053 863.5961, 7321.4307 6129.7344 866.1688, 7395.923 6072.058 862.68164, 7494.751 6039.3667 850.65875, 7579.7104 6019.7417 841.4689, 7670.967 6000.382 833.9686, 7748.358 5984.5664 828.94116, 7847.8286 5955.612 836.7525, 7857.056 5883.9775 847.388, 7777.27 5884.3276 856.59845, 7712.5557 5956.935 861.48004, 7718.7476 6028.8257 860.3991, 7724.145 6106.2144 862.5088, 7667.772 6185.459 866.1334, 7603.993 6214.834 427.14426</trace>
</ink>
</file>

<file path=ppt/ink/ink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5698.245 5680.0127 874.14984, 5803.9644 5721.809 855.1958, 5884.036 5751.531 842.57935, 5988.394 5788.6606 830.1594, 6115.39 5830.125 815.682, 6199.8276 5857.533 804.43787, 6315.924 5893.513 788.80963, 6461.073 5938.6616 772.578, 6591.9077 5979.45 753.9074, 6714.716 6017.685 737.01953, 6864.0425 6066.085 694.39844, 7023.595 6117.3745 646.0575, 7176.9233 6161.6807 592.6267, 7275.853 6190.2285 545.5637, 7347.2646 6212.1836 446.91473, 7413.221 6231.5156 375.1794</trace>
</ink>
</file>

<file path=ppt/ink/ink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10853.453 2646.801 874.14984, 10922.314 2627.5918 868.62024, 11029.825 2623.529 863.3233, 11125.264 2625.546 858.6786, 11239.693 2629.4402 856.192, 11336.418 2630.344 854.8315, 11447.006 2623.676 855.3956, 11531.354 2615.4385 857.5343, 11637.499 2612.2988 859.6111, 11703.578 2616.6003 860.3274, 11815.51 2627.7278 859.3318, 11892.528 2637.6035 856.62854, 12006.91 2652.9077 843.9342, 12130.024 2672.6057 823.45825, 12239.996 2679.5378 780.1133, 12320.244 2680.0693 677.26</trace>
</ink>
</file>

<file path=ppt/ink/ink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10660.409 2676.2744 874.14984, 10572.075 2673.38 868.1133, 10455.125 2672.3228 862.53577, 10369.281 2673.0955 860.3944, 10243.153 2675.3398 859.1464, 10121.682 2675.029 857.2676, 10038.88 2672.9067 854.7278, 9936.499 2670.2554 849.6276, 9820.118 2667.803 842.6541, 9739.802 2666.163 836.00275, 9642.742 2664.766 828.5487, 9532.072 2663.8506 822.27185, 9415.498 2661.9617 818.7206, 9294.8 2657.7942 817.5401, 9176.68 2651.0667 817.4682, 9092.771 2645.957 817.2296, 8992.186 2637.1567 817.34045, 8882.46 2626.6846 818.2895, 8802.991 2618.9534 820.2554, 8719.459 2610.8267 822.5651, 8632.828 2602.9807 827.3505, 8551.072 2596.5967 833.2287, 8485.493 2591.8225 838.30133, 8395.831 2584.7158 848.48065, 8330.141 2578.6418 869.9699</trace>
</ink>
</file>

<file path=ppt/ink/ink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19092.777 5633.9927 874.14984, 19003.064 5612.957 868.346, 18919.465 5617.851 863.87585, 18828.559 5644.146 864.34644, 18760.016 5680.8667 864.5932, 18714.035 5760.999 864.66595, 18702.89 5835.2334 866.436, 18729.729 5912.662 866.8481, 18836.84 5976.4785 865.33954, 18909.854 5986.6543 864.2471, 18982.283 5979.4546 864.1031, 19046.07 5953.731 863.962, 19133.635 5864.4814 861.77277, 19173.379 5769.1865 859.4536, 19183.816 5687.987 858.54065, 19175.506 5613.431 858.45264</trace>
</ink>
</file>

<file path=ppt/ink/ink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1439.4108 874.14984, 2282.5842 1536.6467 863.5551, 2278.2588 1625.3778 852.1637, 2274.936 1728.421 843.86566, 2273.6174 1804.2059 840.38495, 2274.0806 1894.9237 837.0679, 2277.5615 1997.9326 831.7655, 2280.1682 2069.2886 826.96704, 2286.442 2167.6646 822.8004, 2293.481 2289.313 817.79364, 2299.6892 2431.2751 810.9784, 2304.4875 2553.1785 805.37885, 2308.4966 2668.1985 799.3584, 2311.7607 2811.7375 790.5546, 2313.111 2962.1177 782.7408, 2313.7683 3074.3323 775.687, 2313.5002 3222.65 765.61395, 2314.952 3398.4292 754.76746, 2318.1167 3594.901 741.1139, 2320.383 3753.877 728.4084, 2322.238 3908.3318 716.69, 2321.1506 4091.2407 705.3573, 2317.4968 4291.833 697.8762, 2312.0366 4496.2104 694.5936, 2308.313 4632.789 691.993, 2302.6345 4798.046 692.1624, 2296.0164 4978.37 697.99945, 2290.376 5116.608 706.55164, 2283.7566 5254.4253 717.02985, 2276.189 5413.106 728.42365, 2269.3079 5583.0566 739.7578, 2262.9092 5756.9814 750.42053, 2256.8323 5928.731 760.11896, 2252.845 6043.6543 768.19696, 2249.3562 6167.3823 776.7384, 2246.4802 6291.9014 786.38153, 2244.6501 6411.47 796.9265, 2242.5007 6524.297 807.91016, 2240.49 6629.6274 817.7828, 2238.575 6726.874 826.38275, 2237.3423 6789.8076 833.79236, 2235.2769 6855.999 841.59717, 2234.2866 6921.6973 848.29395, 2258.3513 7020.9316 859.57336, 2354.9866 7059.487 862.86847, 2469.2507 7050.2256 862.0735, 2574.3147 7039.4365 859.25616, 2649.102 7033.5947 856.0638, 2771.9434 7026.305 848.184, 2854.9438 7024.296 846.20215, 2950.2356 7023.3726 843.49524, 3045.0222 7022.974 839.98645, 3116.828 7022.827 836.845, 3209.4666 7022.7773 833.3791, 3318.2039 7022.7524 829.5851, 3439.664 7024.244 825.5699, 3572.2727 7027.252 821.398, 3685.4304 7030.2188 817.4256, 3789.563 7033.711 813.7486, 3915.7385 7040.017 809.1698, 4056.8777 7048.8804 804.18396, 4208.1797 7060.3257 799.2956, 4310.6265 7068.167 795.2722, 4433.337 7078.55 792.0068, 4575.715 7090.9854 789.05426, 4732.797 7104.7354 786.2851, 4875.0723 7116.073 784.3271, 4991.186 7124.8545 782.7719, 5132.1216 7134.027 780.8433, 5289.792 7143.787 778.9225, 5459.636 7154.6533 777.4714, 5583.154 7162.678 776.91187, 5718.2705 7171.9873 775.8568, 5875.776 7183.2866 774.64246, 6047.0957 7196.242 772.869, 6210.0483 7208.6616 772.0673, 6331.431 7217.945 771.1069, 6475.884 7230.75 747.7287, 6631.5107 7246.546 716.4305, 6791.122 7265.016 677.4871, 6950.047 7285.216 631.2111, 7080.063 7302.6963 577.9449, 7187.809 7317.894 518.80194, 7302.227 7334.306 454.69983, 7417.078 7349.666 387.15652, 7530.162 7362.714 317.4338, 7636.3896 7369.895 248.19687, 7714.2856 7374.09 191.65424, 7813.4775 7363.8027 105.732956</trace>
</ink>
</file>

<file path=ppt/ink/ink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2301.581 1483.8798 874.14984, 2385.1016 1462.9594 867.6339, 2468.1738 1446.1313 860.7053, 2534.9087 1436.7362 854.7543, 2614.0012 1426.7998 848.9914, 2747.352 1412.245 839.95715, 2847.1726 1404.0881 836.08014, 2917.9326 1398.2051 831.3963, 3012.7407 1392.1233 825.5556, 3094.655 1387.7994 820.7871, 3184.7686 1384.2089 815.96906, 3305.0315 1380.4369 809.6127, 3433.5945 1375.6029 802.65375, 3530.6426 1371.8447 796.561, 3662.805 1366.1052 786.6325, 3820.4976 1359.1226 774.9171, 3934.5024 1354.0707 767.32587, 4070.7488 1347.1262 758.6466, 4183.0 1341.4083 751.7048, 4307.322 1335.0802 744.9491, 4465.9043 1329.1439 740.28375, 4647.399 1324.3873 732.9886, 4845.565 1320.0452 725.48364, 5056.044 1315.3966 717.1324, 5200.06 1312.2377 711.19147, 5365.7666 1309.31 706.27844, 5556.1494 1306.8643 703.1871, 5762.5513 1304.0398 701.39, 5978.2437 1301.4869 698.5133, 6186.0483 1300.4824 696.59717, 6332.648 1299.9678 694.34204, 6505.143 1300.1965 694.8756, 6692.1636 1302.3802 698.5405, 6885.6797 1306.2092 706.5772, 7039.7134 1309.2198 717.3444, 7180.61 1311.954 727.55457, 7338.588 1314.4723 737.8176, 7504.3984 1317.7775 747.2362, 7670.601 1323.0916 757.04407, 7780.475 1326.6833 765.4454, 7908.47 1333.603 774.11035, 8039.5347 1343.413 783.5327, 8139.453 1351.476 792.2266, 8228.107 1361.9421 800.276, 8316.658 1376.6273 810.0443, 8389.311 1390.1058 819.73987, 8494.084 1423.1936 837.6215, 8569.793 1500.5602 850.6208, 8604.393 1597.4946 856.3922, 8612.363 1699.4481 855.23566, 8606.846 1762.8905 850.6204, 8591.393 1869.3082 841.7927, 8570.373 1980.7052 838.0355, 8555.973 2064.8196 835.36896, 8539.759 2169.6353 831.7709, 8523.337 2281.6462 827.0065, 8511.083 2366.1633 822.81775, 8495.297 2481.7683 816.5774, 8478.631 2619.6523 810.7493, 8467.778 2709.4954 805.5377, 8455.944 2834.016 799.45044, 8446.371 2936.6685 792.32904, 8436.261 3048.4766 783.5985, 8423.255 3189.724 777.9171, 8408.696 3353.135 769.77545, 8395.026 3528.1484 760.7198, 8385.884 3646.2852 752.04944, 8376.131 3797.653 746.7836, 8367.272 3970.9565 744.2061, 8359.2295 4159.365 740.1608, 8352.692 4312.628 738.19934, 8346.584 4455.292 737.1089, 8338.427 4623.9077 738.2343, 8329.298 4808.343 733.6622, 8321.166 5000.4478 730.563, 8315.766 5128.186 729.6043, 8309.169 5279.4463 731.47363, 8300.696 5447.9287 737.1658, 8292.613 5625.7656 742.36176, 8285.107 5805.4653 749.1851, 8277.456 5969.6504 755.7709, 8271.713 6089.4346 761.41205, 8264.774 6224.0503 767.3591, 8257.383 6364.2817 775.9847, 8249.999 6501.5923 785.51715, 8244.611 6606.2466 795.3846, 8240.111 6700.643 804.3455, 8236.591 6799.566 812.96747, 8234.339 6895.588 821.64777, 8233.21 6982.9478 829.34906, 8231.78 7101.673 843.79297, 8221.1045 7215.7393 855.7631, 8150.365 7290.953 858.70355, 8070.888 7307.6187 851.1575, 7941.943 7304.723 830.4899, 7858.1284 7302.4 795.7412, 7790.426 7307.0107 732.5254, 7709.5854 7294.8647 661.4416</trace>
</ink>
</file>

<file path=ppt/ink/ink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7822.29 874.14984, 4113.197 7845.3174 862.7836, 3986.7673 7896.444 846.13025, 3923.3572 7927.924 841.5664, 3842.5923 7975.402 839.6898, 3765.079 8072.438 846.63214, 3757.1313 8145.1387 850.0275, 3825.7078 8193.315 854.6708, 3896.5112 8192.771 851.9539, 4021.4233 8167.1445 841.0641, 4103.257 8126.5156 832.1641, 4186.572 8069.2 824.7834, 4296.4834 7967.867 824.18695, 4334.6606 7840.141 830.5216, 4308.907 7752.701 836.3135, 4213.2197 7702.2593 840.0862, 4111.6553 7695.548 844.1828, 4025.2312 7736.927 850.0464, 3993.767 7816.831 851.8593, 4015.3557 7883.051 852.85645, 4128.206 7933.6714 849.9031, 4246.4683 7949.671 842.12213, 4327.3887 7941.6416 836.23334, 4416.324 7923.5015 831.52893, 4500.2666 7901.4585 828.9144, 4625.6157 7865.5894 831.0665, 4691.865 7849.1196 836.31476, 4784.217 7857.5376 845.7176, 4785.982 7947.086 854.6573, 4724.7373 8053.107 851.5233, 4675.9653 8152.9136 852.2195, 4661.1177 8258.5 851.7254, 4693.1675 8340.982 852.5614, 4764.987 8392.607 852.88776, 4894.3643 8398.467 851.4024, 4958.981 8366.307 848.96106, 5046.9204 8333.104 836.0523</trace>
</ink>
</file>

<file path=ppt/ink/ink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3344.0215 8607.223 874.14984, 3220.7427 8697.418 841.9393, 3144.3472 8760.389 829.07825, 3060.5566 8835.904 819.3626, 2977.1125 8921.495 813.5952, 2911.3074 8991.683 809.54486, 2862.9194 9056.64 810.13245, 2796.4365 9178.106 810.93164, 2777.2336 9254.098 812.2869, 2777.5046 9338.279 814.88135, 2803.5974 9422.158 817.30634, 2876.146 9532.886 821.29346, 2963.089 9570.847 819.0398, 3029.5803 9608.4795 812.24426, 3120.6416 9633.635 785.44073</trace>
</ink>
</file>

<file path=ppt/ink/ink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3701.6133 9120.17 874.14984, 3617.272 9130.137 868.6008, 3527.6038 9167.027 862.565, 3454.1982 9271.876 859.9533, 3441.1526 9358.644 858.0752, 3480.5898 9445.6875 856.01013, 3579.774 9498.664 852.7063, 3690.9504 9507.171 846.26715, 3759.9172 9487.947 842.6292, 3825.9883 9454.232 839.7623, 3914.1797 9394.507 838.7111, 3976.035 9331.1045 841.85815, 4015.8738 9401.829 857.4151, 4002.4976 9512.824 858.65826, 3991.2593 9582.726 861.8947, 3989.5972 9519.721 854.8548, 4002.4077 9429.6045 847.7882, 4035.904 9329.147 848.00275, 4108.28 9260.794 851.25525, 4216.862 9248.963 851.219, 4306.4995 9271.839 854.1822, 4371.124 9357.711 859.72595, 4387.205 9443.637 862.06775, 4382.4053 9529.148 863.2263, 4433.6836 9606.23 866.03516, 4524.365 9584.855 861.7313, 4622.4883 9512.508 851.3459, 4699.2417 9425.174 846.4787, 4767.7485 9330.836 847.3388, 4829.523 9266.355 851.777, 4920.728 9254.758 859.1069, 4959.892 9327.629 861.71375, 4967.8306 9402.303 860.2608, 4937.3306 9509.5625 857.8431, 4859.378 9579.903 850.07996, 4789.5693 9622.126 832.9478</trace>
</ink>
</file>

<file path=ppt/ink/ink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4491.2573 8878.692 874.14984, 4448.5483 8944.026 866.2662</trace>
</ink>
</file>

<file path=ppt/ink/ink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5162.3164 8864.214 874.14984, 5144.5083 8932.789 861.75336, 5131.73 8999.623 850.152, 5120.91 9082.977 839.74335, 5113.419 9165.088 831.1396, 5108.4087 9227.912 824.89856, 5105.993 9296.9375 820.77985, 5108.8774 9425.928 824.516, 5118.776 9501.752 819.5099, 5148.4023 9596.3125 807.8198, 5173.2866 9662.198 786.0477</trace>
</ink>
</file>

<file path=ppt/ink/ink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5042.8135 9286.154 874.14984, 5173.5938 9294.348 848.89294, 5264.49 9304.001 835.9418, 5372.3135 9314.665 824.7428, 5437.4624 9321.108 809.81696, 5519.5283 9329.434 773.66766, 5583.6045 9339.996 7.641883</trace>
</ink>
</file>

<file path=ppt/ink/ink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5668.829 9332.175 874.14984, 5556.472 9373.97 860.6793, 5460.8193 9423.773 857.9863, 5406.7007 9499.109 862.56433, 5469.6973 9513.862 860.6736, 5562.614 9446.437 854.08966, 5635.5845 9366.985 848.8878, 5683.488 9301.358 844.2369, 5695.981 9402.903 845.1346, 5705.873 9503.875 849.35815, 5734.9844 9590.098 855.56323, 5800.3794 9618.907 859.0576, 5872.1304 9550.491 854.5025, 5929.63 9484.937 786.6488</trace>
</ink>
</file>

<file path=ppt/ink/ink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6055.8374 8592.228 874.14984, 6055.8364 8684.288 863.47266, 6055.8364 8826.501 851.8232, 6055.8364 8925.069 844.1385, 6055.8364 9000.322 837.7817, 6055.8364 9089.541 830.7773, 6055.8364 9206.627 822.7982, 6056.816 9328.347 812.3384, 6057.7773 9421.701 802.92596, 6062.3164 9532.757 773.50366, 6065.2666 9604.595 747.24, 6067.1616 9677.516 693.87885, 6069.5806 9742.032 496.0493</trace>
</ink>
</file>

<file path=ppt/ink/ink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6595.443 8710.123 874.14984, 6692.2695 8856.965 823.8304, 6739.1377 8973.29 804.28076, 6770.3237 9110.882 787.324, 6776.1553 9263.553 772.7337, 6776.3066 9376.067 761.71716, 6751.465 9495.353 749.07666, 6716.293 9602.332 738.00793, 6671.7876 9706.445 725.9223, 6591.9077 9847.907 701.77167, 6475.3774 10012.593 675.59955, 6399.2686 10118.949 631.42676, 6357.749 10184.249 579.2046, 6301.427 10256.026 532.94995</trace>
</ink>
</file>

<file path=ppt/ink/ink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3389.0652 10071.6045 874.14984, 3429.6548 10167.846 867.021, 3442.4941 10234.907 863.9971, 3449.1243 10299.978 861.76166, 3451.9087 10367.181 861.7723, 3448.2864 10468.7295 863.04407, 3442.1653 10389.422 860.59674, 3475.2866 10282.965 855.2994, 3522.2197 10194.6045 855.5315, 3590.8008 10155.264 857.3745, 3655.9094 10212.178 857.6264, 3690.8972 10301.755 855.27045, 3701.4724 10407.271 851.5649, 3698.372 10485.356 852.1421, 3704.6592 10408.741 845.79407, 3718.8723 10343.151 840.5555, 3747.321 10239.714 840.3783, 3792.0115 10164.001 848.9977, 3872.8076 10199.098 855.25116, 3897.6216 10298.35 856.58435, 3914.9324 10398.738 855.7291, 3935.72 10487.554 857.6046, 3982.7625 10554.474 859.87744, 4052.0295 10567.301 861.1307, 4148.419 10507.606 858.0506, 4214.3 10439.449 856.2286, 4242.4854 10338.7295 857.0212, 4148.2944 10301.339 857.61304, 4109.366 10394.602 857.13495, 4116.7334 10472.625 855.67004, 4212.178 10564.634 846.9185, 4281.517 10594.878 837.8303, 4351.153 10598.415 826.91864, 4430.056 10612.519 797.5932, 4495.8447 10590.724 610.52545</trace>
</ink>
</file>

<file path=ppt/ink/ink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4327.6294 9980.598 874.14984, 4264.3345 9995.753 865.1548, 4196.1294 10015.071 858.96155, 4127.6743 10034.139 846.6751</trace>
</ink>
</file>

<file path=ppt/ink/ink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4506.8853 9995.594 874.14984, 4521.29 10117.407 856.4933, 4527.5977 10191.4 849.56006, 4534.371 10272.306 845.8802, 4540.654 10342.731 843.7959, 4552.259 10456.142 843.03656, 4562.9634 10550.211 844.1803, 4568.236 10627.661 850.8588, 4553.5176 10692.491 239.78288</trace>
</ink>
</file>

<file path=ppt/ink/ink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4525.2695 10256.72 874.14984, 4602.9355 10234.338 861.02466, 4731.508 10223.757 848.92664, 4798.5464 10223.121 840.9158, 4876.2676 10220.906 821.934, 4941.606 10228.356 225.80193</trace>
</ink>
</file>

<file path=ppt/ink/ink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10388.059 874.14984, 4844.3535 10442.693 862.4527, 4755.137 10505.686 864.0558, 4759.4644 10570.857 864.8219, 4826.619 10548.129 859.5034, 4919.4863 10462.167 849.314, 4981.8115 10376.72 848.4179, 5005.522 10313.373 851.4779, 4970.477 10378.516 858.1607, 4970.8594 10487.467 860.2305, 4983.7476 10551.395 860.8787, 5047.5327 10636.872 861.8132, 5114.8057 10631.503 859.76965, 5174.9824 10508.68 847.20306, 5204.415 10442.567 825.9679, 5222.069 10358.586 785.4213</trace>
</ink>
</file>

<file path=ppt/ink/ink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9920.098 874.14984, 5276.6133 10024.312 860.97864, 5273.579 10096.062 851.6263, 5271.1313 10183.696 842.896, 5269.7236 10314.529 830.5896, 5273.486 10439.487 826.2905, 5279.017 10520.769 823.29504, 5286.198 10600.99 825.0117, 5301.6904 10707.204 833.8407, 5364.8047 10695.816 862.7088</trace>
</ink>
</file>

<file path=ppt/ink/ink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5445.449 9980.598 874.14984, 5458.287 10078.966 861.713, 5460.484 10148.324 853.6839, 5461.5044 10220.513 845.8524, 5463.2227 10347.826 833.868, 5467.5923 10464.045 830.4262, 5472.8877 10538.094 829.3977, 5480.8594 10608.497 831.1864, 5497.8467 10705.248 838.85645, 5568.472 10728.064 852.16003, 5626.5303 10647.033 855.9227, 5663.8037 10553.111 857.5405, 5686.8203 10487.494 860.2657, 5693.029 10579.286 853.2109, 5703.892 10672.799 845.39746, 5724.656 10742.112 828.22296, 5787.5923 10770.115 502.72873</trace>
</ink>
</file>

<file path=ppt/ink/ink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5757.997 10192.602 874.14984, 5765.2817 10299.406 860.42944, 5772.7056 10373.578 842.6359</trace>
</ink>
</file>

<file path=ppt/ink/ink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10825.512 874.14984, 6018.8555 10781.939 863.07855, 6097.207 10696.33 855.9022, 6139.9995 10615.255 853.54895, 6155.0454 10529.112 853.4947, 6121.2417 10435.292 854.1999, 6042.5625 10415.284 856.03296, 5979.023 10476.584 856.04346, 5947.058 10613.871 843.6119, 5944.1294 10717.335 834.2451, 5946.4126 10816.566 825.38776, 5950.134 10897.179 816.90857, 5958.0176 10990.433 793.63135, 5966.0293 11079.424 762.79297, 5972.1577 11148.689 718.45166, 5979.8784 11216.634 636.3361</trace>
</ink>
</file>

<file path=ppt/ink/ink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6204.7573 10448.558 874.14984, 6218.241 10540.511 863.8402, 6222.0503 10648.984 856.5869, 6227.454 10750.799 858.6708, 6251.01 10835.288 862.00494, 6337.588 10818.251 860.3086, 6399.188 10705.865 848.36993, 6430.978 10601.878 837.81525, 6425.4346 10700.975 837.8598, 6425.8965 10789.225 840.72015, 6453.677 10871.517 850.8032, 6525.97 10906.35 858.15247, 6631.7896 10856.153 854.9736, 6703.193 10770.189 850.4577, 6728.8784 10673.932 848.96844, 6714.7163 10599.205 851.2365, 6638.3965 10559.246 855.5147, 6588.8325 10650.703 859.3482, 6621.3745 10766.724 855.98987, 6647.6025 10845.612 843.9187</trace>
</ink>
</file>

<file path=ppt/ink/ink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3403.7732 1604.8776 874.14984, 3335.1118 1605.8752 871.6498, 3225.2986 1621.7964 868.39856, 3159.5815 1639.0767 866.61786, 3058.9207 1671.3037 863.9507, 2948.014 1730.8118 864.8803, 2827.4727 1839.9834 863.53204, 2777.9353 1909.9495 863.3598, 2740.1472 1986.5011 862.7564, 2696.4592 2090.3027 860.7815, 2681.4934 2203.149 861.63715, 2686.9062 2270.6416 862.3619, 2709.386 2372.7527 863.18134, 2767.2688 2476.3472 862.25793, 2843.9988 2553.5193 863.0584, 2967.9126 2605.6633 864.4553, 3043.0476 2612.668 864.326, 3122.7654 2605.859 863.4149, 3190.7422 2592.952 862.42755, 3304.8564 2552.347 861.6668, 3419.25 2479.121 861.6741, 3492.6445 2419.0068 862.8434, 3563.5293 2344.2017 863.7944, 3617.4521 2275.1284 863.542, 3658.2861 2207.917 864.35065, 3684.3044 2137.1982 866.4764, 3697.8518 2071.81 867.32904, 3694.7358 1972.2777 866.6233, 3681.0476 1893.7875 866.51245, 3643.1162 1800.2931 867.026, 3577.2898 1720.6368 866.8928, 3496.851 1672.8989 866.5169, 3426.7551 1642.6244 866.8515</trace>
</ink>
</file>

<file path=ppt/ink/ink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4476.549 1604.8776 874.14984, 4389.2373 1638.9161 867.62994, 4291.3213 1685.3706 862.0172, 4215.357 1725.8512 858.40515, 4118.487 1798.0985 858.95135, 4031.0105 1887.2451 857.8123, 3979.5452 1954.8759 859.4293, 3945.1785 2058.725 862.52094, 3936.1135 2159.367 862.7789, 3954.7495 2260.7612 862.1006, 4019.3906 2361.8137 863.8691, 4091.9888 2429.1384 864.01074, 4192.684 2476.2651 863.25195, 4258.113 2488.8284 862.68524, 4333.2476 2492.5376 861.01855, 4396.46 2490.8137 860.1394, 4511.4443 2472.4082 859.6826, 4574.4546 2451.112 860.5062, 4673.085 2405.6812 861.1413, 4766.6924 2342.7144 861.2758, 4856.433 2250.3286 864.7167, 4917.551 2121.5122 864.2908, 4928.86 2050.5913 864.6792, 4926.433 1981.9099 864.8282, 4905.2534 1882.0597 865.7727, 4866.3276 1808.8397 867.08997, 4807.782 1742.1382 869.02606, 4735.0186 1695.9034 869.449, 4664.6494 1670.0193 869.2622, 4596.5015 1654.684 866.73755, 4521.593 1642.6244 847.5296</trace>
</ink>
</file>

<file path=ppt/ink/ink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5618.27 1642.6245 874.14984, 5554.0215 1670.2687 869.49713, 5464.0 1733.7747 864.0046, 5377.2417 1817.2008 859.01666, 5326.1294 1889.6141 857.54785, 5285.0166 1964.4812 858.7745, 5256.6387 2058.5237 861.2835, 5244.904 2147.2302 862.4868, 5277.3726 2245.9712 864.6436, 5368.6343 2321.174 865.3003, 5466.5435 2359.8533 863.68646, 5536.763 2369.2654 863.25336, 5614.0796 2369.7075 862.81757, 5691.495 2361.0264 862.4439, 5805.353 2337.2617 861.8194, 5868.8057 2311.7263 860.9813, 5976.619 2256.2122 859.51495, 6055.895 2204.029 861.8784, 6152.3667 2114.2485 864.3147, 6207.6006 2042.2524 864.8065, 6246.3594 1946.2358 866.7047, 6253.347 1831.8564 867.49585, 6212.9907 1724.447 866.74554, 6154.5415 1656.0046 866.4981, 6031.2944 1611.24 864.0677, 5923.3325 1597.4702 858.8316, 5806.512 1615.0542 846.9013, 5722.951 1644.5175 830.3454, 5658.765 1670.334 775.6957</trace>
</ink>
</file>

<file path=ppt/ink/ink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7113.9053 1620.39 874.14984, 7039.6553 1647.8868 868.2209, 6964.8164 1674.6167 863.55707, 6891.666 1703.4022 860.1546, 6799.6157 1749.4496 857.64185, 6704.031 1812.7405 856.116, 6632.52 1874.971 856.12634, 6576.996 1952.4413 857.8105, 6550.741 2033.6439 860.9452, 6553.1455 2122.878 862.9956, 6599.5903 2223.6724 862.9265, 6660.1177 2290.8213 862.3034, 6771.3545 2328.6685 859.8691, 6876.693 2336.8694 856.67786, 6989.5645 2327.3223 856.6547, 7052.828 2316.7944 857.73676, 7156.0913 2293.5645 859.6321, 7275.443 2246.662 858.8018, 7370.3223 2198.7114 858.2795, 7438.525 2144.7683 858.9133, 7484.194 2080.9197 858.5514, 7521.3545 1983.3129 861.26825, 7535.1226 1893.39 864.03973, 7515.349 1793.8137 864.8186, 7446.226 1695.32 865.39154, 7362.15 1636.9486 864.1907, 7250.5225 1614.2999 860.51685, 7184.6753 1610.2511 858.7647, 7121.007 1601.9803 855.1471, 7036.1064 1594.5217 844.8292</trace>
</ink>
</file>

<file path=ppt/ink/ink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1665.8933 874.14984, 8048.4478 1686.2396 867.47534, 7980.696 1704.4902 864.2381, 7914.526 1727.1075 862.1437, 7828.102 1778.2557 861.2729, 7763.232 1838.947 860.31604, 7709.7773 1925.3107 860.32874, 7677.337 2040.927 862.6385, 7676.0596 2133.7122 863.6843, 7732.726 2233.0664 862.03107, 7797.8066 2292.7632 859.891, 7896.864 2327.5637 859.2923, 7984.0996 2341.596 860.20276, 8052.301 2340.343 860.2958, 8170.9575 2326.212 859.3282, 8239.309 2309.5762 856.04614, 8309.714 2288.0823 852.8104, 8375.19 2262.8584 855.1108, 8479.55 2186.743 858.8026, 8541.549 2101.3357 858.40265, 8568.612 1995.1597 857.05426, 8561.245 1899.0791 858.47205, 8522.512 1824.3677 859.4809, 8433.42 1750.9869 857.6692, 8337.974 1696.378 855.21295, 8261.899 1662.6462 851.3406, 8182.3965 1626.6376 839.65356, 8116.933 1599.4019 803.7552</trace>
</ink>
</file>

<file path=ppt/ink/ink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2902.757 874.14984, 2957.8481 2917.9138 867.93, 2865.3098 2948.298 863.2095, 2785.3472 2985.9558 860.14777, 2712.5007 3032.0676 859.14465, 2643.4573 3110.225 858.55035, 2605.9604 3179.9573 858.5729, 2588.7512 3286.0037 858.4493, 2586.0286 3380.8267 859.21155, 2608.2466 3482.6946 862.01245, 2664.4143 3579.5474 861.9978, 2763.3596 3658.0842 859.0562, 2850.9868 3698.4524 857.31903, 2971.676 3710.8218 856.80927, 3069.1184 3703.6152 855.64844, 3181.6016 3670.4382 855.5907, 3279.6765 3627.7349 856.555, 3376.1997 3569.5396 857.3003, 3464.5447 3499.1357 857.7813, 3523.6953 3428.2505 860.8501, 3559.5806 3355.9636 863.3321, 3575.304 3238.8298 862.5338, 3568.747 3143.1445 863.668, 3535.3516 3059.664 865.3244, 3449.8901 2980.7202 863.19226, 3356.254 2929.5603 859.7978, 3246.7556 2894.8262 855.3747, 3151.6472 2874.6526 842.6025, 3069.8572 2867.9834 824.81976, 3005.9136 2863.8948 769.2309</trace>
</ink>
</file>

<file path=ppt/ink/ink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4461.8413 2857.254 874.14984, 4388.1016 2839.873 869.58374, 4297.746 2836.9253 865.4401, 4210.488 2849.3396 861.5911, 4116.5327 2891.3137 858.41907, 4033.7449 2947.5889 856.0154, 3950.249 3037.9124 854.19385, 3884.0212 3133.4226 853.79626, 3844.4224 3225.9263 854.98346, 3833.1968 3313.3992 858.6024, 3860.3086 3411.1274 860.19446, 3919.08 3502.2505 859.5878, 3997.5476 3572.326 858.2816, 4118.2334 3619.4465 857.3301, 4222.632 3635.5852 855.3035, 4292.6113 3630.9783 853.9535, 4369.8657 3618.7036 852.5092, 4444.646 3602.4495 853.3334, 4565.441 3567.1492 855.72656, 4637.983 3533.2974 856.4124, 4710.531 3491.031 855.9626, 4812.4253 3422.229 851.9278, 4897.742 3332.7546 853.3925, 4938.9355 3260.6274 857.4768, 4938.345 3178.5144 859.3177, 4903.41 3100.1108 859.6199, 4834.533 3023.6987 860.3477, 4769.1274 2975.6272 860.0843, 4665.2876 2939.292 858.9907, 4550.5664 2913.2195 857.8995, 4469.6885 2897.5571 857.3072, 4405.4746 2884.8892 833.4383</trace>
</ink>
</file>

<file path=ppt/ink/ink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5743.2896 2857.254 874.14984, 5665.978 2855.0537 868.01337, 5571.826 2879.912 863.3371, 5500.9614 2910.2046 860.63983, 5403.133 2974.3606 859.23944, 5322.9116 3060.898 860.8743, 5271.1787 3150.8787 861.1386, 5250.281 3266.0554 861.9488, 5257.341 3356.7036 863.4615, 5297.969 3436.7178 864.63855, 5381.964 3499.9543 863.9235, 5498.3545 3537.1904 863.5742, 5576.642 3543.2717 863.40967, 5710.5728 3538.8438 862.77167, 5797.2993 3520.3848 862.4813, 5883.8135 3492.4355 862.47974, 5962.466 3455.2927 862.8173, 6030.5015 3408.7678 862.79626, 6120.865 3329.3162 862.10803, 6173.263 3231.5022 864.15674, 6190.1006 3126.2236 864.1299, 6177.684 3035.1958 864.68787, 6110.4854 2937.2385 864.70276, 6009.381 2866.2603 862.0458, 5904.961 2828.7112 858.33765, 5839.6753 2819.1304 854.8487, 5735.727 2811.8884 842.4222, 5668.1943 2810.1638 817.6693</trace>
</ink>
</file>

<file path=ppt/ink/ink2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7128.613 2766.7642 874.14984, 7063.5435 2763.7075 865.03595, 6934.2773 2771.9072 850.0603, 6860.6455 2783.4666 846.2218, 6789.7666 2800.347 844.81024, 6692.341 2831.681 848.4426, 6623.523 2868.3555 850.227, 6560.927 2936.5718 852.6371, 6512.9033 3021.235 856.4443, 6476.529 3114.5537 858.6487, 6455.303 3203.7615 860.55237, 6456.7925 3303.6711 862.15515, 6494.5366 3406.623 861.4832, 6542.247 3475.2708 860.6558, 6624.672 3521.2883 860.4601, 6709.0015 3540.239 859.4721, 6810.722 3533.435 860.1004, 6909.0415 3511.723 860.5963, 7026.8774 3472.6619 859.0226, 7129.019 3428.1045 857.48895, 7220.82 3369.8933 859.98553, 7289.844 3308.8909 861.2022, 7340.905 3221.3804 862.77795, 7350.6094 3089.3176 864.0657, 7325.954 2983.091 864.83765, 7221.763 2875.34 861.74133, 7112.26 2814.2659 855.2423, 7048.359 2795.367 851.8294, 6985.5767 2778.2808 845.39056, 6914.5884 2758.5898 828.2866, 6851.625 2744.3762 8.218712</trace>
</ink>
</file>

<file path=ppt/ink/ink2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8112.2207 2797.2722 874.14984, 8046.487 2781.0168 869.06464, 7950.1973 2783.9077 861.7671, 7851.3354 2817.1904 856.6185, 7730.3794 2876.7458 854.55286, 7639.3975 2939.7632 853.03754, 7580.305 3017.815 854.321, 7548.0454 3113.9675 855.76855, 7553.5693 3211.4824 859.329, 7585.797 3296.7354 861.994, 7672.983 3379.5981 860.5612, 7796.873 3426.6748 857.50903, 7896.257 3440.6233 856.2367, 7960.543 3436.0852 855.5624, 8067.112 3419.61 856.4649, 8180.8735 3375.2275 859.3299, 8265.546 3321.756 861.1713, 8337.264 3233.6475 861.8716, 8359.328 3144.818 863.7365, 8349.23 3065.1575 864.3282, 8288.844 2961.5864 861.45276, 8207.544 2872.4011 858.4428, 8135.3394 2826.2905 861.1151, 8072.0566 2833.905 862.77313, 8006.46 2838.169 428.37485</trace>
</ink>
</file>

<file path=ppt/ink/ink2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3314.605 3989.1497 874.14984, 3213.6184 3934.515 865.4142, 3107.9888 3918.6821 862.8296, 2998.5042 3929.1716 859.0447, 2879.107 3974.7915 856.0079, 2792.5532 4027.8232 856.9154, 2726.7622 4095.9043 857.3701, 2670.56 4189.2983 858.3044, 2634.7378 4277.49 859.40674, 2617.6438 4378.6367 860.01105, 2631.542 4489.288 859.8051, 2661.4207 4572.4478 859.6315, 2715.3486 4656.4644 859.3657, 2778.856 4723.0845 859.52026, 2859.2034 4772.0757 859.8272, 2934.897 4801.5645 859.69354, 3035.7295 4810.2354 859.2926, 3152.562 4785.1987 858.7978, 3238.7554 4751.7905 859.2019, 3324.061 4686.267 860.51337, 3381.4463 4618.911 860.7693, 3425.9263 4520.8687 859.9031, 3453.0537 4438.4043 860.34033, 3469.3142 4356.0215 861.7282, 3470.02 4254.9595 862.6095, 3452.2866 4173.2295 863.3357, 3381.773 4086.9155 862.4338, 3299.6025 4025.0786 860.12823, 3219.7986 3984.3115 855.5267, 3155.2202 3953.9756 823.49817</trace>
</ink>
</file>

<file path=ppt/ink/ink2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3898.66 874.14984, 4316.7793 3898.4475 862.4058, 4200.5083 3925.7 858.66016, 4134.6323 3951.7166 856.95276, 4033.9 3998.6204 855.354, 3930.0796 4068.8186 853.98425, 3857.7898 4137.402 853.66296, 3803.2917 4249.462 854.6102, 3777.6943 4350.5195 855.167, 3781.377 4471.916 855.52, 3818.259 4590.9873 856.1927, 3861.1182 4668.9785 857.2052, 3935.4407 4733.376 857.7734, 4018.642 4779.1323 857.84094, 4134.653 4808.535 857.5642, 4198.087 4814.544 857.5493, 4295.8506 4814.772 857.5603, 4413.087 4789.617 857.27484, 4519.473 4751.443 856.2231, 4638.372 4676.8433 854.9568, 4716.552 4610.671 856.1977, 4781.026 4513.7173 858.65045, 4820.157 4423.2627 859.3278, 4842.7275 4324.3276 858.4133, 4840.449 4232.6016 858.89685, 4804.917 4139.976 859.54785, 4753.7085 4069.3384 859.2377, 4670.0356 4003.915 858.6084, 4560.0063 3944.85 857.6818, 4455.874 3902.8247 854.65955, 4383.9624 3876.1602 847.198</trace>
</ink>
</file>

<file path=ppt/ink/ink2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5663.3135 3896.0745 874.14984, 5595.9824 3891.0469 865.3244, 5493.6167 3908.704 865.0013, 5398.6777 3946.7893 862.23596, 5327.0703 3991.5928 860.0172, 5266.9175 4065.8599 859.01355, 5220.3027 4175.927 858.8029, 5206.2935 4240.4937 859.0393, 5200.4824 4310.757 860.10266, 5202.3735 4374.2173 860.91876, 5222.4795 4488.742 860.8611, 5290.6646 4600.9497 861.16846, 5395.537 4670.9043 860.4395, 5501.6 4703.0312 857.9227, 5606.1504 4710.128 855.53314, 5717.4424 4700.0977 855.7698, 5824.5156 4674.1978 856.46704, 5914.171 4638.2666 857.43335, 6007.5566 4576.9297 858.64886, 6092.452 4484.9927 860.99084, 6118.667 4382.28 861.9315, 6122.1006 4286.603 861.0578, 6090.295 4173.3413 859.1509, 6048.561 4095.2617 858.9161, 5972.019 4025.4424 858.44666, 5889.0264 3974.4026 857.9213, 5784.495 3931.7974 857.58105, 5718.846 3914.512 857.4421, 5615.101 3894.1455 856.9704, 5500.358 3892.52 854.33636, 5426.1113 3893.936 848.75806</trace>
</ink>
</file>

<file path=ppt/ink/ink2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6771.0215 3884.1816 874.14984, 6675.291 3915.1157 862.471, 6569.2524 3968.2478 859.0321, 6487.5674 4027.333 857.7079, 6404.0386 4124.1313 856.5338, 6370.244 4226.292 856.18024, 6368.429 4320.3755 856.57764, 6406.402 4430.017 856.1218, 6471.221 4525.2866 855.39343, 6561.8926 4599.959 854.6022, 6625.693 4631.4614 854.2047, 6689.4287 4653.934 853.8234, 6800.3867 4679.243 853.1855, 6868.4917 4683.276 853.2206, 6937.3237 4679.907 853.5933, 7002.994 4668.467 854.2531, 7098.0044 4638.061 855.90845, 7188.8047 4568.183 856.9339, 7259.4053 4482.5444 856.9819, 7301.4834 4384.9717 856.9251, 7307.567 4279.85 857.35425, 7290.617 4191.877 857.4434, 7237.1787 4086.8323 857.2172, 7182.598 4010.7466 857.2777, 7087.613 3932.6072 857.22943, 6988.9277 3882.0552 856.5994, 6868.8525 3850.494 855.3396, 6806.0215 3850.8496 852.5852, 6736.9785 3847.4614 846.4379, 6674.0015 3859.3262 658.89716</trace>
</ink>
</file>

<file path=ppt/ink/ink2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3838.1614 874.14984, 7823.2305 3853.087 862.2688, 7760.0347 3873.3828 856.83685, 7696.1763 3900.3208 853.5282, 7605.905 3947.8772 851.05493, 7540.8076 3999.7837 851.8427, 7486.0103 4103.591 850.8652, 7471.99 4169.3364 850.8871, 7466.5537 4232.665 851.70374, 7470.244 4334.481 853.38513, 7501.3584 4440.879 856.06775, 7546.989 4521.2417 859.5169, 7627.456 4587.6963 861.11487, 7750.387 4626.2603 858.07074, 7823.708 4629.154 854.06696, 7935.112 4615.326 848.67554, 8033.1123 4565.1216 849.41785, 8106.2446 4501.635 850.3671, 8167.2886 4420.9126 852.0757, 8217.107 4325.952 855.6734, 8235.339 4234.422 860.3805, 8223.145 4134.311 861.10645, 8182.1665 4035.9207 859.8285, 8099.064 3936.912 856.25116, 8021.099 3875.3352 845.4593, 7946.2144 3856.0693 829.1259, 7881.5425 3846.5918 745.7889</trace>
</ink>
</file>

<file path=ppt/ink/ink2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5046.0684 874.14984, 2888.51 5087.8647 862.6911, 2796.2966 5150.1064 858.9214, 2732.1064 5207.5176 857.3359, 2665.1448 5305.343 857.36127, 2635.4421 5405.1636 857.48846, 2629.9404 5486.3716 858.5016, 2661.8723 5581.3516 858.8951, 2712.7568 5652.9224 858.6928, 2789.7195 5710.4214 858.3004, 2889.6606 5749.2026 857.8232, 2991.4822 5765.9683 857.14404, 3057.4734 5764.0747 856.6593, 3127.2422 5752.708 856.1488, 3196.842 5731.034 855.77435, 3294.0312 5689.576 855.3366, 3378.093 5611.4897 855.648, 3432.0552 5532.578 856.4285, 3468.5247 5437.945 857.3662, 3483.4297 5352.414 859.7512, 3457.7534 5251.7446 861.3381, 3403.0796 5165.438 860.37665, 3310.7012 5086.1753 856.64984, 3246.686 5052.414 855.32825, 3142.6157 5008.6074 853.7963, 3021.947 4988.3037 845.9459, 2920.2424 4998.8965 833.6109, 2853.137 5008.3213 808.3141</trace>
</ink>
</file>

<file path=ppt/ink/ink2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5030.5557 874.14984, 4265.825 5027.8433 864.24207, 4152.2197 5041.898 859.3203, 4064.031 5066.2354 856.1538, 3991.1267 5100.39 856.0138, 3910.228 5162.2446 854.80804, 3848.4744 5248.6 856.2571, 3817.9211 5322.231 858.1392, 3813.3167 5423.727 859.2121, 3831.1143 5514.117 859.0764, 3881.4092 5604.0986 858.60547, 3957.4426 5682.9165 857.8473, 4042.2937 5735.923 857.05896, 4166.6494 5768.6797 856.48145, 4265.369 5778.564 855.951, 4392.842 5758.295 855.6097, 4490.905 5722.0596 855.6428, 4584.218 5658.3384 856.1627, 4663.3804 5563.388 858.7236, 4704.348 5446.5566 859.8276, 4708.5156 5350.254 859.36505, 4672.1655 5243.44 858.95807, 4616.04 5154.651 859.0094, 4541.5464 5093.1157 858.2781, 4426.637 5043.8823 857.3442, 4334.225 5015.332 856.88367, 4232.1357 4987.5903 855.8288, 4164.001 4970.057 853.251</trace>
</ink>
</file>

<file path=ppt/ink/ink2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5757.997 5000.5654 874.14984, 5654.223 5008.8374 863.27686, 5535.1133 5044.9624 856.1851, 5443.2476 5085.2515 850.15625, 5362.444 5135.547 849.18, 5274.64 5228.099 850.809, 5222.9097 5317.12 853.4566, 5208.5522 5439.754 854.794, 5230.225 5536.246 856.0989, 5306.784 5632.5186 855.7836, 5395.777 5698.258 853.523, 5504.773 5736.382 852.88983, 5573.6245 5745.488 852.9917, 5687.9414 5749.3984 853.3234, 5751.698 5742.8535 853.48285, 5820.237 5728.799 853.64594, 5889.9043 5707.1626 853.9538, 5992.89 5664.524 855.984, 6080.043 5582.891 858.5001, 6133.154 5495.9326 858.8415, 6152.561 5395.6797 858.3216, 6140.73 5297.6973 858.8139, 6110.817 5214.086 858.7503, 6047.906 5125.048 858.4047, 5973.9595 5055.772 858.5536, 5885.2085 5001.6074 858.6683, 5779.9004 4961.527 857.9774, 5684.1245 4955.293 854.47974, 5618.0605 4954.88 846.6186</trace>
</ink>
</file>

<file path=ppt/ink/ink2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6899.718 5000.5654 874.14984, 6804.7754 5004.3076 862.0476, 6688.764 5031.17 859.53235, 6583.116 5094.0454 858.8419, 6518.8115 5153.61 858.26013, 6473.2993 5218.7363 856.9372, 6445.094 5323.833 856.7277, 6441.773 5415.9214 856.92957, 6467.998 5503.46 857.46185, 6526.495 5581.355 858.0465, 6604.781 5638.9146 857.8506, 6726.214 5675.9985 856.88635, 6826.319 5687.565 855.8624, 6889.3027 5683.421 855.50366, 6957.4663 5672.982 855.23083, 7067.2295 5647.028 854.90625, 7189.3804 5588.1367 854.6461, 7279.832 5524.0117 856.2233, 7345.39 5426.0747 858.5183, 7368.789 5334.92 859.0409, 7347.8154 5225.8765 857.95264, 7296.3687 5126.891 856.90967, 7219.3413 5045.729 855.7193, 7118.7056 4985.0166 855.4476, 7026.8296 4954.5493 855.7114, 6900.0366 4952.6646 855.8762, 6831.3296 4958.298 855.8671, 6766.7837 4962.116 856.00836, 6703.4014 4970.237 848.43646</trace>
</ink>
</file>

<file path=ppt/ink/ink2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7903.549 4970.057 874.14984, 7798.7124 4998.3345 866.08325, 7703.562 5043.532 860.6229, 7622.2334 5095.6167 853.8153, 7553.2534 5166.225 850.36304, 7504.25 5269.151 850.3867, 7483.602 5367.6865 851.66125, 7491.7827 5467.223 853.5102, 7533.3687 5557.227 856.4913, 7646.2363 5643.4087 858.2038, 7743.486 5673.711 857.3196, 7845.52 5681.7124 856.8016, 7963.873 5645.1714 856.68787, 8057.684 5584.273 855.9306, 8126.002 5490.583 856.2781, 8143.5083 5427.495 857.2272, 8144.7544 5356.586 857.52527, 8127.656 5282.42 857.0177, 8092.465 5211.317 854.2487, 8019.181 5112.874 847.74664, 7955.194 5063.995 840.55554, 7886.506 5019.2285 831.4377, 7822.436 4978.539 820.4456, 7748.51 4932.048 787.25507, 7685.0205 4890.429 213.58748</trace>
</ink>
</file>

<file path=ppt/ink/ink2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3148.2192 5914.7686 874.14984, 3081.5977 5908.182 866.1212, 2975.165 5927.471 859.82306, 2859.2908 5986.793 853.3783, 2774.202 6053.173 849.78015, 2710.4443 6124.948 848.57996, 2671.1177 6240.6787 851.2117, 2674.9373 6309.1216 852.1743, 2709.6047 6418.048 853.1021, 2798.2004 6518.8735 850.1164, 2861.8757 6563.4536 848.86975, 2966.9722 6620.914 846.6556, 3095.8699 6650.936 846.895, 3164.3413 6652.0503 847.8168, 3231.1575 6643.367 848.9697, 3325.19 6620.2573 851.84674, 3416.6306 6556.2236 855.1913, 3474.3484 6483.4897 857.41656, 3496.4165 6388.672 857.8693, 3479.5564 6287.1743 857.3311, 3434.6782 6189.895 856.2596, 3345.243 6078.7803 854.2448, 3259.7551 5998.5054 852.2241, 3132.7268 5927.376 843.86597, 3062.3518 5890.7085 831.5369, 2998.9644 5869.348 717.0531</trace>
</ink>
</file>

<file path=ppt/ink/ink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5966.9946 874.14984, 4308.711 5967.6157 859.4896, 4239.767 5981.9053 852.30945, 4160.628 6006.2095 845.63763, 4078.9792 6039.734 840.7522, 4012.2595 6073.5615 837.5509, 3913.0444 6138.0425 836.30133, 3840.001 6208.2856 836.97845, 3799.874 6311.7925 841.8593, 3799.4424 6398.9053 848.1194, 3848.8972 6499.408 852.5782, 3922.8755 6579.054 854.4949, 4030.1392 6637.2764 853.87964, 4100.0684 6654.962 853.18134, 4175.474 6662.2935 852.59357, 4242.918 6662.0796 852.408, 4348.7812 6646.865 852.6972, 4454.664 6590.2188 854.13934, 4525.9854 6530.4883 855.6346, 4578.523 6436.9443 856.7924, 4600.4775 6347.2334 857.63763, 4587.273 6244.8687 857.84735, 4548.9727 6142.682 857.3995, 4500.113 6061.7827 856.68585, 4427.3916 5999.259 852.0958, 4356.163 5969.627 836.4891, 4289.9062 5967.8887 8.201273</trace>
</ink>
</file>

<file path=ppt/ink/ink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5860.0347 6016.1177 874.14984, 5789.2886 5993.138 869.1698, 5666.515 5974.0107 862.7922, 5599.0845 5973.123 859.103, 5499.3643 5983.5156 854.05054, 5413.2866 6009.6846 851.5177, 5296.1255 6080.0303 849.6435, 5215.0083 6152.0723 849.74603, 5169.2944 6242.206 852.22174, 5165.1016 6339.0103 854.90204, 5196.827 6434.175 855.9532, 5278.301 6538.44 854.78656, 5357.08 6608.3237 853.98145, 5486.697 6671.068 853.3006, 5601.092 6704.021 852.7136, 5669.1504 6709.8994 852.4988, 5743.8066 6706.441 852.26385, 5819.4473 6694.369 852.2714, 5923.944 6668.366 853.0017, 6027.2056 6606.176 854.4016, 6091.7188 6542.5415 856.09204, 6129.3564 6453.359 857.5113, 6138.5767 6361.8813 858.40247, 6125.218 6266.687 858.6454, 6064.7227 6161.2656 858.1813, 5983.8867 6081.961 856.9958, 5861.196 6024.0273 853.0641, 5784.4263 6009.0605 850.4478, 5720.6973 5999.9917 845.04565, 5625.8916 6005.1064 831.18616, 5562.2134 6007.308 785.2206</trace>
</ink>
</file>

<file path=ppt/ink/ink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6072.479 874.14984, 6937.0024 6067.063 864.55554, 6818.6616 6088.1895 859.576, 6751.7324 6112.286 857.1273, 6650.2437 6159.2314 853.57916, 6573.4004 6215.63 851.89966, 6510.9204 6302.997 851.84314, 6486.1562 6402.3794 853.0194, 6505.39 6500.227 854.11816, 6590.3853 6603.8784 852.46936, 6679.7715 6670.161 848.3272, 6752.2275 6698.6284 845.4841, 6836.9053 6719.3833 842.5799, 6929.109 6730.1626 839.979, 7013.574 6731.727 838.1472, 7078.4 6730.335 836.48224, 7151.9443 6716.0938 835.96216, 7225.1953 6689.141 836.83527, 7291.3696 6650.8745 839.2207, 7376.73 6582.3945 845.0904, 7420.789 6463.353 850.91925, 7426.27 6355.7 853.4245, 7408.225 6290.145 852.4971, 7376.8276 6226.0645 851.17755, 7314.5005 6138.0967 850.9848, 7210.5493 6068.703 849.4893, 7109.548 6032.856 840.4922, 7022.4277 6027.441 827.0489, 6957.6504 6027.458 792.47644</trace>
</ink>
</file>

<file path=ppt/ink/ink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7903.549 6087.4746 874.14984, 7809.3853 6097.0684 864.1405, 7710.894 6140.2656 860.18945, 7638.6255 6194.628 858.2771, 7575.3994 6291.825 857.21075, 7566.257 6393.5586 856.8371, 7582.548 6488.892 856.5542, 7642.5107 6593.446 855.1493, 7730.234 6677.7876 853.7634, 7825.147 6727.369 853.3405, 7934.8984 6735.9194 853.987, 8015.182 6718.326 855.02454, 8095.3613 6651.526 856.2206, 8142.798 6580.404 856.9955, 8157.939 6470.4634 856.82086, 8149.0537 6406.5596 856.2855, 8121.898 6308.3325 855.0362, 8040.824 6184.6426 851.94, 7975.5728 6121.3135 848.99536, 7908.862 6050.71 840.00195, 7844.0645 5998.9204 728.6072</trace>
</ink>
</file>

<file path=ppt/ink/ink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20105.803 3204.7341 874.14984, 20037.916 3160.3127 870.9209, 19964.89 3129.5005 864.38434, 19884.53 3109.0981 859.2661, 19805.412 3099.031 857.0523, 19715.762 3095.3809 856.1685, 19632.156 3096.6672 857.7965, 19503.605 3110.4028 859.0109, 19403.496 3127.5022 858.5729, 19293.254 3162.6562 859.6118, 19209.633 3197.8801 862.0511, 19133.266 3243.789 863.46576, 19067.193 3316.0095 863.96173, 19030.707 3414.223 866.8245, 19046.854 3477.3015 867.1493, 19132.297 3564.0142 866.23016, 19255.406 3613.5679 865.8919, 19332.572 3631.2153 865.5778, 19417.639 3642.0693 865.1215, 19508.402 3646.2056 864.6384, 19602.592 3644.6028 864.24677, 19693.941 3636.737 864.1649, 19776.434 3623.4822 864.43933, 19892.398 3598.1262 865.03973, 19955.344 3576.8796 865.343, 20053.895 3535.3188 865.9366, 20139.926 3467.0647 866.8456, 20178.174 3385.8352 864.5629, 20146.81 3293.7788 859.5916, 20106.646 3218.5425 844.70593</trace>
</ink>
</file>

<file path=ppt/ink/ink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19614.918 3189.2214 874.14984, 19622.58 3103.9534 852.94464, 19652.621 3036.3296 853.0051, 19703.14 2961.979 849.6352, 19791.994 2869.5713 845.64435, 19880.629 2786.7476 840.61554, 19970.85 2711.2913 834.7002, 20034.605 2659.9204 817.8368</trace>
</ink>
</file>

<file path=ppt/ink/ink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20344.809 2057.3257 874.14984, 20330.082 2157.7366 863.9263, 20314.32 2233.393 858.7776, 20297.46 2341.7344 856.96814, 20286.727 2441.9 856.003, 20283.426 2560.2522 854.2419, 20282.705 2637.3113 854.1471, 20283.615 2700.9937 8.525114</trace>
</ink>
</file>

<file path=ppt/ink/ink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20523.146 1997.344 874.14984, 20510.977 2084.0151 864.65063, 20497.623 2190.6343 858.5902, 20487.383 2278.7725 851.52747, 20477.938 2358.906 838.20575, 20469.293 2472.2258 813.0112, 20465.467 2560.0945 762.0431, 20463.395 2631.2883 623.2662</trace>
</ink>
</file>

<file path=ppt/ink/ink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20225.305 2374.2979 874.14984, 20307.85 2393.411 861.71906, 20393.947 2407.3154 858.17194, 20525.283 2399.6213 859.8316, 20630.46 2376.0361 860.04724, 20718.281 2320.43 860.1968, 20630.385 2275.3315 861.36127, 20563.033 2348.9197 862.82336, 20539.383 2426.6462 863.9337, 20590.645 2503.8281 862.149, 20706.477 2527.7332 857.966, 20787.766 2537.265 846.51495, 20853.82 2513.8735 233.62605</trace>
</ink>
</file>

<file path=ppt/ink/ink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19912.756 1921.8496 874.14984, 19908.79 2006.666 868.5729, 19924.355 2103.936 868.0227, 19998.393 2148.785 865.609, 20079.623 2121.6843 861.9535, 20145.287 2095.4016 831.0005</trace>
</ink>
</file>

<file path=ppt/ink/ink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20076.387 1951.8405 874.14984, 20057.715 2031.2642 864.6172, 20030.504 2131.9949 866.1266, 20019.986 2199.2869 865.9464, 20005.557 2278.5085 867.82733, 19996.322 2342.201 572.8652</trace>
</ink>
</file>

<file path=ppt/ink/ink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20061.678 2555.7942 874.14984, 19998.916 2564.9133 872.0298, 19928.018 2502.777 870.0702, 19999.076 2504.899 866.08154, 19989.545 2602.4805 865.2645, 19959.4 2675.6099 865.8341, 19938.746 2745.8157 866.5389, 20001.918 2794.8772 865.7278, 20068.002 2792.0483 864.0751, 20131.502 2796.151 859.76404, 20196.191 2780.953 849.0324</trace>
</ink>
</file>

<file path=ppt/ink/ink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21178.576 2012.3392 874.14984, 21150.61 2111.3274 866.87946, 21112.695 2207.4907 849.29425, 21069.604 2298.6494 845.952, 21023.87 2404.847 848.91296, 21009.352 2513.5493 851.1963, 21039.475 2606.603 852.7407, 21067.447 2669.674 861.51685</trace>
</ink>
</file>

<file path=ppt/ink/ink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21327.498 2254.3345 874.14984, 21344.514 2349.193 863.98724, 21342.082 2450.3147 859.3648, 21326.07 2520.992 859.4376, 21299.998 2440.288 853.67285, 21334.31 2350.9146 849.45844, 21407.387 2274.1597 849.8706, 21493.576 2247.9224 853.5199, 21557.537 2300.9548 856.88763, 21559.627 2387.7773 857.93884, 21544.467 2469.3704 853.0712, 21521.46 2548.555 829.0623</trace>
</ink>
</file>

<file path=ppt/ink/ink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21775.178 2268.8127 874.14984, 21712.865 2351.4053 865.6014, 21673.78 2421.304 864.79846, 21740.482 2385.1047 863.77545, 21756.725 2320.9 866.21344, 21792.568 2238.0842 867.7077, 21857.283 2223.4607 867.4866, 21940.137 2315.9534 868.0, 22033.73 2341.7036 863.9629, 22110.572 2325.9856 859.1508, 22174.703 2283.9148 854.5014, 22139.135 2396.1973 852.1699, 22107.441 2486.975 854.8305, 22065.129 2598.924 857.623, 22004.914 2676.717 858.42395, 21930.025 2687.9 859.0343, 21865.445 2683.236 804.22156</trace>
</ink>
</file>

<file path=ppt/ink/ink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22445.316 2283.808 874.14984, 22377.23 2323.2917 865.685, 22312.377 2362.462 863.988, 22245.578 2416.1472 866.4055, 22336.404 2392.5596 858.27106, 22415.824 2316.6406 850.15454, 22440.148 2396.7556 853.1985, 22520.418 2401.1956 863.7412, 22587.912 2304.727 864.1296, 22597.572 2240.3794 863.0539, 22525.322 2283.6436 863.15607, 22525.135 2372.2512 864.3141, 22592.557 2439.0674 863.94714, 22657.297 2433.9333 863.10675, 22724.62 2362.9795 860.3671, 22774.123 2286.4404 859.0881, 22788.584 2359.0073 861.3188, 22809.678 2434.5022 860.5561, 22823.629 2501.8818 857.7467, 22847.951 2570.7898 853.0278</trace>
</ink>
</file>

<file path=ppt/ink/ink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19033.025 3038.75 874.14984, 19113.309 3037.8394 871.227, 19240.807 3038.3013 868.6463, 19307.71 3038.4753 866.1252, 19374.146 3042.5886 572.48505</trace>
</ink>
</file>

<file path=ppt/ink/ink2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19152.53 2917.7527 874.14984, 19149.889 3001.5955 874.14984, 19154.527 3111.479 872.2307, 19158.383 3183.1582 870.3361</trace>
</ink>
</file>

<file path=ppt/ink/ink2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19212.281 2888.2786 874.14984, 19114.334 2871.897 868.5973, 19012.96 2911.0002 865.75977, 18950.121 2969.783 865.8313, 18913.701 3057.4246 865.79895, 18933.89 3144.687 865.7259, 19012.84 3217.1013 866.781, 19086.713 3239.6204 866.9555, 19190.256 3237.1643 867.1765, 19284.56 3202.2432 867.5867, 19366.053 3129.087 868.068, 19390.973 3045.0457 867.64026, 19374.594 2957.7954 867.1873, 19308.479 2898.0242 866.24115, 19234.346 2857.254 863.495</trace>
</ink>
</file>

<file path=ppt/ink/ink2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22996.873 2012.3392 874.14984, 23043.852 2097.6387 863.3481, 23081.436 2202.3625 857.8405, 23098.361 2290.5874 855.18274, 23100.361 2368.8315 854.9853, 23081.672 2479.9954 853.9274, 23053.43 2573.2026 855.11035, 23008.947 2682.5708 856.1871, 22978.93 2754.2075 857.56744</trace>
</ink>
</file>

<file path=ppt/ink/ink2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18929.148 3069.2583 874.14984, 18908.564 3000.4956 870.42395, 18918.78 2911.8477 868.53345, 18990.693 2938.7153 866.1017, 18977.652 3014.0273 864.43585, 18929.588 3104.8435 864.208, 18916.404 3182.5256 865.7646, 18988.803 3193.2744 852.2803, 19052.592 3197.0266 797.05865</trace>
</ink>
</file>

<file path=ppt/ink/ink2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17231.275 4714.6177 874.14984, 17134.977 4671.736 864.45355, 17015.307 4671.6455 861.84106, 16943.223 4686.3184 861.14404, 16829.979 4726.9077 859.7292, 16729.537 4813.2764 856.0867, 16691.703 4876.0996 854.0189, 16649.697 4978.5654 852.69794, 16642.059 5048.2373 851.005, 16646.646 5125.1855 848.7349, 16661.707 5198.185 847.1134, 16704.354 5315.3423 844.7771, 16747.895 5379.356 844.4279, 16875.8 5497.0464 843.31177, 16939.566 5539.5576 841.96387, 17076.996 5603.691 839.04285, 17168.625 5627.09 837.2555, 17269.121 5640.335 835.40674, 17336.982 5648.7427 833.9053, 17416.72 5648.8096 832.39215, 17501.81 5641.012 832.18713, 17586.082 5624.2954 833.9387, 17655.912 5604.4907 836.73914, 17768.195 5557.962 842.3075, 17874.787 5476.9897 848.2193, 17937.824 5404.02 853.34875, 17969.848 5296.858 856.83453, 17967.254 5233.988 857.162, 17952.66 5167.7207 856.8503, 17913.652 5063.422 854.7736, 17864.604 4994.6665 850.7427, 17792.742 4922.1855 844.5772, 17724.617 4864.7354 837.83417, 17658.58 4817.124 831.00464, 17568.65 4778.244 824.27545, 17494.566 4741.703 805.6997, 17409.613 4713.584 786.8592</trace>
</ink>
</file>

<file path=ppt/ink/ink2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16619.969 5121.0454 874.14984, 16522.596 5099.0225 860.48145, 16451.23 5078.056 850.32446, 16363.731 5052.05 839.67883, 16267.279 5023.6167 832.1978, 16129.053 4983.31 826.56036, 16000.726 4948.402 823.2173, 15909.368 4926.8394 821.53485, 15808.192 4903.708 820.1692, 15706.061 4881.215 818.90186, 15634.264 4865.5327 819.1881, 15546.114 4848.546 820.3562, 15449.263 4833.265 817.15625, 15366.275 4821.1387 811.26575, 15295.3955 4814.501 798.2713, 15231.832 4807.4956 776.7359, 15168.222 4803.2466 724.70734</trace>
</ink>
</file>

<file path=ppt/ink/ink2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16291.793 4804.073 874.14984, 16371.206 4853.3584 862.0137, 16449.236 4907.786 853.53455, 16531.842 4972.705 847.207, 16614.102 5068.338 850.87274, 16651.377 5158.1846 852.0077, 16608.545 5252.555 852.73615, 16521.254 5329.1797 848.63824, 16398.574 5396.62 842.47516, 16324.597 5434.3296 823.9376, 16258.738 5457.0093 715.2568</trace>
</ink>
</file>

<file path=ppt/ink/ink2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14214.267 4572.937 874.14984, 14195.305 4657.3794 862.45026, 14175.227 4785.737 857.41785, 14168.777 4858.6426 852.5456, 14164.882 4933.1416 846.2656, 14161.922 5035.8633 830.24713, 14159.993 5104.55 803.4993, 14157.872 5168.4585 218.85101</trace>
</ink>
</file>

<file path=ppt/ink/ink2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14079.136 4556.39 874.14984, 14126.973 4483.961 862.03033, 14244.331 4402.215 848.0458, 14319.598 4376.213 844.25085, 14383.005 4358.695 841.95, 14475.961 4375.4556 847.2373, 14492.558 4465.7666 845.7242, 14440.044 4561.0376 836.385, 14317.734 4666.641 817.3406, 14244.536 4727.0103 779.6927, 14181.665 4762.7007 724.66736</trace>
</ink>
</file>

<file path=ppt/ink/ink2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14593.002 4321.117 874.14984, 14587.538 4434.9565 860.2995, 14577.181 4533.6494 859.83905, 14565.082 4631.878 862.85736, 14543.838 4554.7104 855.7046, 14581.825 4439.831 843.20734, 14631.521 4362.565 821.7313, 14725.493 4302.9863 774.7636, 14790.163 4267.3813 687.56067</trace>
</ink>
</file>

<file path=ppt/ink/ink2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14773.177 4512.9556 874.14984, 14758.405 4585.1973 866.5299, 14820.721 4650.4634 865.33417, 14886.915 4648.05 862.8973, 14960.534 4620.874 857.04333, 15048.356 4559.4146 853.0432, 15070.522 4477.1475 855.30023, 15000.53 4430.1836 852.66394, 14881.307 4428.3745 840.3695, 14796.611 4431.76 815.9563, 14732.212 4447.382 528.6317</trace>
</ink>
</file>

<file path=ppt/ink/ink2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15189.602 3838.1614 874.14984, 15193.416 3901.521 865.53046, 15192.96 4039.2603 847.83264, 15192.473 4113.908 841.08997, 15191.857 4235.052 833.40063, 15192.592 4350.521 836.1459, 15195.132 4433.8945 834.4972, 15196.767 4521.318 830.21625, 15194.232 4603.274 824.77905, 15192.628 4671.903 821.62604, 15189.602 4744.6094 803.0999</trace>
</ink>
</file>

<file path=ppt/ink/ink2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15010.346 4231.145 874.14984, 15130.868 4208.031 851.6156, 15212.358 4194.866 841.2438, 15299.439 4179.8247 827.46313, 15376.775 4166.4917 803.12494, 15442.397 4155.1333 776.6735</trace>
</ink>
</file>

<file path=ppt/ink/ink2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15338.521 4487.101 874.14984, 15416.896 4456.1216 866.92004, 15487.543 4396.7446 866.7449, 15427.364 4332.2944 858.7862, 15334.129 4356.1504 852.442, 15248.509 4411.8647 853.63684, 15213.077 4494.4644 853.552, 15253.242 4572.9956 853.44305, 15337.42 4616.158 849.75793, 15403.468 4620.644 846.1881, 15476.459 4606.4517 837.375, 15544.455 4598.82 817.9836, 15610.318 4576.225 790.5366</trace>
</ink>
</file>

<file path=ppt/ink/ink2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15815.618 4427.119 874.14984, 15733.482 4490.4424 862.48517, 15650.863 4562.766 864.0652, 15632.838 4641.251 864.6653, 15712.276 4671.3755 860.6144, 15803.461 4653.6436 850.7729, 15889.378 4575.4277 835.8685, 15953.611 4512.45 794.6109</trace>
</ink>
</file>

<file path=ppt/ink/ink2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16008.661 3974.1543 874.14984, 16014.249 4037.676 864.357, 16019.734 4174.7666 848.95953, 16020.065 4259.529 838.6871, 16017.222 4345.569 828.0663, 16013.962 4416.083 815.89886, 16001.214 4526.68 771.7318, 15984.118 4613.137 690.90717, 15964.536 4684.1104 495.5399</trace>
</ink>
</file>

<file path=ppt/ink/ink2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15985.68 4394.0264 874.14984, 16092.241 4388.9985 860.5176, 16201.468 4413.534 864.2332, 16266.844 4481.0264 864.39624, 16273.488 4552.73 861.9209, 16263.874 4626.926 856.13727, 16247.423 4691.0103 834.2325</trace>
</ink>
</file>

<file path=ppt/ink/ink2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16247.67 4125.1426 874.14984, 16222.476 4192.3574 867.7309, 16197.038 4256.1147 838.12915</trace>
</ink>
</file>

<file path=ppt/ink/ink2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16426.006 4472.106 874.14984, 16392.053 4579.5625 865.0996, 16396.846 4684.666 864.36487, 16460.875 4749.8154 864.39795, 16496.318 4686.843 859.3051, 16485.059 4612.205 857.512, 16468.715 4536.829 860.47925, 16486.621 4471.494 862.6462, 16555.9 4423.12 861.30865, 16622.174 4417.6353 862.4985, 16675.48 4488.5513 864.42236, 16687.023 4551.983 863.9206, 16768.918 4500.6772 855.19226, 16840.873 4457.381 854.4084, 16850.605 4561.3447 854.7517, 16828.64 4638.607 857.05975</trace>
</ink>
</file>

<file path=ppt/ink/ink2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16322.129 5046.0684 874.14984, 16411.193 5046.0684 868.11725, 16514.379 5043.021 862.4406, 16614.312 5029.4746 864.86066, 16679.5 5011.733 865.09875, 16746.275 4985.1953 864.11145, 16809.41 4949.7393 862.3795, 16902.158 4882.36 857.8684, 16970.852 4788.644 858.30585, 17005.809 4700.608 859.8379, 17009.254 4634.9263 859.1661, 16997.582 4518.614 856.11664, 16978.107 4449.3633 851.9507, 16948.363 4373.1543 847.65533, 16907.75 4293.086 846.15466, 16838.045 4176.725 842.8062, 16782.95 4107.577 840.7136, 16717.111 4037.0894 838.715, 16644.389 3967.1448 836.89386, 16569.844 3902.6155 835.82117, 16443.584 3803.8567 835.305, 16356.272 3747.3525 834.7737, 16293.104 3707.3267 833.0235, 16212.78 3665.5996 830.30963, 16111.313 3624.181 826.44684, 15994.534 3588.4697 821.75775, 15880.932 3561.2373 817.47253, 15794.392 3542.3645 813.67346, 15687.309 3528.34 810.06305, 15565.924 3521.848 807.73456, 15433.713 3524.1814 805.8846, 15293.532 3537.0088 804.0682, 15176.3125 3550.6594 802.49506, 15071.073 3570.4412 801.0658, 14947.237 3602.0264 799.84064, 14814.277 3643.776 798.46497, 14677.819 3694.2703 797.238, 14588.401 3727.5767 796.43665, 14487.509 3771.902 796.50824, 14385.122 3825.6287 798.51184, 14286.68 3890.5522 802.6077, 14193.099 3967.0935 807.5384, 14111.103 4044.2527 812.15466, 13986.431 4180.8477 818.5449, 13922.868 4269.1416 820.5907, 13863.314 4361.992 823.0299, 13820.677 4431.159 826.509, 13783.465 4498.3633 830.192, 13749.998 4569.9595 834.88574, 13709.775 4682.493 842.1467, 13711.042 4808.2065 848.0461, 13736.144 4878.256 850.24084, 13792.74 4981.1274 851.76154, 13912.964 5097.943 845.6382, 13990.894 5153.3877 841.8392, 14075.121 5202.2837 839.26263, 14214.814 5267.1113 834.80865, 14318.696 5296.0083 831.4448, 14397.302 5316.333 828.04724, 14495.69 5333.6255 822.9256, 14625.558 5345.8564 814.65875, 14781.317 5349.6377 800.6606, 14948.025 5343.5215 782.76624, 15067.317 5337.8735 765.967, 15227.894 5315.8657 746.8783, 15425.824 5276.0425 723.2744, 15664.122 5215.5254 690.6217, 15818.329 5176.0728 637.4639, 15881.991 5163.9126 582.99646, 15959.968 5143.332 544.2669, 16083.121 5106.0503 464.89526</trace>
</ink>
</file>

<file path=ppt/ink/ink2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18980.629 13945.595 874.14984, 19056.83 13997.027 860.59045, 19122.54 14019.245 797.6963</trace>
</ink>
</file>

<file path=ppt/ink/ink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24739.791 9995.594 874.14984, 24709.688 10071.368 869.4782, 24672.129 10150.002 868.96796, 24641.088 10214.122 868.827, 24596.031 10297.628 869.58936, 24546.955 10368.056 870.7258, 24471.28 10443.017 872.6403, 24456.879 10522.415 870.98486, 24464.797 10598.854 870.6668, 24471.176 10530.256 871.1358, 24474.703 10601.336 871.7365, 24490.02 10680.376 873.1925, 24498.557 10615.444 872.96844, 24504.713 10685.081 872.32794, 24503.645 10616.76 872.0123, 24510.816 10543.1875 871.7206, 24520.607 10611.402 867.72394, 24514.314 10683.521 866.8467, 24524.066 10584.34 873.12006, 24536.22 10514.16 877.7171</trace>
</ink>
</file>

<file path=ppt/ink/ink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25544.143 5694.4917 874.14984, 25466.047 5661.266 871.85626, 25392.559 5624.0405 870.91223, 25371.285 5557.8516 870.56195, 25402.361 5488.447 870.16724, 25459.223 5424.689 870.1469, 25533.057 5362.1294 872.5209, 25464.076 5433.4546 868.7882, 25388.238 5485.797 867.13416, 25322.703 5523.6543 866.7115, 25254.96 5557.3687 868.48584, 25184.562 5580.7466 870.44073, 25111.81 5590.447 871.6925, 25066.314 5658.356 872.3568, 24968.582 5690.9805 872.8302, 24875.373 5676.902 872.8411, 24785.676 5675.787 872.4939, 24716.615 5722.8506 870.50287</trace>
</ink>
</file>

<file path=ppt/ink/ink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25440.264 5181.5444 874.14984, 25513.74 5200.167 870.3971, 25579.012 5187.942 814.9947</trace>
</ink>
</file>

<file path=ppt/ink/ink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25544.143 5287.0293 874.14984, 25548.977 5352.2847 873.0891, 25547.727 5415.967 868.257, 25544.28 5479.494 866.19946, 25539.742 5549.3096 865.35376, 25534.383 5612.679 865.9085, 25524.553 5688.8545 866.58527, 25508.049 5770.835 866.8405, 25497.512 5842.399 866.4308, 25492.582 5909.2803 865.49066, 25488.271 5989.5127 864.6889, 25482.883 6080.799 864.64825, 25472.443 6184.6094 867.144, 25460.465 6274.6465 864.9586, 25444.643 6365.6045 864.89044, 25426.086 6460.003 864.6038, 25411.254 6572.338 863.0635, 25406.121 6673.8726 863.07056, 25408.225 6736.629 863.5152, 25409.791 6812.6304 865.40106, 25411.22 6877.841 426.55914</trace>
</ink>
</file>

<file path=ppt/ink/ink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25587.348 5827.8984 874.14984, 25561.281 5762.4053 871.67444, 25565.135 5693.075 872.6309</trace>
</ink>
</file>

<file path=ppt/ink/ink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782.0448 9679.138 874.14984, 787.8765 9774.312 867.0903, 787.7685 9842.501 862.3638, 786.9655 9949.074 852.3013, 784.2189 10063.287 839.8716, 779.2077 10154.478 833.3059, 771.3952 10265.481 826.8033, 763.2495 10376.331 820.559, 756.7475 10463.255 814.8384, 750.2381 10577.492 808.60675, 746.01575 10714.728 801.8846, 745.22833 10871.977 795.0939, 745.2482 10996.477 789.5338, 746.36957 11125.696 782.51, 748.10236 11281.974 774.67163, 747.3203 11452.816 743.29376, 738.3939 11626.114 703.8265, 732.6327 11738.233 668.4884, 731.37384 11816.589 602.4542, 727.16534 11891.776 528.83203</trace>
</ink>
</file>

<file path=ppt/ink/ink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543.0373 9754.115 874.14984, 615.5135 9753.128 871.6073, 722.3645 9753.771 867.2836, 816.2065 9753.027 862.85596, 901.60944 9751.399 858.7432, 987.6587 9750.881 854.76624, 1112.5288 9752.4 853.3399, 1180.0968 9753.986 853.3377, 1299.4274 9758.379 853.5558, 1379.9342 9761.67 852.8602, 1471.069 9765.642 850.7165, 1543.0485 9768.854 848.91864, 1617.7203 9772.523 846.7839, 1708.373 9776.732 844.33167, 1810.6302 9780.198 841.0333, 1917.1722 9783.598 837.43066, 1990.6307 9785.924 834.2052, 2084.915 9789.265 830.8265, 2194.3193 9792.69 827.5077, 2316.143 9795.817 824.2282, 2418.7866 9797.99 821.4833, 2515.1594 9799.599 818.5338, 2632.8674 9800.621 814.9715, 2766.206 9802.177 811.2562, 2910.3398 9803.7295 807.4329, 3003.9895 9804.731 804.2164, 3122.6702 9804.823 801.25366, 3257.562 9805.408 798.4726, 3404.5964 9807.055 795.84045, 3534.8767 9808.745 793.81946, 3645.4773 9810.312 791.8549, 3779.9094 9810.957 790.31067, 3931.1174 9809.7295 788.4459, 4094.8354 9808.918 786.1798, 4209.5728 9808.383 784.6414, 4341.2466 9808.034 782.7158, 4491.2827 9807.814 781.18866, 4653.8994 9807.667 779.7985, 4826.6255 9806.634 778.44904, 4999.1226 9805.31 777.51196, 5119.332 9804.356 776.7385, 5266.0864 9803.556 775.6263, 5429.422 9803.058 774.55457, 5602.5337 9803.651 773.2721, 5744.3667 9804.281 772.86145, 5872.235 9804.999 772.9545, 6020.6753 9804.914 773.52216, 6183.7847 9803.023 774.4244, 6357.0547 9799.239 775.2762, 6469.5957 9796.769 775.81165, 6610.388 9793.531 775.78455, 6768.802 9789.23 775.5521, 6938.029 9785.332 775.2641, 7085.6562 9783.205 775.5598, 7209.8574 9782.135 775.6005, 7357.9326 9780.885 775.75146, 7519.496 9780.079 775.84424, 7689.154 9779.396 775.96045, 7806.5415 9778.832 776.39124, 7940.6855 9777.334 776.7748, 8092.5205 9775.284 777.43176, 8257.482 9772.515 777.81635, 8430.986 9768.342 777.97015, 8600.447 9764.364 778.1367, 8719.54 9761.567 778.0718, 8862.568 9760.126 778.2848, 9019.543 9760.103 778.301, 9185.923 9759.176 778.28955, 9322.108 9758.414 778.7647, 9446.93 9757.73 779.4072, 9591.427 9757.114 780.1247, 9749.673 9755.449 780.8822, 9917.429 9752.414 781.47107, 10026.758 9750.427 781.72235, 10163.247 9746.567 781.628, 10314.338 9740.937 781.44226, 10473.64 9734.327 781.74744, 10607.621 9727.918 782.78467, 10722.372 9721.845 783.79834, 10855.817 9714.416 786.05133, 11003.004 9707.384 787.80634, 11161.3955 9700.632 788.70807, 11329.014 9692.969 788.34796, 11456.734 9687.041 787.25836, 11585.313 9679.949 785.9863, 11732.286 9671.165 784.3432, 11890.907 9662.007 783.03925, 12045.117 9653.643 783.2125, 12155.411 9647.736 783.49255, 12287.617 9641.193 783.92755, 12434.69 9634.4 784.241, 12592.051 9628.7295 784.9101, 12718.388 9624.367 785.80615, 12838.586 9620.432 786.63947, 12980.664 9616.083 787.01263, 13139.008 9612.031 786.71295, 13306.046 9608.747 785.8454, 13417.4375 9606.607 784.2926, 13557.212 9606.507 783.14716, 13714.425 9608.498 781.15826, 13882.307 9613.862 779.2009, 14023.041 9620.438 777.72565, 14147.605 9627.887 776.3187, 14294.265 9637.88 775.687, 14453.3 9649.905 775.3098, 14620.996 9664.341 775.3785, 14733.253 9674.12 776.02167, 14868.9 9686.328 776.78375, 15021.392 9700.299 776.6445, 15184.503 9716.325 776.8116, 15351.594 9735.494 777.4092, 15507.442 9755.957 779.66266, 15619.321 9771.077 781.6919, 15748.879 9790.191 784.5285, 15885.709 9810.247 788.47687, 16022.688 9829.43 793.3024, 16127.322 9843.3955 798.49054, 16222.863 9855.112 804.06506, 16322.573 9865.766 811.5103, 16417.818 9876.083 819.9848, 16503.053 9887.936 828.09924, 16618.295 9909.3955 841.6616, 16723.477 9953.723 852.28125, 16793.676 10002.975 858.7016, 16850.732 10087.11 861.2024, 16887.092 10188.786 860.0775, 16911.271 10324.619 855.9184, 16917.555 10418.023 851.0445, 16919.148 10527.348 844.4508, 16917.832 10637.137 837.40247, 16916.21 10719.813 830.9062, 16911.764 10824.471 824.37085, 16904.207 10942.606 819.02374, 16895.309 11067.059 815.0937, 16888.043 11163.422 812.70074, 16880.176 11257.828 810.7518, 16869.164 11363.625 810.6378, 16853.533 11472.9 812.48706, 16833.254 11576.214 816.4257, 16818.838 11646.959 820.5788, 16796.76 11726.357 825.92847, 16766.143 11806.63 831.6684, 16728.04 11881.243 836.93665, 16662.871 11983.661 845.4721, 16564.502 12070.222 853.84784, 16497.484 12108.285 856.18396, 16387.926 12159.337 857.461, 16312.919 12181.768 854.20215, 16226.551 12200.356 849.6755, 16143.212 12214.202 847.7305, 16077.792 12223.949 845.6997, 15993.014 12233.2705 842.9643, 15894.182 12243.157 839.3361, 15784.976 12253.262 835.42334, 15701.159 12260.802 831.9905, 15610.441 12267.664 828.3606, 15499.016 12276.063 824.24316, 15373.263 12285.095 820.2776, 15244.089 12291.375 816.532, 15151.696 12295.513 812.1262, 15032.76 12296.905 807.4937, 14896.343 12296.485 803.3184, 14747.602 12295.238 799.17236, 14626.597 12294.083 795.77924, 14511.095 12292.878 792.60004, 14373.233 12290.603 790.4689, 14219.761 12285.947 788.2351, 14057.245 12278.366 786.151, 13948.557 12273.169 784.1933, 13808.237 12264.652 781.2558, 13646.728 12253.451 776.12537, 13470.471 12240.497 769.65735, 13284.974 12226.218 764.1884, 13116.382 12213.109 762.8185, 12983.9 12202.74 760.9924, 12825.911 12190.885 757.9489, 12649.406 12177.899 754.7291, 12458.237 12162.733 752.0142, 12316.257 12151.317 749.33435, 12163.757 12138.374 746.00287, 11984.707 12123.43 740.7454, 11787.111 12106.458 734.0137, 11597.283 12090.349 727.1543, 11457.0 12078.4795 719.543, 11287.861 12065.654 713.84863, 11101.931 12052.984 711.625, 10904.463 12040.05 712.2892, 10750.41 12030.131 714.3959, 10597.677 12020.537 716.22675, 10418.344 12009.427 718.60944, 10221.009 11996.786 717.28156, 10020.172 11983.755 715.85706, 9881.631 11974.769 713.6718, 9708.324 11963.624 710.76196, 9513.893 11951.128 708.3539, 9307.016 11937.747 706.1653, 9093.034 11925.262 704.7631, 8905.919 11915.913 706.08606, 8755.449 11909.113 707.41595, 8581.766 11904.03 708.6858, 8392.354 11900.795 712.4127, 8192.282 11897.845 716.72345, 8047.5596 11895.385 721.21326, 7890.4854 11891.47 725.1144, 7711.556 11885.516 727.2779, 7518.7305 11878.227 728.20776, 7338.784 11870.609 729.74176, 7201.5244 11864.572 729.66895, 7037.367 11857.175 732.24695, 6857.3433 11848.887 734.60333, 6667.341 11840.934 736.9062, 6523.234 11834.997 739.8314, 6375.104 11829.173 741.3947, 6202.063 11822.851 742.6445, 6012.691 11816.224 742.406, 5824.203 11809.603 741.25806, 5691.257 11804.946 738.7317, 5528.1577 11799.361 736.66724, 5346.515 11793.213 734.9373, 5152.807 11787.429 734.559, 4996.5723 11783.403 734.4447, 4849.9927 11780.364 733.76227, 4680.1157 11778.412 734.2695, 4493.7734 11777.549 733.7654, 4297.4014 11777.0205 733.60675, 4167.703 11776.71 733.1274, 4004.9514 11776.515 732.318, 3822.254 11775.503 732.4284, 3627.2395 11772.86 732.4139, 3464.2031 11769.875 732.5076, 3321.9277 11766.662 731.965, 3157.6577 11760.546 735.11865, 2979.495 11753.085 739.6766, 2792.9763 11744.379 744.463, 2668.022 11738.44 748.9143, 2519.837 11730.64 753.6286, 2352.4998 11719.698 757.88715, 2172.7053 11705.261 760.5272, 2014.9426 11691.617 739.5824, 1886.6744 11680.08 709.99536, 1742.1555 11667.647 672.5461, 1595.3812 11657.051 626.29407, 1454.9681 11649.295 572.5332, 1323.8993 11646.141 512.71136, 1223.2903 11644.788 447.9795, 1137.4216 11644.55 379.58173, 1048.0073 11644.475 309.61847, 962.30774 11644.349 240.73839, 850.90393 11641.946 139.23174, 786.10333 11627.831 40.677116</trace>
</ink>
</file>

<file path=ppt/ink/ink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14027.656 10766.047 874.14984, 13945.36 10758.487 867.553, 13826.597 10765.059 864.5841, 13726.676 10776.9 861.9297, 13597.475 10797.166 859.36536, 13528.462 10806.688 857.5749, 13419.414 10819.067 855.7157, 13350.531 10824.221 855.61, 13271.58 10829.194 855.1871, 13203.61 10832.87 854.8006, 13138.781 10835.848 854.28296, 13056.814 10838.45 852.22925, 12961.861 10841.363 848.81616, 12858.114 10846.499 844.8131, 12790.949 10849.809 841.44104, 12705.656 10856.53 838.0206, 12607.215 10866.209 835.3394, 12498.959 10876.692 832.7114, 12403.087 10885.011 830.6261, 12320.009 10891.641 828.39197, 12216.06 10896.675 825.4587, 12098.16 10899.936 822.5122, 11970.887 10902.587 819.5215, 11835.243 10908.49 817.017, 11731.209 10913.577 815.01917, 11626.53 10923.457 813.05646, 11506.239 10940.266 810.86456, 11376.474 10961.039 808.73267, 11249.231 10980.114 807.20905, 11157.542 10993.692 805.9539, 11046.111 11006.361 805.51447, 10921.533 11014.229 805.6403, 10788.415 11016.581 806.03436, 10681.446 11017.175 806.51605, 10580.46 11016.223 806.6336, 10464.772 11015.149 807.3547, 10341.367 11015.594 808.53784, 10216.394 11016.974 810.7128, 10133.591 11017.854 812.39453, 10035.215 11019.33 816.3514, 9929.254 11020.604 820.428, 9819.019 11021.803 824.2399, 9728.315 11022.615 827.7046, 9650.2705 11023.16 830.82874, 9565.722 11024.633 834.54474, 9483.074 11028.528 840.2691, 9404.57 11034.163 845.26105, 9330.352 11039.092 849.396, 9228.895 11040.513 854.01575, 9152.884 11039.213 855.89856</trace>
</ink>
</file>

<file path=ppt/ink/ink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2370.5256 11482.207 874.14984, 2303.1946 11501.457 865.1168, 2197.917 11507.626 860.9604, 2128.2395 11498.979 858.28406, 2049.719 11483.045 854.4764, 1933.3395 11456.161 849.07367, 1822.8406 11430.794 844.179, 1744.3955 11417.895 838.4071, 1661.0831 11410.179 830.8795, 1584.2041 11408.723 821.4576, 1462.6039 11417.19 786.52374, 1394.7822 11428.699 757.8664, 1324.9397 11439.852 721.55255, 1222.508 11455.193 627.40125, 1114.0411 11466.974 509.36526, 1044.5404 11473.935 304.9567</trace>
</ink>
</file>

<file path=ppt/ink/ink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885.9212 1453.8892 874.14984, 889.99225 1557.1571 856.03906, 888.11975 1622.1484 845.4256, 881.1683 1762.0798 828.7049, 873.30475 1856.8126 824.5211, 867.30054 1925.5197 821.7332, 857.274 2020.5283 817.98346, 845.7759 2137.553 810.47314, 834.7058 2269.4998 804.04626, 825.6271 2393.2402 798.1943, 818.66077 2495.2358 794.6431, 811.8748 2623.5156 791.13367, 806.17377 2766.844 788.9949, 800.88153 2916.5796 788.8512, 795.8758 3065.449 789.2262, 792.0585 3180.5479 790.9215, 790.23834 3281.5325 794.89325, 789.12103 3386.6338 801.7818, 789.09534 3489.7852 810.2279, 791.5253 3584.2446 818.6537, 793.30676 3647.5059 826.3207, 798.7351 3712.1843 834.38354, 817.7497 3820.4722 847.8496, 857.57465 3898.4246 858.6623, 960.1109 3975.2832 864.35205, 1023.9329 3995.9824 863.88306, 1135.5009 4021.385 862.05566, 1249.2648 4035.954 859.3975, 1338.4683 4034.129 860.42096, 1405.085 3997.1685 864.5521</trace>
</ink>
</file>

<file path=ppt/ink/ink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840.87744 1453.8892 874.14984, 921.3778 1445.9719 865.5606, 1026.7333 1442.0009 861.0214, 1112.1482 1440.4119 858.52454, 1188.8525 1439.8253 852.2376, 1276.5647 1451.6129 836.8149, 1348.3088 1468.8843 798.77594</trace>
</ink>
</file>

<file path=ppt/ink/ink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13818.984 8773.207 874.14984, 13729.684 8768.965 863.7489, 13594.191 8766.123 853.93225, 13528.241 8765.493 848.7232, 13458.545 8764.357 843.22076, 13379.488 8761.544 837.1547, 13311.687 8758.711 831.4508, 13213.331 8749.843 822.55817, 13101.253 8735.823 814.807, 13004.44 8721.8 816.3806, 12927.259 8709.745 820.3547, 12847.848 8697.511 826.9301, 12770.661 8695.246 833.3344, 12698.9 8712.484 838.3574, 12590.933 8784.326 845.7738, 12517.334 8867.236 851.66125, 12459.6455 8948.378 859.90674, 12422.583 9053.536 861.139, 12417.329 9129.536 859.6883, 12424.317 9218.673 854.8882, 12440.419 9305.763 848.2859, 12454.295 9370.887 842.50214, 12479.071 9444.575 839.0807, 12509.371 9516.769 837.7546, 12562.356 9618.264 841.7119, 12660.056 9681.555 845.9545, 12729.49 9697.008 846.90826, 12852.687 9705.752 846.2233, 12949.752 9695.539 840.55206, 13065.137 9676.0 834.6356, 13164.124 9657.317 828.1093, 13258.336 9638.002 820.3426, 13371.638 9615.484 812.338, 13489.979 9592.102 807.50275, 13583.471 9573.1045 808.718, 13661.71 9556.824 814.343, 13735.993 9536.152 820.6105, 13838.214 9468.585 835.6028, 13884.626 9388.697 846.7469, 13905.013 9246.975 850.92145, 13911.037 9133.026 845.7285, 13916.034 8981.964 831.4983, 13919.039 8883.823 803.22815, 13921.339 8796.751 751.1031, 13922.861 8712.706 701.1014</trace>
</ink>
</file>

<file path=ppt/ink/ink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10183.3125 9512.637 874.14984, 10261.689 9528.636 867.32764, 10364.839 9537.285 867.2535, 10459.962 9531.761 865.6472, 10548.25 9520.16 862.3857, 10667.003 9510.714 858.552, 10761.205 9506.824 856.62164, 10884.501 9497.734 856.37494, 10950.992 9488.546 856.3465, 11015.606 9477.937 856.3337, 11116.454 9459.787 856.8453, 11244.21 9441.202 857.49634, 11349.939 9431.109 858.0737, 11469.046 9425.384 857.85913, 11566.197 9423.184 857.7174, 11685.073 9433.412 858.1863, 11797.781 9465.955 858.6477, 11892.002 9504.97 861.23584, 11981.911 9540.363 864.0273, 12077.648 9575.309 866.5945, 12144.307 9596.889 868.8201, 12209.621 9619.347 685.2605</trace>
</ink>
</file>

<file path=ppt/ink/ink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22415.9 3370.7178 874.14984, 22350.057 3327.3674 871.3959, 22264.701 3258.7056 868.6624, 22201.07 3251.976 868.3982, 22217.195 3327.0442 867.52625, 22136.654 3349.8223 867.76935, 22081.209 3470.0325 861.4268, 22058.312 3669.9307 773.2124, 22046.807 3762.989 661.6883, 22040.387 3834.0986 476.69003, 22027.973 3928.651 192.81392</trace>
</ink>
</file>

<file path=ppt/ink/ink2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21551.797 3098.732 874.14984, 21619.271 3119.63 867.1205, 21624.584 3214.9463 860.6263, 21611.863 3307.7468 860.0172, 21626.896 3370.828 864.0821, 21693.61 3373.636 866.71985, 21748.635 3450.8206 831.0828, 21821.65 3515.344 753.4503, 21834.096 3450.022 827.28986</trace>
</ink>
</file>

<file path=ppt/ink/ink2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21223.621 3551.697 874.14984, 21321.246 3544.3438 874.14984, 21389.135 3554.9556 870.3704, 21460.156 3555.769 870.74054, 21534.068 3582.2725 869.25385, 21615.941 3618.417 869.4234, 21680.643 3613.9534 872.26227</trace>
</ink>
</file>

<file path=ppt/ink/ink2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22356.148 3506.1936 874.14984, 22450.229 3523.6057 868.7923, 22506.99 3605.5403 868.199, 22526.012 3680.8574 869.4454, 22575.686 3748.4854 869.0127, 22591.053 3818.0454 867.12244, 22586.37 3897.0857 864.8691, 22579.846 3963.155 858.6459</trace>
</ink>
</file>

<file path=ppt/ink/ink2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23294.713 3204.7341 874.14984, 23317.42 3319.312 859.4439, 23326.266 3385.5264 854.1959, 23332.766 3456.2603 850.5794, 23339.277 3555.7588 836.5741, 23340.408 3635.5627 817.3114, 23339.715 3698.4956 767.49615</trace>
</ink>
</file>

<file path=ppt/ink/ink2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23532.8 3370.7178 874.14984, 23538.123 3473.254 862.3099, 23542.385 3576.461 858.9241, 23530.91 3475.9958 857.51385, 23573.775 3371.0154 860.6751, 23642.252 3343.9219 862.1312, 23713.598 3424.9521 859.6517, 23718.422 3508.0251 852.8445, 23717.125 3574.0503 830.7232</trace>
</ink>
</file>

<file path=ppt/ink/ink2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23280.004 2947.7434 874.14984, 23280.002 3027.279 867.5609, 23274.758 3093.6375 8.633529</trace>
</ink>
</file>

<file path=ppt/ink/ink2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23875.686 2773.4863 874.14984, 23875.686 2892.4966 852.03705, 23875.686 2977.7197 841.9644, 23874.594 3072.9275 835.47034, 23871.873 3175.869 824.82965, 23868.973 3280.5857 813.60657, 23867.078 3348.6887 794.76733, 23866.21 3429.0059 769.91815, 23869.23 3548.216 696.73346, 23872.455 3627.5588 550.59424</trace>
</ink>
</file>

<file path=ppt/ink/ink2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23712.057 3295.7407 874.14984, 23795.76 3315.9583 864.46674, 23883.877 3316.0208 860.0687, 23959.307 3299.4756 857.7387, 24032.785 3260.8657 857.86395, 24112.412 3179.3767 860.82776, 24046.902 3149.2417 863.9812, 23988.035 3234.1516 857.94305, 23956.59 3361.6702 853.38745, 23964.828 3466.3489 854.4151, 24014.61 3536.6875 856.47943, 24080.914 3556.375 858.42584, 24166.854 3479.5063 857.85974, 24214.025 3396.8376 854.5142, 24260.76 3463.0151 846.0565, 24272.205 3547.688 844.5044, 24222.365 3474.48 851.6487, 24207.416 3360.2966 854.0664, 24215.984 3267.0825 856.4922, 24266.8 3198.0884 856.6004, 24343.273 3181.7305 858.0996, 24408.092 3178.2158 837.50366</trace>
</ink>
</file>

<file path=ppt/ink/ink2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24590.87 3249.7202 874.14984, 24551.096 3313.0774 865.8206, 24510.55 3387.6138 858.42993, 24473.652 3479.6582 863.0202, 24537.578 3465.489 860.91846, 24568.59 3394.8167 854.1966, 24585.156 3323.2043 850.0281, 24562.86 3413.62 845.9355, 24559.297 3494.241 848.9609, 24596.957 3564.6892 869.35144</trace>
</ink>
</file>

<file path=ppt/ink/ink2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24814.248 3204.7341 874.14984, 24782.734 3306.3892 864.8483, 24764.732 3413.433 865.3868, 24763.031 3489.2542 864.5919, 24830.588 3551.5981 867.02966, 24895.24 3550.4265 241.74153</trace>
</ink>
</file>

<file path=ppt/ink/ink2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24963.17 2781.7598 874.14984, 24951.395 2848.6123 859.2898, 24939.178 2920.148 845.78076, 24923.197 3008.8733 834.87225, 24905.967 3106.1135 819.1116, 24890.418 3201.1543 796.41614, 24872.918 3330.8472 735.8124, 24865.691 3432.4453 647.9133, 24867.379 3514.0762 529.0202, 24879.545 3583.6023 406.11407</trace>
</ink>
</file>

<file path=ppt/ink/ink2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24888.709 3325.2144 874.14984, 24957.916 3315.318 868.74084, 25032.744 3345.438 865.10547, 25079.434 3412.7295 862.41486, 25078.9 3484.4487 859.5957, 25059.143 3556.5764 853.4127, 24994.186 3577.1445 768.271</trace>
</ink>
</file>

<file path=ppt/ink/ink2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25082.674 3113.727 874.14984, 25074.71 3181.6028 857.5071, 25065.053 3246.2974 806.17017</trace>
</ink>
</file>

<file path=ppt/ink/ink2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25120.363 3694.412 874.14984, 25109.959 3766.5164 869.61487, 25133.463 3843.4177 868.44196, 25144.426 3761.1191 864.6162, 25103.236 3683.952 864.36804, 25096.709 3613.8179 864.2413, 25180.88 3651.976 862.0146, 25201.916 3726.6052 858.3569, 25199.258 3800.2368 855.6491, 25250.09 3727.5137 854.2033, 25318.594 3698.542 857.59686, 25334.555 3793.5513 856.25006, 25334.455 3857.9832 852.44653</trace>
</ink>
</file>

<file path=ppt/ink/ink2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23786.518 4321.117 874.14984, 23827.16 4233.467 861.22943, 23869.889 4130.8203 855.70624, 23904.145 4039.4353 853.5787, 23921.56 3969.8252 858.345, 23871.406 4038.4407 857.27594, 23818.59 4184.6943 833.65814, 23790.746 4293.798 819.81256, 23769.332 4413.477 810.6914, 23755.393 4494.277 804.90094, 23746.346 4590.9893 799.7715, 23742.762 4695.741 799.4004, 23741.717 4784.497 801.1581, 23744.36 4850.099 803.156, 23762.291 4922.1206 819.86115, 23824.492 4794.222 821.57477, 23847.363 4710.613 815.67194, 23865.139 4641.174 810.5261, 23885.139 4555.3013 805.38226, 23902.361 4479.113 801.7763, 23924.982 4375.098 805.734, 23887.488 4500.7603 821.8807, 23876.412 4573.627 824.159, 23869.725 4682.66 834.6764, 23921.053 4751.793 846.3458, 24005.678 4696.3877 848.56824, 24061.973 4621.162 853.91815, 24068.016 4557.0854 860.2325, 23995.252 4496.274 861.4948, 23990.562 4404.947 861.11804, 24060.0 4353.372 860.4497, 24124.621 4348.2285 859.86017, 24181.594 4442.986 855.127, 24205.596 4552.914 844.1747, 24211.004 4622.2437 845.50366, 24237.04 4718.87 851.8402, 24306.29 4638.8057 846.4663, 24338.582 4574.029 833.3189</trace>
</ink>
</file>

<file path=ppt/ink/ink2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24456.656 3838.1614 874.14984, 24428.904 3936.2666 858.7634, 24414.053 4010.0261 849.02625, 24400.604 4098.037 840.49677, 24389.479 4187.246 834.7862, 24378.861 4317.194 831.74414, 24381.91 4423.7666 835.497, 24410.002 4522.292 842.2507, 24485.865 4574.2095 849.45483, 24577.836 4558.4146 854.8779, 24660.0 4486.47 852.2021, 24717.055 4404.1436 847.1846, 24730.758 4335.196 850.14886, 24660.281 4340.194 849.5407, 24577.66 4445.589 844.4082, 24563.912 4538.82 847.44434, 24625.268 4609.415 851.0433, 24696.46 4589.8623 851.52136, 24757.89 4504.7915 844.92365, 24801.062 4439.165 822.1803</trace>
</ink>
</file>

<file path=ppt/ink/ink2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24322.447 4170.129 874.14984, 24421.113 4147.275 866.27045, 24484.695 4125.5234 857.73737, 24596.025 4076.321 842.3907, 24658.953 4047.3447 822.8541, 24724.088 4014.0796 753.4986</trace>
</ink>
</file>

<file path=ppt/ink/ink2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25132.312 2492.71 874.14984, 25069.193 2451.63 863.4258, 24950.941 2406.1348 855.7308, 24883.186 2382.7302 854.1381, 24810.785 2358.1216 853.3071, 24698.39 2321.302 853.0609, 24592.31 2292.035 852.1666, 24520.92 2279.6863 851.4799, 24432.432 2273.1023 849.4692, 24328.041 2275.9338 845.69543, 24255.332 2279.124 841.53436, 24164.482 2291.4817 836.10095, 24057.57 2313.5918 829.61743, 23943.873 2345.0718 823.5581, 23843.791 2378.389 819.4006, 23764.01 2407.3164 815.7066, 23673.89 2448.9133 814.15875, 23581.564 2503.1465 814.2292, 23489.844 2569.7505 815.0917, 23424.451 2621.0386 816.7273, 23359.072 2683.327 817.96814, 23292.053 2764.77 818.85925, 23229.574 2862.0984 818.9317, 23177.938 2960.8787 818.5829, 23141.025 3036.314 817.7281, 23105.496 3134.23 816.56616, 23073.46 3246.5503 814.979, 23044.943 3369.6416 813.0454, 23025.352 3465.0574 811.64166, 23009.303 3563.0562 810.00586, 22999.502 3681.033 808.47656, 23000.975 3812.9326 806.4957, 23013.395 3944.3818 804.8396, 23023.467 4036.9622 803.3394, 23047.678 4146.8843 802.04315, 23084.445 4262.4365 802.4493, 23131.955 4376.6934 803.89685, 23172.953 4464.5044 806.3694, 23215.055 4543.2856 808.6635, 23271.484 4626.8438 812.0237, 23341.76 4713.074 814.8883, 23420.37 4798.0396 817.31775, 23545.727 4921.1064 821.0112, 23631.033 4988.602 822.3545, 23724.363 5050.766 823.3312, 23803.826 5096.4033 824.5051, 23876.996 5132.4014 825.0422, 23966.744 5161.007 826.21765, 24068.062 5179.161 826.493, 24177.818 5185.016 826.1109, 24293.723 5175.0312 825.07776, 24379.145 5165.501 823.94604, 24470.69 5137.7056 821.80194, 24574.027 5084.9956 817.9767, 24678.508 5001.315 812.067, 24746.168 4946.8447 799.88226, 24812.992 4902.567 778.2928, 24871.668 4837.7925 664.6805</trace>
</ink>
</file>

<file path=ppt/ink/ink2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25171.842 2570.7898 874.14984, 25221.162 2643.9055 864.5937, 25261.582 2709.088 856.4674, 25305.322 2791.9324 849.2161, 25332.98 2858.0342 846.3143, 25361.375 2939.8464 841.6972, 25388.277 3031.3113 837.1742, 25414.107 3132.9446 833.52563, 25431.824 3203.6423 831.26654, 25450.01 3290.2964 829.046, 25467.672 3395.5527 826.0175, 25483.842 3515.5215 822.8026, 25495.58 3631.3875 819.00195, 25503.73 3725.9705 815.2863, 25504.943 3849.8782 809.9295, 25493.213 3996.869 803.3305, 25463.613 4161.423 793.1323, 25437.607 4282.059 783.0307, 25394.406 4416.6084 769.8445, 25325.145 4575.241 753.1413, 25231.123 4752.3584 732.9696, 25108.307 4946.951 708.63007, 25028.451 5072.926 665.44116, 24981.87 5156.64 606.8924, 24924.129 5240.964 561.7287, 24871.53 5304.1206 5.267312</trace>
</ink>
</file>

<file path=ppt/ink/ink2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10138.269 5121.0454 874.14984, 10232.046 5150.0586 866.9647, 10300.468 5159.6587 861.7245, 10374.939 5165.5195 854.57965, 10503.65 5170.63 841.18787, 10596.473 5170.649 834.8874, 10703.623 5170.1123 832.4457, 10791.994 5169.809 827.8989, 10883.675 5167.914 822.93195, 10996.819 5164.58 817.38324, 11128.006 5162.1553 811.2501, 11272.925 5160.537 805.1522, 11367.191 5159.4824 800.6352, 11492.283 5158.061 796.76575, 11641.188 5155.129 793.0793, 11808.472 5150.8516 787.9882, 11957.687 5146.663 778.87445, 12088.012 5142.79 769.02386, 12251.184 5137.3604 757.8345, 12429.324 5132.2183 746.28326, 12553.064 5128.6836 735.47815, 12714.22 5124.5503 722.24567, 12901.1455 5119.6626 711.58777, 13105.279 5113.928 701.0441, 13321.192 5107.6577 693.0807, 13522.442 5102.4062 687.03754, 13675.303 5098.5693 682.2825, 13858.027 5095.5415 680.89233, 14058.574 5093.612 678.7529, 14271.109 5092.747 679.7389, 14429.654 5091.9146 684.6053, 14593.61 5090.5703 688.8275, 14780.28 5087.7075 693.0069, 14948.193 5084.3496 699.12756, 15088.407 5081.1655 703.80084, 15255.352 5076.1772 681.90063, 15434.334 5069.822 651.44635, 15613.466 5063.1294 611.96185, 15738.247 5058.716 565.6249, 15863.234 5055.5405 511.78848, 15986.925 5056.048 451.11984, 16089.973 5063.175 386.95312, 16155.86 5067.836 328.91663, 16228.627 5070.0474 166.48082</trace>
</ink>
</file>

<file path=ppt/ink/ink2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6190.0493 6328.4355 874.14984, 6263.856 6327.1885 870.1766, 6329.959 6323.915 867.5887, 6451.9663 6318.8667 863.47766, 6519.455 6317.0923 861.7399, 6586.695 6315.9707 860.46344, 6693.9893 6314.733 858.3316, 6784.8784 6314.1836 857.9171, 6894.6445 6313.9883 857.69305, 6963.0005 6315.249 857.6162, 7075.2314 6318.9595 857.31213, 7143.867 6321.6113 856.98615, 7222.1885 6324.0693 856.13654, 7309.177 6327.501 854.3302, 7401.953 6331.566 852.12317, 7470.1377 6334.4785 850.1864, 7544.019 6337.384 848.04156, 7631.134 6340.0083 845.77844, 7727.795 6342.064 844.1135, 7820.265 6343.3887 842.9373, 7890.75 6344.237 841.7541, 7976.23 6344.77 840.05927, 8071.451 6346.023 838.51794, 8173.6226 6348.8325 837.4592, 8252.969 6351.4595 837.00385, 8332.756 6354.9053 836.57983, 8426.612 6359.8843 838.1243, 8530.463 6365.1274 838.2605, 8642.102 6370.548 837.0402, 8759.598 6375.907 834.55975, 8838.532 6379.4995 832.2447, 8930.623 6383.009 829.9928, 9032.99 6386.0107 828.4822, 9142.356 6389.405 828.54333, 9240.232 6392.7134 829.88934, 9320.8545 6395.56 830.6743, 9417.043 6398.6577 829.7524, 9523.988 6401.3774 828.73157, 9637.907 6401.8335 827.9224, 9756.676 6401.372 827.8157, 9849.998 6401.1997 828.4607, 9940.254 6401.308 828.75854, 10043.672 6401.7383 828.6439, 10157.271 6403.6475 827.3256, 10279.019 6407.26 825.2938, 10406.512 6411.2476 823.41626, 10494.891 6414.0312 822.36316, 10593.894 6416.1714 821.67645, 10706.885 6417.9487 820.8085, 10828.311 6417.8286 819.9248, 10939.312 6417.245 819.14185, 11025.73 6416.633 818.43115, 11126.624 6416.5967 818.7276, 11235.273 6416.0005 820.23267, 11347.971 6413.7476 822.5863, 11463.942 6411.3413 825.30963, 11558.321 6409.4653 827.47076, 11645.027 6407.8184 829.203, 11748.666 6405.459 829.7269, 11866.253 6401.924 828.6654, 11993.453 6399.45 826.3685, 12127.463 6400.4136 823.695, 12223.698 6401.5205 820.8719, 12322.887 6404.697 812.7274, 12423.964 6409.721 797.0752, 12489.08 6413.0 782.80145, 12553.886 6415.6597 749.1597, 12616.683 6423.086 564.8818</trace>
</ink>
</file>

<file path=ppt/ink/ink2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1079.885 8321.276 874.14984, 1189.3093 8325.854 858.69556, 1300.2882 8329.861 846.68695, 1373.3458 8333.408 843.9751, 1486.8911 8339.465 838.5958, 1564.4451 8344.637 838.63983, 1649.6674 8350.576 838.7239, 1726.9232 8356.202 839.38245, 1791.3674 8361.017 841.02185, 1873.0895 8365.602 842.2824, 1967.7512 8369.308 843.0426, 2072.857 8373.898 842.19525, 2149.1936 8377.339 840.63965, 2235.3528 8381.658 838.04517, 2335.2493 8386.271 835.69934, 2444.0745 8391.435 832.34625, 2547.7043 8396.675 830.1238, 2626.0823 8400.708 828.13446, 2720.532 8407.35 826.8468, 2823.1292 8416.232 826.7908, 2893.48 8422.459 827.31775, 2974.5046 8431.335 828.5548, 3066.5186 8442.418 830.3663, 3162.3633 8455.6455 833.18066, 3247.6045 8467.986 836.5597, 3314.4226 8477.896 839.7147, 3389.0398 8487.066 842.834, 3458.2612 8493.019 848.43036, 3535.273 8490.169 856.80457, 3601.5647 8491.219 763.775</trace>
</ink>
</file>

<file path=ppt/ink/ink2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9021.369 5709.4863 874.14984, 8940.723 5690.549 862.4224, 8864.742 5671.264 860.1008, 8768.46 5647.9565 862.5527, 8678.546 5655.0913 863.2615, 8604.771 5723.9146 863.7756, 8590.192 5848.1406 865.2241, 8588.209 5924.249 863.13776, 8587.89 6000.593 860.80414, 8585.994 6073.3647 859.38214, 8580.836 6173.7246 859.7598, 8580.107 6283.695 862.37714, 8626.508 6367.8335 863.2348, 8694.104 6410.607 863.46906, 8781.597 6426.413 864.5087, 8846.058 6434.8896 862.0988</trace>
</ink>
</file>

<file path=ppt/ink/ink2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9065.492 5769.9854 874.14984, 9046.354 5835.391 864.85944, 9004.316 5964.7305 847.96405, 8979.801 6042.905 841.91693, 8959.928 6112.1177 837.4533, 8928.758 6232.9688 819.8325, 8901.746 6350.4194 778.8658, 8885.075 6420.4316 745.4782, 8867.363 6496.234 657.9844, 8848.563 6560.6523 292.5235</trace>
</ink>
</file>

<file path=ppt/ink/ink3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2361.3328 7687.3315 874.14984, 2286.3506 7681.131 868.63074, 2215.1619 7677.0737 867.08716, 2114.3801 7669.277 868.3489, 2057.2058 7778.021 865.9466, 2061.7263 7875.5137 861.0816, 2066.1 7970.4478 854.5024, 2069.0696 8057.161 852.15265, 2074.7112 8142.8403 856.27734, 2097.6162 8229.13 859.4673, 2138.7812 8294.2295 862.37256, 2247.5488 8351.876 862.5777, 2324.118 8387.494 856.6167, 2387.546 8403.958 563.3614</trace>
</ink>
</file>

<file path=ppt/ink/ink3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2435.7932 7702.326 874.14984, 2421.7986 7765.275 862.34894, 2388.4475 7904.173 845.01154, 2375.3994 7995.9053 837.95874, 2373.2673 8093.0107 826.9879, 2373.5723 8165.0864 813.568, 2401.3853 8265.294 777.3913, 2421.085 8336.27 689.5541</trace>
</ink>
</file>

<file path=ppt/ink/ink3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2227.1208 7702.326 874.14984, 2321.7935 7692.8213 874.14984, 2396.1455 7771.58 872.7617, 2416.5999 7871.3784 867.1558, 2424.7612 7972.003 866.304, 2427.117 8035.804 865.92163, 2426.7798 8103.3413 865.506, 2423.7368 8170.3203 865.13196, 2404.3335 8286.758 864.4925, 2344.7683 8359.217 865.38727, 2275.2312 8374.806 865.4885, 2209.1785 8372.199 756.94257</trace>
</ink>
</file>

<file path=ppt/ink/ink3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1780.3607 3838.1614 874.14984, 1660.418 3855.7034 855.15845, 1583.4296 3869.4365 845.26587, 1463.6041 3891.7925 843.2718, 1395.0042 3901.9392 847.28186, 1328.376 3911.1172 850.35547, 1232.3984 3937.1172 849.2254, 1169.4467 4008.7498 850.0563, 1125.3191 4123.3774 851.20703, 1092.0691 4239.0996 849.34436, 1075.1803 4310.2847 847.37024, 1051.5173 4434.511 844.6273, 1039.1781 4528.286 842.72253, 1025.4058 4638.8677 837.6576, 1009.6927 4761.38 831.0508, 995.5796 4870.579 824.794, 983.92303 4960.34 819.438, 970.5204 5063.4224 816.2934, 956.3698 5167.9746 815.80164, 943.33704 5266.727 819.9213, 934.6976 5335.618 823.93933, 928.34674 5400.7764 828.17847, 931.5068 5499.798 840.68567, 993.1165 5577.622 851.7608, 1125.2771 5626.228 854.08673, 1244.2894 5651.365 847.445, 1314.375 5661.2065 839.42084, 1389.2932 5670.258 829.2491, 1462.8533 5678.954 814.48773, 1576.0547 5692.0254 761.4187, 1644.1113 5698.486 724.0231, 1747.5353 5707.775 629.8383, 1856.7432 5699.006 512.0015, 1924.6118 5689.7715 308.00137</trace>
</ink>
</file>

<file path=ppt/ink/ink3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10019.685 6721.419 874.14984, 10098.453 6731.333 864.84314, 10204.698 6742.2773 861.09784, 10294.808 6748.294 858.6916, 10387.978 6752.551 856.30304, 10458.017 6756.1484 853.64136, 10541.922 6759.7524 850.63635, 10637.321 6764.087 847.49854, 10741.113 6769.073 844.0811, 10809.22 6772.3066 841.16626, 10896.159 6775.82 837.78827, 10998.939 6778.834 834.41174, 11112.989 6780.7837 831.1579, 11236.238 6782.0483 827.40967, 11353.82 6782.858 823.991, 11443.186 6783.357 820.949, 11554.563 6783.664 817.66144, 11681.523 6783.836 814.2957, 11819.575 6784.8354 810.8865, 11927.137 6786.054 807.7065, 12036.031 6788.0913 804.7562, 12166.851 6790.508 801.6002, 12314.837 6791.712 798.0682, 12465.916 6791.0796 794.7346, 12572.956 6790.431 791.6048, 12707.907 6788.724 787.94653, 12861.428 6787.066 784.49774, 13026.028 6786.5386 781.7066, 13197.492 6789.119 779.7946, 13349.809 6792.9736 778.69604, 13472.728 6796.762 777.7614, 13618.99 6801.4106 777.6068, 13784.955 6807.0054 776.8229, 13968.396 6813.047 772.9509, 14165.129 6819.5444 765.00214, 14367.786 6827.639 755.7875, 14538.037 6835.5996 720.9256, 14678.188 6842.8438 678.48145, 14827.767 6852.833 628.8115, 14972.378 6864.9834 572.4617, 15104.53 6878.3667 510.4881, 15220.509 6891.0728 443.7715, 15304.795 6900.582 374.25034, 15373.797 6906.729 304.6385, 15472.507 6908.9775 178.4261</trace>
</ink>
</file>

<file path=ppt/ink/ink3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12311.399 11636.299 874.14984, 12254.057 11727.646 863.6949, 12246.147 11801.479 863.56445, 12297.966 11882.632 863.69, 12385.754 11935.984 862.2031, 12504.112 11949.186 857.0891, 12599.377 11913.437 856.05414, 12646.797 11835.83 854.5018, 12634.299 11711.598 847.3765, 12598.1045 11618.277 841.9032, 12528.535 11546.07 847.5258, 12449.776 11521.833 851.25824, 12367.062 11564.672 852.59973, 12310.759 11669.828 856.4303, 12322.083 11766.756 856.7014, 12362.613 11844.746 855.42334, 12445.49 11908.936 855.1721, 12531.843 11938.748 857.82336, 12599.682 11892.841 860.2004, 12602.0205 11787.451 855.5703, 12548.357 11666.135 843.92456, 12471.949 11577.133 847.5792, 12385.166 11556.885 850.44995, 12318.505 11637.859 851.9782, 12335.844 11753.548 850.08417, 12374.328 11835.285 850.9865, 12440.013 11880.958 854.30084, 12524.334 11834.629 856.16144, 12553.922 11742.585 854.8996, 12545.013 11637.433 854.2365, 12504.997 11556.156 855.23364, 12427.158 11523.667 856.56903, 12363.265 11543.425 857.3413, 12328.42 11641.484 855.5344, 12337.015 11745.094 850.8332, 12381.501 11836.119 850.3654, 12462.686 11877.787 855.11633, 12517.75 11813.821 859.82446, 12518.407 11746.443 863.9275, 12449.12 11693.542 865.936, 12382.112 11744.413 865.21497, 12395.442 11819.211 862.41504, 12458.948 11874.492 861.81055, 12521.837 11877.683 861.83514, 12549.062 11814.313 860.21014, 12533.793 11717.515 855.3048, 12491.733 11650.737 858.8379, 12426.856 11683.867 859.77704, 12425.141 11762.46 860.58246, 12452.176 11827.176 863.47003, 12478.525 11756.919 865.9479, 12395.665 11723.562 866.6227, 12385.027 11801.526 864.0421, 12450.838 11856.78 864.5836, 12485.763 11779.761 864.7334, 12411.852 11718.377 865.8583, 12430.073 11782.548 679.45264</trace>
</ink>
</file>

<file path=ppt/ink/ink3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12835.377 11806.419 874.14984, 12750.781 11765.119 866.0224, 12647.957 11737.226 862.1588, 12538.015 11719.639 855.26245, 12410.609 11704.4795 846.0613, 12340.231 11697.908 841.779, 12228.344 11690.583 841.6853, 12142.999 11690.278 848.1288, 12208.596 11649.302 394.04645</trace>
</ink>
</file>

<file path=ppt/ink/ink3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12403.325 11278.994 874.14984, 12408.914 11368.7 867.9207, 12413.572 11455.81 862.29034, 12414.665 11534.803 862.05475, 12409.6875 11656.197 858.8601, 12404.492 11726.92 857.76196, 12399.518 11803.309 856.12384, 12396.534 11875.997 854.8827, 12396.308 11986.512 854.9161, 12408.366 12094.498 858.0006, 12419.89 12157.979 808.61346</trace>
</ink>
</file>

<file path=ppt/ink/ink3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13371.306 11640.436 874.14984, 13368.91 11570.412 869.13336, 13351.335 11506.62 864.6564, 13308.785 11416.935 865.1012, 13253.886 11334.864 864.2447, 13197.863 11255.842 861.4202, 13112.849 11147.184 859.48615, 12996.532 11020.492 856.89386, 12896.954 10921.521 851.80707, 12779.691 10824.345 850.06714, 12712.709 10778.2 850.3315, 12608.492 10715.622 851.3665, 12533.36 10682.948 851.3695, 12446.367 10651.225 849.50256, 12367.47 10624.759 847.35864, 12300.574 10603.419 845.0795, 12220.425 10583.474 842.9381, 12134.421 10569.124 842.2041, 12047.553 10562.576 842.9038, 11922.686 10565.999 845.02295, 11852.998 10585.334 846.08923, 11782.429 10617.6875 846.9858, 11712.616 10662.53 848.1583, 11646.824 10716.207 848.3743, 11551.68 10808.859 848.18536, 11501.489 10874.91 847.22986, 11454.608 10950.828 845.90466, 11419.201 11015.54 845.3401, 11366.239 11151.809 844.1782, 11350.211 11241.757 842.96564, 11343.706 11343.936 840.63086, 11339.794 11410.44 838.76965, 11345.408 11497.786 835.544, 11361.403 11598.921 832.17554, 11384.441 11707.909 828.7039, 11406.417 11801.174 826.23346, 11426.357 11880.363 823.90826, 11452.118 11971.395 823.51685, 11484.598 12068.046 823.8408, 11526.916 12168.661 824.65515, 11557.769 12238.272 826.0593, 11602.802 12318.884 826.82, 11666.208 12410.861 825.76587, 11743.784 12508.02 822.92993, 11817.852 12592.777 819.87463, 11877.318 12658.205 816.93225, 11948.51 12727.083 816.02203, 12024.943 12794.9795 817.4452, 12105.069 12859.515 821.0293, 12227.083 12949.656 829.0833, 12304.607 12996.425 832.56116, 12397.261 13041.686 834.43604, 12491.343 13080.762 835.34393, 12561.854 13108.723 835.9677, 12647.972 13133.909 835.44305, 12738.733 13150.291 835.4343, 12826.998 13155.297 836.95917, 12892.921 13154.95 839.0946, 13017.577 13129.293 842.6394, 13085.179 13095.185 844.0697, 13151.866 13048.868 845.6439, 13249.891 12964.152 846.995, 13302.63 12898.211 846.0094, 13350.138 12822.138 844.7624, 13389.421 12739.558 843.6582, 13419.237 12669.324 843.7055, 13459.41 12534.462 844.53015, 13474.397 12451.735 845.06354, 13486.106 12361.598 845.2584, 13494.085 12296.533 845.41864, 13498.56 12224.655 846.1315, 13498.272 12144.245 847.2307, 13493.337 12061.42 848.69775, 13484.086 11989.647 850.2402, 13458.942 11878.338 853.5002, 13414.183 11771.463 857.282, 13362.307 11677.254 860.07965, 13322.903 11599.844 862.9065, 13292.263 11534.691 810.6427</trace>
</ink>
</file>

<file path=ppt/ink/ink3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13434.735 10596.444 874.14984, 13366.072 10510.627 858.20685, 13250.926 10395.647 844.88354, 13172.265 10331.114 838.07587, 13078.048 10263.769 831.1724, 13006.72 10214.164 825.8745, 12923.468 10164.507 822.7301, 12857.91 10127.329 820.66907, 12772.15 10083.121 814.21344, 12663.801 10035.426 807.2356, 12545.086 9991.566 801.11694, 12421.973 9955.353 797.3442, 12340.178 9932.029 796.018, 12242.796 9913.922 796.8447, 12131.832 9904.538 800.2761, 12009.327 9904.413 804.2552, 11879.336 9915.399 805.3385, 11755.767 9935.416 805.50555, 11666.315 9951.826 806.19934, 11564.856 9981.282 807.5577, 11460.751 10023.169 809.9496, 11361.42 10076.007 813.2461, 11283.934 10120.577 817.2117, 11217.768 10169.086 820.35406, 11146.385 10235.077 822.2157, 11072.295 10316.236 822.5136, 10998.998 10410.019 822.2885, 10949.984 10473.838 821.8951, 10892.817 10562.609 819.6526, 10836.031 10667.938 816.77655, 10785.944 10784.898 814.0284, 10749.859 10885.2 811.734, 10722.716 10974.25 809.35614, 10702.684 11080.304 808.59326, 10692.664 11198.483 808.2021, 10694.356 11327.441 807.50134, 10696.416 11414.8 807.33795, 10710.544 11524.867 806.0151, 10738.33 11656.497 803.4565, 10781.777 11801.214 799.5051, 10828.959 11931.207 794.9889, 10870.928 12037.307 790.1599, 10930.547 12161.902 785.0142, 11003.902 12293.788 781.39, 11088.075 12429.108 779.068, 11149.551 12524.9375 778.4667, 11222.423 12628.304 777.7202, 11313.972 12743.207 777.4066, 11421.498 12862.94 776.9846, 11529.377 12970.655 776.9477, 11612.451 13050.762 777.00836, 11718.152 13139.954 776.8913, 11838.28 13229.647 777.78326, 11968.075 13316.605 779.168, 12067.696 13380.592 781.22925, 12169.122 13441.075 782.71844, 12288.742 13503.69 784.8376, 12421.017 13565.564 787.11176, 12553.448 13618.494 789.43646, 12646.372 13654.565 791.4389, 12757.795 13683.926 794.25775, 12876.163 13701.22 798.5981, 12994.474 13702.484 803.7688, 13085.991 13695.915 808.8671, 13168.104 13681.1045 813.105, 13257.508 13647.193 816.7152, 13348.158 13593.455 818.6061, 13436.997 13520.442 818.7186, 13522.151 13429.512 817.44476, 13581.478 13364.094 816.3847, 13638.759 13280.446 813.955, 13697.217 13176.742 810.52466, 13753.885 13058.65 806.7369, 13801.446 12945.978 804.06934, 13837.104 12856.236 801.6866, 13872.184 12746.129 800.03546, 13905.297 12622.883 799.49414, 13934.888 12489.349 799.65137, 13954.926 12390.378 800.415, 13971.934 12282.385 800.6534, 13984.683 12155.69 801.0533, 13990.07 12018.046 800.857, 13988.71 11887.598 800.78534, 13986.412 11791.756 800.3463, 13977.019 11679.054 800.94794, 13960.311 11560.634 802.70807, 13935.935 11441.99 805.63196, 13914.345 11351.617 809.12524, 13889.295 11265.752 812.6573, 13854.368 11170.533 816.944, 13811.094 11072.351 820.84314, 13764.027 10979.574 821.52563, 13731.27 10916.339 819.62384, 13689.449 10847.69 815.21985, 13644.106 10781.553 807.0408, 13564.904 10677.095 764.08374, 13501.553 10607.404 688.5175, 13437.391 10546.348 433.19165</trace>
</ink>
</file>

<file path=ppt/ink/ink3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12895.13 10901.006 874.14984, 12825.72 10863.969 870.0, 12809.547 10967.615 864.65497, 12864.252 11033.66 859.6059, 12952.531 11061.694 859.93835, 13029.375 11011.696 859.8915, 13034.467 10933.699 858.93085, 13009.793 10859.307 857.7131, 12933.625 10775.93 855.8397, 12868.865 10759.6045 857.8533, 12794.002 10851.0205 858.7619, 12792.79 10950.604 859.0002, 12844.229 11037.65 862.38214, 12932.703 11056.715 862.77716, 12990.862 10971.421 861.5284, 12974.897 10894.312 862.4121, 12907.664 10839.515 863.2671, 12873.636 10948.985 863.5072, 12902.66 10876.641 866.0936, 12828.023 10909.796 867.2174</trace>
</ink>
</file>

<file path=ppt/ink/ink3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12730.581 11293.989 874.14984, 12794.458 11338.993 868.6135, 12880.565 11362.932 867.0286, 12908.932 11269.024 863.0275, 12811.004 11221.06 862.12897, 12727.905 11224.538 860.4097, 12676.74 11314.005 859.13727, 12715.661 11416.488 854.4367, 12784.0 11485.573 838.36694, 12848.961 11516.042 404.6244</trace>
</ink>
</file>

<file path=ppt/ink/ink3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12880.421 11323.463 874.14984, 12981.59 11377.756 854.1939, 13058.758 11414.986 820.5109</trace>
</ink>
</file>

<file path=ppt/ink/ink3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13207.678 10448.558 874.14984, 13245.523 10518.212 866.7718, 13323.508 10570.044 865.711, 13397.734 10542.471 865.32947, 13410.927 10446.566 862.7075, 13341.923 10347.591 862.4991, 13248.282 10319.281 862.7087, 13189.65 10396.765 860.9172, 13203.959 10471.985 860.1304, 13287.723 10496.426 862.82947, 13322.166 10431.266 864.399, 13247.644 10443.727 864.97424, 13320.856 10493.254 865.0131, 13309.826 10410.248 865.14526, 13239.556 10386.16 865.70624</trace>
</ink>
</file>

<file path=ppt/ink/ink3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13610.3125 10524.568 874.14984, 13700.397 10568.014 868.2498, 13804.952 10578.185 867.506, 13820.369 10494.51 866.3266, 13734.8545 10475.205 864.20526, 13694.754 10569.203 861.6417, 13703.563 10634.128 856.8502, 13746.118 10734.373 843.9436, 13832.541 10786.551 822.6936, 13908.244 10815.26 774.8395</trace>
</ink>
</file>

<file path=ppt/ink/ink3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13922.861 10524.568 874.14984, 14036.086 10522.342 863.4561, 14116.826 10524.567 855.5241</trace>
</ink>
</file>

<file path=ppt/ink/ink3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13386.933 10493.544 874.14984, 13326.922 10426.99 863.63824, 13263.309 10357.07 849.52997, 13195.343 10284.776 842.1304, 13090.245 10177.866 834.67053, 13020.908 10109.126 824.785, 12945.892 10037.341 812.38727, 12829.526 9928.516 765.6927, 12722.504 9823.688 691.1177, 12667.366 9749.444 599.7968</trace>
</ink>
</file>

<file path=ppt/ink/ink3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12799.526 9661.04 874.14984, 12731.152 9648.053 869.1168, 12625.771 9633.023 867.90985, 12559.35 9638.565 867.1955, 12564.03 9732.687 863.91864, 12615.297 9805.65 856.3236, 12717.554 9892.184 837.837, 12790.334 9951.123 797.04095</trace>
</ink>
</file>

<file path=ppt/ink/ink3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13118.509 9966.119 874.14984, 13142.877 10044.956 868.88477, 13195.39 10137.176 867.8453, 13258.961 10204.285 867.10474, 13332.286 10178.354 864.9584, 13313.436 10071.162 861.7045, 13288.333 10004.953 863.3987, 13351.759 10012.741 857.2348, 13436.762 10063.12 844.5651, 13520.226 10117.105 803.8504</trace>
</ink>
</file>

<file path=ppt/ink/ink3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13147.925 9799.618 874.14984, 13238.683 9847.302 863.2195, 13354.874 9888.778 860.72845, 13461.084 9912.825 861.0232, 13535.802 9950.871 862.68317, 13553.048 10031.922 862.57745, 13550.561 10101.077 861.85565</trace>
</ink>
</file>

<file path=ppt/ink/ink3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21879.053 4366.6206 874.14984, 21814.564 4421.097 867.7361, 21726.621 4471.975 862.06177, 21625.945 4514.581 850.38873, 21560.678 4531.7407 844.62396, 21482.516 4542.138 840.2751, 21356.451 4548.741 831.55524, 21279.977 4540.741 832.2415, 21197.682 4525.2065 832.637, 21110.902 4501.0225 833.3604, 21020.758 4468.1597 834.007, 20888.143 4412.364 837.1757, 20801.656 4364.781 837.336, 20708.752 4302.674 835.6966, 20629.8 4243.9756 832.8058, 20563.93 4191.1987 829.9587, 20497.1 4125.63 826.61993, 20440.143 4055.988 826.3586, 20370.717 3951.003 829.59344, 20349.715 3885.6716 832.8794, 20341.115 3812.2896 836.0585, 20339.805 3749.0957 839.2647, 20358.912 3619.0505 844.8104, 20388.36 3535.9927 845.1834, 20433.268 3447.3877 843.8064, 20513.363 3322.4897 838.4171, 20583.312 3255.4402 834.2685, 20669.877 3195.1704 829.9269, 20769.46 3144.124 825.7271, 20867.77 3103.754 822.3393, 20942.99 3075.241 819.24225, 21038.676 3049.2886 816.53, 21150.838 3029.0566 814.4004, 21275.58 3016.3767 812.6374, 21372.594 3008.1445 811.1775, 21471.477 3005.758 810.86847, 21586.785 3011.8652 810.41986, 21708.143 3027.4385 810.0525, 21820.648 3051.059 810.1384, 21900.535 3069.3237 810.28534, 21989.164 3102.1423 811.5383, 22079.078 3149.0796 814.02673, 22166.523 3209.36 817.0734, 22231.572 3261.2168 821.02875, 22343.455 3387.2974 825.96783, 22394.322 3470.4685 827.42334, 22435.557 3555.8013 829.5426, 22482.613 3682.2002 835.0959, 22490.912 3756.714 838.87726, 22485.107 3833.7886 842.0119, 22457.266 3951.2502 846.338, 22377.053 4072.0464 847.9591, 22314.03 4132.133 847.2181, 22208.719 4216.949 844.5454, 22126.508 4268.5527 840.8106, 22028.771 4323.521 835.71423, 21940.916 4368.7803 830.54767, 21864.03 4406.0845 825.60004, 21774.055 4443.1616 816.0541, 21684.223 4472.6167 800.5173, 21610.541 4484.8594 777.3309, 21535.531 4501.5737 730.5123, 21471.84 4504.23 451.32993</trace>
</ink>
</file>

<file path=ppt/ink/ink3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7397.0376 12576.873 874.14984, 7399.9644 12508.485 869.25305, 7400.0894 12445.651 868.1261, 7399.6904 12340.036 867.0932, 7403.8286 12239.647 866.0057, 7418.768 12125.579 864.93384, 7430.3257 12022.972 863.3144, 7438.439 11894.798 862.5268, 7451.66 11827.296 862.2858, 7520.0557 11716.663 862.0922, 7619.023 11654.697 861.3678, 7709.6626 11630.782 860.02124, 7822.8296 11627.882 858.81744, 7912.6196 11630.999 858.9829, 8036.354 11634.004 858.45123, 8103.4624 11634.474 857.81635, 8219.228 11634.79 856.63965, 8296.118 11635.94 855.48694, 8383.63 11637.396 853.675, 8452.285 11638.378 852.00665, 8522.596 11639.139 849.78705, 8606.196 11639.9795 847.7348, 8698.986 11639.24 845.82043, 8793.834 11636.974 844.1415, 8859.6875 11635.276 842.5752, 8942.178 11632.89 841.31934, 9034.828 11630.605 840.41705, 9135.999 11630.021 839.5194, 9219.641 11629.96 838.85187, 9296.873 11630.325 838.10657, 9387.82 11629.825 837.70355, 9488.167 11628.031 837.0026, 9592.8545 11623.075 836.55304, 9660.886 11619.83 836.1853, 9745.485 11614.239 836.1966, 9840.706 11606.953 836.28326, 9943.815 11600.578 836.1526, 10033.216 11596.617 836.2677, 10110.538 11594.209 836.20087, 10202.558 11594.472 836.2367, 10304.541 11597.407 835.94464, 10412.664 11601.352 835.2801, 10486.5 11603.964 834.7653, 10571.16 11605.666 834.49493, 10664.78 11605.165 834.9083, 10763.895 11603.607 835.9244, 10854.1045 11602.854 837.1951, 10926.525 11602.489 838.25275, 11014.754 11604.82 839.5915, 11113.282 11610.71 839.63477, 11219.1455 11618.542 838.83826, 11328.807 11624.889 837.9319, 11414.712 11629.466 837.4969, 11494.513 11631.07 837.1578, 11582.38 11629.935 837.5494, 11674.848 11624.812 838.7342, 11768.91 11617.793 840.60516, 11908.024 11608.666 843.75964, 11995.083 11607.954 845.4581, 12090.564 11612.202 846.35297, 12171.743 11616.412 846.7486, 12244.102 11620.616 846.5201, 12328.308 11623.916 846.118, 12417.121 11626.091 846.12415, 12506.652 11627.014 846.8851, 12634.773 11627.705 848.3784, 12711.074 11627.763 849.2959, 12793.098 11628.692 850.10297, 12878.824 11632.714 851.06024, 12959.871 11637.779 851.96594, 13088.859 11648.096 853.76483, 13165.449 11653.717 854.3191, 13245.453 11657.198 854.54364, 13308.315 11659.3955 854.7677, 13431.547 11658.637 855.2738, 13501.909 11655.067 855.58405, 13571.788 11651.219 855.9688, 13678.754 11647.114 856.71014, 13745.098 11646.704 856.9643, 13816.499 11645.867 857.10126, 13928.16 11644.497 857.22266, 14049.006 11638.723 857.53503, 14111.954 11635.064 857.9059, 14201.078 11631.344 858.7735, 14303.938 11639.678 860.38477, 14392.274 11656.458 862.825, 14487.461 11685.772 864.23096, 14610.138 11746.912 862.49664, 14705.774 11811.071 859.2076, 14781.535 11886.994 859.20197, 14839.218 11969.747 861.77716, 14875.005 12042.575 863.1913, 14900.252 12131.119 864.1981, 14912.412 12235.915 865.6773, 14907.686 12336.503 866.36365, 14887.573 12419.92 865.699, 14837.917 12500.103 865.74146, 14746.796 12568.055 866.01715, 14655.099 12617.536 864.93604, 14589.759 12645.233 863.04987, 14521.286 12669.5205 860.79315, 14418.857 12700.815 857.10406, 14299.473 12723.593 856.2065, 14192.396 12740.13 856.44885, 14063.864 12758.407 856.0154, 13987.093 12767.697 855.732, 13864.261 12781.125 855.36615, 13788.893 12787.823 854.65186, 13702.4 12793.595 853.3816, 13609.736 12797.994 851.31195, 13465.3955 12802.72 846.70447, 13370.6045 12804.782 843.60706, 13268.976 12809.005 840.8094, 13183.388 12812.688 838.7154, 13106.783 12816.107 836.7594, 13013.249 12818.67 834.9225, 12907.93 12821.217 833.04706, 12794.645 12824.138 831.15985, 12719.689 12826.069 829.8064, 12626.184 12828.384 828.0996, 12518.673 12831.355 826.5185, 12401.741 12835.843 825.3693, 12278.338 12841.288 824.29456, 12163.103 12847.868 823.36755, 12077.141 12853.112 822.53687, 11976.522 12860.001 822.0817, 11865.418 12868.139 821.99817, 11746.851 12876.346 822.1064, 11653.782 12882.678 822.30707, 11561.319 12887.431 822.4072, 11450.979 12891.238 821.69135, 11328.694 12894.587 820.1085, 11206.806 12899.426 818.7007, 11121.204 12902.956 817.2825, 11017.124 12908.173 816.51154, 10902.139 12914.82 816.58093, 10780.409 12922.027 816.7184, 10681.485 12928.017 817.19556, 10590.542 12933.669 817.4192, 10484.904 12939.902 818.0706, 10369.637 12946.514 818.9604, 10249.269 12953.464 820.26447, 10170.126 12958.031 821.3357, 10072.467 12962.281 822.53284, 9963.982 12965.549 823.3698, 9849.106 12967.629 823.8732, 9751.365 12968.947 824.6278, 9667.141 12969.78 825.18463, 9568.078 12971.402 826.5639, 9460.617 12974.255 827.477, 9349.007 12977.175 828.33405, 9273.09 12979.235 829.1977, 9186.662 12982.392 830.13586, 9090.669 12987.7295 831.85895, 8991.057 12994.493 834.31384, 8890.712 13002.56 836.9395, 8796.453 13009.016 839.9101, 8729.272 13013.468 842.607, 8650.335 13016.161 844.80444, 8564.064 13015.87 846.8492, 8474.967 13011.813 848.66504, 8403.607 13007.625 850.1944, 8340.241 13001.475 851.6137, 8271.225 12991.745 852.8755, 8200.456 12982.075 853.99054, 8130.158 12972.621 855.12976, 8061.3774 12962.975 856.1166, 7963.3755 12948.887 857.8503, 7852.058 12929.227 859.31683, 7763.2173 12908.181 860.5613, 7676.59 12879.633 863.36554, 7595.319 12850.379 865.4148, 7491.633 12800.347 866.13, 7427.541 12749.739 867.88007, 7411.745 12682.358 862.13416</trace>
</ink>
</file>

<file path=ppt/ink/ink3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4142.772 10214.997 874.14984, 4145.4854 10314.692 854.98566, 4145.427 10399.046 840.0376, 4145.2627 10468.169 829.12573, 4147.4946 10546.936 820.41003, 4150.639 10626.874 812.80896, 4154.2466 10705.97 805.4941, 4161.1 10818.557 794.1463, 4171.9824 10958.6045 775.4112, 4186.331 11112.719 731.31854, 4196.529 11221.544 681.2654, 4207.4365 11335.257 626.9793, 4214.228 11439.768 568.1226, 4218.643 11507.44 515.4119, 4224.5845 11578.474 350.81976</trace>
</ink>
</file>

<file path=ppt/ink/ink3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3865.6355 10270.81 874.14984, 3938.8105 10242.082 853.34155, 4020.6067 10219.676 832.9138, 4133.3247 10197.06 805.77637, 4267.205 10178.47 775.6925, 4356.1465 10166.591 754.30835, 4492.994 10157.825 727.41907, 4585.515 10152.187 708.2026, 4723.708 10150.403 694.69366, 4907.0996 10151.92 665.9664, 5121.724 10157.595 635.8002, 5329.7485 10164.131 608.1752, 5495.796 10169.768 584.22833, 5707.588 10178.167 562.8951, 5953.3276 10190.864 545.20984, 6222.503 10209.371 529.9686, 6496.834 10233.195 525.00146, 6719.2397 10253.862 520.2256, 6898.6787 10272.674 519.9946, 7069.635 10294.417 543.8154, 7216.49 10317.706 584.89636, 7341.3643 10339.978 630.767, 7422.2944 10354.481 672.591, 7506.0786 10367.044 712.4622, 7593.362 10377.334 748.76337, 7682.3057 10385.42 780.0413, 7755.981 10390.712 805.5258, 7816.7114 10394.2295 828.36536, 7879.6753 10400.882 848.6066, 7983.631 10449.799 863.43695, 8040.1797 10514.622 862.2448, 8072.6245 10631.944 855.5434, 8085.6074 10701.361 853.2645, 8107.062 10815.088 849.412, 8123.529 10892.934 847.16595, 8141.5933 10981.599 844.30945, 8155.738 11054.7705 841.4975, 8168.1064 11122.269 838.97754, 8178.557 11198.309 837.67896, 8184.704 11275.337 838.895, 8186.01 11335.802 841.97534, 8172.035 11439.046 849.1368, 8107.039 11534.34 853.6838, 8021.2676 11591.678 855.35895, 7960.275 11610.045 853.50726, 7877.808 11622.574 848.88745, 7777.48 11629.658 841.71936, 7698.7476 11633.527 834.4207, 7613.824 11634.428 826.4995, 7511.1245 11632.355 819.23364, 7395.137 11627.533 813.3752, 7273.428 11620.888 808.46484, 7186.6104 11615.926 803.9682, 7070.809 11606.866 799.01465, 6930.169 11594.108 793.16516, 6768.3193 11579.3125 783.3536, 6590.915 11565.097 769.709, 6432.9106 11554.486 755.58307, 6299.1885 11546.599 741.978, 6136.1357 11539.454 728.0539, 5951.0063 11533.492 713.7472, 5748.152 11528.976 700.0578, 5603.4595 11525.996 688.184, 5435.151 11523.85 674.70276, 5230.1357 11523.74 657.3543, 4993.1377 11524.438 636.30743, 4724.754 11523.076 611.6088, 4550.8823 11522.21 563.2028, 4479.186 11522.044 523.751, 4385.0366 11522.156 479.7897, 4320.2305 11521.889 448.48862, 4253.9688 11520.811 405.9298</trace>
</ink>
</file>

<file path=ppt/ink/ink3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18967.453 11881.372 874.14984, 18888.521 11836.4375 858.1465, 18764.926 11773.018 847.3554, 18690.703 11736.809 843.5687, 18630.479 11707.62 841.0721, 18501.982 11651.175 838.0045, 18430.414 11625.434 838.27673, 18300.436 11585.576 835.6175, 18216.168 11566.376 835.47687, 18120.531 11546.423 835.1208, 18043.771 11530.022 834.662, 17963.537 11512.119 833.3064, 17863.033 11485.729 829.7449, 17746.986 11452.981 824.0144, 17617.4 11419.407 817.04065, 17478.596 11391.191 810.00806, 17380.79 11371.97 804.04956, 17271.379 11359.113 801.4003, 17145.232 11351.869 798.04407, 17005.83 11348.797 794.17816, 16853.816 11348.388 789.74554, 16701.992 11349.662 785.1966, 16593.973 11350.956 781.9164, 16459.805 11356.788 778.9286, 16309.6045 11369.624 776.16766, 16199.872 11379.843 775.6627, 16082.62 11399.901 775.06744, 15955.439 11433.77 774.0627, 15829.217 11481.545 775.4739, 15717.183 11536.976 778.7537, 15637.42 11579.145 782.3467, 15553.218 11642.72 786.62036, 15468.272 11727.229 790.0891, 15385.401 11830.061 792.1916, 15306.604 11945.088 793.00323, 15234.614 12066.093 792.8041, 15188.44 12144.565 787.7461, 15139.236 12224.135 778.4286, 15109.719 12284.376 762.21045</trace>
</ink>
</file>

<file path=ppt/ink/ink3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18856.258 11814.493 874.14984, 18918.95 11862.38 865.0597, 19012.643 11945.464 856.8254, 19090.148 12019.807 850.4599, 19180.102 12102.327 847.6331, 19264.627 12189.605 853.12897, 19347.393 12302.745 854.3086, 19399.316 12389.07 853.825, 19432.984 12471.949 859.04944, 19440.426 12571.918 862.0687, 19420.922 12674.109 862.085, 19380.695 12775.246 862.24243, 19315.633 12875.488 860.99756, 19246.348 12951.59 860.6065, 19166.232 12989.533 861.1692, 19070.895 13014.073 859.7666, 18972.049 13028.061 856.5218, 18912.924 13030.069 854.1194, 18843.88 13027.588 853.5038, 18739.75 13025.51 852.1451, 18674.836 13024.391 851.63995, 18604.553 13017.156 851.4318, 18531.479 13010.367 851.65717, 18459.182 13011.819 852.2015, 18337.262 13020.484 853.5234, 18257.854 13026.307 853.44684, 18170.541 13030.83 850.999, 18099.502 13033.384 847.9552, 18030.07 13034.393 844.79663, 17946.477 13036.766 841.74286, 17866.484 13038.28 839.7228, 17803.564 13039.237 837.86505, 17729.326 13037.7295 836.9464, 17646.557 13038.952 837.75134, 17558.324 13039.679 838.2664, 17467.46 13040.134 839.29346, 17391.043 13040.419 840.9767, 17322.988 13040.609 842.5761, 17237.8 13040.74 843.03345, 17143.812 13040.803 842.4365, 17046.646 13040.845 841.2155, 16982.12 13040.873 840.31726, 16905.135 13040.92 839.41064, 16821.266 13040.92 839.0155, 16754.783 13040.92 840.285, 16690.176 13040.92 841.67487, 16611.396 13037.506 843.05365, 16524.025 13034.092 843.34357, 16431.07 13030.679 842.90125, 16334.157 13021.119 842.24615, 16266.844 13014.561 841.52167, 16194.537 13008.254 840.9504, 16115.545 13005.692 841.9016, 16034.624 13004.024 843.85504, 15952.751 12998.503 845.4349, 15873.482 12986.465 846.8019, 15754.355 12957.704 849.1284, 15685.263 12930.407 850.30115, 15580.234 12883.599 852.21674, 15518.41 12848.912 852.7524, 15454.38 12806.886 853.0807, 15390.713 12757.04 852.7581, 15330.384 12693.022 851.7513, 15244.459 12565.076 845.47473, 15195.977 12416.737 830.27954, 15164.84 12320.514 802.73645, 15135.709 12248.69 760.16534, 15113.201 12151.773 702.07007</trace>
</ink>
</file>

<file path=ppt/ink/ink3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945.01855 1353.0671 874.14984, 1031.5172 1348.7405 859.46655, 1098.3843 1347.3864 855.94696, 1220.287 1344.5461 854.1487, 1328.8944 1340.9097 852.7139, 1392.0176 1337.4884 851.683, 1465.3102 1334.9357 852.5823, 1548.1107 1334.4746 851.6374, 1637.9747 1335.2083 849.8676, 1709.6642 1336.0583 847.48303, 1778.9994 1338.459 845.42065, 1860.6971 1342.0818 843.2953, 1941.2737 1346.3235 841.1955, 2003.5052 1349.7723 839.3173, 2081.42 1354.4132 838.34106, 2168.9858 1360.1909 837.14886, 2263.7024 1367.7063 836.0258, 2362.7275 1377.1835 835.32855, 2444.5732 1385.6312 835.3455, 2516.9502 1393.5953 835.63214, 2600.7056 1404.0392 836.0166, 2691.367 1414.8965 836.55914, 2786.9446 1425.0013 837.2775, 2885.653 1434.121 838.16943, 2957.904 1440.6163 838.8547, 3033.7004 1445.3961 839.63965, 3120.0823 1448.794 839.8192, 3196.9546 1450.9404 840.0429, 3261.5571 1452.3047 840.2721, 3338.4893 1452.8167 840.75305, 3421.0745 1451.884 841.9396, 3505.5168 1449.1733 843.8148, 3564.3728 1447.0159 845.5368, 3627.7107 1443.544 847.1205, 3696.6826 1438.3771 848.72375, 3766.9146 1433.645 850.4155, 3835.728 1429.8817 852.31195, 3898.8691 1427.4365 854.226, 3990.313 1423.964 858.4996, 4064.0125 1417.3019 862.5937, 4154.358 1389.997 864.80457, 4218.1064 1352.0695 866.2127, 4270.6504 1251.3638 864.47534, 4289.956 1149.5773 859.92737, 4276.3657 1040.704 855.1232, 4253.73 962.7966 854.22437, 4218.6685 871.75037 854.99457, 4192.1543 790.5352 858.27466, 4171.6387 707.35504 862.3995, 4148.0557 639.2041 865.622, 4062.5857 554.6666 866.3054, 3955.6792 516.6303 862.85205, 3846.6836 499.89597 856.5788, 3775.6196 496.88486 853.19727, 3696.0725 495.87555 852.082, 3608.6892 495.75015 850.2099, 3546.5828 495.75726 848.1091, 3473.8953 496.23688 845.5194, 3387.5618 496.67255 842.2277, 3312.1567 497.01804 839.4621, 3243.214 497.2488 836.7854, 3159.1794 497.40848 834.5473, 3062.764 497.50784 833.1797, 2955.9143 497.56064 831.7308, 2841.695 497.58386 829.11163, 2758.4214 497.8816 826.5993, 2668.663 499.15265 823.7619, 2567.0605 500.48715 821.2899, 2459.066 500.8422 820.05084, 2346.042 500.73193 820.1835, 2231.275 501.30975 821.2126, 2155.081 501.71826 821.9827, 2063.335 503.1793 822.4843, 1963.03 505.32324 822.94995, 1861.1146 507.22888 823.94934, 1776.3651 508.64755 826.403, 1705.7965 509.713 829.3624, 1628.6517 510.73965 833.86835, 1549.037 511.41437 838.1107, 1469.6458 511.8574 841.79565, 1391.593 512.13654 844.96796, 1277.2268 512.4192 850.61334, 1217.0027 513.32245 853.2138, 1156.5106 515.78046 856.6684, 1050.3092 529.4803 862.8534, 988.48193 556.22095 865.7412, 954.1759 635.7296 864.67645, 947.4564 696.3882 862.81793, 943.7995 800.0928 857.3147, 946.7461 869.2475 853.015, 951.6416 944.37463 849.40314, 958.13104 1013.81433 848.3564, 970.59326 1113.1483 849.6424, 975.37854 1217.0836 854.7618, 939.98737 1289.0997 866.87036, 880.90405 1320.4062 8.682248</trace>
</ink>
</file>

<file path=ppt/ink/ink3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6975.3066 6015.7944 874.14984, 6957.9097 5955.1084 874.14984, 6904.69 5884.2627 870.5021, 6808.616 5833.975 868.66724, 6712.8438 5819.662 867.6095, 6612.372 5840.2607 866.809, 6531.399 5879.3687 866.2028, 6480.991 5944.5264 866.63727, 6487.6045 6038.4453 866.4653, 6560.5317 6132.837 865.76807, 6640.6157 6186.9272 865.17816, 6750.8706 6193.3687 865.2701, 6832.0483 6154.3833 865.12305, 6883.4473 6075.0176 864.14764, 6917.4404 6003.2964 862.8566</trace>
</ink>
</file>

<file path=ppt/ink/ink3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7876.8555 5902.727 874.14984, 7826.715 5830.507 872.4139, 7735.3145 5806.5137 869.2859, 7627.3877 5822.873 867.7584, 7554.318 5856.3047 866.30963, 7503.445 5926.231 865.5839, 7491.786 6000.4214 865.1054, 7513.9673 6073.7773 865.0652, 7583.9614 6151.7495 865.0249, 7659.389 6202.2515 865.12994, 7747.598 6228.312 864.91626, 7838.6357 6220.4316 865.0125, 7911.6143 6179.6226 865.32886, 7955.981 6112.3525 865.4937, 7960.1562 6029.8003 865.34814, 7959.3794 5969.299 863.82904</trace>
</ink>
</file>

<file path=ppt/ink/ink3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9318.137 5875.302 874.14984, 9220.945 5813.792 869.6337, 9109.134 5783.3364 867.6917, 9003.135 5801.658 867.4312, 8930.319 5867.8975 867.3242, 8906.087 5969.9966 866.397, 8935.704 6079.5728 866.51227, 9004.395 6160.425 867.08405, 9093.9795 6198.559 867.3865, 9168.553 6203.625 867.5752, 9246.113 6180.696 867.8882, 9306.521 6148.07 868.1974, 9351.068 6075.5938 867.6093, 9379.881 6010.4155 866.8889</trace>
</ink>
</file>

<file path=ppt/ink/ink3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916.7917 1380.9734 874.14984, 922.3841 1317.9546 869.30347, 922.19916 1232.1273 863.5225, 920.39606 1161.463 862.04865, 919.0903 1059.2802 861.9971, 920.4101 998.27386 862.45355, 922.7566 932.3753 862.45764, 926.3979 863.013 861.9616, 934.831 791.7386 860.7264, 954.33575 692.08954 858.70355, 995.2922 597.227 858.01764, 1045.8412 535.75964 859.2956, 1128.6924 495.5657 860.03015, 1211.1713 472.40396 859.9897, 1290.3608 457.12195 859.1192, 1382.7495 446.31345 858.1187, 1473.7904 441.8531 857.699, 1583.7567 440.73825 857.9428, 1647.7452 440.48315 857.9349, 1717.8533 439.51266 857.74896, 1826.617 436.55475 857.05597, 1897.7704 433.95526 855.7947, 1977.0295 432.6117 853.6634, 2052.4175 432.10803 851.9295, 2181.5176 431.28607 848.24225, 2262.9185 430.5303 846.8396, 2388.339 429.37418 844.9233, 2472.7112 428.95966 843.16437, 2566.345 427.51892 840.7476, 2666.8147 424.72073 838.2597, 2763.3396 421.92368 836.6121, 2832.9343 419.87927 835.1923, 2914.4617 417.86584 834.9407, 3002.2021 417.247 835.6964, 3092.7434 418.21487 837.17926, 3164.2178 419.49747 839.0256, 3230.6282 421.38928 840.945, 3304.225 423.3016 843.2264, 3371.8608 425.5035 845.7697, 3486.0356 430.49533 850.5554, 3552.1023 435.0817 852.7077, 3647.7708 443.7654 855.5573, 3762.4138 461.0027 859.7446, 3851.2646 479.8507 863.1489, 3962.7878 517.70996 863.5869, 4045.7043 555.6877 864.57043, 4107.2817 596.75635 866.2255, 4184.8184 695.2878 865.77496, 4223.5967 814.68915 864.7058, 4242.4277 920.1336 863.1619, 4247.569 981.5658 863.4866, 4251.5093 1051.1926 863.88245, 4254.175 1124.9088 863.7789, 4254.2686 1196.3507 863.8052, 4248.825 1260.8108 863.8411, 4229.597 1346.1886 864.446, 4150.63 1414.1017 863.7957, 4080.238 1427.7979 865.34644, 3974.9307 1425.2968 862.5272, 3907.1345 1420.9248 859.3245, 3834.9094 1415.7806 856.13513, 3767.113 1410.72 853.2845, 3659.813 1402.0194 851.82733, 3594.9172 1396.098 852.5365, 3523.0325 1389.8685 852.22894, 3444.148 1383.2604 851.60175, 3374.8909 1377.708 851.14624, 3314.6357 1373.0381 850.68726, 3240.6655 1367.643 849.4798, 3162.2957 1362.8164 848.4693, 3035.3884 1356.6913 848.0677, 2952.5122 1354.8882 846.9487, 2861.988 1354.095 845.33856, 2765.0127 1353.6108 843.2051, 2677.6252 1353.3313 840.4697, 2606.103 1353.1666 838.017, 2518.5535 1353.0746 834.9214, 2421.1523 1353.0463 832.33844, 2318.1985 1353.0463 831.1877, 2243.1655 1353.0491 830.5218, 2162.9968 1353.0603 829.53735, 2073.141 1352.0431 829.8298, 1994.4546 1350.4271 831.07196, 1927.2805 1348.6201 832.4127, 1847.232 1346.2505 831.1404, 1760.2007 1344.0277 827.6269, 1669.2878 1342.4119 822.2101, 1577.6687 1341.3622 814.6059, 1508.5658 1340.679 799.72235, 1442.5923 1340.2347 776.55994, 1371.613 1339.9469 745.4348, 1299.8939 1339.7737 706.43555, 1230.1896 1339.6735 659.96783, 1127.1537 1338.5747 548.4754, 1022.4915 1332.1556 419.2743, 963.94324 1328.483 233.68178</trace>
</ink>
</file>

<file path=ppt/ink/ink3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1595.9475 1212.5743 874.14984, 1673.5297 1235.6064 867.90607, 1738.9945 1255.0629 865.8501, 1819.8672 1277.5912 864.43506, 1909.3407 1297.7552 862.4156, 1976.9906 1310.3322 858.873, 2042.572 1318.383 855.04614, 2114.751 1318.7396 848.8245, 2191.1118 1309.5757 839.6737, 2263.445 1290.9723 828.7108, 2326.9392 1264.9865 814.6324, 2403.4001 1220.6726 763.0671, 2437.9456 1159.8175 658.8567</trace>
</ink>
</file>

<file path=ppt/ink/ink3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17913.65 412.91965 874.14984, 17875.365 488.67783 863.38806, 17802.121 592.8045 852.8734, 17750.3 654.2737 847.2232, 17668.828 743.2465 839.52576, 17577.525 836.7325 841.7105, 17498.365 923.69495 841.7237, 17437.902 990.6534 848.1472</trace>
</ink>
</file>

<file path=ppt/ink/ink3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17580.916 510.59106 874.14984, 17629.46 607.64056 860.472, 17652.91 666.56177 854.3877, 17675.521 734.4677 849.5087, 17708.277 836.8679 842.9354, 17736.635 925.6977 829.1762, 17758.973 994.99347 792.75574</trace>
</ink>
</file>

<file path=ppt/ink/ink3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17231.928 320.5408 874.14984, 17213.166 404.9058 859.2051, 17196.016 469.61246 851.0469, 17175.35 539.7497 840.61755, 17150.467 608.48724 830.10785, 17128.625 672.4292 810.5586, 17102.38 732.79266 741.2323</trace>
</ink>
</file>

<file path=ppt/ink/ink3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17261.867 272.4268 874.14984, 17276.023 354.24243 863.47845, 17284.715 474.88428 856.4325, 17290.283 572.1485 848.1233, 17298.182 630.7482 836.14026, 17305.324 689.4593 707.1733</trace>
</ink>
</file>

<file path=ppt/ink/ink3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17151.525 595.27167 874.14984, 17242.334 552.75964 866.3977, 17303.777 524.5442 862.3649</trace>
</ink>
</file>

<file path=ppt/ink/ink3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17442.346 510.59106 874.14984, 17428.732 613.5956 867.4248, 17421.818 685.726 864.1091</trace>
</ink>
</file>

<file path=ppt/ink/ink3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17054.014 1058.1284 874.14984, 17116.398 1023.0112 869.38727, 17195.422 1014.9468 867.8523, 17256.38 1099.196 863.17487, 17249.4 1171.4839 855.234, 17201.648 1277.8983 847.91614, 17158.584 1357.2325 851.985, 17231.81 1395.5212 857.5277, 17321.756 1341.3699 855.13776, 17382.088 1301.528 840.7731</trace>
</ink>
</file>

<file path=ppt/ink/ink3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19050.424 454.29773 874.14984, 19025.762 521.7384 854.85156, 18998.004 594.2706 837.4596, 18958.473 692.2045 820.1649, 18910.066 808.1403 799.825, 18856.893 927.94794 789.44824, 18820.908 1008.5012 783.1124, 18782.797 1082.6411 793.9634, 18715.0 1071.9924 802.9447, 18662.09 974.41003 806.2892</trace>
</ink>
</file>

<file path=ppt/ink/ink3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18745.916 608.74365 874.14984, 18797.139 676.5055 863.90784, 18866.697 777.00165 854.79047, 18918.588 856.6726 848.53143, 18965.746 927.5507 835.1515, 19016.982 990.0824 814.2808, 19059.305 1048.535 217.6557</trace>
</ink>
</file>

<file path=ppt/ink/ink3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18523.521 172.83081 874.14984, 18516.113 237.17247 860.7999, 18504.69 299.34055 850.16223, 18486.406 375.36313 841.04877, 18462.895 456.7881 828.4424, 18442.395 524.2245 814.2879, 18397.088 608.2784 766.4061, 18358.408 669.40985 648.6379</trace>
</ink>
</file>

<file path=ppt/ink/ink3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18509.836 216.13342 874.14984, 18525.28 318.9337 859.37573, 18528.986 383.00745 852.1994, 18533.55 479.92667 848.50684, 18544.742 549.05646 855.33154, 18557.922 607.4931 816.96326</trace>
</ink>
</file>

<file path=ppt/ink/ink3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18426.865 538.4972 874.14984, 18488.834 504.86972 868.63336, 18549.168 472.02304 865.9568, 18610.795 439.0235 861.32556</trace>
</ink>
</file>

<file path=ppt/ink/ink3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18662.09 454.29773 874.14984, 18690.342 373.5241 874.14984, 18739.863 446.8875 863.72156, 18706.646 528.4389 860.06165, 18718.314 596.86554 858.86566, 18762.709 656.12476 829.5014</trace>
</ink>
</file>

<file path=ppt/ink/ink3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18246.385 1100.4686 874.14984, 18329.67 1026.0618 867.472, 18414.805 1006.8694 866.64197, 18451.662 1085.3702 863.0529, 18433.047 1148.8306 859.33276, 18377.94 1231.8263 857.7317, 18349.838 1296.2192 860.49744, 18431.852 1364.0575 862.045, 18493.135 1391.5938 838.3973</trace>
</ink>
</file>

<file path=ppt/ink/ink3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18315.668 1254.9147 874.14984, 18414.201 1218.0156 845.7283, 18473.13 1194.6637 801.1063</trace>
</ink>
</file>

<file path=ppt/ink/ink3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18745.916 524.5442 874.14984, 18685.639 503.59225 874.14984, 18651.389 443.74094 868.92163, 18728.469 407.49792 867.12714, 18756.543 503.71188 862.43695, 18734.111 576.2908 860.0285, 18698.867 649.5419 860.7692, 18759.248 669.74615 411.17065</trace>
</ink>
</file>

<file path=ppt/ink/ink3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21241.0 706.4151 874.14984, 21215.754 799.1877 862.2808, 21190.531 863.04083 853.0724, 21157.178 940.3518 843.3321, 21118.37 1025.951 834.3891, 21059.857 1149.5217 824.49554, 21005.84 1257.7335 818.4982, 20974.969 1319.8445 820.51746, 20937.26 1399.8345 831.80493, 20908.266 1465.6537 871.3165</trace>
</ink>
</file>

<file path=ppt/ink/ink3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20936.492 889.72943 874.14984, 20966.219 969.2458 863.6587, 21023.486 1076.2704 855.83356, 21059.477 1137.0522 851.8969, 21113.209 1225.1205 837.55347, 21157.436 1297.3024 813.96893, 21199.941 1367.0199 748.44257</trace>
</ink>
</file>

<file path=ppt/ink/ink3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20658.5 581.31866 874.14984, 20644.26 693.13007 856.5839, 20629.578 760.6845 850.587, 20608.469 835.94415 845.5223, 20586.643 903.17316 837.20764, 20554.275 995.87354 817.43256, 20525.066 1063.876 745.84503</trace>
</ink>
</file>

<file path=ppt/ink/ink3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20631.129 622.69666 874.14984, 20650.217 703.2104 863.05444, 20672.746 812.41705 858.0626, 20688.293 895.74365 848.1459, 20702.729 963.6732 833.05774, 20726.455 1025.4971 810.6651, 20750.73 1086.347 508.3921</trace>
</ink>
</file>

<file path=ppt/ink/ink3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20548.158 1016.75037 874.14984, 20626.043 967.9237 863.2352, 20707.219 927.7983 856.91034, 20766.422 900.50244 824.9802</trace>
</ink>
</file>

<file path=ppt/ink/ink3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20852.666 862.3044 874.14984, 20837.48 945.12683 864.21246, 20829.871 1024.4236 860.1738, 20823.217 1082.8542 831.4187</trace>
</ink>
</file>

<file path=ppt/ink/ink3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20506.246 1479.6069 874.14984, 20564.848 1425.3306 866.55176, 20638.658 1411.0116 866.27893, 20687.176 1497.5261 862.752, 20657.002 1599.2156 851.99133, 20633.283 1695.2703 855.8808, 20697.281 1721.6317 856.2422, 20762.63 1727.8555 859.72217</trace>
</ink>
</file>

<file path=ppt/ink/ink3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20548.158 1661.959 874.14984, 20613.756 1639.4421 865.8589, 20696.799 1608.5162 860.5201, 20773.447 1582.1339 852.2783, 20832.346 1563.0557 829.1953</trace>
</ink>
</file>

<file path=ppt/ink/ink3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21310.283 651.5651 874.14984, 21392.26 646.0779 865.1423, 21467.396 641.0771 863.3167, 21547.664 630.68695 864.4059, 21609.375 623.3602 859.71814</trace>
</ink>
</file>

<file path=ppt/ink/ink3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21421.482 510.59106 874.14984, 21421.477 600.7874 863.2185, 21421.477 694.8026 855.32965, 21424.355 776.55927 842.4727, 21428.322 848.3513 809.3946</trace>
</ink>
</file>

<file path=ppt/ink/ink3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21962.068 1423.3136 874.14984, 22003.201 1363.0302 867.0097, 22041.143 1304.4369 800.1168</trace>
</ink>
</file>

<file path=ppt/ink/ink3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22319.6 858.8936 874.14984, 22308.281 958.39276 860.03467, 22302.94 1017.487 854.5881, 22297.59 1083.8535 850.85223, 22292.494 1148.6199 844.347, 22285.568 1245.7389 827.9222, 22282.84 1339.516 795.7914, 22288.102 1406.7557 741.75543, 22294.184 1467.6484 418.2621</trace>
</ink>
</file>

<file path=ppt/ink/ink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22222.941 1307.7974 874.14984, 22305.457 1263.2863 866.3462, 22365.07 1237.045 861.77234</trace>
</ink>
</file>

<file path=ppt/ink/ink3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21945.807 1491.1116 874.14984, 22026.764 1400.7019 868.13257, 22049.625 1314.2526 867.2938, 21974.941 1311.333 854.75604, 21927.072 1374.9379 846.22784, 21901.418 1472.2263 848.1732, 21916.197 1532.7124 850.7774, 22025.55 1506.5029 845.48364, 22106.701 1479.1271 830.83466, 22165.865 1442.2435 757.1723</trace>
</ink>
</file>

<file path=ppt/ink/ink3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23054.352 943.0931 874.14984, 23021.021 1016.9125 863.3228, 22952.28 1138.6149 847.4646, 22903.584 1212.7454 841.7011, 22828.703 1322.5426 833.985, 22766.012 1414.9783 814.61774, 22721.871 1487.424 777.72986, 22684.037 1547.9453 554.68616</trace>
</ink>
</file>

<file path=ppt/ink/ink3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22735.303 1013.33966 874.14984, 22765.635 1085.5188 863.8712, 22812.518 1194.54 855.5265, 22848.146 1286.6249 846.9915, 22874.904 1362.5731 832.1089, 22916.459 1441.4854 801.23193, 22981.707 1483.2275 718.66895, 23040.984 1494.1113 6.5054817</trace>
</ink>
</file>

<file path=ppt/ink/ink3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22555.678 649.11664 874.14984, 22550.596 740.6615 862.199, 22542.107 801.57166 855.95233, 22529.76 870.80835 850.69055, 22514.428 942.21326 842.6136, 22501.045 1001.0629 833.65735, 22475.947 1074.1561 816.06757, 22455.65 1133.3392 729.4673</trace>
</ink>
</file>

<file path=ppt/ink/ink3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22541.137 704.44775 874.14984, 22549.979 810.42145 860.308, 22553.861 927.9951 848.9252, 22556.72 1011.0626 832.27106, 22564.123 1082.2448 814.88135, 22567.176 1143.3292 611.73236</trace>
</ink>
</file>

<file path=ppt/ink/ink3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22500.078 1069.6329 874.14984, 22572.664 1028.7369 868.318, 22646.496 989.5842 865.3748, 22708.096 959.2427 805.73224</trace>
</ink>
</file>

<file path=ppt/ink/ink3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22305.912 1589.2642 874.14984, 22382.824 1548.7048 869.2576, 22455.855 1548.0746 867.90295, 22492.451 1614.9684 865.2134, 22469.39 1718.4735 855.54614, 22417.691 1807.6398 855.63257, 22362.855 1892.8579 859.2092, 22443.896 1872.2289 850.5583, 22503.174 1840.1249 827.93304</trace>
</ink>
</file>

<file path=ppt/ink/ink3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22666.018 1028.255 874.14984, 22605.22 972.72046 870.9897, 22613.215 904.5561 869.30743, 22682.186 901.80493 867.0847, 22695.219 971.39575 861.92804, 22676.768 1035.5958 856.7748, 22641.582 1109.5106 853.3793, 22596.258 1188.6527 853.649, 22565.44 1256.5181 857.6763, 22641.168 1204.6807 855.4278, 22683.074 1137.8004 838.44336, 22721.617 1055.6799 806.36115</trace>
</ink>
</file>

<file path=ppt/ink/ink3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23082.578 844.94055 874.14984, 23166.018 828.9589 864.6345, 23253.479 814.8722 856.1401, 23318.324 805.03406 841.25415</trace>
</ink>
</file>

<file path=ppt/ink/ink3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23206.607 704.44775 874.14984, 23198.387 813.4041 858.9783, 23186.57 911.51697 847.4026, 23174.031 981.1523 833.47644, 23160.574 1041.123 754.61176</trace>
</ink>
</file>

<file path=ppt/ink/ink3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20780.807 2165.67 874.14984, 20714.625 2208.6416 868.126, 20640.83 2298.836 866.79517, 20626.656 2361.5115 867.6646, 20688.629 2289.4312 858.77075, 20726.312 2213.5032 849.60516, 20734.592 2323.2021 840.00226, 20725.352 2409.6982 832.60284, 20718.154 2488.656 819.1215, 20712.924 2550.3877 797.7677, 20712.223 2609.881 768.5493, 20709.3 2684.2458 681.8884</trace>
</ink>
</file>

<file path=ppt/ink/ink3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20961.285 2389.881 874.14984, 20925.469 2473.074 868.3982, 20922.18 2579.15 866.5402, 20996.004 2595.9583 864.11926, 21052.059 2502.5596 853.4812, 21062.754 2417.8635 856.4418, 21019.486 2358.6907 858.6084, 20937.027 2374.6877 860.6466, 20878.318 2389.881 867.7626</trace>
</ink>
</file>

<file path=ppt/ink/ink3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21418.904 2052.6018 874.14984, 21405.885 2123.8032 858.9612, 21388.473 2196.1682 843.4061, 21363.61 2290.5835 828.3326, 21331.436 2398.8416 817.327, 21293.428 2509.4055 810.1347, 21261.852 2597.436 805.0661, 21234.832 2667.0142 802.39, 21210.16 2727.8687 804.13873, 21161.33 2795.973 835.89966</trace>
</ink>
</file>

<file path=ppt/ink/ink3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21140.912 2150.7544 874.14984, 21153.775 2215.912 870.81195, 21188.316 2134.0464 868.26953, 21125.723 2123.339 866.635, 21113.809 2183.505 841.3793</trace>
</ink>
</file>

<file path=ppt/ink/ink3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21432.592 2845.5205 874.14984, 21438.617 2908.7593 869.421, 21462.838 2974.222 869.71387, 21527.387 2900.1365 864.1182, 21517.684 2835.2344 864.33716, 21456.746 2789.759 864.64435, 21395.857 2773.5215 758.7737</trace>
</ink>
</file>

<file path=ppt/ink/ink3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22084.373 2699.254 874.14984, 22104.928 2626.601 855.8503, 22127.514 2562.8486 847.4047, 22155.137 2490.7444 841.48193, 22185.988 2418.8674 839.3303, 22233.807 2320.485 838.1159, 22303.973 2404.0833 830.81036, 22321.947 2520.2686 820.79193, 22340.414 2624.3623 785.1471, 22352.33 2691.4656 725.9631, 22365.607 2752.226 186.87927</trace>
</ink>
</file>

<file path=ppt/ink/ink3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22513.766 2504.8733 874.14984, 22522.27 2583.62 868.2789, 22593.777 2628.038 865.1787, 22635.105 2540.7747 856.79236, 22647.918 2469.3748 851.21625, 22623.496 2407.1526 852.72864, 22542.824 2415.344 854.04926, 22468.447 2465.2134 856.898</trace>
</ink>
</file>

<file path=ppt/ink/ink3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23031.26 2241.209 874.14984, 23004.162 2360.4314 844.9614, 22981.814 2447.185 834.4985, 22953.639 2539.3691 820.32104, 22921.822 2627.214 802.49646, 22895.047 2697.112 778.04193, 22864.398 2774.1326 714.46265, 22839.756 2832.8281 569.51196</trace>
</ink>
</file>

<file path=ppt/ink/ink3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22721.617 2263.3413 874.14984, 22798.625 2231.5063 868.4268, 22834.492 2165.4407 862.352, 22832.645 2086.675 862.7911, 22765.113 2070.035 861.5723, 22725.322 2157.6812 861.0989, 22735.303 2221.0007 858.91205</trace>
</ink>
</file>

<file path=ppt/ink/ink3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23026.982 2867.6528 874.14984, 23028.25 2931.7568 870.5396, 23090.291 2960.0532 868.1044, 23147.059 2889.916 864.31494, 23146.418 2821.5095 864.0339, 23075.66 2846.1697 860.9102, 23026.982 2909.031 850.3023</trace>
</ink>
</file>

<file path=ppt/ink/ink3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11256.383 352.29605 874.14984, 11234.322 442.81314 856.1584, 11205.819 512.0735 844.4116, 11162.509 595.8794 832.5287, 11104.79 691.45245 821.57056, 11054.943 770.7983 813.089, 11005.931 843.8863 806.3627, 10943.812 936.27747 800.6746, 10878.369 1034.4543 796.9187, 10828.597 1109.7814 789.65704, 10763.522 1208.9805 783.7319, 10688.888 1326.2998 778.84656, 10611.785 1451.046 754.5165, 10550.048 1551.8925 723.2837, 10499.531 1634.4159 685.0814, 10459.297 1699.8708 633.36346, 10420.058 1764.9319 515.8186</trace>
</ink>
</file>

<file path=ppt/ink/ink3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10652.498 678.02783 874.14984, 10707.782 762.2883 855.9026, 10751.281 822.3246 846.601, 10803.273 891.3046 839.0549, 10861.144 969.9372 833.6604, 10922.869 1057.2899 829.57666, 10964.396 1116.2937 826.38605, 11012.809 1190.4274 822.769, 11066.45 1278.6831 819.7373, 11121.549 1373.489 808.8674, 11167.503 1458.899 791.0187, 11203.64 1524.5825 769.60004, 11239.334 1591.8353 726.9346</trace>
</ink>
</file>

<file path=ppt/ink/ink3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10302.656 159.3589 874.14984, 10300.1045 254.68945 861.36414, 10292.31 318.67282 854.2165, 10278.418 396.05884 846.69116, 10258.536 481.41306 840.19403, 10224.087 604.8141 831.6228, 10198.855 682.3392 823.57764, 10179.144 743.66376 808.9196, 10141.151 855.71857 757.17725, 10118.718 919.06287 680.3505</trace>
</ink>
</file>

<file path=ppt/ink/ink3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10177.774 356.14514 874.14984, 10245.38 418.87445 862.6698, 10305.504 513.39905 858.808, 10338.442 608.2585 856.98645, 10348.72 709.99664 854.61884, 10349.319 794.16583 843.7051, 10344.569 862.3044 815.70447</trace>
</ink>
</file>

<file path=ppt/ink/ink3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10108.49 792.058 874.14984, 10170.81 785.43 864.9266, 10301.193 766.7378 845.14655, 10370.771 756.35986 821.48346, 10431.048 748.5464 704.4592</trace>
</ink>
</file>

<file path=ppt/ink/ink3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9873.266 1451.2197 874.14984, 9964.192 1427.5225 862.71515, 10068.973 1423.3182 858.8127, 10138.476 1438.0953 859.3717, 10143.787 1507.1953 859.4629, 10074.029 1610.0817 848.2194, 10002.696 1688.1682 839.7117, 9943.873 1753.435 845.22217, 9936.961 1813.28 849.8436, 10003.197 1840.4437 850.6701, 10095.919 1843.6395 849.9214, 10154.991 1839.4989 844.8535, 10231.364 1834.3418 821.36237, 10291.828 1830.0815 224.52673</trace>
</ink>
</file>

<file path=ppt/ink/ink3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9900.637 1675.4309 874.14984, 9992.935 1669.5139 859.27374, 10058.669 1668.6179 850.11755, 10135.164 1666.0973 842.01215, 10201.76 1663.8618 823.295, 10260.744 1661.9587 805.05774</trace>
</ink>
</file>

<file path=ppt/ink/ink3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7917.9126 4020.9885 874.14984, 7998.8657 4032.7256 867.68243, 8083.0244 4041.5403 863.0151, 8174.5127 4049.9165 856.5883, 8283.49 4057.5544 848.5144, 8359.161 4060.4597 845.2446, 8444.121 4063.679 842.18665, 8575.186 4068.4307 837.8014, 8666.701 4070.1392 835.6698, 8771.6875 4070.053 831.757, 8886.263 4068.937 827.4264, 8996.729 4066.963 823.46265, 9081.888 4065.1904 819.90643, 9189.008 4061.8032 816.3746, 9311.283 4058.4023 811.81976, 9444.601 4055.1482 807.16846, 9585.264 4053.0334 802.7582, 9698.689 4051.6404 799.4718, 9804.845 4050.736 797.0048, 9930.89 4050.1626 796.33636, 10071.669 4049.8037 794.19635, 10223.988 4049.5881 790.9657, 10382.291 4049.4534 787.43835, 10542.749 4049.3965 784.66473, 10667.538 4049.3755 783.16455, 10783.461 4049.3755 782.36194, 10913.617 4050.7417 784.1528, 11053.448 4053.5066 786.2694, 11198.015 4056.42 787.261, 11295.047 4058.3926 787.55817, 11417.403 4060.1868 787.6463, 11556.195 4061.695 787.1208, 11706.907 4063.8699 786.1438, 11864.474 4065.966 785.0122, 12005.081 4067.7864 784.71893, 12114.876 4069.1938 784.3403, 12239.515 4071.287 784.56104, 12373.192 4073.4744 785.36523, 12513.367 4075.2224 787.14404, 12617.631 4076.6504 789.4004, 12725.41 4078.4746 791.64124, 12848.977 4081.1912 793.9538, 12982.787 4084.3071 795.79785, 13122.968 4086.8364 796.8342, 13265.579 4088.8093 797.79205, 13358.812 4090.0933 798.7418, 13469.67 4091.254 799.536, 13591.076 4090.801 800.59204, 13718.428 4089.6494 801.9199, 13827.688 4089.1716 803.5456, 13921.265 4089.086 805.0019, 14030.823 4089.351 806.1605, 14151.982 4088.6516 806.8382, 14280.991 4086.8242 807.3218, 14369.961 4085.3782 807.5371, 14472.645 4082.4727 807.3012, 14589.684 4078.19 806.7261, 14713.942 4073.5442 806.3334, 14843.208 4069.8542 806.20074, 14967.632 4067.4517 806.8678, 15054.777 4065.8865 807.44495, 15156.274 4064.8655 808.46277, 15268.602 4065.4077 809.8755, 15387.662 4067.826 811.40576, 15485.008 4069.4744 812.84247, 15574.683 4070.671 814.1146, 15680.228 4069.2612 815.74194, 15795.516 4066.8345 816.50104, 15915.918 4065.0955 816.4513, 16037.631 4063.9639 816.6406, 16123.296 4063.1238 816.8582, 16214.209 4062.001 817.41565, 16314.243 4060.7422 818.7736, 16421.428 4060.4084 820.6521, 16533.611 4060.8738 822.8599, 16644.258 4060.5537 824.0676, 16719.32 4060.3142 824.9415, 16806.926 4058.9841 825.956, 16898.45 4056.9268 828.11536, 16989.213 4055.0776 831.64417, 17073.912 4050.9746 836.1728, 17141.727 4044.3738 840.5624, 17243.97 4024.446 848.77655, 17323.322 3990.308 856.5369, 17390.395 3913.4668 861.696, 17423.941 3820.5886 861.98615, 17438.373 3699.4033 856.7483, 17443.895 3624.507 852.8641, 17450.564 3546.077 851.756, 17456.871 3477.9382 851.01984, 17465.295 3363.0913 850.47925, 17462.434 3300.4885 852.2691, 17450.238 3237.7786 854.6188, 17410.701 3139.8767 858.4118, 17330.627 3064.5469 860.9309, 17215.271 3023.5046 859.4814, 17120.977 3008.877 858.0808, 17015.758 3008.0664 857.26764, 16953.512 3009.9768 857.0174, 16854.717 3014.1833 856.5668, 16780.32 3017.3828 855.5736, 16692.844 3020.1873 851.7251, 16594.428 3022.348 846.28595, 16497.68 3023.7434 840.596, 16424.184 3024.6401 835.2911, 16332.093 3025.2007 829.9093, 16225.19 3025.5505 824.8539, 16106.299 3025.7598 820.5874, 15976.526 3026.7485 815.51544, 15865.52 3028.2673 810.6045, 15764.502 3030.216 805.9944, 15641.1045 3031.4722 801.5311, 15501.682 3031.432 797.0654, 15351.719 3030.2107 792.7886, 15251.461 3029.3833 789.12384, 15130.036 3028.1963 785.74646, 14992.573 3025.7173 783.2488, 14844.718 3022.3987 781.4791, 14690.447 3018.6943 780.7775, 14545.7295 3015.894 780.97144, 14436.474 3013.929 781.35657, 14306.765 3011.2856 781.60175, 14163.48 3007.7021 781.71655, 14011.061 3004.1934 781.659, 13892.095 3001.2776 781.77576, 13776.595 2998.1492 781.8763, 13644.96 2994.4314 782.7598, 13503.449 2989.4775 783.8313, 13362.977 2984.1465 785.6682, 13266.324 2980.4282 787.1553, 13148.177 2976.4773 788.71173, 13016.349 2973.2446 790.30237, 12875.017 2971.1687 791.5845, 12727.518 2969.8354 792.3873, 12597.028 2968.3367 792.975, 12491.78 2966.9963 793.4441, 12369.519 2965.6355 793.4691, 12235.583 2964.1018 793.5613, 12093.349 2961.94 793.5242, 11990.522 2960.3748 793.5897, 11879.961 2958.6877 793.4657, 11754.226 2957.2593 793.2433, 11617.727 2955.9888 793.04517, 11473.92 2955.163 792.9787, 11328.529 2955.7383 793.239, 11229.95 2956.208 793.2333, 11110.163 2958.3987 793.2739, 10977.514 2961.027 793.22, 10837.116 2963.434 793.19946, 10719.151 2965.7312 793.4225, 10613.476 2968.0396 793.53766, 10489.08 2971.7642 793.42773, 10352.828 2976.5781 793.04675, 10210.393 2982.2686 792.6732, 10065.411 2988.5132 792.80994, 9960.681 2993.3691 793.6636, 9852.024 2999.6274 794.5934, 9731.468 3006.5813 797.1299, 9603.47 3014.336 799.22345, 9483.362 3022.067 801.2178, 9393.497 3027.965 802.74677, 9287.594 3035.1829 804.47046, 9173.69 3042.9148 806.63574, 9056.689 3051.6616 809.0535, 8939.477 3060.5554 812.4018, 8844.413 3067.321 816.8951, 8763.049 3072.73 821.2393, 8674.43 3077.9138 825.27246, 8582.001 3083.1167 829.7064, 8489.042 3087.3162 834.26117, 8427.399 3090.124 838.5137, 8360.538 3093.6907 842.4711, 8291.898 3096.6497 846.2023, 8223.595 3099.2065 849.7664, 8159.7437 3100.8247 853.7777, 8066.085 3101.1572 859.7203, 7987.251 3099.2114 863.31665, 7925.776 3117.0186 865.8717, 7893.2734 3177.6191 864.728, 7895.865 3245.139 860.6801, 7911.698 3345.567 854.5691, 7923.5396 3407.4832 849.1395, 7943.533 3509.4155 832.5489, 7962.589 3631.4727 804.6547, 7971.0776 3699.6091 780.027, 7976.5312 3765.568 747.90027, 7980.7896 3857.208 662.01636, 7979.3604 3920.5017 550.98846</trace>
</ink>
</file>

<file path=ppt/ink/ink3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8086.419 5900.3213 874.14984, 8002.1416 5894.2495 861.83124, 7938.924 5892.326 855.4585, 7863.5464 5890.9194 851.5673, 7776.3037 5890.1074 846.5681, 7678.573 5889.616 841.09283, 7615.0576 5889.3115 836.9688, 7533.759 5889.118 832.6816, 7441.2393 5890.362 829.5181, 7359.765 5891.7446 825.3997, 7273.688 5897.7383 834.5374, 7336.0884 5914.2275 837.64014, 7394.729 5923.6753 230.17278</trace>
</ink>
</file>

<file path=ppt/ink/ink3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8112.079 6043.7007 874.14984, 8029.72 6059.825 863.0357, 7965.469 6064.6807 854.59576, 7882.3833 6066.7563 844.7173, 7794.391 6065.3716 835.6787, 7732.0522 6063.9727 828.9348, 7656.53 6059.9595 823.7098, 7537.1606 6053.26 788.05554, 7469.3022 6050.223 757.3421, 7374.7275 6050.232 686.1838, 7315.4688 6048.5283 553.1273</trace>
</ink>
</file>

<file path=ppt/ink/ink3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12535.146 6759.637 874.14984, 12532.504 6829.5737 868.78534, 12514.7 6895.456 862.9261, 12457.546 6975.5015 860.1432, 12386.866 7034.6694 856.1933, 12310.197 7071.7744 849.375, 12200.783 7111.203 837.6272, 12061.977 7147.516 816.70654, 11911.636 7177.017 790.4559, 11802.852 7197.127 766.6176, 11663.296 7214.186 743.81586, 11509.375 7224.984 728.15186, 11349.53 7225.9834 724.20374, 11187.079 7213.8184 725.4188, 11048.952 7194.7573 728.89844, 10935.109 7173.9653 733.4023, 10803.942 7135.3423 738.9045, 10667.44 7082.625 746.5073, 10574.628 7045.6973 755.8359, 10462.254 6987.5386 762.31793, 10347.047 6912.6396 769.5771, 10240.243 6824.5254 775.8177, 10150.387 6725.849 780.22784, 10086.548 6632.0264 784.4177, 10042.615 6557.347 788.32007, 10014.994 6462.6553 792.315, 10007.534 6353.304 794.2467, 10022.506 6235.142 794.4326, 10061.737 6113.9897 792.91864, 10101.173 6015.754 792.1392, 10151.783 5932.062 790.46747, 10230.034 5842.5176 787.99585, 10331.559 5755.6826 785.3717, 10454.074 5677.2803 781.5406, 10534.419 5626.3423 777.88226, 10649.691 5578.486 770.9018, 10794.893 5539.322 759.8532, 10965.792 5515.527 745.69904, 11154.469 5512.9497 727.56793, 11329.628 5527.982 710.0143, 11465.411 5544.973 694.22906, 11621.648 5590.8066 648.82886, 11778.36 5663.494 596.4086, 11921.645 5760.034 538.11395, 12024.671 5840.42 474.55875, 12111.841 5930.3784 408.2454, 12190.617 6045.469 341.3576, 12258.389 6176.4253 275.7588, 12313.228 6314.6377 215.5409, 12357.264 6452.05 161.79092, 12386.383 6545.4395 113.490265, 12413.911 6642.9937 80.95403, 12443.799 6738.0957 55.65258, 12462.655 6799.2515 36.856182, 12479.421 6860.3325 10.23</trace>
</ink>
</file>

<file path=ppt/ink/ink3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11855.135 6000.8794 874.14984, 11962.6875 5919.5674 844.28656, 12044.3955 5873.4653 829.52466, 12149.22 5821.523 814.10736, 12277.719 5767.1196 793.4429, 12389.493 5722.042 775.2565, 12500.553 5684.646 757.0388, 12631.981 5647.964 740.0463, 12739.715 5618.539 717.3569, 12897.326 5586.5493 690.5269, 13093.55 5556.779 661.37573, 13317.426 5531.401 632.72144, 13561.564 5513.1636 604.98157, 13780.938 5502.7734 582.5362, 13962.026 5497.051 565.258, 14180.36 5498.945 550.44586, 14423.095 5510.5356 500.9979, 14680.194 5533.0933 446.40482, 14868.408 5551.814 387.43414, 15066.53 5578.5894 327.85236, 15289.335 5617.6235 269.66376, 15522.677 5666.98 216.10698, 15755.854 5722.3057 169.04639, 15977.343 5778.902 126.3086, 16121.956 5816.024 87.77727, 16273.162 5859.7085 53.14844, 16414.992 5905.2075 35.06484, 16537.395 5948.9204 22.63061, 16628.807 5989.0576 15.006724, 16694.693 6017.3745 10.23, 16756.3 6042.5825 10.23</trace>
</ink>
</file>

<file path=ppt/ink/ink3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16457.828 5804.5737 874.14984, 16546.375 5844.9863 861.87946, 16642.135 5902.2705 850.81195, 16708.223 5963.8374 846.33704, 16749.049 6027.5293 847.859, 16746.244 6124.1875 847.80133, 16696.469 6215.906 848.22766, 16638.05 6279.1035 846.24945, 16579.629 6303.336 232.56636</trace>
</ink>
</file>

<file path=ppt/ink/ink3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17109.611 6015.7944 874.14984, 17104.525 6105.699 862.53674, 17090.148 6216.337 859.44147, 17078.459 6290.5264 860.4841, 17081.662 6197.4805 847.3766, 17116.861 6092.6577 842.9803, 17173.314 6020.0156 848.1077, 17233.871 6005.9116 851.5514, 17285.713 6094.2095 849.8553, 17300.6 6200.5454 843.7011, 17292.887 6296.038 844.8405, 17257.6 6201.2905 837.48083, 17289.08 6096.978 840.3447, 17339.197 6031.1475 846.93713, 17417.285 6011.7246 849.4555, 17484.83 6071.89 850.83, 17497.592 6132.669 848.49994, 17492.328 6242.703 839.44965, 17483.004 6318.8354 807.2018</trace>
</ink>
</file>

<file path=ppt/ink/ink3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17927.336 6141.372 874.14984, 17828.217 6168.422 859.1942, 17714.871 6219.772 849.33234, 17641.697 6267.051 850.71765, 17655.76 6337.7607 853.88745, 17715.938 6350.6626 853.1289, 17795.254 6317.5874 850.5554, 17877.957 6237.749 846.75995, 17921.623 6157.9526 849.43805, 17911.4 6278.122 845.45526, 17916.459 6367.835 823.9028, 17917.04 6428.7783 771.55994</trace>
</ink>
</file>

<file path=ppt/ink/ink3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18232.7 5972.973 874.14984, 18166.209 6016.0967 865.1781, 18093.602 6091.3774 864.46063, 18113.266 6179.7485 862.8738, 18153.764 6256.2593 859.2253, 18180.672 6341.96 860.3151, 18159.36 6403.9097 861.9599, 18088.527 6393.5503 859.9285</trace>
</ink>
</file>

<file path=ppt/ink/ink3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18343.896 6029.7476 874.14984, 18308.42 6121.668 866.51276, 18315.387 6187.223 862.7618, 18330.15 6250.893 860.8189, 18341.55 6323.021 862.9024, 18308.602 6391.9927 863.3168, 18377.424 6324.6006 852.5013, 18446.686 6297.792 843.8617, 18515.05 6271.0215 844.1693, 18611.328 6226.523 848.05695, 18669.797 6176.2285 852.2914, 18611.969 6112.7896 855.5692, 18530.889 6123.945 860.85504, 18496.688 6221.1826 859.36365, 18526.766 6281.621 853.7458, 18583.922 6342.1387 844.9092, 18637.389 6410.005 820.76245, 18698.451 6456.3823 771.3538</trace>
</ink>
</file>

<file path=ppt/ink/ink3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19119.707 6099.513 874.14984, 19148.068 6194.1987 862.02203, 19154.45 6253.865 856.4805, 19157.73 6347.899 852.49915, 19148.574 6419.749 853.7682, 19145.86 6342.852 844.98175, 19172.502 6247.99 842.6384, 19239.533 6160.696 847.0915, 19307.574 6147.898 848.54034, 19363.021 6216.8257 844.23334, 19383.36 6278.35 846.7404, 19395.586 6342.1665 849.54803, 19402.576 6415.888 854.734, 19393.203 6345.4346 847.0383, 19401.62 6248.181 840.66406, 19429.395 6152.1543 844.66254, 19496.17 6121.5127 847.08984, 19576.648 6194.363 844.847, 19614.97 6304.5854 835.8209, 19639.488 6371.3105 814.5344, 19659.986 6431.923 711.885</trace>
</ink>
</file>

<file path=ppt/ink/ink4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19882.69 6127.419 874.14984, 19830.027 6196.933 862.3976, 19760.664 6271.2734 856.29895, 19733.22 6338.6084 860.99976, 19828.113 6319.058 853.6628, 19882.08 6241.7124 854.9873, 19877.887 6162.1367 856.3669, 19842.56 6091.1265 856.12665, 19828.734 6025.906 857.1065, 19896.604 5982.496 855.0509, 19985.76 5979.5264 848.849, 20067.332 6021.349 844.6489, 20116.469 6094.292 846.1318, 20128.041 6170.4893 849.7221, 20133.879 6242.1284 856.1065, 20221.033 6255.857 861.53656, 20302.701 6188.175 851.5128, 20382.512 6090.7456 845.42474, 20442.9 6021.8345 846.05396, 20448.357 6111.928 834.94183, 20425.922 6204.14 824.54785, 20400.242 6310.0376 815.1499, 20382.201 6384.5137 807.499, 20359.012 6482.9526 800.0914, 20330.373 6595.56 792.353, 20295.24 6713.9355 788.8467, 20263.7 6806.572 788.98724, 20231.871 6887.083 789.2308, 20189.447 6961.1514 795.80676, 20085.014 7030.226 814.3086, 19997.45 6986.062 821.5431, 19969.771 6917.3726 818.139, 19932.607 6850.896 793.83014, 19923.746 6788.024 749.4142</trace>
</ink>
</file>

<file path=ppt/ink/ink4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20409.59 6310.7334 874.14984, 20504.01 6271.1694 860.8701, 20601.926 6212.7617 852.6619, 20669.252 6166.646 847.7481, 20735.953 6092.473 855.00555, 20667.496 6051.2715 859.52423, 20582.66 6101.1274 859.54987, 20530.102 6205.221 859.2962, 20530.213 6281.1016 857.0004, 20605.004 6336.2695 853.9181, 20682.158 6347.634 850.6979, 20764.836 6300.2036 848.77386, 20832.354 6213.103 847.71106, 20871.742 6151.385 849.8405, 20932.174 6238.968 849.44446, 20946.549 6319.5767 854.0108, 21009.914 6286.116 849.1919, 21066.133 6204.2153 853.588, 21143.713 6295.0117 858.44183, 21215.639 6294.095 858.63635, 21270.29 6225.113 852.2128, 21338.912 6167.028 851.36816, 21380.87 6227.8994 849.8657, 21384.158 6286.77 846.05, 21383.188 6383.9478 839.9728, 21448.525 6339.868 843.3122, 21489.953 6231.956 847.9102, 21551.57 6208.6606 856.29987, 21589.262 6302.13 852.6179, 21606.447 6385.641 859.5293, 21674.1 6442.9917 861.5885, 21762.025 6396.307 859.8253, 21834.352 6313.6387 853.1884, 21889.838 6230.433 848.4288, 21918.885 6146.3306 852.0412, 21868.268 6082.452 856.05743, 21790.992 6111.127 856.92456, 21754.254 6217.4287 855.5382, 21780.34 6282.595 849.20795, 21839.236 6358.1016 838.8034, 21880.76 6419.3994 818.0741, 21948.385 6492.6045 777.24615</trace>
</ink>
</file>

<file path=ppt/ink/ink4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18315.668 6938.14 874.14984, 18314.43 7028.4243 858.5331, 18313.137 7097.783 849.5971, 18313.121 7178.023 842.8107, 18313.44 7260.2427 839.7897, 18313.787 7327.3647 838.5964, 18310.615 7424.5493 845.36346, 18201.008 7458.7075 845.5976, 18096.584 7450.4893 844.6307, 18033.988 7451.57 845.103, 17967.197 7460.1846 848.2895, 17908.0 7477.5073 852.0132, 17862.863 7536.0923 855.06085, 17952.48 7590.526 851.3112, 18029.303 7582.202 843.6294, 18111.26 7545.054 835.33356, 18178.059 7520.7427 813.8917, 18241.758 7493.818 781.69147</trace>
</ink>
</file>

<file path=ppt/ink/ink4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18621.031 6857.7896 874.14984, 18584.33 6952.6953 858.3049, 18558.898 7012.275 851.89325, 18529.965 7081.2886 842.8751, 18504.53 7141.9844 827.05115, 18479.0 7200.593 803.2252</trace>
</ink>
</file>

<file path=ppt/ink/ink4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18704.002 7391.855 874.14984, 18734.094 7324.9424 864.5914, 18787.049 7225.6445 857.9367, 18836.977 7147.089 853.6683, 18886.686 7085.759 854.6103, 18956.57 7043.493 858.70795, 18962.66 7107.4307 859.07684, 18938.314 7221.55 851.0962, 18916.533 7331.871 838.1663, 18909.307 7398.472 827.29144, 18909.908 7462.467 810.4974, 18907.24 7534.2446 766.07947, 18914.617 7595.5127 484.00107</trace>
</ink>
</file>

<file path=ppt/ink/ink4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18745.916 7559.773 874.14984, 18844.26 7540.2837 855.68414, 18917.084 7532.5693 844.0014, 19004.473 7527.203 834.19415, 19079.969 7521.511 810.6682, 19147.934 7518.394 788.4963</trace>
</ink>
</file>

<file path=ppt/ink/ink4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19494.355 7307.1743 874.14984, 19507.031 7397.5024 862.9312, 19515.676 7516.3438 856.1578, 19514.754 7610.0776 855.4506, 19522.615 7551.6523 846.72107, 19548.105 7492.452 848.3938, 19616.25 7396.0103 854.5894, 19683.145 7390.3564 856.4127, 19716.416 7503.352 850.2492, 19707.887 7603.407 854.68304, 19716.02 7684.278 858.74066, 19780.729 7698.76 859.5461, 19858.111 7612.987 852.60095, 19914.078 7522.641 852.1332, 19945.248 7451.771 853.69324, 19937.549 7539.2485 851.68396, 19937.303 7619.2437 855.3796, 20013.9 7635.5103 858.72906, 20100.521 7526.7236 847.2973, 20140.992 7427.751 851.5957, 20160.938 7365.1587 855.63257, 20157.68 7441.9233 855.0648, 20153.768 7517.378 857.8921, 20174.709 7592.8 859.6817, 20237.738 7609.7344 860.19617, 20298.31 7583.63 240.03337</trace>
</ink>
</file>

<file path=ppt/ink/ink4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20465.19 7405.3267 874.14984, 20399.145 7457.056 863.7757, 20337.412 7530.321 862.3993, 20315.705 7611.703 862.99677, 20355.4 7692.3916 860.7507, 20437.828 7712.223 858.3191, 20532.959 7684.166 853.36127, 20633.078 7600.297 842.7274, 20687.678 7531.109 836.33057, 20740.002 7449.4795 830.0025, 20784.951 7364.184 825.5876, 20816.025 7302.953 821.78546, 20843.8 7225.2285 819.6061, 20865.46 7138.962 819.2792, 20878.908 7053.0767 821.58386, 20883.969 6974.073 825.65576, 20885.154 6911.4204 830.57556, 20862.477 6840.2124 842.8094, 20795.33 6864.7104 854.5371, 20765.756 6926.7275 851.8372, 20742.236 7010.538 844.1684, 20726.951 7100.1626 835.507, 20717.06 7165.8086 827.2702, 20714.605 7246.358 822.39575, 20722.19 7329.8184 819.0309, 20741.258 7407.1226 819.97174, 20784.951 7511.7534 825.9113, 20866.744 7583.929 833.62585, 20980.023 7591.1953 843.88763, 21070.117 7563.3267 849.4437, 21163.16 7488.6143 851.13904, 21209.135 7420.138 854.61316, 21189.633 7354.939 857.33246, 21103.586 7359.3813 858.3349, 21070.572 7457.0376 856.4682, 21078.453 7547.0806 848.5772, 21178.512 7629.155 838.16785, 21239.55 7672.0103 819.56274, 21300.008 7687.439 809.6929</trace>
</ink>
</file>

<file path=ppt/ink/ink4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21318.838 7012.7163 874.14984, 21237.55 7062.664 859.4411, 21168.318 7101.2407 851.9316, 21097.553 7141.1445 838.09827</trace>
</ink>
</file>

<file path=ppt/ink/ink4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21435.166 7475.573 874.14984, 21395.12 7553.377 866.35785, 21384.424 7612.857 865.1562, 21431.473 7683.3667 862.94275, 21525.795 7715.3755 860.89417, 21589.168 7662.0117 861.77484, 21556.713 7549.677 853.93005, 21513.355 7459.749 850.5616, 21509.857 7393.407 854.78357, 21612.273 7380.931 850.9915, 21679.97 7408.846 842.739, 21741.773 7451.13 836.2183, 21815.898 7532.6147 833.8936, 21825.115 7617.9937 837.79816, 21786.092 7522.104 844.97723, 21830.518 7446.293 845.38763, 21908.57 7399.7754 846.1508, 21980.86 7392.561 850.17535, 22071.605 7453.5425 851.2905, 22126.455 7537.4946 849.45685, 22131.092 7649.726 844.00793, 22127.57 7725.596 826.88763, 22093.45 7785.1274 8.174199</trace>
</ink>
</file>

<file path=ppt/ink/ink4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10856.93 2672.8342 874.14984, 10832.702 2746.2524 871.1021, 10801.681 2826.5125 851.38544, 10766.306 2911.1047 839.4982, 10711.223 3018.1907 834.48224, 10652.778 3120.979 829.73645, 10612.022 3188.5247 828.75665, 10561.375 3268.4587 826.83093, 10499.445 3357.6653 824.79205, 10427.978 3453.4392 821.44995, 10376.099 3522.076 818.6036, 10316.43 3598.112 815.27686, 10247.79 3684.9016 811.97034, 10176.1 3776.256 800.3007, 10105.331 3869.0952 780.20044, 10040.881 3956.9355 752.1761, 9997.844 4015.7131 715.634, 9953.81 4077.6682 672.27075, 9913.139 4137.4053 622.65466, 9863.812 4215.77 506.129, 9830.887 4275.0356 250.60838</trace>
</ink>
</file>

<file path=ppt/ink/ink4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9952.814 2851.3372 874.14984, 9984.552 2925.0574 862.62836, 10034.718 3044.6052 852.0362, 10066.207 3118.0627 847.91156, 10102.2295 3198.3923 844.05914, 10135.42 3270.2678 840.84546, 10163.091 3329.3015 838.1447, 10197.128 3402.2915 836.18665, 10235.611 3487.3877 833.24176, 10292.446 3614.377 826.1479, 10327.328 3693.548 819.66406, 10363.469 3778.5432 811.1667, 10397.993 3867.4768 795.8318, 10425.859 3947.8652 772.61865, 10446.377 4010.2354 741.60834, 10460.532 4081.8306 703.0543, 10477.462 4153.458 612.2596, 10482.22 4213.148 486.42633</trace>
</ink>
</file>

<file path=ppt/ink/ink4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10469.451 4540.619 874.14984, 10502.314 4477.4434 864.98486, 10546.434 4400.9014 863.9307, 10597.564 4340.9077 865.42725, 10661.086 4397.894 859.67316, 10662.98 4463.377 859.4724, 10674.906 4402.5493 854.8207, 10698.946 4338.849 853.27856, 10753.497 4269.1494 858.2945, 10818.649 4341.488 857.344, 10844.878 4421.068 860.1395, 10896.391 4497.016 863.3564, 10984.668 4492.28 861.5697, 11060.661 4448.92 854.72797, 11126.72 4372.8584 857.0926, 11137.766 4299.665 858.86237, 11049.696 4303.6274 858.72614, 11019.0205 4399.1763 861.29156, 11073.661 4466.8887 858.12787, 11176.952 4493.0723 848.82983, 11250.851 4505.014 827.36115, 11311.44 4495.5415 539.4306</trace>
</ink>
</file>

<file path=ppt/ink/ink4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11162.293 4077.2815 874.14984, 11097.542 4143.7617 865.09393, 11036.393 4201.4355 753.8072</trace>
</ink>
</file>

<file path=ppt/ink/ink4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11383.831 4442.467 874.14984, 11444.167 4391.2334 869.6711, 11477.247 4328.879 869.42615, 11403.05 4277.7124 864.6766, 11322.947 4290.037 861.0251, 11283.223 4363.4673 860.57153, 11338.825 4432.66 855.4169, 11419.126 4501.9663 849.0043, 11471.574 4569.4043 853.72534, 11475.567 4630.103 856.3518, 11408.437 4686.3047 853.9043, 11313.138 4709.955 847.0317, 11245.263 4723.934 827.29126</trace>
</ink>
</file>

<file path=ppt/ink/ink4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11660.968 4119.622 874.14984, 11653.636 4204.304 864.0776, 11649.879 4301.127 858.2471, 11644.614 4392.5957 852.4245, 11633.9 4480.2783 845.5787, 11625.03 4546.277 828.48834</trace>
</ink>
</file>

<file path=ppt/ink/ink4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11800.392 4372.22 874.14984, 11797.103 4439.5093 869.0126, 11786.156 4499.084 866.60443, 11772.164 4562.752 862.14087</trace>
</ink>
</file>

<file path=ppt/ink/ink4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11841.449 4204.3027 874.14984, 11821.127 4277.1206 867.6565, 11799.376 4335.8926 8.634931</trace>
</ink>
</file>

<file path=ppt/ink/ink4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12021.93 4540.619 874.14984, 12103.57 4490.1772 867.2066, 12155.982 4402.0703 868.314, 12112.392 4331.2974 867.0433, 12035.245 4327.385 864.61725, 11999.411 4419.253 858.99756, 12029.03 4494.5317 850.7741, 12071.081 4574.8535 840.9781, 12111.337 4686.587 837.9688, 12113.383 4746.3394 839.7283, 12083.71 4836.636 843.51245, 12020.331 4885.8086 846.70526, 11938.329 4893.152 851.0402, 11881.635 4825.45 857.7624, 11940.121 4737.394 852.1453, 12032.812 4663.2783 839.6448, 12102.481 4623.498 832.6581, 12177.782 4585.0786 828.2724, 12288.356 4530.413 828.43774, 12347.381 4502.616 830.9122, 12405.901 4474.603 834.05884, 12489.271 4428.6665 844.05096, 12490.219 4365.391 858.22864, 12398.49 4347.9834 862.8444, 12319.036 4387.5107 862.8817, 12271.199 4461.237 862.1239, 12278.282 4527.224 861.4134, 12344.013 4552.879 857.25037, 12412.633 4589.676 844.42163, 12472.86 4598.163 823.74225</trace>
</ink>
</file>

<file path=ppt/ink/ink4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12714.7705 4442.467 874.14984, 12635.84 4434.949 865.00195, 12569.394 4445.1436 864.0632, 12494.988 4486.5347 867.08466, 12569.55 4498.2505 864.544, 12634.336 4466.3013 861.494, 12702.698 4437.154 855.2532, 12723.156 4497.6333 857.18384, 12796.275 4544.107 858.85095, 12873.094 4478.8433 855.0187, 12908.683 4416.421 849.7261, 12957.15 4312.3 841.3065, 12993.803 4206.9976 832.78595, 12962.185 4267.759 835.10974, 12930.942 4355.8877 837.84894, 12907.372 4455.9033 846.4146, 12986.638 4473.4297 850.4876, 13093.256 4418.248 847.01483, 13184.485 4390.7476 853.19794, 13198.865 4463.8115 856.6239, 13097.3125 4507.6123 852.1419, 13034.017 4523.055 846.3755, 12974.219 4525.2393 837.1262, 12904.665 4532.7695 809.1287, 12844.552 4513.3633 390.1391</trace>
</ink>
</file>

<file path=ppt/ink/ink4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13380.24 4119.622 874.14984, 13343.416 4184.6006 864.48975, 13292.997 4263.577 861.3854, 13256.728 4338.062 860.00934, 13245.864 4398.098 860.05927, 13266.265 4457.692 859.3209, 13346.739 4528.918 858.5019, 13451.658 4545.9297 857.20483, 13537.898 4538.901 855.9808, 13613.162 4506.9014 857.9999, 13637.273 4436.377 861.6144, 13552.337 4417.301 863.32367, 13516.155 4490.568 862.0325, 13589.569 4561.21 849.9162, 13649.768 4614.426 815.942</trace>
</ink>
</file>

<file path=ppt/ink/ink4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17782.78 339.7864 874.14984, 17719.594 287.42902 868.3844, 17616.865 302.2098 862.9247, 17533.428 342.83093 854.4615, 17422.834 458.21518 842.5689, 17378.506 519.254 836.57416, 17313.463 642.8732 827.49786, 17293.129 718.0718 826.5101, 17286.326 797.09076 827.24884, 17292.896 875.20984 829.2001, 17301.277 936.37103 831.71387, 17350.484 1034.9546 839.37897, 17458.15 1077.817 845.3265, 17565.814 1067.3893 844.1664, 17656.385 1025.3706 835.39056, 17715.168 997.652 821.29987, 17789.615 963.77606 780.0126</trace>
</ink>
</file>

<file path=ppt/ink/ink4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16707.592 496.63803 874.14984, 16742.514 394.04227 857.4819, 16769.328 331.79254 849.1817, 16801.324 266.51813 843.91046, 16847.422 185.30293 837.5708, 16867.805 257.1063 828.7599, 16854.184 344.31198 817.78503, 16839.918 425.61908 808.4928, 16822.744 506.2608 779.3827, 16809.062 574.90814 736.295, 16795.008 635.8225 671.04083</trace>
</ink>
</file>

<file path=ppt/ink/ink4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17012.955 272.4268 874.14984, 17083.531 197.21336 868.077, 17148.822 220.89326 864.99634, 17129.23 350.44455 853.0696, 17092.227 424.33023 844.1032, 17031.668 524.2187 827.85565, 16983.492 594.56604 829.2932, 17043.777 568.4504 655.9001</trace>
</ink>
</file>

<file path=ppt/ink/ink4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18745.916 538.4972 874.14984, 18759.615 628.8865 848.0575, 18774.186 716.44543 827.77594, 18792.455 820.108 813.8114, 18810.914 919.1021 804.58704, 18822.248 979.8317 815.90765, 18838.479 1061.2222 832.3917, 18838.744 983.5864 822.21515, 18837.396 921.4194 817.16064, 18840.186 797.83746 820.3506, 18855.291 735.1997 825.7901, 18916.77 691.4293 830.54175, 18996.44 794.79846 822.16125, 19027.004 897.056 821.31744, 19044.543 784.99255 822.0571, 19060.191 712.61145 825.7177, 19094.63 623.0921 837.8547, 19157.764 609.0417 844.11414, 19226.0 732.16046 840.4937, 19237.736 793.2566 837.28174, 19236.133 894.7159 813.08936, 19233.492 956.5383 763.6476</trace>
</ink>
</file>

<file path=ppt/ink/ink4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19577.326 1058.1284 874.14984, 19495.793 1082.1912 866.83014, 19426.846 1117.3732 860.39355, 19358.178 1166.7408 854.4539, 19284.957 1247.9884 855.7629, 19274.742 1336.2755 857.0989, 19360.719 1399.7594 855.28784, 19455.055 1374.2554 848.0251, 19521.727 1353.067 828.07214</trace>
</ink>
</file>

<file path=ppt/ink/ink4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19799.719 749.23645 874.14984, 19868.25 744.76746 868.8531, 19929.229 741.5957 864.1639, 19997.582 746.2356 860.7686, 20059.459 753.9693 749.05457</trace>
</ink>
</file>

<file path=ppt/ink/ink4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19827.09 974.41003 874.14984, 19907.383 955.17596 870.9489, 19984.143 929.3403 863.059, 20053.982 882.77026 855.3342</trace>
</ink>
</file>

<file path=ppt/ink/ink4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20658.5 370.0982 874.14984, 20589.904 441.97894 859.32983, 20502.291 570.9211 843.92065, 20461.621 642.81696 838.44196, 20410.592 749.14026 833.01746, 20384.611 833.9573 832.5576, 20395.674 925.79016 839.0862, 20472.36 978.98584 850.6126, 20565.916 922.3077 852.39984, 20629.799 849.5057 852.6811, 20651.04 783.8322 856.82007, 20580.258 759.3787 857.6432, 20510.107 782.1191 861.36316, 20430.12 819.483 871.30096</trace>
</ink>
</file>

<file path=ppt/ink/ink4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20822.73 706.4151 874.14984, 20805.209 782.4225 863.4084, 20786.46 870.40497 865.87103, 20814.24 781.7908 864.51794, 20876.41 778.5261 862.6815, 20934.824 788.9733 858.0241, 20977.416 710.1657 846.7649, 21036.068 697.8474 852.8956, 21042.457 776.3543 851.62494, 21040.715 844.5101 844.6779, 21038.152 904.42883 813.3094</trace>
</ink>
</file>

<file path=ppt/ink/ink4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21185.402 792.058 874.14984, 21176.092 857.4094 859.38, 21167.666 926.73193 846.9025, 21157.418 1016.85785 832.7309, 21146.639 1119.1772 822.05286, 21137.766 1205.4353 814.48456, 21130.559 1270.4612 823.8644, 21120.07 1348.7836 835.7667, 21109.275 1416.5774 865.6392</trace>
</ink>
</file>

<file path=ppt/ink/ink4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21130.658 946.0227 874.14984, 21187.93 881.4836 866.4797, 21256.13 884.3482 866.2243, 21279.709 972.9541 862.99664, 21255.162 1040.9166 857.40326, 21166.93 1104.243 844.9476, 21101.996 1120.6991 822.18835</trace>
</ink>
</file>

<file path=ppt/ink/ink4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21379.568 862.3044 874.14984, 21438.584 850.82434 865.5419, 21540.12 827.19586 861.5204, 21645.799 791.2574 864.433, 21711.645 767.70404 868.9421</trace>
</ink>
</file>

<file path=ppt/ink/ink4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21560.05 706.4151 874.14984, 21548.727 812.68036 860.2448, 21539.172 918.53345 855.5344, 21534.748 990.4378 841.16113, 21529.176 1050.9545 643.54346</trace>
</ink>
</file>

<file path=ppt/ink/ink4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22100.637 370.0982 874.14984, 22034.441 466.0551 848.87445, 21993.352 530.26013 836.3002, 21927.473 636.60254 824.7636, 21875.117 731.114 829.4228, 21849.936 843.4918 837.5077, 21864.79 912.4982 842.6287, 21941.996 916.0823 850.6826, 22008.55 875.14435 852.3024, 22071.865 788.2394 847.1357, 22085.26 727.7625 849.4659, 22017.307 728.8925 847.6465, 21943.19 757.0274 838.08856, 21874.19 790.83484 814.3607</trace>
</ink>
</file>

<file path=ppt/ink/ink4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22228.941 588.0546 874.14984, 22229.475 665.40857 862.6193, 22222.607 779.49603 861.4205, 22254.494 690.3812 840.17285, 22297.965 614.5534 845.983, 22358.117 600.5166 850.01404, 22397.504 703.84296 847.3023, 22396.549 801.0885 840.7514, 22383.305 863.4591 849.30054, 22385.893 762.7033 847.9868, 22403.574 682.5044 851.7854, 22457.31 604.7537 859.91504, 22518.42 618.84955 860.0032, 22543.98 707.2133 860.9428</trace>
</ink>
</file>

<file path=ppt/ink/ink4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22710.508 763.1895 874.14984, 22697.727 839.8438 864.4129, 22675.611 944.312 859.94635, 22653.01 1030.6638 857.4137, 22662.092 949.398 835.4202, 22697.389 862.9562 822.8157, 22737.467 793.16833 815.9949, 22821.469 780.87146 828.8807, 22856.611 846.7226 836.9555, 22859.148 945.4077 839.07306, 22857.098 1013.71893 831.9093, 22835.1 1072.5654 228.56302</trace>
</ink>
</file>

<file path=ppt/ink/ink4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19938.287 1634.053 874.14984, 20039.69 1638.8062 867.3507, 20100.865 1640.7793 860.2694, 20161.014 1646.8639 8.569382</trace>
</ink>
</file>

<file path=ppt/ink/ink4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19979.344 1830.358 874.14984, 20049.564 1825.3618 865.505, 20130.01 1809.2035 856.6569, 20196.242 1794.1874 838.4959</trace>
</ink>
</file>

<file path=ppt/ink/ink4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20548.158 1296.2926 874.14984, 20485.008 1395.2356 855.8195, 20448.035 1456.8359 846.6594, 20409.846 1522.6465 841.06854, 20358.936 1617.1392 841.928, 20338.396 1725.9935 849.3303, 20396.021 1807.4658 850.5154, 20480.035 1820.7408 852.01996, 20574.746 1768.0906 850.82574, 20634.736 1710.3751 848.02313, 20543.408 1700.0618 847.4699, 20469.205 1727.2852 837.3827, 20395.049 1754.3376 804.0451</trace>
</ink>
</file>

<file path=ppt/ink/ink4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20880.895 1395.8885 874.14984, 20839.75 1498.4839 858.9276, 20822.51 1562.2577 852.0955, 20809.316 1635.5162 847.5712, 20802.607 1716.4343 844.5705, 20805.24 1800.236 842.04504, 20817.3 1880.1298 841.6402, 20830.15 1944.4913 842.4673, 20882.37 2006.6136 845.6268, 20971.078 1956.4415 840.0367, 21033.148 1914.5574 827.8207</trace>
</ink>
</file>

<file path=ppt/ink/ink4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21241.0 1507.9941 874.14984, 21246.201 1572.3936 869.23315, 21251.479 1654.2023 862.8822, 21251.738 1717.2356 861.5585, 21278.09 1647.7842 862.98157, 21313.371 1560.0322 864.1618, 21386.717 1588.9036 859.3982, 21401.166 1685.5414 857.81805, 21418.895 1616.1844 851.9561, 21431.076 1551.8967 850.4153, 21508.07 1526.1473 853.84784, 21532.674 1612.0919 851.6241, 21554.857 1687.7596 858.12695, 21613.643 1700.5342 861.27716, 21664.012 1619.5754 858.33154, 21683.92 1693.2683 850.7446, 21676.256 1753.3201 848.051, 21669.531 1816.576 846.4676, 21661.268 1912.1511 846.2498, 21659.959 2020.0841 849.63226, 21658.78 2087.2236 855.0454, 21634.057 1992.7781 856.41864, 21634.674 1881.1427 846.7212, 21644.498 1816.3104 843.013, 21672.174 1718.4836 843.6785, 21722.326 1639.0011 846.34827, 21784.63 1591.5056 851.7991, 21851.557 1605.5028 858.0576, 21862.338 1709.019 859.2114, 21781.588 1791.2795 846.28973, 21722.396 1841.765 817.391, 21661.668 1837.1216 224.40509</trace>
</ink>
</file>

<file path=ppt/ink/ink4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21906.469 1648.0061 874.14984, 21992.805 1628.0355 862.7853, 22080.506 1626.9398 857.2721, 22141.021 1630.0311 847.65314</trace>
</ink>
</file>

<file path=ppt/ink/ink4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21989.44 1535.4192 874.14984, 21997.031 1639.0841 859.49133, 21997.074 1700.1486 854.88153, 21998.697 1784.6172 855.47076, 22015.115 1843.7881 676.1445</trace>
</ink>
</file>

<file path=ppt/ink/ink4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22225.52 1465.6539 874.14984, 22255.096 1541.9696 864.93085, 22271.79 1638.9634 865.0331, 22316.795 1575.5173 854.6842, 22353.947 1507.3099 855.25665, 22417.758 1507.5568 856.4211, 22447.71 1583.3386 856.6062, 22455.715 1644.3184 860.643, 22469.682 1556.7019 861.7528, 22518.799 1479.6251 864.0423, 22584.24 1481.9615 864.40485, 22614.318 1570.681 863.0651, 22631.766 1635.4758 860.6116, 22618.059 1696.5906 424.2133</trace>
</ink>
</file>

<file path=ppt/ink/ink4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22779.793 1550.3346 874.14984, 22779.168 1635.2762 867.449, 22765.213 1736.2073 861.47815, 22790.0 1651.7247 856.04315, 22849.32 1609.3439 856.9327, 22900.945 1731.7552 822.84735, 22904.592 1813.1672 689.8768, 22893.363 1872.1318 431.9573</trace>
</ink>
</file>

<file path=ppt/ink/ink4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22987.645 1310.7268 874.14984, 23042.754 1378.4884 862.94366, 23096.244 1480.2882 857.224, 23110.416 1543.6086 855.3172, 23116.133 1641.9677 852.6855, 23098.627 1734.976 849.44324, 23050.777 1827.0621 843.76953, 23015.871 1887.1323 834.8499</trace>
</ink>
</file>

<file path=ppt/ink/ink4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23389.664 1521.4662 874.14984, 23353.566 1584.3287 867.60376, 23295.05 1671.6847 866.4839, 23235.662 1741.3647 865.7131, 23177.154 1800.996 679.3784</trace>
</ink>
</file>

<file path=ppt/ink/ink4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23237.412 1535.4192 874.14984, 23241.842 1617.8274 868.73517, 23255.084 1695.9531 866.2999, 23267.598 1761.6553 863.30084</trace>
</ink>
</file>

<file path=ppt/ink/ink4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23487.176 1451.2197 874.14984, 23553.133 1412.4321 867.2281, 23612.004 1404.9447 866.959, 23676.959 1446.9415 866.222, 23655.537 1527.6782 863.4348, 23604.77 1606.6965 861.6955, 23576.854 1668.7852 861.44226, 23651.31 1683.2123 851.20166, 23727.26 1683.0813 813.82587</trace>
</ink>
</file>

<file path=ppt/ink/ink4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23750.627 1900.6045 874.14984, 23689.4 1913.3145 863.2242, 23559.893 1934.9867 848.91455, 23477.645 1945.2849 842.53, 23388.914 1954.1624 837.7058, 23314.656 1960.9784 834.57025, 23254.953 1965.1948 832.6277, 23154.9 1970.3296 837.20685, 23081.447 1967.1147 845.1338, 23022.19 1959.5455 816.5896</trace>
</ink>
</file>

<file path=ppt/ink/ink4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23445.264 2349.989 874.14984, 23369.92 2330.3489 868.9306, 23286.676 2287.281 868.0168, 23255.318 2210.9446 865.86646, 23316.613 2139.446 862.42456, 23390.8 2126.3037 862.0872, 23457.55 2200.3887 861.289, 23440.412 2288.034 857.66266, 23402.48 2346.791 851.5233, 23348.604 2407.5652 844.4384, 23285.031 2464.1921 840.3989, 23192.727 2538.7568 834.36664, 23163.38 2613.7532 842.23785, 23267.941 2622.6296 838.8479, 23331.697 2624.8162 836.62805, 23393.15 2616.8328 815.10876</trace>
</ink>
</file>

<file path=ppt/ink/ink4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23639.43 2953.8198 874.14984, 23641.617 2883.0356 871.5191, 23639.273 2772.4097 866.63947, 23634.41 2680.9705 863.7698, 23618.213 2574.4104 864.9018, 23588.346 2473.1892 864.73883, 23546.37 2373.8982 864.1746, 23488.312 2273.941 864.97644, 23415.371 2176.5476 866.3563, 23354.58 2108.0427 866.72406, 23290.025 2038.449 867.16895, 23230.992 1949.2225 868.0842, 23211.893 1884.2035 868.30927, 23207.658 1803.4742 868.0609, 23212.191 1716.046 867.31696, 23222.293 1606.7532 866.6684, 23225.271 1544.2051 866.4777, 23226.348 1480.2167 866.39874, 23225.232 1417.6655 866.42725, 23221.174 1358.766 866.6658, 23206.064 1274.6205 867.87354, 23149.72 1199.1194 868.4856, 23075.385 1174.7974 867.6241, 22966.672 1168.1448 865.3932, 22897.676 1169.9967 863.98456, 22824.367 1173.7208 862.23663, 22752.877 1177.4386 860.5413, 22645.69 1182.3927 857.81085, 22583.078 1185.1562 856.9128, 22518.148 1188.8534 856.8191, 22451.363 1192.4518 856.73395, 22392.785 1195.8278 856.81635, 22287.01 1203.37 856.93396, 22219.55 1210.8373 856.8393, 22144.46 1220.4547 856.44086, 22063.219 1232.3369 855.17993, 21999.623 1241.9865 853.7038, 21936.076 1250.5765 852.1535, 21860.514 1259.5497 850.0869, 21778.348 1269.1202 848.2545, 21695.81 1278.6901 847.4418, 21568.828 1294.3275 846.3218, 21491.246 1305.0898 846.64185, 21410.285 1317.3126 847.30554, 21326.545 1330.3021 848.29504, 21253.904 1341.0134 849.3064, 21195.307 1349.4058 850.2918, 21131.281 1357.7168 851.5073, 21067.654 1365.6284 852.92224, 21006.668 1372.6036 855.6606, 20947.955 1381.5704 858.42145, 20840.623 1419.4867 862.2305, 20746.545 1493.9193 863.4418, 20677.885 1604.9932 865.19525, 20660.377 1665.0283 865.39154, 20653.389 1782.3961 864.6643, 20671.268 1856.0469 863.2973, 20700.117 1927.8715 861.0918, 20750.244 2024.5331 857.0667, 20832.498 2110.4587 855.3781, 20910.49 2164.9197 855.8017, 21014.52 2208.2195 855.7585, 21076.014 2225.9558 855.6957, 21142.152 2241.5986 855.9023, 21245.613 2263.3582 856.648, 21309.871 2273.4783 856.63995, 21383.838 2281.622 856.2576, 21467.562 2287.531 854.0995, 21557.354 2292.5107 851.24713, 21651.203 2297.3503 848.42584, 21718.178 2300.7195 846.2655, 21789.963 2304.59 844.26685, 21869.04 2310.6309 843.6894, 21951.895 2319.1494 844.03296, 22036.738 2329.765 844.8121, 22120.605 2341.2976 845.6671, 22245.125 2359.466 847.8314, 22318.088 2372.6013 849.32935, 22393.252 2390.5051 850.87274, 22469.34 2413.4053 852.2418, 22533.895 2435.5618 853.5989, 22638.027 2478.3054 855.0341, 22745.617 2545.3694 856.14636, 22834.14 2619.2734 857.1221, 22903.207 2695.6108 857.638, 22977.182 2791.154 857.91656, 23033.062 2863.7866 858.2546, 23102.953 2946.6067 858.73834, 23170.697 3018.0103 859.75574, 23273.05 3086.1436 862.6918, 23350.785 3102.7341 863.3028, 23469.941 3087.181 860.6772, 23533.656 3069.3901 857.2058, 23618.148 3030.22 844.43945, 23677.451 2999.494 795.99744</trace>
</ink>
</file>

<file path=ppt/ink/ink4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22225.52 2448.623 874.14984, 22147.262 2529.3098 870.0147, 22086.943 2583.194 865.9975, 21993.822 2661.0881 863.7652, 21902.846 2729.7637 862.1735, 21821.596 2782.5527 861.09875, 21750.457 2822.4897 862.92255, 21659.646 2869.043 862.8613, 21559.074 2916.7769 860.12256, 21471.29 2954.7998 859.0123, 21364.889 2994.7607 858.9505, 21269.041 3029.6316 858.47516, 21179.0 3060.992 861.2506, 21084.932 3092.3997 863.3557, 20975.863 3126.4807 863.1935, 20880.22 3154.4868 863.2953, 20760.701 3184.974 864.1861, 20659.896 3210.0652 862.5008, 20600.611 3224.2593 860.5981, 20537.203 3238.9414 858.7592, 20476.596 3252.3945 857.7649, 20378.484 3274.5671 857.21625, 20317.998 3289.098 856.96295, 20251.428 3305.8003 856.49005, 20180.307 3325.4368 855.8443, 20118.986 3342.493 855.22723, 19997.36 3377.116 854.10004, 19920.938 3400.3962 852.792, 19836.326 3426.3992 850.7823, 19707.953 3463.642 846.1672, 19626.418 3484.9058 843.6811, 19537.078 3508.3574 841.39154, 19440.54 3535.7727 839.23755, 19345.926 3563.6875 837.17865, 19275.73 3584.5947 834.9592, 19188.662 3611.3708 832.04205, 19089.111 3642.6265 828.989, 18980.572 3677.6462 825.47546, 18865.75 3716.7883 822.4943, 18769.252 3751.1726 820.3, 18684.72 3782.4456 818.10297, 18584.453 3821.9302 815.6863, 18472.457 3867.7444 812.8043, 18350.326 3918.8936 809.3227, 18267.146 3953.8403 806.29535, 18167.182 3996.9998 803.2173, 18052.72 4048.7637 800.01843, 17926.715 4108.156 797.56116, 17793.223 4173.5093 794.6021, 17665.117 4238.5854 791.8649, 17572.8 4285.8696 789.26434, 17462.426 4344.17 787.7449, 17339.732 4410.9775 786.51746, 17209.37 4483.3047 785.62946, 17071.879 4561.3594 784.6041, 16952.725 4630.3496 783.1594, 16851.738 4689.625 781.7743, 16732.787 4762.285 779.4939, 16603.062 4844.145 777.19196, 16466.195 4931.188 776.1152, 16372.077 4991.1606 775.42523, 16265.582 5059.9316 774.4178, 16148.504 5136.8423 775.0923, 16025.749 5218.8755 777.0401, 15899.33 5303.5264 779.06976, 15776.7295 5385.2446 781.3788, 15689.048 5443.652 783.1962, 15583.3125 5513.4126 784.3877, 15469.174 5588.1597 785.4417, 15351.697 5663.5967 786.8287, 15258.751 5722.2935 790.01044, 15173.735 5774.7407 793.7958, 15078.769 5829.899 798.56415, 14980.959 5883.9233 804.2759, 14885.194 5934.9507 810.67395, 14822.031 5968.4854 816.3645, 14748.014 6006.938 822.58844, 14667.184 6048.3955 828.9374, 14582.796 6091.841 834.7076, 14499.098 6135.7583 837.4967, 14426.339 6173.099 837.0701, 14311.835 6229.451 827.8712, 14252.96 6256.5957 818.9184, 14162.982 6297.035 778.25616, 14082.734 6333.356 705.70483, 14023.251 6359.6626 541.7397</trace>
</ink>
</file>

<file path=ppt/ink/ink4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14337.389 5819.009 874.14984, 14295.581 5903.2656 862.85974, 14238.315 6011.7637 853.06366, 14189.116 6108.6465 847.1301, 14145.537 6189.535 848.99994, 14095.743 6285.4033 851.9008, 14058.039 6366.8345 856.91614, 14038.647 6426.9263 862.6948, 14124.278 6440.0586 865.8593, 14203.947 6406.383 860.4422, 14300.411 6357.9087 855.89154, 14383.306 6318.1064 856.0241, 14468.253 6281.309 856.70026, 14573.618 6240.773 859.8444, 14634.656 6218.604 861.68304, 14727.567 6186.6973 864.7523, 14787.057 6166.9 865.75305</trace>
</ink>
</file>

<file path=ppt/ink/ink4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16111.407 5242.603 874.14984, 16019.391 5255.451 866.68195, 15956.255 5265.032 862.12634, 15855.65 5281.2695 852.50867, 15758.236 5298.027 843.2549, 15694.172 5308.5767 839.5412, 15615.948 5320.991 837.9803, 15527.573 5335.0156 835.99365, 15430.341 5351.099 833.82855, 15353.543 5363.1187 831.97906, 15276.781 5374.018 830.004, 15183.635 5383.812 827.6151, 15079.095 5391.1436 825.46295, 14968.729 5395.554 823.87415, 14893.72 5398.357 822.48126, 14799.898 5398.402 821.41895, 14694.17 5395.9683 819.3011, 14580.43 5392.7695 817.6849, 14460.613 5390.941 816.20984, 14350.751 5390.7637 815.4199, 14264.233 5391.1074 814.8038, 14160.936 5392.4873 814.1718, 14047.05 5394.225 813.48706, 13926.563 5397.066 812.88635, 13837.104 5399.3696 812.8474, 13744.934 5402.311 812.8424, 13641.025 5408.0093 813.3333, 13530.092 5419.587 814.2838, 13414.608 5440.421 815.33124, 13295.649 5472.1924 815.7817, 13217.646 5493.2007 815.9293, 13121.46 5530.3965 814.6873, 13014.06 5581.3613 811.8942, 12899.967 5643.8247 808.2449, 12782.563 5713.78 804.85046, 12677.151 5779.043 802.872, 12597.531 5829.255 801.24976, 12507.828 5888.076 801.30634, 12415.217 5950.0264 803.119, 12324.361 6011.5557 807.1173, 12257.698 6056.8423 812.04846, 12195.597 6099.4424 818.2442, 12134.602 6143.1567 825.3287, 12043.785 6212.0327 841.8378, 11964.643 6272.925 859.3785</trace>
</ink>
</file>

<file path=ppt/ink/ink4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12098.057 5934.001 874.14984, 12041.286 6035.6265 853.6785, 12003.52 6098.7183 851.04, 11963.396 6163.6143 850.4372, 11922.413 6225.1343 851.222, 11864.167 6309.032 854.40497, 11829.383 6376.0117 858.61365, 11915.956 6408.425 856.6497, 12012.103 6392.0273 852.4913, 12098.942 6370.327 844.2773, 12178.268 6346.5103 826.07556, 12256.956 6317.03 791.05664, 12328.401 6291.7646 737.09424, 12388.444 6273.11 548.7141</trace>
</ink>
</file>

<file path=ppt/ink/ink4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3469.186 651.5651 874.14984, 3413.4688 719.4935 853.8075, 3360.6772 786.4881 835.0871, 3290.5234 878.22986 811.5421, 3205.0007 993.6857 781.1393, 3106.1062 1129.849 750.2305, 3037.6846 1224.2615 727.1739, 2951.0068 1342.1768 703.0255, 2843.8247 1487.5482 681.66174, 2745.7034 1621.2538 656.90137, 2657.6914 1741.6987 634.07806, 2555.2466 1886.205 581.0695, 2455.4639 2032.2335 524.1558, 2386.7854 2133.2512 464.52936, 2313.5796 2240.7986 404.15765, 2252.9531 2323.84 343.24106, 2209.3337 2383.782 270.07816, 2158.9229 2455.0134 100.55613</trace>
</ink>
</file>

<file path=ppt/ink/ink4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2622.3796 889.72943 874.14984, 2678.928 972.93414 853.97064, 2728.029 1065.4613 833.532, 2777.7273 1186.0276 816.33685, 2808.7212 1280.6359 808.6532, 2839.346 1379.4512 802.5517, 2864.4604 1460.8508 793.4163, 2897.7295 1567.309 783.14667, 2936.4802 1689.7003 750.77704, 2977.8062 1820.5352 713.2682, 3020.1003 1952.2711 668.54846, 3047.374 2037.4015 629.50726, 3066.8257 2099.0842 544.6659, 3093.6829 2181.59 457.62057</trace>
</ink>
</file>

<file path=ppt/ink/ink4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2192.1333 370.0982 874.14984, 2176.223 429.0539 861.51117, 2152.754 490.64694 848.0702, 2117.545 575.12573 833.1338, 2072.9265 679.83026 819.0849, 2043.9191 747.80914 808.7269, 2003.8049 837.5571 798.7185, 1956.1678 938.7446 765.4587, 1918.6227 1019.3224 728.6, 1883.8629 1095.081 678.5166, 1853.7112 1171.8326 622.46136, 1839.6853 1234.6903 561.68134, 1820.9552 1300.2334 408.12518</trace>
</ink>
</file>

<file path=ppt/ink/ink4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2148.51 643.3857 874.14984, 2139.9048 719.5786 862.89935, 2147.2708 832.3579 858.5796, 2162.3108 893.2348 857.564, 2197.6414 989.4185 856.29095, 2246.3848 1094.9318 854.1917, 2273.0112 1178.3809 843.8258, 2290.2312 1237.3866 825.8396</trace>
</ink>
</file>

<file path=ppt/ink/ink4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1901.311 1016.75037 874.14984, 2012.634 1003.0748 859.48267, 2130.053 988.3477 839.7574, 2202.7605 978.9298 814.53644, 2261.5498 973.9014 396.08356</trace>
</ink>
</file>

<file path=ppt/ink/ink4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1485.6061 2420.2356 874.14984, 1519.1116 2343.4407 862.9002, 1597.9131 2262.9927 856.57947, 1670.5316 2215.4531 853.5502, 1743.2625 2196.12 855.81464, 1811.1211 2227.303 856.64307, 1836.6539 2297.066 857.1833, 1825.4958 2367.6707 852.76605, 1796.0796 2455.7458 842.3833, 1757.0991 2542.9678 831.65094, 1725.8082 2608.3535 822.01154, 1680.6495 2682.4265 816.3195, 1633.3452 2753.7864 820.4443, 1595.7006 2816.5898 823.943, 1591.5577 2903.6772 830.86847, 1675.8752 2939.2434 841.85376, 1755.0742 2926.094 850.5642, 1826.1239 2893.6265 847.06024, 1886.5696 2863.0464 778.81744</trace>
</ink>
</file>

<file path=ppt/ink/ink4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1568.5759 2672.8342 874.14984, 1661.8042 2654.005 834.771, 1756.5516 2636.1592 513.41864, 1818.9493 2624.4639 236.34024</trace>
</ink>
</file>

<file path=ppt/ink/ink4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4382.71 1956.898 874.14984, 4478.165 1947.9777 860.53955, 4544.004 1942.9368 852.74927, 4625.7407 1937.1113 844.40765, 4719.8286 1929.6959 836.6716, 4792.319 1923.8657 830.7864, 4866.9507 1918.132 825.81964, 4933.005 1913.4691 815.3789, 4997.433 1909.2098 794.1019, 5067.4194 1905.9403 765.3809, 5128.827 1902.7538 718.14954, 5189.441 1900.9136 632.3631</trace>
</ink>
</file>

<file path=ppt/ink/ink4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4590.5625 2195.5432 874.14984, 4709.1826 2166.6387 849.10815, 4779.538 2151.3452 837.3555, 4904.2944 2125.71 825.9138, 5036.1636 2098.305 821.33765, 5101.3237 2084.352 804.72156, 5173.0625 2069.0032 801.474</trace>
</ink>
</file>

<file path=ppt/ink/ink4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5103.779 1788.4989 874.14984, 5207.5938 1833.215 855.3367, 5266.422 1865.6814 849.0083, 5349.199 1924.0394 845.0065, 5402.3716 1991.308 847.2896, 5402.086 2112.9932 845.68646, 5366.479 2173.667 840.11536, 5328.0933 2255.3232 828.37085, 5269.5786 2293.0754 226.39021</trace>
</ink>
</file>

<file path=ppt/ink/ink4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6338.0635 1634.053 874.14984, 6391.688 1703.2491 863.1162, 6439.159 1809.5615 856.72797, 6464.0317 1902.9845 853.7533, 6467.857 1982.5918 854.6277, 6460.777 2047.5874 856.33057, 6486.505 1921.1495 844.60974, 6521.843 1802.998 830.953, 6552.7437 1736.3904 826.1404, 6614.253 1641.9454 833.39606, 6696.494 1610.8007 838.51794, 6761.0464 1634.8472 844.6829, 6804.63 1733.72 847.98096, 6809.5977 1797.2329 848.1648, 6805.486 1897.3325 850.88153, 6790.688 1964.1006 855.1044, 6766.6987 1881.3712 855.7025, 6772.351 1773.7689 851.3405, 6782.2817 1712.951 850.2702, 6816.585 1612.144 850.92444, 6912.083 1550.331 853.93915, 6978.417 1559.547 855.4208, 7028.5723 1627.439 857.61755, 7043.875 1743.2268 854.7898, 7046.7695 1839.2786 851.8177, 7046.563 1902.4893 847.67255, 7045.3896 1971.9257 838.1819, 7042.0615 2030.7603 726.6515</trace>
</ink>
</file>

<file path=ppt/ink/ink4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7432.9233 1914.5576 874.14984, 7377.134 2027.89 851.169, 7336.2295 2096.9377 840.5966, 7284.1133 2173.6064 831.40845, 7201.6157 2287.343 818.7686, 7126.6147 2381.0725 780.2695, 7060.223 2448.6506 715.5423, 7001.3364 2498.2798 389.93268</trace>
</ink>
</file>

<file path=ppt/ink/ink4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7127.56 2083.9187 874.14984, 7186.6616 2142.0845 864.2865, 7234.4683 2201.6023 853.294, 7284.2803 2269.5837 845.1277, 7360.84 2376.6943 828.3362, 7404.7163 2437.6624 799.45386, 7444.0825 2497.5188 514.55</trace>
</ink>
</file>

<file path=ppt/ink/ink4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7627.0903 1689.8651 874.14984, 7712.873 1689.8649 867.68115, 7775.086 1688.635 864.8048, 7862.031 1685.76 856.9528, 7923.5225 1681.9583 852.075, 7995.005 1677.9852 835.70667, 8053.8867 1676.6449 546.71814</trace>
</ink>
</file>

<file path=ppt/ink/ink4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7640.7764 1900.6045 874.14984, 7755.9214 1918.0363 856.8667, 7828.527 1921.8024 847.68756, 7909.6387 1919.0597 838.4889, 7981.3257 1918.3442 817.0562, 8042.794 1914.5574 796.1808</trace>
</ink>
</file>

<file path=ppt/ink/ink4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8250.648 2074.777 874.14984, 8298.131 1991.12 856.7315, 8336.209 1930.8265 850.0643, 8381.241 1862.2812 842.7022, 8428.944 1788.0884 837.7971, 8473.052 1718.4225 835.0257, 8542.786 1607.4781 832.7113, 8603.573 1510.054 831.97864, 8642.856 1447.6677 833.8564, 8681.22 1385.4734 836.8619, 8737.276 1290.7837 846.7266, 8778.344 1231.5985 855.7101, 8818.21 1299.8083 858.58185, 8815.478 1389.0616 851.37604, 8808.302 1455.5562 846.7973, 8798.765 1529.7062 842.49286, 8787.28 1608.446 834.7721, 8777.724 1674.8213 825.03, 8762.395 1793.9955 792.6013, 8754.175 1888.0992 730.9298, 8749.654 1952.7291 587.35266</trace>
</ink>
</file>

<file path=ppt/ink/ink4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8473.042 1718.7335 874.14984, 8564.771 1693.8217 858.2163, 8666.325 1669.7001 859.98444, 8737.882 1653.5968 860.3537, 8796.776 1645.387 238.47154</trace>
</ink>
</file>

<file path=ppt/ink/ink4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9277.079 2041.0974 874.14984, 9339.306 1955.7134 857.7867, 9380.37 1894.4595 847.1901, 9427.725 1820.2888 837.2046, 9498.507 1705.4713 823.48376, 9553.687 1607.8468 829.9749, 9591.541 1539.8784 837.7679, 9569.358 1636.8541 841.0317, 9548.714 1701.6191 840.56537, 9518.616 1801.5886 841.40314, 9510.298 1897.2281 845.8731, 9613.25 1903.8345 848.55634, 9689.325 1831.5626 841.5869, 9727.52 1772.6423 841.69525, 9764.816 1700.7651 839.3437, 9795.897 1634.0808 843.95026, 9834.859 1548.1044 849.0842, 9818.538 1656.9569 843.2356, 9797.506 1758.1896 823.8709, 9800.869 1839.5948 783.3157, 9798.917 1898.5155 672.94653</trace>
</ink>
</file>

<file path=ppt/ink/ink4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10081.118 1788.4989 874.14984, 10056.734 1870.8928 866.03674, 10039.206 1929.4727 860.73096</trace>
</ink>
</file>

<file path=ppt/ink/ink4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10233.372 1577.7595 874.14984, 10271.482 1638.038 865.7144, 10300.842 1742.7571 859.16583, 10311.773 1818.8938 855.29675, 10307.964 1888.1826 858.21173, 10307.508 1790.805 857.3849, 10328.277 1697.3867 860.46533, 10394.53 1607.6819 861.20135, 10469.037 1575.2632 860.65234, 10530.716 1629.5419 858.9207, 10547.633 1725.3031 852.5689, 10531.018 1831.8804 848.18915, 10492.106 1910.2836 850.812, 10467.12 1808.7743 842.5009, 10484.197 1742.9669 839.01086, 10512.312 1674.8672 836.2743, 10561.866 1583.3287 838.146, 10644.101 1533.0703 843.29736, 10704.535 1567.3204 844.5231, 10723.136 1656.699 841.65375, 10717.575 1721.2013 840.3041, 10704.019 1785.6583 834.96826, 10691.899 1858.178 813.6032, 10666.676 1918.1351 627.47034</trace>
</ink>
</file>

<file path=ppt/ink/ink4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10954.44 1760.1117 874.14984, 10939.109 1842.0806 865.6027, 10926.214 1900.6041 861.0402</trace>
</ink>
</file>

<file path=ppt/ink/ink4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11577.998 1564.2876 874.14984, 11511.311 1528.8878 868.0972, 11429.537 1529.7643 862.7951, 11335.324 1570.4047 856.6536, 11256.704 1655.7058 853.6809, 11218.843 1737.9757 851.7622, 11219.565 1805.8844 851.6466, 11304.689 1872.5808 854.9461, 11379.872 1859.8383 858.0844, 11467.112 1770.1724 855.7613, 11528.649 1682.1952 852.8554, 11580.865 1623.1239 852.79694, 11600.88 1695.3936 851.1528, 11608.614 1812.8374 855.14514, 11614.221 1893.8777 865.51825, 11625.096 1955.3309 241.81728</trace>
</ink>
</file>

<file path=ppt/ink/ink4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6129.3555 2645.4092 874.14984, 6221.1646 2630.946 866.5071, 6290.6484 2621.1184 855.9488, 6351.149 2612.6777 848.9777, 6470.2075 2596.5586 838.4757, 6605.19 2580.6653 831.5594, 6703.421 2573.2507 827.6319, 6821.739 2566.7566 820.77, 6954.792 2561.0493 813.5158, 7068.749 2555.7766 806.95306, 7176.0317 2550.4568 801.13104, 7310.424 2541.575 792.4369, 7465.784 2531.2307 780.824, 7636.803 2520.6265 767.0625, 7750.5786 2513.6028 756.06287, 7894.2383 2505.155 744.9364, 8061.933 2496.6162 733.79614, 8245.491 2490.5718 723.34174, 8409.457 2487.3674 714.8724, 8547.326 2485.7979 707.538, 8717.206 2484.9753 700.6616, 8909.296 2483.6597 693.7069, 9117.295 2482.3552 686.3954, 9334.693 2480.8772 678.505, 9502.078 2479.8071 640.2443, 9663.933 2478.9346 595.08234, 9844.602 2479.4324 543.4817, 10031.729 2481.471 486.13412, 10210.438 2484.8992 423.76715, 10333.7295 2487.398 358.25162, 10474.385 2492.7742 291.90186, 10620.536 2501.06 228.20876, 10765.69 2511.5737 171.77191, 10907.471 2522.6846 121.814606, 11026.637 2531.2778 87.54324, 11120.315 2537.7163 60.669815, 11221.145 2542.5693 40.46827, 11322.752 2546.5544 26.186377, 11403.706 2551.1448 17.013899, 11466.94 2555.5103 12.044533, 11545.159 2571.029 10.23</trace>
</ink>
</file>

<file path=ppt/ink/ink4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3245.9368 4358.7485 874.14984, 3198.5598 4430.108 863.1337, 3156.0637 4494.7104 853.7785, 3103.2732 4580.5684 841.1334, 3066.4902 4643.3784 835.359, 3021.871 4722.479 827.64575, 2971.655 4812.934 820.27167, 2933.7112 4880.819 816.0945, 2890.5308 4956.593 811.66003, 2836.8674 5047.7207 808.70844, 2775.9514 5148.5137 805.9763, 2710.7563 5254.6772 804.39166, 2646.0999 5363.132 798.12085, 2603.8586 5434.0166 783.8008, 2558.1648 5515.7964 761.48883, 2515.0776 5596.4453 731.3567, 2480.7249 5659.659 689.81244, 2449.7454 5718.2417 598.26355</trace>
</ink>
</file>

<file path=ppt/ink/ink4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2649.751 4583.441 874.14984, 2702.6733 4691.1245 850.463, 2745.0745 4789.421 830.8867, 2787.4172 4901.5737 821.0889, 2817.6987 4983.735 818.46246, 2853.7056 5076.941 816.2406, 2895.5122 5177.673 805.93274, 2940.3262 5275.5986 788.1504, 2970.7258 5341.564 763.3552, 3007.554 5412.265 733.36475, 3044.2285 5474.758 695.6045, 3080.7388 5540.2993 607.30975, 3118.3604 5598.926 5.1360316</trace>
</ink>
</file>

<file path=ppt/ink/ink4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2220.36 3922.8357 874.14984, 2190.0872 3981.791 856.3165, 2161.8047 4040.5142 843.58984, 2128.0925 4114.3184 831.8138, 2090.8137 4197.9224 822.8365, 2051.9197 4286.154 801.6711, 1997.8656 4410.7925 743.38995, 1953.6355 4518.749 657.7052, 1932.055 4579.053 601.37885, 1904.0037 4665.724 477.28214, 1886.2316 4725.0137 233.22183</trace>
</ink>
</file>

<file path=ppt/ink/ink4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2081.792 4020.9885 874.14984, 2099.423 4118.98 862.1702, 2117.89 4236.1597 852.34204, 2132.8635 4335.3145 845.8902, 2144.557 4424.4043 832.4405, 2155.8198 4509.1206 804.1198, 2169.4656 4587.8193 758.4687, 2179.2488 4647.2744 647.21106</trace>
</ink>
</file>

<file path=ppt/ink/ink4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1887.6252 4498.7607 874.14984, 1983.5052 4482.941 862.80865, 2066.048 4475.209 854.63007, 2126.1433 4470.4707 840.1403</trace>
</ink>
</file>

<file path=ppt/ink/ink4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2317.0159 4484.326 874.14984, 2311.932 4573.5986 862.87714, 2306.1387 4684.064 856.8232, 2303.4226 4748.929 847.9621, 2300.1843 4807.972 415.8168</trace>
</ink>
</file>

<file path=ppt/ink/ink4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1790.1143 5453.342 874.14984, 1879.8837 5410.158 861.36255, 1983.9788 5377.0176 851.38776, 2067.8054 5378.565 855.1236, 2105.9294 5443.0938 856.528, 2086.8997 5527.581 851.79956, 2031.6968 5612.813 840.08136, 1943.5408 5701.7417 831.24414, 1873.7019 5764.9863 830.9147, 1867.1917 5845.037 841.001, 1939.7722 5882.368 846.7131, 1999.6311 5890.595 849.44666, 2074.7334 5903.7134 853.868, 2134.576 5905.3765 563.0998</trace>
</ink>
</file>

<file path=ppt/ink/ink4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1845.7126 5678.0347 874.14984, 1938.0332 5666.6025 862.45886, 2001.0492 5662.1753 854.98785, 2104.729 5661.26 842.88116, 2177.9192 5661.7134 818.4678, 2237.0122 5671.7085 225.12186</trace>
</ink>
</file>

<file path=ppt/ink/ink4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3077.4312 6754.8257 874.14984, 3053.039 6843.717 857.2289, 3021.5222 6910.39 845.7519, 2973.8923 6989.005 834.3728, 2912.0625 7075.024 824.5948, 2841.6497 7164.5386 817.1899, 2739.8743 7288.274 808.26135, 2650.94 7392.0327 764.6153, 2602.7156 7451.225 730.1467, 2534.4792 7540.883 642.48346, 2488.0168 7599.857 418.1486</trace>
</ink>
</file>

<file path=ppt/ink/ink4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2622.3796 6899.6484 874.14984, 2675.0613 6967.4966 864.0631, 2758.231 7073.0366 850.9799, 2829.9077 7164.067 839.3559, 2901.967 7258.059 831.6812, 2951.8972 7327.5513 826.1232, 2993.522 7389.042 816.3532, 3057.991 7501.7603 781.32715, 3094.6313 7568.896 731.42096, 3111.384 7628.5366 189.60686</trace>
</ink>
</file>

<file path=ppt/ink/ink4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2053.565 6324.2056 874.14984, 2015.2828 6412.5493 859.2608, 1984.3807 6474.1553 850.24554, 1944.84 6545.7983 842.11096, 1904.2332 6618.232 836.98395, 1846.4893 6726.1943 831.9766, 1807.1752 6816.5327 832.1631, 1797.8197 6875.9756 839.46124, 1784.3893 6935.855 8.593224</trace>
</ink>
</file>

<file path=ppt/ink/ink4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2039.8794 6338.1587 874.14984, 2051.4644 6432.8438 861.0098, 2054.3281 6492.701 855.96246, 2055.6582 6560.4185 852.0115, 2056.9688 6626.988 849.18695, 2060.8892 6733.1763 836.6094, 2069.6748 6823.8164 815.353, 2092.958 6912.6978 776.5484, 2110.1045 6972.7344 698.01306</trace>
</ink>
</file>

<file path=ppt/ink/ink4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1804.6553 6674.9565 874.14984, 1892.9629 6692.3013 861.06964, 1955.1968 6697.436 854.185, 2029.347 6699.672 847.24854, 2093.6729 6702.6885 831.8348, 2154.548 6703.7393 815.4694</trace>
</ink>
</file>

<file path=ppt/ink/ink4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2247.732 6871.742 874.14984, 2255.6975 6810.8135 871.9054, 2285.2822 6752.3247 870.0147, 2348.6995 6725.574 869.42834, 2363.8215 6795.0674 864.27954, 2353.144 6868.9424 857.2832, 2306.5935 6970.2505 852.35144, 2256.7695 7049.833 854.23395, 2228.2288 7111.8394 856.35974, 2322.0178 7156.383 853.3009, 2397.156 7140.0244 836.824</trace>
</ink>
</file>

<file path=ppt/ink/ink4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1859.3984 7377.902 874.14984, 1956.0339 7353.441 862.409, 2055.614 7338.048 855.58496, 2126.7666 7336.721 858.9728, 2145.0989 7395.7754 860.32587, 2070.0405 7488.4604 850.2085, 2011.6394 7547.0664 842.0853, 1907.1361 7651.857 838.14276, 1865.7318 7726.5376 843.4635, 1926.689 7794.091 846.4917, 1988.9467 7800.5845 844.3227, 2056.2158 7790.9473 841.78564, 2117.8562 7786.014 834.03955, 2178.4475 7770.511 810.5483</trace>
</ink>
</file>

<file path=ppt/ink/ink4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1818.3411 7602.594 874.14984, 1880.9713 7591.114 860.8412, 1953.7765 7580.427 843.6481, 2064.7466 7566.913 817.1157, 2128.835 7559.111 779.1009, 2196.9043 7550.3228 719.5123, 2257.4805 7546.8813 337.525</trace>
</ink>
</file>

<file path=ppt/ink/ink4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3592.3574 4442.467 874.14984, 3595.8525 4524.549 863.8322, 3597.199 4652.6562 853.05896, 3597.9353 4737.8555 846.5496, 3598.5188 4807.607 840.92664, 3600.2908 4880.5337 835.3616, 3603.2422 4978.604 829.3455, 3607.0894 5088.4478 820.4173, 3610.1104 5172.241 812.18744, 3613.5833 5288.6074 803.29846, 3616.7593 5432.706 788.8587, 3619.1187 5597.8193 770.76154, 3618.2212 5777.0327 752.5395, 3616.0266 5935.935 737.08765, 3613.4739 6069.097 723.2597, 3610.8853 6229.177 714.36975, 3608.875 6405.7646 709.8057, 3608.7568 6592.842 706.1159, 3608.9817 6724.772 703.89325, 3610.9224 6871.397 702.23114, 3613.689 7035.763 676.8062, 3616.3936 7208.7173 644.94653, 3618.488 7382.979 605.8676, 3618.771 7546.085 559.1594, 3618.8557 7656.9316 505.84927, 3615.8892 7772.368 445.8887, 3607.592 7871.509 380.9341, 3602.1826 7934.9697 322.50412, 3598.6936 8001.9004 160.16953</trace>
</ink>
</file>

<file path=ppt/ink/ink4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4119.2593 5902.727 874.14984, 4233.4414 5891.295 854.4241, 4312.1865 5885.915 842.473, 4405.2617 5881.898 831.8112, 4502.9478 5879.1187 823.4478, 4563.999 5877.391 802.77545, 4633.1064 5876.6445 776.5153, 4696.001 5875.3857 728.6003, 4757.358 5875.302 641.9111</trace>
</ink>
</file>

<file path=ppt/ink/ink4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4132.9453 6099.513 874.14984, 4241.5923 6081.8193 856.3938, 4323.5444 6067.679 839.73376, 4419.7666 6049.496 826.3012, 4523.5522 6026.6445 816.3683, 4587.978 6012.4595 797.85425, 4649.8096 6000.077 759.4464, 4711.2065 5986.252 721.22235</trace>
</ink>
</file>

<file path=ppt/ink/ink4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4576.877 5691.988 874.14984, 4668.3193 5745.4297 858.8577, 4761.494 5826.1846 853.66583, 4812.3574 5907.3467 854.0456, 4819.6 5980.0825 854.8309, 4778.028 6072.732 850.7083, 4731.813 6138.803 845.62634, 4692.296 6197.967 837.8783, 4643.5815 6256.814 817.9669</trace>
</ink>
</file>

<file path=ppt/ink/ink5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5561.396 5664.5625 874.14984, 5570.941 5753.0317 862.6696, 5586.188 5863.033 858.80634, 5600.556 5954.6147 857.008, 5610.433 6030.3965 856.4127, 5636.088 5954.204 847.79175, 5655.85 5890.992 843.1709, 5682.3315 5825.3765 839.55914, 5713.108 5766.5625 842.027, 5759.751 5697.4517 847.65295, 5842.875 5692.9087 853.8707, 5899.2266 5793.3267 852.8479, 5928.8633 5892.0693 848.7675, 5934.607 5959.9316 849.3127, 5931.3457 6025.5654 849.7086, 5904.814 6098.5605 851.89246, 5870.603 5994.75 843.1381, 5880.422 5920.7114 837.373, 5899.8247 5847.733 833.5092, 5934.576 5752.3857 826.23425, 6007.915 5687.678 836.93567, 6077.5186 5743.303 846.0407, 6096.635 5862.2573 846.88184, 6096.2627 5938.5986 844.6314, 6094.0186 6004.6455 842.5157, 6091.3096 6095.8525 825.8903, 6086.824 6155.4507 795.6144</trace>
</ink>
</file>

<file path=ppt/ink/ink5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6434.7188 6029.7476 874.14984, 6384.978 6105.9766 863.09424, 6320.2954 6210.6274 852.7299, 6264.5225 6301.741 844.38257, 6215.1826 6381.216 828.9262, 6165.1836 6458.801 794.684, 6115.8936 6522.559 674.9341</trace>
</ink>
</file>

<file path=ppt/ink/ink5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6171.268 6155.8066 874.14984, 6203.6367 6222.134 865.4943, 6235.5015 6302.2075 860.8275, 6263.2046 6371.7847 856.24634, 6293.1133 6437.9688 845.54126, 6336.3594 6505.046 828.19183, 6377.152 6565.64 625.47345</trace>
</ink>
</file>

<file path=ppt/ink/ink5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6725.5415 5902.727 874.14984, 6840.3027 5883.0327 855.57556, 6907.642 5874.066 849.2785, 6980.5303 5863.6064 840.12177, 7045.822 5854.106 823.5875, 7107.091 5846.2847 799.98737</trace>
</ink>
</file>

<file path=ppt/ink/ink5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6846.147 6071.126 874.14984, 6937.419 6069.965 857.5277, 7018.429 6064.515 841.6122, 7078.0273 6060.883 819.2991, 7137.7476 6057.6333 772.848</trace>
</ink>
</file>

<file path=ppt/ink/ink5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7598.864 5608.269 874.14984, 7717.484 5573.5474 842.64746, 7776.757 5560.143 826.89404, 7837.314 5554.1367 821.32104, 7916.0884 5555.112 819.4519, 7990.0444 5563.227 819.18207, 8100.446 5591.0444 821.0423, 8181.2183 5666.0317 824.90814, 8200.495 5742.7515 834.11365, 8141.14 5856.1636 834.44855, 8083.314 5923.104 830.73987, 8013.53 5991.4365 821.51746, 7937.7183 6057.842 803.9657, 7827.8486 6148.569 742.72296, 7755.7695 6201.4956 661.83984, 7697.1895 6239.644 146.31444</trace>
</ink>
</file>

<file path=ppt/ink/ink5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8403.757 5496.1636 874.14984, 8343.851 5539.6567 871.32434, 8273.136 5602.326 868.2701, 8211.423 5667.328 867.1329, 8158.63 5737.8896 867.08057, 8120.165 5833.138 865.66235, 8104.235 5920.763 864.18994, 8122.434 6038.4775 863.30383, 8166.3413 6132.061 861.51685, 8245.235 6189.254 861.08936, 8363.599 6189.896 859.2081, 8443.502 6184.079 856.18536, 8503.189 6156.6367 237.4844</trace>
</ink>
</file>

<file path=ppt/ink/ink5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8348.159 6563.3315 874.14984, 8411.902 6486.4365 862.43854, 8488.541 6389.833 854.9567, 8571.458 6278.7856 851.9716, 8623.881 6209.596 851.5182, 8679.849 6144.2 854.93787, 8694.457 6244.47 859.72833, 8689.084 6336.4272 859.8722, 8684.095 6429.209 863.8081, 8675.25 6510.0737 865.1897</trace>
</ink>
</file>

<file path=ppt/ink/ink5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8985.402 5972.973 874.14984, 8949.05 6078.506 867.1414, 8922.961 6149.0703 862.6797</trace>
</ink>
</file>

<file path=ppt/ink/ink5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9235.166 6169.76 874.14984, 9285.17 6058.4487 850.47797, 9313.801 5988.219 843.67566, 9344.585 5909.958 838.59686, 9375.776 5830.4443 834.65985, 9399.024 5771.1387 832.27563, 9442.394 5656.9614 842.2417, 9484.627 5566.5093 847.96674, 9497.297 5650.4146 846.3462, 9492.908 5747.84 841.9319, 9489.513 5850.805 835.51355, 9491.106 5949.818 815.83655, 9507.199 6054.467 774.844, 9519.152 6119.996 699.9165</trace>
</ink>
</file>

<file path=ppt/ink/ink5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9262.539 5902.727 874.14984, 9364.621 5916.0215 859.6864, 9424.787 5918.949 856.39465, 9489.326 5912.8086 853.6293, 9562.092 5908.9834 843.8211, 9623.882 5899.1465 415.13156</trace>
</ink>
</file>

<file path=ppt/ink/ink5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9734.696 6029.7476 874.14984, 9734.696 6126.0796 862.35876, 9734.696 6187.762 859.7194, 9734.696 6262.935 852.4583</trace>
</ink>
</file>

<file path=ppt/ink/ink5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10122.176 5987.4077 874.14984, 10223.916 5975.5366 856.3258, 10294.719 5968.8057 848.38055, 10375.434 5960.548 841.9064, 10461.036 5949.8916 831.8527, 10531.955 5941.2944 814.3421, 10608.0205 5931.595 789.4566</trace>
</ink>
</file>

<file path=ppt/ink/ink5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10323.185 5807.9424 874.14984, 10330.284 5877.983 863.9088, 10326.729 5987.1704 854.3909, 10320.012 6095.474 839.60425, 10316.635 6162.619 816.474</trace>
</ink>
</file>

<file path=ppt/ink/ink5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10815.017 5651.091 874.14984, 10900.388 5630.44 861.3943, 10960.953 5632.268 856.6843, 11024.076 5645.436 854.15186, 11120.335 5706.2344 854.5353, 11153.978 5781.947 854.9142, 11148.689 5851.8984 853.2908, 11098.549 5935.851 849.6443, 11012.604 6020.594 844.0681, 10933.942 6073.5767 828.6134, 10869.136 6110.327 791.94824</trace>
</ink>
</file>

<file path=ppt/ink/ink5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11300.861 5636.6562 874.14984, 11237.714 5697.6113 863.04047, 11168.134 5774.8296 859.61224, 11124.039 5838.933 859.80383, 11131.578 5914.111 861.14233, 11210.944 5979.1743 856.33527, 11323.085 6005.879 846.89404, 11387.992 6017.637 830.83105, 11453.116 6015.7944 806.1636</trace>
</ink>
</file>

<file path=ppt/ink/ink5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11577.998 6183.713 874.14984, 11514.917 6152.6533 868.5487, 11482.291 6070.951 863.547, 11527.37 5998.6216 860.8007, 11594.083 5964.3755 858.4681, 11666.456 5970.3027 859.89685, 11689.1045 6042.1157 860.69147, 11628.704 6138.1553 853.7793, 11562.489 6214.28 852.87476, 11504.294 6277.335 857.9751, 11496.741 6339.6816 859.8785, 11591.375 6348.944 858.6126, 11660.968 6352.112 855.4877</trace>
</ink>
</file>

<file path=ppt/ink/ink5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12104.9 5888.7734 874.14984, 12042.962 5981.272 866.1699, 11970.891 6053.2827 866.6583, 11910.276 6097.382 763.71136</trace>
</ink>
</file>

<file path=ppt/ink/ink5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11952.646 5916.68 874.14984, 12010.736 5985.621 863.63605, 12082.261 6062.232 859.2885, 12146.8125 6127.419 851.9969</trace>
</ink>
</file>

<file path=ppt/ink/ink5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12434.214 5936.8877 874.14984, 12460.338 5827.786 850.2221, 12478.361 5756.8086 848.87384, 12499.151 5683.5176 848.8497, 12521.196 5613.506 849.98145, 12553.628 5518.4365 854.8379, 12615.841 5558.069 855.2132, 12627.868 5652.156 845.65735, 12635.064 5726.7646 835.19745, 12644.835 5808.38 821.0023, 12652.988 5873.248 797.93207, 12676.775 5988.4355 729.49255, 12691.156 6056.642 624.00415</trace>
</ink>
</file>

<file path=ppt/ink/ink5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12451.32 5832.4805 874.14984, 12547.634 5827.5737 858.7217, 12614.488 5831.0396 850.5995, 12694.545 5836.867 842.3488, 12764.074 5841.12 823.6525, 12825.968 5846.4336 804.82477</trace>
</ink>
</file>

<file path=ppt/ink/ink5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12950.851 6086.0415 874.14984, 12975.53 6021.896 871.60364, 13046.92 5974.5127 869.13763, 13067.0205 6061.7935 863.8477, 13001.561 6123.9434 854.0099, 12931.702 6183.352 855.57227, 12935.536 6251.783 858.72797, 13003.766 6268.501 852.8304, 13064.211 6288.0557 844.08826, 13130.477 6295.818 817.4892</trace>
</ink>
</file>

<file path=ppt/ink/ink5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13452.947 5155.035 874.14984, 13512.192 5203.938 862.36017, 13612.817 5314.5146 841.4048, 13667.894 5395.662 831.8433, 13717.8545 5494.097 823.41895, 13759.384 5608.2544 815.85077, 13787.208 5688.4424 810.7051, 13808.211 5786.315 805.4053, 13823.059 5871.9243 797.73694, 13831.703 5966.1914 790.8279, 13825.526 6088.1543 784.4221, 13797.803 6227.145 778.1074, 13743.918 6369.0903 771.12366, 13654.275 6496.6377 762.2474, 13595.79 6578.905 739.3306, 13567.131 6643.9683 716.0265, 13491.4375 6717.2964 669.42236</trace>
</ink>
</file>

<file path=ppt/ink/ink5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7780.1997 5123.761 874.14984, 7724.503 5211.457 849.7999, 7680.4497 5288.888 835.4985, 7626.8096 5391.722 819.4341, 7567.013 5518.319 795.8896, 7506.0146 5664.0474 772.09985, 7450.8315 5823.216 752.0147, 7413.1265 5935.0923 739.0214, 7384.0366 6059.655 727.786, 7365.3066 6164.8657 681.181, 7356.8394 6270.316 628.885, 7372.536 6384.8525 572.1132, 7427.063 6487.562 510.9388, 7462.8706 6553.5786 457.53632, 7485.8354 6621.539 302.18024</trace>
</ink>
</file>

<file path=ppt/ink/ink5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14392.132 5734.328 874.14984, 14387.148 5834.447 858.98914, 14384.718 5901.8677 854.9917, 14383.1045 6007.424 854.3157, 14410.2705 6111.693 858.79156, 14507.311 6157.068 857.9948, 14592.383 6083.662 851.7387, 14643.773 5997.761 844.2394, 14671.581 5888.9077 843.9705, 14683.831 5802.6904 845.4384, 14646.574 5894.547 853.63324, 14646.35 6005.8394 845.1808, 14659.434 6065.275 837.4699, 14670.139 6131.562 815.0822, 14692.137 6192.209 527.6827</trace>
</ink>
</file>

<file path=ppt/ink/ink5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14960.947 6071.126 874.14984, 14923.777 6142.5874 869.76654</trace>
</ink>
</file>

<file path=ppt/ink/ink5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15155.113 5846.4336 874.14984, 15169.249 5929.428 864.36017, 15184.156 6024.8765 861.5049, 15189.266 6088.243 863.5024, 15208.61 6023.657 860.76166, 15232.088 5957.6753 858.48694, 15284.49 5885.658 859.8002, 15344.823 5903.85 858.131, 15394.436 5978.743 856.0914, 15404.765 6037.435 855.6999, 15391.648 6105.763 858.0908, 15379.219 5995.9062 851.0425, 15401.468 5903.0527 848.0489, 15472.924 5839.393 852.2271, 15548.687 5861.351 854.39386, 15564.155 5969.207 855.70026, 15570.018 6048.062 860.24695, 15544.267 6108.2915 566.4397</trace>
</ink>
</file>

<file path=ppt/ink/ink5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16167.005 5916.68 874.14984, 16131.593 5852.321 868.3368, 16037.503 5814.9824 865.3052, 15939.519 5859.655 862.78314, 15868.21 5960.2856 857.78235, 15868.747 6030.496 858.3469, 15958.308 6051.5176 858.9929, 16021.814 6010.318 857.3788, 16082.581 5930.797 851.96606, 16141.526 5983.516 845.52496, 16149.234 6075.668 838.57056, 16153.318 6141.372 825.5125</trace>
</ink>
</file>

<file path=ppt/ink/ink5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15584.505 6071.126 874.14984, 15592.594 6134.051 859.4778, 15599.011 6194.4316 812.32825</trace>
</ink>
</file>

<file path=ppt/ink/ink5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15695.701 6113.466 874.14984, 15626.417 6183.713 864.22626</trace>
</ink>
</file>

<file path=ppt/ink/ink5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15682.017 7096.4346 874.14984, 15593.5205 7103.0234 863.5742, 15497.903 7107.065 849.6268, 15398.605 7107.726 843.2931, 15332.672 7106.098 840.1532, 15251.167 7103.8657 837.0553, 15154.644 7100.7515 831.5083, 15044.024 7097.8657 826.2158, 14948.411 7095.5425 821.38354, 14855.117 7094.61 816.486, 14733.179 7092.6284 810.03015, 14588.238 7086.897 802.2209, 14424.304 7077.5464 787.00195, 14244.433 7066.8613 770.23016, 14104.782 7058.481 756.5498, 13962.225 7050.924 742.2524, 13791.228 7041.9385 727.9066, 13596.36 7030.4736 708.44934, 13379.287 7017.738 684.511, 13236.772 7009.339 663.55786, 13049.3955 6998.037 640.62836, 12827.739 6985.7993 618.1694, 12582.34 6973.8237 598.7004, 12322.463 6963.2 583.44653, 12078.883 6955.423 571.64014, 11895.787 6950.0938 561.8735, 11675.57 6946.3413 553.62616, 11427.052 6943.9805 548.0856, 11156.579 6945.2466 542.9006, 10945.222 6947.3765 536.4094, 10733.026 6951.6333 530.8975, 10484.176 6958.3916 524.1886, 10214.857 6968.6445 518.9636, 9934.65 6980.9785 515.4764, 9647.311 6993.618 515.3007, 9454.559 7002.1123 515.9434, 9230.153 7011.801 517.65686, 8978.604 7022.538 521.2325, 8709.761 7034.0894 525.38336, 8430.19 7047.724 529.0659, 8173.616 7061.8843 533.673, 7982.269 7072.87 538.6123, 7763.467 7085.0522 549.83954, 7531.337 7095.456 560.02313, 7296.0034 7102.6685 571.8715, 7061.794 7106.1597 588.89545, 6870.8784 7107.9346 605.8046, 6709.965 7108.6133 622.18024, 6533.0674 7108.9907 641.0989, 6352.437 7108.129 664.6369, 6176.875 7104.7666 689.4192, 6013.038 7097.2656 714.3399, 5894.8613 7090.9487 735.9774, 5791.889 7078.9614 757.5124, 5695.7686 7058.1924 779.3273, 5611.928 7029.684 797.33997, 5543.534 6997.056 813.13995, 5453.042 6937.148 837.40643, 5375.3022 6831.0454 849.3595, 5321.609 6729.4395 854.67865, 5294.4854 6660.918 853.8254, 5267.2485 6577.977 850.1573, 5240.1367 6483.1304 845.09393, 5216.6396 6377.4585 839.1962, 5200.8105 6302.0303 833.99493, 5187.3633 6214.9907 828.55927, 5175.4556 6111.97 823.3576, 5164.2373 5997.926 818.80176, 5152.856 5891.394 815.38617, 5143.9414 5809.737 812.33887, 5131.618 5715.652 811.20416, 5117.673 5617.2915 812.50604, 5104.1875 5519.7715 816.3595, 5093.3794 5426.2544 822.27515, 5086.6475 5352.882 828.0883, 5082.638 5291.411 833.7433, 5083.112 5229.2124 840.4779, 5092.6353 5137.6646 852.732, 5139.212 5056.422 860.9602, 5203.5645 5005.0957 863.1386, 5322.445 4974.248 858.1216, 5402.0215 4964.131 852.6124, 5465.8647 4957.2705 848.26825, 5533.697 4951.6626 843.3749, 5621.1406 4945.074 838.0858, 5724.845 4937.0776 832.3549, 5842.3643 4928.28 826.13477, 5975.3657 4919.0522 818.4619, 6065.092 4912.8594 811.6431, 6179.621 4906.5483 804.30786, 6316.1333 4900.0884 797.4581, 6469.6235 4892.325 789.77893, 6610.761 4884.7617 781.4882, 6727.981 4878.2915 773.23035, 6872.4766 4870.3735 763.8161, 7035.2573 4861.694 755.35266, 7212.306 4852.1743 747.3135, 7402.188 4842.9663 737.70685, 7560.783 4835.55 727.275, 7706.79 4830.3145 727.172, 7882.785 4825.2383 721.8039, 8080.363 4820.1084 710.72986, 8289.755 4816.808 691.23785, 8429.562 4814.6846 673.84973, 8608.424 4813.695 656.75934, 8816.607 4812.4185 640.82043, 9046.247 4812.6655 625.01465, 9242.502 4813.546 619.46545, 9418.087 4814.824 612.91266, 9630.558 4819.0757 594.4669, 9867.095 4824.9355 580.5474, 10120.157 4830.9873 571.9677, 10386.425 4838.334 571.1873, 10581.128 4843.9272 570.0391, 10788.892 4850.668 567.993, 11028.899 4860.008 562.6641, 11292.563 4872.2114 553.2192, 11555.278 4887.255 539.1857, 11741.442 4898.2666 527.3396, 11968.544 4913.9136 520.86194, 12222.245 4929.8457 517.09503, 12492.312 4945.464 515.7279, 12772.685 4961.203 516.01184, 13017.989 4975.3594 518.1433, 13220.096 4987.2397 519.84937, 13456.242 5002.0635 522.1119, 13711.145 5019.297 525.49774, 13973.3125 5038.0864 531.5502, 14156.551 5051.178 539.7818, 14355.537 5065.1636 549.8839, 14575.078 5079.6377 563.08594, 14805.564 5093.9243 577.99036, 15013.769 5108.0767 592.41284, 15175.221 5119.4507 604.94275, 15365.755 5137.732 616.62866, 15568.595 5163.004 630.1554, 15768.849 5194.8594 645.85187, 15955.656 5232.362 667.7391, 16096.812 5264.5693 690.77264, 16212.171 5295.1685 712.4819, 16317.488 5334.4424 736.6526, 16405.676 5380.729 759.832, 16474.354 5432.5415 780.52936, 16554.697 5517.3423 815.45526, 16577.998 5581.123 828.654, 16588.865 5657.7065 837.4523, 16591.352 5726.482 841.28973, 16588.607 5791.8003 842.0554, 16574.05 5880.8955 839.15784, 16548.074 5990.95 831.4879, 16513.01 6118.8774 821.66437, 16470.633 6259.944 810.1025, 16438.057 6364.6387 800.7344, 16399.654 6476.831 790.53735, 16347.964 6602.245 757.6286, 16283.155 6728.182 718.0152, 16201.023 6843.0674 671.6825, 16147.695 6917.4653 630.3966, 16099.649 6997.4688 503.58542, 16040.911 7049.498 127.06232</trace>
</ink>
</file>

<file path=ppt/ink/ink5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5852.2183 6310.7334 874.14984, 5803.655 6389.8926 857.2009, 5763.9546 6455.516 845.25494, 5716.6523 6537.573 834.3735, 5644.0947 6667.1826 819.17163, 5572.102 6801.979 807.7606, 5518.716 6906.744 798.29645, 5457.9453 7025.8203 790.20557, 5393.096 7156.251 784.0777, 5327.128 7292.0156 780.6039, 5283.418 7382.1636 778.4246, 5229.5195 7491.752 777.2229, 5171.4297 7608.5483 777.7354, 5112.764 7721.0493 780.5723, 5056.159 7821.0684 788.2528, 5010.4106 7898.9736 798.9673, 4943.3877 7982.872 822.1288, 4896.588 7921.8423 853.67377</trace>
</ink>
</file>

<file path=ppt/ink/ink5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5575.0815 6324.2056 874.14984, 5647.8438 6309.7183 868.51685, 5709.513 6291.8447 867.7584, 5786.7607 6262.7197 869.64276, 5857.92 6325.1953 864.93787, 5882.8228 6407.414 858.5392, 5904.3867 6501.3564 852.05615, 5931.831 6596.704 842.82715, 5949.73 6661.0034 827.6978</trace>
</ink>
</file>

<file path=ppt/ink/ink5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4313.4263 8177.5566 874.14984, 4354.2456 8277.1875 859.50433, 4374.3213 8337.755 852.76624, 4392.392 8404.242 847.8283, 4406.1426 8470.798 845.3905, 4420.3745 8559.969 848.19995, 4447.016 8465.219 840.9638, 4476.825 8380.361 839.8874, 4517.509 8305.598 846.0631, 4576.273 8272.757 851.48926, 4649.2295 8331.825 857.6064, 4677.653 8455.654 852.94653, 4684.1035 8559.731 851.9911, 4674.0493 8627.298 855.27795, 4643.5186 8558.73 857.1832, 4648.132 8486.107 858.1576, 4685.565 8396.193 858.2442, 4734.6523 8336.659 859.21906, 4811.2905 8314.56 859.74133, 4880.8467 8405.806 860.36334, 4901.554 8492.307 856.6519, 4919.627 8568.568 846.07886, 4930.9175 8627.206 816.0594</trace>
</ink>
</file>

<file path=ppt/ink/ink5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5228.661 8459.022 874.14984, 5133.9946 8409.946 867.4015, 5064.8843 8422.137 865.224, 5000.1187 8488.97 861.946, 5002.1895 8571.793 858.7699, 5038.8247 8631.218 856.98004, 5112.4673 8646.841 857.58356, 5183.4517 8581.627 857.34503, 5221.9683 8501.026 857.83325, 5245.5728 8437.406 860.54553, 5284.862 8497.141 860.472, 5302.4043 8572.406 861.6906, 5337.0903 8640.479 863.8882, 5401.644 8627.985 866.8757</trace>
</ink>
</file>

<file path=ppt/ink/ink5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5603.3086 8177.5566 874.14984, 5532.676 8206.555 868.15173, 5464.782 8273.872 865.0546, 5480.8843 8382.663 859.9609, 5529.656 8480.981 849.08923, 5585.636 8575.302 851.9912, 5599.556 8647.426 856.3711, 5523.1 8696.465 857.64685, 5456.652 8654.233 859.69763</trace>
</ink>
</file>

<file path=ppt/ink/ink5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5769.2485 8191.5093 874.14984, 5735.0464 8255.357 865.59033, 5713.0767 8340.222 860.40076, 5720.182 8411.058 858.7047, 5747.8965 8497.273 855.9545, 5785.927 8591.065 856.00165, 5794.5615 8679.391 860.09186, 5729.4907 8741.056 862.3138, 5713.9683 8670.508 863.0994, 5792.7344 8631.088 855.8785, 5854.461 8607.131 849.6038, 5918.287 8580.627 844.46606, 6009.683 8537.352 844.9601, 6082.5376 8455.854 849.39716, 6109.545 8383.663 852.04785, 6074.3325 8300.664 854.9719, 5999.9854 8277.392 860.84735, 5943.366 8366.662 858.2291, 5980.2407 8493.49 845.5844, 6019.4395 8563.561 839.5374, 6068.1694 8622.65 829.39935, 6120.037 8694.186 798.32806, 6178.7285 8742.338 384.26166</trace>
</ink>
</file>

<file path=ppt/ink/ink5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6753.768 8388.296 874.14984, 6668.6855 8385.928 867.5832, 6569.327 8400.647 861.8733, 6508.2812 8446.066 863.62354, 6500.1587 8524.2705 862.2912, 6545.1235 8584.681 860.7346, 6647.7495 8580.888 856.6802, 6724.688 8531.147 849.95276, 6767.655 8443.569 850.72656, 6795.7456 8539.254 849.09174, 6819.3545 8644.524 848.78094, 6882.3677 8673.881 854.56, 6906.1167 8608.657 847.875, 6938.696 8540.214 830.72974, 6949.6494 8479.753 800.68066</trace>
</ink>
</file>

<file path=ppt/ink/ink5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6947.9346 7826.805 874.14984, 6949.391 7916.8765 862.2536, 6954.9106 7984.0854 853.00946, 6964.574 8068.07 842.95465, 6979.6846 8165.2285 833.1126, 6989.2344 8226.392 826.1038, 7002.5986 8310.738 821.0609, 7021.595 8446.441 811.63464, 7029.4985 8530.576 797.7864, 7030.387 8602.94 776.5647, 7032.5127 8664.81 746.0217, 7030.9043 8726.057 680.8444</trace>
</ink>
</file>

<file path=ppt/ink/ink5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6906.0225 8374.343 874.14984, 6978.7886 8361.622 869.3732, 7065.662 8413.321 866.954, 7125.6724 8522.022 866.03784, 7206.636 8604.45 865.57135, 7287.6973 8587.836 862.56793, 7336.0073 8499.5205 856.4623, 7322.7163 8428.165 856.543, 7257.197 8374.957 858.0241, 7189.469 8369.716 859.2369, 7133.1177 8440.635 858.3419, 7150.3105 8542.266 854.79694, 7209.986 8594.644 848.9032, 7294.3545 8627.423 824.04156</trace>
</ink>
</file>

<file path=ppt/ink/ink5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7405.552 8332.002 874.14984, 7419.6885 8414.409 864.9872, 7432.713 8503.515 865.10034, 7402.545 8444.418 855.3711, 7432.7153 8362.309 857.08875, 7494.6074 8349.623 856.52234, 7565.475 8420.425 853.02966, 7595.4175 8492.483 851.234, 7613.1636 8563.959 847.641, 7618.411 8634.947 853.1365, 7587.4805 8538.428 857.4595, 7606.8193 8433.513 855.9581, 7633.977 8367.111 858.3788, 7714.0034 8379.202 859.7943, 7743.2935 8439.549 859.0567, 7762.2646 8543.377 857.1021, 7773.9473 8623.711 857.9165, 7834.476 8589.801 857.90344, 7863.035 8472.807 851.2379, 7881.463 8392.262 847.66223, 7901.988 8471.5 847.7689, 7914.312 8544.046 848.1774, 7930.3945 8607.827 852.5618, 7989.8394 8664.809 763.27277</trace>
</ink>
</file>

<file path=ppt/ink/ink5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7862.3145 8051.4976 874.14984, 7901.034 8135.333 862.5329, 7933.043 8194.848 848.9597</trace>
</ink>
</file>

<file path=ppt/ink/ink5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8015.4233 8542.742 874.14984, 8082.8823 8576.6875 867.18604, 8189.304 8559.719 859.9339, 8271.987 8500.758 855.6491, 8295.775 8425.8955 857.6313, 8257.391 8334.0205 857.62067, 8176.57 8305.621 858.4936, 8133.883 8413.725 853.3275, 8133.429 8498.072 843.08575, 8135.809 8574.561 833.14606, 8140.1523 8645.042 823.5847, 8147.786 8727.687 817.0399, 8154.139 8809.345 821.24963, 8158.9185 8908.964 830.63</trace>
</ink>
</file>

<file path=ppt/ink/ink5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8375.53 8346.918 874.14984, 8364.209 8447.433 861.31213, 8359.526 8525.565 859.90765, 8388.833 8614.121 862.366, 8472.55 8648.469 860.98505, 8535.308 8563.537 854.6186, 8565.098 8467.102 842.55414, 8568.482 8362.429 844.68134, 8564.693 8452.598 850.36804, 8594.539 8532.592 855.3461, 8662.52 8596.968 855.8702, 8740.317 8615.6 855.6809, 8823.435 8581.032 854.7876, 8883.205 8498.232 854.96826, 8900.087 8423.147 856.7414, 8862.55 8348.587 859.097, 8801.863 8408.132 857.64044, 8798.851 8469.805 850.7261, 8815.29 8560.708 839.0005, 8825.969 8620.055 817.7552, 8836.196 8697.022 760.2236, 8853.696 8756.94 7.389932</trace>
</ink>
</file>

<file path=ppt/ink/ink5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4341.653 9357.312 874.14984, 4266.925 9365.342 865.9579, 4205.649 9384.161 861.7872, 4135.5806 9457.397 860.3587, 4154.069 9519.202 858.8765, 4236.3438 9549.168 853.8534, 4315.333 9538.524 849.18176, 4387.8506 9451.339 843.3898, 4411.9297 9381.983 838.86383, 4436.996 9270.945 830.731, 4440.161 9196.87 827.88513, 4438.8657 9119.672 828.1345, 4436.1875 9055.075 830.61914, 4433.1343 8969.209 838.42334, 4416.2075 9045.139 835.4712, 4407.7944 9125.901 829.1864, 4401.9233 9184.646 823.8778, 4400.375 9257.395 817.80975, 4400.009 9318.21 812.4192, 4405.8677 9377.742 807.45966, 4426.34 9474.201 810.34296, 4482.8735 9553.8545 820.8971, 4558.2993 9587.1 833.96344, 4641.6333 9567.335 843.6535, 4710.2314 9497.588 850.03577, 4741.623 9425.211 851.8094, 4727.1895 9341.467 853.4051, 4659.8438 9297.957 855.3564, 4582.8413 9327.438 856.03723, 4540.139 9406.596 855.3299, 4546.846 9524.058 847.16626, 4579.353 9597.556 840.6361, 4620.823 9660.2295 829.2938, 4706.3213 9739.153 787.6229, 4782.024 9791.458 686.7136</trace>
</ink>
</file>

<file path=ppt/ink/ink5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5061.8657 9048.901 874.14984, 5057.875 9166.092 855.7012, 5055.0527 9242.186 845.01447, 5053.7466 9333.85 834.861, 5057.049 9434.743 826.3545, 5065.5947 9535.119 806.8984, 5072.7046 9608.457 781.6672, 5083.729 9668.716 751.55396, 5093.3857 9740.958 672.7126, 5109.5396 9800.121 162.9481</trace>
</ink>
</file>

<file path=ppt/ink/ink5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5297.9453 8992.607 874.14984, 5257.8994 9101.343 856.8954, 5244.8184 9218.083 838.1638, 5239.083 9285.927 814.4083, 5244.4033 9345.846 223.48845</trace>
</ink>
</file>

<file path=ppt/ink/ink5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5478.4263 9694.109 874.14984, 5548.615 9705.603 864.92725, 5630.926 9685.92 863.3393, 5703.536 9625.543 863.5637, 5677.7715 9542.722 862.38544, 5619.2363 9513.523 862.71783, 5548.858 9535.646 862.1124, 5521.9863 9613.445 859.674, 5581.185 9725.455 848.33673, 5667.8887 9792.68 826.1807, 5743.967 9795.344 788.82666, 5804.6777 9788.934 691.7723</trace>
</ink>
</file>

<file path=ppt/ink/ink5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5394.601 9217.3 874.14984, 5503.831 9222.63 854.04364, 5575.0537 9215.566 847.7202, 5653.747 9194.913 841.2528, 5723.441 9179.637 824.37885, 5782.9346 9161.008 811.2616</trace>
</ink>
</file>

<file path=ppt/ink/ink5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5782.9346 9020.032 874.14984, 5782.9346 9085.849 859.159, 5782.9346 9155.384 844.7925, 5784.2896 9247.1455 829.55927, 5788.31 9356.238 818.13196, 5795.461 9474.922 809.6806, 5800.154 9551.4375 780.8662, 5806.8394 9642.152 747.8174, 5811.5703 9705.314 711.01605, 5817.631 9779.381 659.9599, 5825.213 9847.5 603.0173, 5832.3315 9915.192 463.09055, 5839.1055 9973.978 178.06532</trace>
</ink>
</file>

<file path=ppt/ink/ink5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5963.415 9750.885 874.14984, 6045.1597 9742.499 864.40704, 6125.6875 9715.897 859.7713, 6193.866 9679.34 856.1055, 6238.276 9619.25 858.68195, 6245.0176 9560.4 859.1485, 6178.551 9511.318 858.81177, 6095.8936 9508.767 856.6301, 6021.79 9581.803 853.414, 6008.7134 9641.304 849.69086, 6014.7764 9738.7705 840.67596, 6047.117 9798.317 835.17706, 6157.367 9894.493 821.419, 6216.7095 9900.122 809.0149, 6284.344 9919.505 778.02405, 6343.9746 9889.223 370.60428</trace>
</ink>
</file>

<file path=ppt/ink/ink5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6254.238 9174.479 874.14984, 6165.2495 9202.251 861.6456, 6042.923 9233.599 849.4613, 5970.903 9251.788 833.12946, 5911.4624 9261.612 543.48315</trace>
</ink>
</file>

<file path=ppt/ink/ink5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6351.7485 9652.731 874.14984, 6362.7505 9762.579 858.38806, 6370.9253 9824.624 853.924, 6383.4966 9917.318 849.27924, 6396.5825 9820.516 831.0846, 6408.1924 9726.23 830.56824, 6450.181 9641.05 840.2378, 6520.8984 9610.123 846.9418, 6576.979 9680.285 855.4446, 6597.7075 9792.387 850.1982, 6598.6924 9896.128 849.9143, 6580.166 9963.027 852.30115, 6556.2554 9872.028 848.8046, 6565.4253 9775.983 850.28143, 6612.8027 9676.008 854.80286, 6688.528 9637.989 856.39374, 6766.215 9695.09 856.82983, 6795.534 9804.048 854.7708, 6808.1455 9864.581 853.0473, 6830.34 9955.802 852.5898, 6877.618 10027.96 854.902, 6973.834 10040.489 857.96674, 7039.4697 9984.672 859.36304, 7078.923 9867.178 854.47546, 7082.11 9798.009 850.4172, 7076.4336 9739.138 851.5692, 7048.777 9653.596 854.0986, 6975.446 9623.487 857.5225, 6947.195 9714.736 854.01373, 6953.3896 9787.31 849.2259, 6968.3604 9856.217 844.0854, 7011.054 9973.739 832.33246, 7075.1675 10064.497 838.1248, 7138.841 10090.822 842.8842, 7191.4126 10026.18 845.2397, 7217.74 9931.115 845.51025, 7227.631 9830.166 852.3582, 7289.291 9806.196 852.943, 7327.653 9902.089 848.44904, 7351.265 9989.233 846.3971, 7380.097 9911.579 844.0173, 7391.3794 9823.205 839.12366, 7424.249 9755.496 841.92004, 7482.987 9802.166 841.09863, 7512.518 9919.071 837.07544, 7527.0415 9986.43 840.8017, 7567.6973 10065.474 850.24066, 7627.8027 9995.44 847.0309, 7643.348 9926.184 839.0393, 7653.9863 9831.534 829.31, 7657.8047 9721.952 819.16626, 7656.5913 9607.125 812.0543, 7654.5747 9518.453 807.63196, 7651.569 9439.055 812.1141, 7647.3477 9369.816 816.1298, 7639.3027 9497.363 808.7405, 7645.7812 9610.733 799.39453, 7650.7153 9692.896 793.16895, 7656.603 9786.562 786.9803, 7661.9673 9886.658 781.55035, 7666.2427 9971.413 783.0119, 7667.9834 10031.148 783.8275, 7692.7 9943.438 777.8043, 7714.199 9881.529 789.06775, 7752.7554 9791.953 807.43536, 7828.6406 9698.266 809.1873, 7881.1455 9638.807 813.93567</trace>
</ink>
</file>

<file path=ppt/ink/ink5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8486.727 9484.332 874.14984, 8435.528 9560.224 863.1303, 8360.137 9665.843 850.9623, 8298.461 9764.684 837.65906, 8254.567 9852.454 816.72876, 8216.091 9960.302 764.5061, 8186.167 10054.428 695.15546, 8167.6777 10116.068 558.4705</trace>
</ink>
</file>

<file path=ppt/ink/ink5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8098.394 9385.699 874.14984, 8160.259 9466.924 856.92206, 8203.498 9532.872 844.20044, 8256.316 9620.499 831.2836, 8299.504 9693.503 820.69824, 8343.379 9770.953 809.8098, 8384.981 9845.46 800.6678, 8423.508 9913.985 769.53595, 8472.069 9997.933 726.9199, 8509.664 10062.976 666.3921, 8543.281 10122.111 549.2043</trace>
</ink>
</file>

<file path=ppt/ink/ink5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8833.148 9750.885 874.14984, 8864.186 9853.992 858.70856, 8878.651 9916.61 851.69904, 8898.294 10012.896 842.2755, 8898.5205 9939.274 831.7786, 8911.194 9835.167 820.4432, 8940.819 9745.58 825.2182, 8998.387 9686.013 835.532, 9079.551 9727.31 845.2476, 9126.172 9828.432 849.1248, 9142.056 9891.279 848.0314, 9163.634 9992.025 836.3289, 9178.086 10066.578 807.828</trace>
</ink>
</file>

<file path=ppt/ink/ink5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9484.933 9848.556 874.14984, 9420.326 9812.588 864.9306, 9335.678 9805.666 863.32227, 9269.666 9849.81 863.1285, 9254.209 9945.156 860.11584, 9298.194 10005.538 858.24304, 9359.079 10027.07 857.527, 9420.597 10001.42 856.61633, 9469.995 9916.752 858.02856, 9483.313 9979.538 854.5469, 9501.257 10059.334 853.088, 9576.835 10051.088 854.3411, 9597.52 9978.593 846.7863, 9610.07 9882.479 834.88776, 9618.171 9816.985 824.9571, 9618.287 9730.637 814.9952, 9610.716 9632.093 811.20416, 9598.495 9530.0625 809.22064, 9586.414 9443.913 809.21747, 9575.72 9374.847 809.68024, 9565.249 9313.932 813.42786, 9545.355 9383.244 825.2928, 9549.17 9471.67 820.17487, 9558.728 9577.964 814.03455, 9575.615 9693.578 807.02014, 9595.348 9793.932 805.8681, 9614.066 9876.173 804.29236, 9642.023 9963.844 803.8145, 9675.388 10043.879 805.6586, 9730.127 10140.548 821.9523, 9791.4795 10108.15 840.5663, 9805.187 10010.551 840.74634, 9807.333 9947.583 837.78754, 9808.516 9871.882 835.39417, 9809.079 9805.204 833.9364, 9812.325 9712.802 835.10657, 9825.102 9787.658 839.9984, 9842.68 9911.046 834.0397, 9860.973 9972.729 838.69147, 9913.421 10031.967 845.2684, 9968.476 9950.94 842.95624, 9976.332 9885.979 838.41003, 9977.787 9811.895 834.4261, 9976.857 9747.418 835.34143, 9970.641 9662.648 833.97754, 9960.258 9724.927 836.1832, 9965.371 9785.148 832.8088, 9976.937 9863.808 828.49414, 9995.706 9949.63 823.09534, 10020.384 10030.269 821.97095, 10042.654 10095.093 825.0348, 10091.309 10163.664 832.8016, 10155.893 10094.574 838.30286, 10185.401 9982.739 836.3653, 10201.607 9909.393 841.0456, 10226.778 9802.059 848.1337, 10259.132 9719.8 853.20935, 10321.448 9794.195 858.25806, 10333.932 9888.717 852.8933, 10342.755 9948.082 849.61566, 10357.49 10009.369 847.8005, 10396.007 10102.282 848.2538, 10464.731 10158.407 849.52185, 10555.39 10159.1455 851.0842, 10624.139 10129.387 854.23035, 10672.793 10064.398 856.3245, 10682.34 9974.607 856.68085, 10665.125 9906.323 857.67725, 10599.935 9864.5205 859.1354, 10516.218 9890.716 859.3066, 10485.708 9997.838 854.4019, 10488.735 10060.258 849.8777, 10487.846 10143.353 830.64246, 10504.577 10203.056 228.6635</trace>
</ink>
</file>

<file path=ppt/ink/ink5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9664.558 9568.533 874.14984, 9597.161 9568.533 859.59045, 9535.859 9568.531 850.97076, 9460.832 9568.533 840.13635, 9389.2295 9568.531 819.6522, 9329.249 9566.25 706.7857</trace>
</ink>
</file>

<file path=ppt/ink/ink5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4022.6038 7981.733 874.14984, 4006.3257 8085.3457 855.42676, 3995.16 8163.766 842.9504, 3982.8828 8263.515 830.3693, 3972.317 8382.572 819.9763, 3964.521 8519.099 807.8225, 3959.017 8634.842 797.3325, 3954.8706 8743.504 786.2839, 3949.142 8882.801 769.5334, 3939.9255 9031.181 756.1833, 3933.1196 9136.475 744.76135, 3918.1448 9269.841 709.5226, 3894.529 9416.538 668.26337, 3864.9895 9561.9 620.91583, 3831.8708 9688.2295 567.28326, 3810.3594 9769.512 520.37335, 3796.4734 9835.278 402.02856, 3772.8386 9904.848 325.72153</trace>
</ink>
</file>

<file path=ppt/ink/ink5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3814.751 7897.533 874.14984, 3902.186 7882.686 866.81195, 3971.3472 7872.6113 854.9861, 4053.6274 7862.9546 845.57666, 4184.259 7849.8467 831.19257, 4320.8794 7839.904 820.3675, 4427.482 7835.2573 814.50684, 4559.276 7830.426 805.3694, 4688.875 7826.17 796.79675, 4793.137 7822.923 789.4131, 4927.1562 7818.495 781.1446, 5083.8228 7811.9136 770.8292, 5259.055 7802.0054 758.8126, 5445.75 7789.982 748.124, 5593.1694 7781.028 741.11176, 5736.585 7773.1343 732.866, 5904.0166 7765.1196 723.6647, 6087.2974 7758.737 714.2375, 6282.6104 7755.2856 706.13885, 6490.6157 7755.6104 697.8262, 6640.2314 7756.335 691.7568, 6805.8936 7760.3003 685.13196, 6997.5537 7766.7114 677.8996, 7164.934 7773.388 671.1018, 7312.434 7779.916 662.48724, 7484.7397 7789.992 657.866, 7670.077 7803.58 659.3483, 7866.0044 7819.938 666.10693, 8069.4053 7838.241 673.9459, 8223.2705 7852.3735 681.42163, 8377.707 7868.161 687.0916, 8556.362 7888.276 692.94727, 8750.851 7912.3975 695.3978, 8939.326 7938.0703 696.7039, 9073.315 7956.6504 698.35455, 9226.13 7981.6196 702.13446, 9382.115 8011.583 712.0831, 9536.19 8048.03 723.3948, 9688.1045 8091.757 735.4799, 9818.992 8134.2793 747.81726, 9924.597 8171.086 759.002, 10049.526 8222.016 766.76666, 10187.316 8285.869 772.50854, 10327.932 8359.673 776.6228, 10427.692 8412.944 780.4431, 10527.419 8475.696 783.114, 10625.757 8551.975 785.7201, 10713.837 8639.222 789.3709, 10785.295 8725.893 793.15173, 10837.024 8793.626 796.1955, 10889.48 8883.959 799.1456, 10942.529 8994.372 800.4625, 10996.87 9121.03 799.72314, 11050.916 9258.568 797.5455, 11093.225 9371.965 794.9492, 11128.7295 9473.286 792.5261, 11162.876 9585.777 791.269, 11190.683 9694.47 791.968, 11209.893 9772.84 793.14886, 11225.946 9864.25 797.58984, 11235.818 9959.913 804.185, 11238.329 10055.19 811.6106, 11233.311 10147.272 819.41583, 11224.069 10221.32 827.2429, 11213.364 10281.155 834.5499, 11192.332 10341.5205 841.3071, 11112.709 10446.94 850.5056, 11052.304 10489.53 853.1314, 10946.568 10542.02 851.886, 10872.701 10560.758 848.14124, 10797.089 10573.875 843.90094, 10733.824 10582.895 839.7153, 10647.243 10588.082 834.49304, 10545.028 10588.943 828.58356, 10430.598 10587.56 822.9117, 10305.574 10584.26 817.514, 10171.306 10579.754 812.32, 10049.2295 10575.16 807.5706, 9946.875 10571.016 803.136, 9816.817 10564.513 797.9757, 9662.252 10554.462 788.45245, 9486.412 10539.897 773.01056, 9292.614 10519.343 753.49194, 9139.307 10502.353 734.33887, 8984.816 10484.0625 714.14874, 8800.721 10463.162 695.0679, 8596.81 10443.117 676.8204, 8388.6455 10425.493 662.5205, 8245.382 10413.549 649.5492, 8067.85 10400.036 638.208, 7866.6113 10383.815 630.3047, 7647.91 10364.335 625.3495, 7416.4014 10342.092 622.05774, 7208.6313 10321.677 621.2405, 7041.8667 10305.123 620.2904, 6845.9937 10285.95 628.72876, 6632.4233 10265.894 632.3712, 6408.7476 10246.773 633.4617, 6248.702 10233.296 633.06744, 6075.922 10217.646 632.4554, 5880.117 10199.042 633.93384, 5666.342 10177.513 633.7145, 5439.994 10151.186 632.7766, 5214.0645 10121.095 634.93225, 5061.955 10100.643 636.55963, 4883.252 10073.642 631.411, 4696.352 10043.731 634.3139, 4516.848 10014.644 649.8297, 4351.208 9988.751 674.9213, 4216.4907 9968.426 701.23065, 4116.7847 9953.627 725.2088, 4015.529 9939.357 750.36505, 3908.4211 9924.959 773.7645, 3838.3486 9915.397 793.4117, 3748.8823 9898.307 810.7634, 3645.3901 9865.364 823.60767, 3579.089 9844.117 831.7501, 3495.0095 9819.83 831.2516</trace>
</ink>
</file>

<file path=ppt/ink/ink5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3730.9258 10031.87 874.14984, 3669.2117 10021.54 861.11035</trace>
</ink>
</file>

<file path=ppt/ink/ink5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2687.3867 9399.171 874.14984, 2756.4553 9400.795 864.65125, 2854.32 9412.927 861.0911, 2971.3765 9428.019 859.40356, 3033.8372 9429.764 858.97174, 3128.4736 9428.168 858.50354, 3214.6184 9422.847 857.2604, 3326.4065 9422.369 856.99445, 3392.5967 9427.271 856.8381, 3464.114 9434.842 856.60425, 3575.2275 9446.216 855.96765, 3640.6042 9450.765 855.60114, 3712.0144 9453.753 855.28314, 3788.6118 9456.739 854.95026, 3868.572 9460.229 854.6637, 3984.2212 9466.025 854.2247, 4054.434 9470.783 854.0676, 4130.3345 9475.355 853.9595, 4197.4653 9478.207 853.9498, 4317.9507 9479.062 854.2677, 4388.443 9476.932 854.4231, 4461.773 9474.68 854.56287, 4535.1265 9472.8545 854.777, 4642.276 9470.867 855.40686, 4755.8926 9474.124 857.9273, 4850.459 9477.164 861.99005, 4969.1196 9478.06 864.10626, 5040.8633 9480.322 852.2629, 5099.7246 9482.199 830.8713, 5166.2197 9484.333 765.1859</trace>
</ink>
</file>

<file path=ppt/ink/ink5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13200.616 9497.805 874.14984, 13271.087 9497.805 871.3618, 13349.227 9497.805 852.2891, 13438.694 9496.484 839.52704, 13497.96 9494.179 835.4942, 13565.555 9491.634 834.3671, 13677.265 9488.226 831.3171, 13754.802 9486.8 831.77277, 13839.774 9484.678 831.67944, 13932.407 9482.615 831.9211, 14028.99 9481.887 831.82263, 14095.496 9481.493 831.963, 14181.397 9481.922 832.1929, 14282.596 9482.738 831.93274, 14397.737 9483.625 828.6607, 14523.521 9484.543 824.14453, 14637.582 9485.148 819.68774, 14729.774 9485.544 814.3643, 14840.822 9486.675 809.54626, 14961.666 9489.043 806.36816, 15042.14 9490.655 804.0124, 15146.285 9492.725 802.1551, 15266.507 9494.574 800.1921, 15397.445 9496.282 798.09845, 15512.487 9496.807 796.96265, 15609.992 9496.698 796.19385, 15728.466 9494.751 795.2765, 15861.359 9492.29 795.03436, 16002.58 9490.167 795.04736, 16147.73 9488.426 794.8751, 16257.943 9487.19 794.80634, 16364.272 9486.474 795.37494, 16483.648 9484.806 796.5724, 16613.328 9481.668 797.8681, 16743.271 9477.621 798.78156, 16835.979 9474.621 799.39606, 16951.025 9469.965 799.2846, 17081.19 9465.419 798.0012, 17217.848 9460.594 796.7616, 17352.379 9456.606 797.3387, 17463.26 9454.324 799.79407, 17550.656 9453.045 802.6207, 17639.55 9452.912 808.8213, 17726.059 9453.364 816.251, 17806.86 9454.028 823.7745, 17916.645 9456.1 837.6078, 18019.088 9458.089 852.09393, 18086.14 9444.505 854.7816, 18145.139 9428.032 740.84076</trace>
</ink>
</file>

<file path=ppt/ink/ink5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18994.826 9596.438 874.14984, 18989.355 9510.181 867.87555, 18984.154 9427.823 855.35236, 18978.158 9338.6 850.46326, 18973.67 9274.569 846.57434, 18967.17 9193.055 842.3097, 18958.469 9099.238 838.20996, 18946.309 8995.191 832.49316, 18934.344 8908.151 828.1536, 18922.775 8833.585 825.00977, 18907.08 8751.375 823.8871, 18888.396 8669.465 826.6964, 18869.596 8593.503 830.35065, 18847.176 8491.114 840.01013, 18860.344 8397.42 850.77423, 18943.506 8328.452 859.0484, 19065.523 8317.853 856.52997, 19124.484 8317.787 852.98285, 19186.385 8319.779 848.64197, 19269.117 8323.184 843.00464, 19368.943 8328.023 836.578, 19483.412 8333.551 829.46643, 19609.188 8339.591 822.12933, 19697.352 8343.828 815.6472, 19795.809 8348.689 809.7431, 19897.65 8353.199 806.93884, 19986.562 8356.664 813.90967, 20048.922 8359.016 820.78674, 20113.715 8361.713 828.2046, 20182.877 8367.197 835.04877, 20261.195 8379.605 840.48114, 20383.904 8406.732 847.2145, 20455.66 8432.548 845.9578, 20522.676 8465.346 847.0715, 20617.781 8549.755 853.3829, 20655.227 8661.927 853.7116, 20658.902 8759.812 852.67114, 20641.617 8882.222 853.08636, 20628.79 8955.572 854.57135, 20613.793 9034.103 854.78326, 20586.826 9150.336 852.5846, 20563.844 9213.297 852.2415, 20531.97 9275.744 852.35803, 20464.732 9369.084 853.19727, 20361.986 9445.829 853.1681, 20290.928 9480.338 851.534, 20204.768 9508.327 848.4273, 20125.555 9527.55 844.5371, 20051.576 9540.852 840.16376, 19951.166 9548.307 833.27045, 19827.564 9548.759 823.95624, 19686.758 9544.941 812.24097, 19590.172 9542.283 802.171, 19469.14 9538.947 790.05554, 19326.83 9534.741 778.21594, 19170.748 9526.57 742.9296, 19069.834 9521.179 711.7886, 19004.795 9518.159 664.04333, 18934.96 9514.798 619.52924, 18874.305 9506.546 5.705665</trace>
</ink>
</file>

<file path=ppt/ink/ink5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12451.32 11295.824 874.14984, 12535.844 11289.521 867.802, 12603.812 11285.748 861.005, 12684.015 11282.911 856.41187, 12775.649 11281.731 852.03217, 12842.36 11282.806 849.8753, 12925.81 11285.484 846.0545, 13020.115 11289.981 841.5118, 13125.068 11295.827 837.75226, 13201.533 11299.84 834.1328, 13289.926 11303.448 830.1981, 13396.434 11306.312 825.1817, 13517.522 11308.174 820.2934, 13652.169 11309.386 814.44806, 13793.236 11310.173 808.2802, 13889.196 11310.666 802.6036, 14012.052 11310.959 797.27167, 14155.393 11312.137 791.3257, 14265.27 11313.3125 786.10767, 14384.828 11315.333 778.99725, 14528.169 11317.485 777.54004, 14685.924 11319.731 774.4625, 14854.825 11320.169 767.3988, 15031.832 11318.916 761.44293, 15146.789 11318.084 756.4267, 15288.1875 11317.559 755.0788, 15443.912 11318.072 753.1373, 15605.269 11319.247 754.6632, 15767.573 11322.051 759.03516, 15913.822 11325.393 763.67694, 16021.826 11328.064 766.5509, 16145.772 11330.133 771.1395, 16281.573 11330.296 777.65405, 16374.238 11330.309 783.9663, 16487.115 11328.383 789.71375, 16616.938 11324.227 791.6574, 16752.955 11320.834 793.52545, 16868.889 11319.299 795.66016, 16957.607 11318.616 797.1775, 17045.367 11319.003 798.6014, 17126.2 11319.591 799.77905, 17210.922 11320.2295 821.2997, 17273.936 11318.0 835.2119, 17332.754 11317.809 678.6045</trace>
</ink>
</file>

<file path=ppt/ink/ink5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9803.981 12334.124 874.14984, 9731.851 12295.919 867.67773, 9659.802 12247.106 865.55664, 9594.25 12191.626 867.01984, 9519.408 12106.465 864.43005, 9463.134 12028.782 861.13855, 9412.108 11931.683 859.56604, 9373.361 11820.953 858.7963, 9349.465 11734.168 857.9881, 9328.104 11624.829 857.84784, 9309.629 11515.454 857.2461, 9298.302 11446.776 856.1216, 9287.392 11375.633 855.3713, 9277.028 11305.606 855.12115, 9262.883 11204.329 855.439, 9257.712 11101.502 857.13586, 9260.428 11016.008 858.8792, 9273.843 10929.015 860.692, 9297.432 10838.028 864.0373, 9337.369 10767.864 866.1178, 9415.13 10715.489 864.09015, 9525.316 10686.103 860.7689, 9623.196 10674.226 859.2685, 9743.479 10672.545 857.06964, 9818.952 10672.374 855.74744, 9903.504 10674.494 853.45435, 9995.192 10678.397 850.3268, 10077.789 10682.009 847.2865, 10143.948 10684.925 844.48505, 10216.457 10688.62 842.19055, 10342.339 10695.51 838.69653, 10424.444 10699.321 838.0486, 10512.308 10702.3125 838.03723, 10604.781 10704.253 838.5028, 10685.076 10705.488 839.09937, 10753.43 10706.257 839.92645, 10836.087 10706.744 840.19025, 10927.877 10707.051 839.96655, 11023.555 10707.2295 839.54755, 11121.151 10706.142 839.7665, 11194.057 10704.912 840.55096, 11265.294 10702.884 841.5328, 11346.633 10700.363 842.8274, 11436.044 10697.872 843.64325, 11532.421 10697.109 843.08295, 11634.295 10697.972 841.92786, 11700.655 10698.563 840.9895, 11779.938 10700.457 839.89996, 11867.396 10703.566 839.249, 11960.484 10707.822 839.23846, 12042.442 10711.945 839.6653, 12112.04 10715.683 839.6843, 12195.643 10721.711 839.0931, 12289.846 10731.615 837.6762, 12393.349 10747.261 835.74304, 12502.881 10767.823 833.22766, 12587.95 10784.568 830.812, 12668.017 10801.955 829.08887, 12752.346 10820.568 828.9157, 12834.277 10836.394 831.22156, 12908.097 10848.944 834.62744, 13013.28 10864.159 841.5132, 13073.314 10871.223 845.3128, 13139.072 10881.837 848.8254, 13244.533 10904.41 854.7008, 13302.973 10920.716 856.5971, 13414.076 10965.833 860.0961, 13487.443 11024.818 860.38074, 13538.691 11126.373 855.5972, 13557.894 11190.475 852.8712, 13581.405 11292.473 851.6059, 13588.877 11350.95 854.3135, 13595.58 11419.729 855.7458, 13604.788 11522.214 856.8942, 13610.421 11585.2295 857.1098, 13617.009 11650.911 859.6491, 13623.628 11717.45 862.1879, 13628.483 11785.263 864.0254, 13630.097 11855.278 865.4427, 13626.287 11925.725 865.882, 13615.594 11993.843 865.1889, 13598.903 12057.331 864.1013, 13565.834 12145.115 862.45636, 13513.778 12221.535 861.03424, 13441.077 12293.448 860.7254, 13376.796 12344.12 860.17474, 13274.3125 12403.389 858.90497, 13173.094 12452.773 857.4001, 13113.623 12476.013 856.02435, 13041.764 12497.599 854.2242, 12960.965 12516.759 851.9097, 12899.239 12530.327 849.79486, 12833.3955 12542.618 847.4346, 12755.9375 12554.568 845.3239, 12669.487 12565.758 843.5334, 12575.102 12575.767 841.7511, 12472.159 12585.916 839.84174, 12405.344 12592.472 837.93604, 12316.197 12598.4795 835.20715, 12208.935 12602.297 830.7524, 12087.782 12602.831 824.9594, 11956.358 12599.401 818.9635, 11819.693 12592.006 813.7033, 11687.483 12583.338 809.68176, 11596.725 12577.196 806.2384, 11489.391 12569.406 803.93066, 11417.396 12564.096 802.84906, 11322.713 12557.256 802.26385, 11209.291 12549.543 802.01526, 11081.009 12541.8 801.2511, 10942.182 12531.839 799.9328, 10806.45 12520.049 798.12195, 10709.288 12511.335 796.37354, 10593.615 12499.578 794.37335, 10471.162 12486.308 794.2054, 10349.131 12473.637 796.2079, 10229.794 12462.331 801.6894, 10133.114 12452.272 808.2422, 10055.229 12443.585 814.90216, 9972.875 12430.633 821.86224, 9889.149 12412.894 828.7421, 9820.531 12396.341 835.907, 9708.74 12366.316 849.627, 9639.113 12342.481 864.79224</trace>
</ink>
</file>

<file path=ppt/ink/ink5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1813.209 9972.69 874.14984, 1924.6018 10001.515 842.4703, 2033.8195 10015.456 827.055, 2125.231 10026.28 818.03577, 2201.2747 10034.974 813.32245, 2283.3196 10043.873 807.7152, 2388.6558 10054.579 802.5232, 2513.4458 10066.807 797.2158, 2655.1602 10080.679 792.1895, 2812.1284 10096.511 785.54816, 2925.851 10108.023 780.0176, 3054.2766 10119.168 772.0456, 3206.0615 10131.635 768.8083, 3375.7173 10146.838 761.5358, 3559.2092 10164.037 750.78864, 3748.0967 10182.323 737.705, 3875.3716 10194.674 725.9641, 4034.7236 10211.678 713.9795, 4217.5938 10232.379 701.27515, 4417.8247 10254.616 689.8579, 4631.5645 10276.397 681.4248, 4826.8867 10295.094 671.9956, 4980.763 10309.411 661.4445, 5166.002 10325.285 653.60547, 5371.6006 10342.838 647.87885, 5507.0645 10354.39 644.5555, 5681.1924 10369.846 641.2643, 5883.765 10388.137 635.0808, 6104.488 10406.554 627.6669, 6337.5845 10424.379 620.44104, 6561.229 10441.1 614.6317, 6723.3047 10453.161 610.12506, 6919.318 10466.43 609.8274, 7139.032 10480.088 610.3048, 7372.0283 10494.837 610.61865, 7612.656 10510.2295 610.2064, 7816.083 10522.982 610.4889, 7988.132 10533.593 612.11884, 8186.148 10545.692 615.4051, 8393.933 10557.899 620.4445, 8534.499 10566.119 624.4025, 8711.513 10576.396 629.46234, 8910.921 10586.757 632.9049, 9124.8545 10596.499 635.99567, 9347.652 10605.307 639.4282, 9547.978 10612.55 643.0126, 9705.799 10618.017 645.72205, 9893.409 10624.777 649.80054, 10098.843 10633.542 651.3275, 10315.658 10643.784 651.2721, 10474.632 10651.603 651.94727, 10641.22 10660.746 651.80383, 10829.068 10671.759 654.45374, 11031.345 10682.974 659.1283, 11245.133 10692.278 661.82825, 11467.044 10698.795 663.0916, 11614.288 10703.043 663.80566, 11803.221 10706.781 658.7735, 12019.265 10709.325 649.4319, 12191.523 10710.974 639.48596, 12359.499 10709.409 629.1167, 12467.814 10708.338 596.99457, 12555.044 10708.443 553.3571, 12645.486 10705.947 497.4849</trace>
</ink>
</file>

<file path=ppt/ink/ink5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2580.4668 10831.524 874.14984, 2588.5535 10936.491 859.4335, 2590.7703 11007.326 849.381, 2592.3745 11094.499 840.4397, 2594.6028 11197.638 833.0387, 2596.6045 11314.364 824.5562, 2596.0342 11439.632 817.1839, 2593.2424 11566.82 794.32544, 2591.0317 11682.163 760.5784, 2589.4417 11765.645 719.9356, 2590.4111 11876.637 619.82104, 2591.3638 11939.358 488.24634</trace>
</ink>
</file>

<file path=ppt/ink/ink5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2608.6938 10901.771 874.14984, 2657.072 10971.945 864.8917, 2711.3445 11060.9795 859.68304, 2756.2524 11127.819 859.5277, 2827.8557 11177.297 860.75134, 2911.4033 11165.765 860.31134, 3002.4941 11068.149 850.76526, 3033.7515 11001.715 845.3009, 3067.3594 10900.664 843.12054, 3081.073 10791.905 846.51154, 3069.1157 10901.034 831.58484, 3061.2256 11041.758 816.9573, 3061.3896 11150.648 807.76685, 3066.045 11275.488 798.6083, 3075.443 11410.544 765.74725, 3090.0493 11551.426 725.572, 3107.154 11689.513 678.0268, 3118.4429 11779.739 625.3393, 3129.6362 11871.152 568.5108, 3136.9536 11929.912 518.54785, 3146.0461 11997.55 366.83496</trace>
</ink>
</file>

<file path=ppt/ink/ink5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3315.221 11744.247 874.14984, 3308.1016 11817.283 868.1977, 3301.9995 11895.55 860.3381, 3301.5928 11979.991 856.04834, 3311.999 12096.393 853.0784, 3322.2463 12161.788 853.067, 3335.5671 12226.459 852.3459, 3361.5017 12317.46 854.3102, 3431.023 12381.793 860.52985, 3511.1917 12343.014 860.851, 3588.6829 12232.394 851.48456, 3636.4294 12131.027 843.678, 3655.3694 12062.762 840.5673, 3678.1582 11956.087 839.31665, 3685.0784 11892.487 840.21515, 3686.8794 11823.867 841.60693, 3682.355 11753.99 844.32434, 3670.122 11687.29 848.9475, 3634.9255 11596.48 858.00433, 3563.3352 11581.76 863.3566, 3528.6897 11653.269 861.785, 3519.5632 11715.68 856.83136, 3516.435 11791.076 850.59143, 3517.4622 11872.67 844.29663, 3524.3743 12004.243 821.958, 3533.1182 12088.479 802.3326, 3544.1282 12177.161 775.1512, 3555.2344 12265.517 740.56213, 3564.4773 12339.261 698.84625, 3577.784 12445.985 596.69775, 3587.0005 12519.112 473.0204</trace>
</ink>
</file>

<file path=ppt/ink/ink5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4049.9749 11759.163 874.14984, 4126.0186 11764.838 868.4944, 4187.7886 11766.642 863.7291, 4253.7837 11768.52 861.1161, 4349.914 11769.304 857.8481, 4426.0327 11773.309 847.5885, 4500.75 11779.852 818.6128</trace>
</ink>
</file>

<file path=ppt/ink/ink5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4188.5435 12082.008 874.14984, 4269.54 12075.995 867.5499, 4342.3066 12069.2705 858.81793, 4426.0474 12062.326 842.2892, 4485.5225 12059.353 832.88995, 4557.785 12055.21 799.7999, 4617.4277 12056.925 388.95166</trace>
</ink>
</file>

<file path=ppt/ink/ink5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4798.415 11407.449 874.14984, 4897.452 11401.531 862.2276, 5001.6685 11409.973 859.4718, 5105.313 11446.727 858.67444, 5176.7896 11492.572 858.4608, 5234.8247 11556.604 856.2512, 5276.4717 11680.869 851.54504, 5281.948 11762.191 847.4461, 5279.4414 11851.168 843.1099, 5277.0195 11912.176 835.03674, 5270.2676 11982.649 824.98865, 5257.6143 12089.347 787.2908, 5248.372 12156.762 726.70233, 5235.5884 12215.848 334.34702</trace>
</ink>
</file>

<file path=ppt/ink/ink5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5048.18 11857.315 874.14984, 5137.141 11843.359 856.6476, 5206.5674 11839.36 847.4318, 5284.5474 11835.774 835.3234, 5359.0513 11827.233 823.25916, 5453.6606 11795.034 792.40765, 5512.8574 11780.774 738.31476</trace>
</ink>
</file>

<file path=ppt/ink/ink5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5492.112 11674.963 874.14984, 5502.644 11756.911 867.57196, 5521.136 11829.942 862.8322, 5547.2964 11906.104 857.70917, 5587.293 12009.269 852.04724, 5607.6924 12070.471 851.48883, 5622.469 12130.805 851.44293, 5633.23 12216.536 853.96875, 5557.7104 12248.758 856.83466, 5494.546 12185.978 853.4312, 5445.691 12124.646 786.5666</trace>
</ink>
</file>

<file path=ppt/ink/ink5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5422.8276 11632.622 874.14984, 5516.197 11630.577 866.6562, 5605.989 11639.408 860.17004, 5689.8687 11649.531 840.68756, 5749.5444 11657.301 806.26904</trace>
</ink>
</file>

<file path=ppt/ink/ink5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5880.4453 12138.3 874.14984, 5874.6875 12199.008 863.79047, 5856.5884 12315.144 853.67, 5831.866 12415.51 839.7699, 5816.7197 12475.558 818.9177</trace>
</ink>
</file>

<file path=ppt/ink/ink5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6005.3286 11618.669 874.14984, 6095.1587 11617.953 863.53503, 6184.4346 11672.377 858.6332, 6252.7744 11793.678 850.6273, 6288.244 11908.535 841.5843, 6307.8506 12027.96 829.7927, 6311.7324 12103.93 820.41766, 6313.342 12184.127 806.7598, 6311.0703 12259.617 785.1207, 6301.186 12318.449 755.81696, 6292.128 12390.414 678.1747</trace>
</ink>
</file>

<file path=ppt/ink/ink5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6046.385 11997.808 874.14984, 6111.5947 11999.433 862.2454, 6176.742 12005.3 849.39435, 6257.549 12013.954 836.8853, 6350.8438 12023.507 826.43176, 6432.9927 12031.662 798.8232, 6504.0024 12039.185 775.6484</trace>
</ink>
</file>

<file path=ppt/ink/ink5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6947.9346 12068.055 874.14984, 6875.8433 12144.489 860.6946, 6786.562 12242.136 849.3039, 6718.5283 12325.994 855.4309, 6674.082 12398.51 862.2434, 6642.4014 12459.818 431.56436</trace>
</ink>
</file>

<file path=ppt/ink/ink5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6698.1694 11884.74 874.14984, 6741.543 11963.314 862.2507, 6771.784 12022.311 853.46344, 6810.943 12097.363 843.4512, 6856.325 12183.971 833.95575, 6921.843 12312.594 791.60583, 6954.1357 12376.765 749.0469, 6988.991 12447.192 667.9039</trace>
</ink>
</file>

<file path=ppt/ink/ink5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7003.5327 11702.869 874.14984, 7091.326 11668.017 863.19446, 7197.5464 11674.869 858.40607, 7287.2676 11715.896 857.1616, 7322.415 11775.509 858.7934, 7282.5063 11859.392 858.70245, 7216.558 11931.817 859.6486, 7231.3813 12018.381 857.50073, 7322.3423 12085.07 854.93024, 7392.162 12152.412 856.11755, 7412.9136 12215.677 857.5175, 7374.127 12302.351 857.53186, 7316.7056 12376.61 862.29333, 7256.558 12412.647 813.81805</trace>
</ink>
</file>

<file path=ppt/ink/ink5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7557.8066 11786.588 874.14984, 7541.566 11856.986 868.75543, 7540.8433 11918.969 863.5784, 7558.354 11989.298 859.45874, 7610.353 12098.37 854.64124, 7643.299 12158.627 852.6684, 7689.476 12254.327 853.3234, 7698.8413 12343.248 857.3325, 7608.252 12396.637 859.81555, 7546.344 12345.307 858.27435, 7496.0205 12285.652 845.37756</trace>
</ink>
</file>

<file path=ppt/ink/ink5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7515.894 11730.294 874.14984, 7607.2896 11722.308 866.657, 7672.9404 11722.84 859.65594, 7766.389 11731.121 863.3254, 7841.739 11740.03 868.65454</trace>
</ink>
</file>

<file path=ppt/ink/ink5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8167.6777 12292.746 874.14984, 8282.285 12306.934 855.81604, 8350.701 12316.366 848.40857, 8423.563 12326.368 842.6913, 8484.993 12332.41 833.473, 8560.164 12338.526 809.4046, 8625.104 12328.765 728.12</trace>
</ink>
</file>

<file path=ppt/ink/ink5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8334.473 12082.008 874.14984, 8317.442 12149.681 865.22003, 8303.699 12252.026 860.5559, 8300.228 12320.491 856.9268, 8302.403 12396.388 853.0868, 8313.865 12474.731 850.1077, 8321.053 12540.028 841.5553, 8334.473 12615.592 831.73846</trace>
</ink>
</file>

<file path=ppt/ink/ink5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9096.6 11954.986 874.14984, 9016.088 12026.272 869.37213, 8952.703 12002.168 868.2278, 8940.728 11907.056 864.5929, 8959.708 11825.617 858.6646, 8995.521 11760.829 855.49756, 9063.249 11723.765 857.783, 9135.655 11737.2295 858.947, 9199.472 11803.117 859.5973, 9214.909 11900.063 858.42993, 9209.615 11963.792 856.3702, 9193.8 12030.553 853.6804, 9166.902 12096.461 851.83765, 9130.4 12156.061 851.3038, 9062.299 12238.94 851.4836, 8983.64 12290.41 855.6651, 8920.437 12305.237 860.4487, 9011.057 12380.37 847.4494, 9119.486 12431.309 825.0395, 9180.57 12456.464 789.76556, 9241.931 12442.376 214.06206</trace>
</ink>
</file>

<file path=ppt/ink/ink5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9387.422 11759.163 874.14984, 9400.525 11822.03 869.2261, 9405.684 11907.336 863.7207, 9405.704 11980.367 861.6721, 9405.123 12087.474 860.55273, 9409.245 12147.018 859.47534, 9423.355 12232.545 858.68646, 9474.123 12318.477 858.7688, 9560.294 12369.051 858.54767, 9639.081 12359.201 858.05817, 9698.716 12344.245 849.8505</trace>
</ink>
</file>

<file path=ppt/ink/ink5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9581.588 12039.186 874.14984, 9567.35 12119.831 863.60535, 9540.4795 12236.587 855.7609, 9526.647 12309.849 851.3823, 9510.97 12417.533 845.37335, 9511.444 12477.898 839.6259, 9508.26 12550.652 820.9866, 9513.684 12611.856 533.58704</trace>
</ink>
</file>

<file path=ppt/ink/ink5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9831.354 12404.853 874.14984, 9825.595 12468.659 862.5277, 9820.03 12532.284 850.3177, 9815.708 12608.323 840.39777, 9816.449 12690.851 832.8376, 9815.919 12764.6455 811.408, 9817.667 12826.33 796.6357</trace>
</ink>
</file>

<file path=ppt/ink/ink5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9775.755 11801.0205 874.14984, 9845.912 11797.405 868.2049, 9938.782 11817.259 863.5487, 10036.812 11868.188 860.05914, 10097.43 11912.003 858.89935, 10145.303 12004.782 860.2529, 10093.01 12085.029 862.01294, 10026.602 12146.612 865.5956, 10113.045 12215.293 863.9801, 10178.831 12263.272 863.55743, 10206.492 12346.764 863.6548, 10181.604 12416.923 861.1946, 10117.846 12478.443 854.68427, 10047.458 12500.03 860.47046</trace>
</ink>
</file>

<file path=ppt/ink/ink5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10566.107 12166.206 874.14984, 10528.185 12248.275 860.5793, 10499.851 12307.031 854.18335, 10469.238 12371.382 845.3972, 10427.202 12459.097 825.91907, 10395.533 12525.051 790.0596</trace>
</ink>
</file>

<file path=ppt/ink/ink5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10371.94 12123.386 874.14984, 10419.902 12183.016 864.918, 10487.149 12284.803 854.60767, 10524.395 12348.994 849.1473, 10559.574 12414.761 840.7081, 10592.745 12474.324 823.6821, 10622.728 12534.186 800.2901</trace>
</ink>
</file>

<file path=ppt/ink/ink5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10621.706 11884.74 874.14984, 10717.745 11824.088 863.10944, 10810.578 11817.33 860.9805, 10889.909 11850.328 862.4487, 10908.924 11926.432 862.9763, 10861.758 11988.1045 863.5885, 10823.312 12062.26 865.2456, 10863.814 12160.898 862.6628, 10932.173 12244.507 850.6466, 11006.511 12335.096 853.096, 11019.956 12431.153 855.3266, 10987.735 12497.169 855.856, 10900.04 12490.008 857.3217, 10837.668 12474.04 860.2593</trace>
</ink>
</file>

<file path=ppt/ink/ink5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10968.126 11759.163 874.14984, 11035.545 11737.454 865.44183, 11130.675 11759.291 860.9252, 11232.454 11846.933 852.84705, 11274.329 11912.549 848.22437, 11306.199 11990.764 844.0284, 11343.989 12115.457 834.4322, 11354.184 12203.222 830.12885, 11360.78 12275.906 827.1295, 11365.125 12346.888 824.25037, 11367.626 12426.614 817.46497, 11369.623 12534.247 794.4326, 11370.1455 12599.812 759.1155, 11366.063 12659.678 7.2141395</trace>
</ink>
</file>

<file path=ppt/ink/ink5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11093.009 12180.159 874.14984, 11182.754 12172.454 858.5429, 11246.791 12171.314 850.50696, 11321.334 12173.571 844.0483, 11396.592 12183.255 834.1905, 11462.176 12207.358 823.701, 11538.163 12227.976 794.39655, 11596.615 12273.245 215.52132</trace>
</ink>
</file>

<file path=ppt/ink/ink5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11841.449 12138.3 874.14984, 11937.847 12155.676 862.36774, 12023.489 12169.166 851.5509, 12097.053 12175.725 838.4682, 12157.09 12181.952 790.6214</trace>
</ink>
</file>

<file path=ppt/ink/ink5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11869.676 12390.899 874.14984, 11973.559 12403.519 857.0797, 12052.994 12409.379 844.4538, 12125.875 12415.253 818.2693, 12187.6 12420.844 746.6028</trace>
</ink>
</file>

<file path=ppt/ink/ink5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12548.831 11702.869 874.14984, 12583.165 11634.439 870.7023, 12630.816 11570.799 869.7969, 12713.723 11515.099 869.11804, 12774.135 11514.469 868.23016, 12827.557 11573.001 866.62274, 12859.519 11650.849 863.2687, 12873.255 11736.953 861.8078, 12868.8955 11841.222 861.5671, 12850.497 11929.348 862.43097, 12802.129 12008.224 863.65125, 12736.468 12049.026 865.2569, 12841.912 11993.223 868.5977, 12932.529 12013.175 868.8009, 12996.564 12074.203 868.8521, 13024.06 12169.631 868.18964, 13019.288 12272.883 867.74677, 12999.729 12346.382 867.8901, 12961.75 12408.157 867.79565, 12898.09 12452.256 868.39215, 12804.08 12469.154 868.9642, 12698.388 12449.497 868.3721, 12627.548 12432.429 868.19824</trace>
</ink>
</file>

<file path=ppt/ink/ink5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5270.5737 12404.853 874.14984, 5352.2085 12419.314 867.29944, 5458.1465 12443.413 864.7808, 5554.4004 12467.001 862.1695, 5635.8965 12487.363 860.0816, 5736.088 12506.353 857.6185, 5844.3164 12518.779 857.42993, 5941.1562 12526.027 857.362, 6002.2285 12529.516 857.29584, 6070.065 12535.005 857.1693, 6142.383 12542.766 857.0221, 6254.922 12554.191 856.38043, 6323.479 12559.405 855.92236, 6399.585 12564.31 855.06177, 6482.571 12568.0 853.80945, 6568.4985 12571.717 852.56256, 6694.0576 12577.607 850.50977, 6771.6724 12581.002 850.01935, 6855.726 12583.662 849.7361, 6927.8306 12585.993 849.76825, 6991.111 12588.0625 849.6599, 7066.418 12590.584 849.4809, 7151.0493 12592.713 848.5432, 7242.022 12595.286 847.2771, 7336.227 12597.623 846.0002, 7407.1167 12599.565 844.9232, 7477.983 12601.917 843.9811, 7558.498 12605.133 843.46466, 7645.8813 12608.581 843.2708, 7738.554 12611.5 843.45026, 7834.0723 12613.56 843.24194, 7932.109 12614.882 842.8804, 8002.4946 12615.733 842.75885, 8078.5396 12617.297 842.47614, 8165.12 12620.009 842.1435, 8258.896 12623.986 841.2381, 8347.842 12628.515 840.6658, 8413.879 12632.038 839.8814, 8492.436 12635.675 839.53174, 8577.909 12639.052 839.8629, 8667.28 12641.418 841.0397, 8760.085 12642.955 842.3213, 8837.931 12643.87 843.5928, 8906.606 12644.365 844.66516, 8986.246 12644.662 845.071, 9071.492 12643.63 845.416, 9160.509 12642.254 845.94415, 9220.349 12641.369 846.6643, 9291.56 12641.098 847.2276, 9371.061 12640.225 847.6681, 9455.354 12638.289 847.95795, 9542.746 12636.006 848.26526, 9625.587 12633.99 848.8133, 9686.598 12632.53 849.2732, 9760.065 12630.388 849.9797, 9841.654 12625.94 850.43585, 9928.823 12621.35 850.3094, 9996.994 12617.908 849.95953, 10063.919 12614.758 849.5114, 10141.561 12611.1875 848.94305, 10225.876 12608.199 848.4304, 10314.828 12606.099 847.89905, 10406.586 12603.547 847.56213, 10468.411 12601.812 847.4253, 10540.145 12598.899 847.1708, 10620.902 12594.487 847.2112, 10708.437 12588.06 846.92993, 10801.591 12579.107 846.4574, 10889.901 12569.256 845.912, 10954.274 12561.797 845.3963, 11032.069 12553.031 844.6619, 11116.159 12544.948 841.1735, 11197.97 12533.049 835.5167, 11266.8955 12507.225 827.7536, 11327.037 12487.406 814.56464, 11386.37 12458.915 788.5994</trace>
</ink>
</file>

<file path=ppt/ink/ink6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7294.3555 12643.018 874.14984, 7282.0557 12728.588 870.6908, 7273.012 12818.376 869.575, 7266.983 12896.097 867.43933</trace>
</ink>
</file>

<file path=ppt/ink/ink6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7585.1777 12756.085 874.14984, 7557.3174 12816.147 870.2594, 7542.031 12874.932 869.79584, 7576.358 12933.776 869.12195, 7656.2666 12882.232 867.0858, 7691.5747 12821.219 865.67126, 7675.4185 12749.555 864.71265, 7599.1875 12746.137 863.8943, 7529.5786 12798.426 855.7546</trace>
</ink>
</file>

<file path=ppt/ink/ink6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7862.3145 12797.463 874.14984, 7862.1904 12861.699 871.8202, 7887.4517 12937.303 868.0334, 7949.534 12955.219 864.81775, 8021.8896 12901.053 863.8322, 8026.138 12831.921 862.3013, 7945.932 12790.779 858.25775, 7876.8545 12797.462 846.5035</trace>
</ink>
</file>

<file path=ppt/ink/ink6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13241.674 11575.848 874.14984, 13206.667 11650.053 863.0883, 13172.63 11755.871 865.1373, 13199.342 11829.498 865.6994, 13296.696 11868.203 864.5656, 13406.105 11925.253 861.0022, 13481.537 12004.84 859.83716, 13519.314 12092.468 856.3788, 13529.762 12189.81 849.48755, 13526.402 12286.217 847.21014, 13480.517 12365.167 852.26495, 13418.444 12412.382 866.59686</trace>
</ink>
</file>

<file path=ppt/ink/ink6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13283.586 11561.895 874.14984, 13348.589 11521.499 868.2449, 13423.9795 11484.589 861.3754, 13492.83 11458.608 860.6256, 13572.347 11442.587 863.6547, 13631.156 11436.859 813.426</trace>
</ink>
</file>

<file path=ppt/ink/ink6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13842.135 12413.994 874.14984, 13823.541 12488.073 863.7478, 13785.968 12547.287 850.5631</trace>
</ink>
</file>

<file path=ppt/ink/ink6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14101.311 11646.575 874.14984, 14093.529 11738.219 751.34576, 14097.937 11800.233 783.76544, 14118.186 11892.49 816.01514, 14171.231 11997.025 829.97156, 14224.683 12097.62 837.5324, 14257.848 12183.877 840.0409, 14269.929 12285.933 859.2369, 14263.164 12358.002 858.2386, 14248.525 12418.21 849.98645</trace>
</ink>
</file>

<file path=ppt/ink/ink6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14101.311 11702.869 874.14984, 14144.685 11643.653 864.817, 14216.867 11571.058 860.534, 14291.218 11506.172 857.0982, 14360.395 11454.039 855.76636, 14456.191 11403.759 851.91376, 14518.89 11373.54 848.1083, 14577.523 11361.334 234.75362</trace>
</ink>
</file>

<file path=ppt/ink/ink6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13935.371 12306.22 874.14984, 13875.3545 12380.863 866.73785, 13837.268 12440.762 868.88885, 13783.888 12511.725 865.34753</trace>
</ink>
</file>

<file path=ppt/ink/ink6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14960.947 11730.294 874.14984, 14884.21 11755.505 854.01025, 14828.121 11845.535 841.27155, 14799.985 11908.092 836.4839, 14767.179 12005.315 836.5964, 14794.908 12070.409 843.701, 14874.071 12001.785 842.39935, 14923.726 11930.858 835.45337, 14973.137 11845.857 828.5349, 15008.345 11783.355 826.05994, 15042.543 11716.484 822.7609, 15074.797 11648.271 826.81775, 15115.355 11570.437 833.8282, 15114.299 11649.349 823.1623, 15096.49 11750.405 808.9014, 15071.9375 11882.842 788.2767, 15055.466 11971.929 769.8414, 15034.155 12094.359 747.1195, 15011.067 12238.451 723.8699, 14988.41 12388.746 717.03754, 14967.325 12529.636 719.0014, 14950.477 12642.68 727.4805, 14936.075 12720.03 735.8203, 14901.542 12798.526 773.21844, 14857.278 12678.328 800.8062, 14851.336 12591.579 788.77893, 14847.893 12532.887 762.8868, 14852.404 12461.559 726.0014, 14867.517 12389.129 679.9687, 14891.044 12326.629 627.1871, 14940.068 12261.607 509.74384</trace>
</ink>
</file>

<file path=ppt/ink/ink6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15335.596 12025.714 874.14984, 15317.836 12141.307 860.6567, 15309.811 12201.805 852.2991</trace>
</ink>
</file>

<file path=ppt/ink/ink6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15640.104 11843.361 874.14984, 15650.589 11937.622 862.6633, 15648.471 11998.791 856.0938, 15642.712 12066.355 851.74927, 15630.107 12165.425 846.50464, 15635.444 12065.839 831.1166, 15661.252 11970.383 826.26306, 15695.712 11887.719 835.84033, 15777.169 11860.534 846.82947, 15813.481 11919.569 853.0138, 15819.8 12050.618 845.7367, 15810.685 12138.887 838.76276, 15800.783 12214.298 831.41504, 15787.461 12286.851 835.8521, 15792.578 12224.163 833.991, 15814.529 12095.893 828.95105, 15832.149 12028.013 828.7947, 15868.228 11921.171 834.95807, 15924.592 11835.8955 841.754, 15984.874 11858.149 850.18536, 15987.473 11937.294 845.55786, 15982.7 12072.969 828.3405, 15978.517 12150.122 808.3097, 15984.795 12220.075 740.96893</trace>
</ink>
</file>

<file path=ppt/ink/ink6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16249.976 11759.163 874.14984, 16223.056 11875.527 850.7887, 16204.927 11954.042 839.3836, 16187.659 12039.276 832.26917, 16175.018 12122.293 829.81824, 16168.72 12196.786 835.96545, 16172.594 12289.469 845.43726, 16234.917 12268.407 851.64746, 16255.705 12207.645 849.0908, 16279.727 12101.277 842.40717, 16282.802 12040.44 843.455, 16271.684 11949.877 848.473, 16207.821 11911.622 854.2724, 16274.94 11940.039 863.89264, 16393.783 11819.829 843.605, 16487.865 11692.838 819.6299, 16539.09 11604.209 811.8175, 16587.6 11507.453 805.9691, 16626.56 11419.5 804.28375, 16654.398 11353.512 803.4966, 16676.922 11282.654 809.6528, 16688.693 11218.991 816.5926, 16688.488 11137.709 833.8815, 16609.645 11178.118 850.232, 16574.605 11241.145 846.7768, 16535.953 11341.676 825.07, 16500.47 11468.082 799.0115, 16472.492 11607.976 772.2224, 16454.342 11735.854 761.70447, 16442.549 11831.141 754.6692, 16439.885 11934.148 754.5238, 16449.305 12032.667 759.9461, 16472.088 12117.741 769.49225, 16522.012 12218.569 789.49286, 16604.146 12220.592 818.4696, 16670.455 12197.716 844.3827</trace>
</ink>
</file>

<file path=ppt/ink/ink6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16805.104 11660.047 874.14984, 16889.98 11627.83 863.4984, 16980.861 11577.604 856.2667, 17033.168 11518.295 845.86694, 17092.338 11465.813 8.29359</trace>
</ink>
</file>

<file path=ppt/ink/ink6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17276.406 11071.133 874.14984, 17263.264 11153.284 863.70605, 17247.834 11274.992 853.9279, 17241.352 11345.523 846.4121, 17233.924 11413.833 837.9579, 17226.787 11477.414 820.51886, 17219.896 11537.763 797.472</trace>
</ink>
</file>

<file path=ppt/ink/ink6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14018.341 12193.632 874.14984, 13956.76 12274.918 865.38214, 13881.359 12386.774 854.16034, 13844.256 12447.261 850.96173, 13810.402 12505.853 850.0684, 13762.846 12588.507 854.7002, 13784.474 12502.542 852.90564, 13828.551 12413.146 842.2726, 13862.999 12351.022 838.7716, 13918.684 12255.899 834.7409, 13912.58 12318.563 830.49506, 13886.471 12384.76 823.74347, 13863.196 12443.245 817.51935, 13830.852 12520.375 810.4687, 13794.848 12600.224 805.5563, 13763.943 12666.971 806.74567, 13718.88 12747.072 813.2293, 13718.847 12687.352 830.8444, 13743.892 12619.368 829.68524, 13778.0 12540.519 827.4168, 13812.156 12469.333 825.0971, 13866.756 12363.183 822.0407, 13916.432 12295.423 825.0643, 13903.231 12374.116 826.56006, 13870.932 12434.752 823.56256, 13832.785 12501.397 821.1001, 13773.395 12600.857 819.11646, 13728.326 12664.67 823.51025, 13763.293 12558.146 817.70514, 13817.718 12443.346 812.49054, 13858.804 12366.535 811.198, 13895.018 12300.42 810.4995, 13952.437 12217.156 818.3633, 13952.245 12288.841 823.44403, 13901.433 12395.889 818.0909, 13866.589 12461.314 815.68567, 13828.944 12531.884 814.67255, 13796.967 12591.74 818.51245, 13830.17 12484.875 820.1936, 13880.6045 12379.715 818.765, 13933.425 12292.933 830.67773, 13933.531 12380.417 827.41846, 13891.83 12468.806 826.9052, 13840.651 12567.945 837.4106, 13808.87 12630.969 868.5431</trace>
</ink>
</file>

<file path=ppt/ink/ink6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12839.654 10972.017 874.14984, 12934.954 10938.212 859.8678, 13000.8545 10927.023 851.1277, 13082.626 10919.829 842.80817, 13180.512 10916.195 834.3616, 13293.847 10913.938 826.7298, 13374.371 10912.513 820.5591, 13474.775 10908.019 813.818, 13562.82 10903.5625 804.5664, 13664.349 10895.324 794.7292, 13799.561 10880.846 780.4303, 13961.407 10860.601 762.8426, 14137.613 10837.825 744.0009, 14258.406 10822.111 727.4258, 14415.8 10800.964 708.49414, 14598.433 10778.17 691.6797, 14799.87 10756.185 677.36566, 15012.385 10736.48 667.2552, 15204.739 10720.534 660.0074, 15357.222 10708.618 653.7941, 15536.722 10697.754 651.0571, 15730.391 10689.132 652.0348, 15927.2295 10682.122 658.8254, 16069.126 10677.288 668.8851, 16212.706 10673.217 682.4347, 16367.763 10669.666 700.0569, 16523.264 10668.14 717.9834, 16673.61 10668.929 735.6715, 16813.006 10669.801 753.76294, 16906.047 10670.415 770.3256, 17006.697 10670.855 786.98773, 17107.791 10672.02 803.32086, 17203.488 10673.649 816.89655, 17278.12 10675.481 827.9821, 17338.492 10677.453 837.21674, 17397.828 10683.1875 845.3213, 17496.299 10722.535 856.5366, 17558.465 10829.237 860.98096, 17557.748 10900.604 856.83496, 17547.766 10988.632 849.8114, 17534.248 11089.78 841.62036, 17525.172 11156.299 834.30084, 17512.918 11243.8545 826.6796, 17498.664 11346.039 820.09686, 17482.287 11459.518 814.6671, 17467.857 11559.667 811.11725, 17455.242 11647.216 807.917, 17438.57 11753.714 805.1536, 17418.428 11872.966 803.3021, 17399.078 12000.104 802.2945, 17386.207 12086.45 802.2899, 17373.984 12184.698 802.601, 17362.178 12287.393 805.08044, 17349.426 12387.158 810.32666, 17332.736 12478.683 817.5594, 17311.01 12556.398 824.5008, 17265.58 12660.229 836.8319, 17175.607 12736.419 846.5977, 17090.229 12778.365 853.52484, 16967.365 12801.15 856.11505, 16892.846 12804.51 855.2661, 16774.166 12805.748 851.77844, 16690.793 12802.429 848.2319, 16591.975 12798.937 843.4383, 16477.684 12796.911 837.2647, 16367.042 12796.132 830.381, 16276.594 12795.876 823.45856, 16157.489 12795.16 814.6332, 16013.107 12792.303 802.5642, 15842.909 12784.325 783.8995, 15732.304 12779.145 750.4836, 15664.636 12777.354 710.74615, 15587.563 12773.568 672.9877, 15527.366 12766.57 503.45566</trace>
</ink>
</file>

<file path=ppt/ink/ink6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8029.1094 4933.711 874.14984, 8055.2134 4866.8965 867.9149, 8072.5234 4801.0474 863.04663, 8088.5635 4686.2812 858.4903, 8095.8296 4609.2705 854.73096, 8108.228 4486.006 847.4132, 8120.29 4389.559 840.64764, 8137.4355 4277.578 832.77893, 8160.3247 4154.405 824.827, 8182.9624 4038.4915 817.47833, 8200.161 3951.7468 811.10657, 8220.392 3853.4143 807.07965, 8240.498 3752.196 806.1181, 8258.991 3651.7378 809.0134, 8276.474 3552.8223 814.5001, 8290.162 3474.147 820.3858, 8301.74 3406.3252 826.3407, 8315.509 3334.2312 832.3456, 8329.675 3268.1873 838.5459, 8353.593 3172.4192 849.56995, 8391.343 3075.974 859.9431, 8451.372 2990.3098 863.8277, 8522.313 2937.157 865.1972, 8629.647 2907.544 863.7159, 8729.386 2893.873 859.5977, 8793.26 2891.0503 856.0722, 8859.836 2888.7517 853.5938, 8964.629 2886.3364 852.8905, 9026.429 2885.7695 852.86957, 9096.256 2885.426 852.74567, 9173.723 2885.246 852.56885, 9259.842 2885.1519 851.82196, 9321.016 2885.0957 850.4059, 9392.445 2885.059 848.7506, 9477.961 2885.0303 846.31055, 9574.172 2885.021 842.9111, 9678.137 2885.0168 838.9272, 9784.904 2885.0168 835.0935, 9858.814 2885.0168 831.48474, 9953.49 2885.0168 827.566, 10063.756 2885.0168 823.51044, 10145.573 2885.0168 820.1811, 10239.338 2885.0168 816.7403, 10352.654 2883.822 812.4636, 10479.796 2881.338 807.82733, 10617.42 2878.529 803.34796, 10763.645 2875.8547 799.397, 10858.489 2874.111 795.86255, 10979.853 2871.612 793.11914, 11121.834 2868.1106 790.18414, 11280.523 2864.2976 786.1694, 11452.415 2859.9421 778.2961, 11614.204 2855.502 768.6113, 11737.848 2852.0217 759.79974, 11889.709 2848.9294 749.8551, 12059.593 2847.6177 740.5673, 12175.25 2846.8345 734.78503, 12316.643 2847.6328 729.553, 12480.573 2848.5117 723.74756, 12658.8 2849.1091 719.1182, 12845.357 2850.3708 716.3485, 13024.712 2851.9321 717.23267, 13151.997 2853.1064 718.88916, 13303.965 2855.4146 722.2924, 13471.569 2857.7795 727.15656, 13649.945 2859.9905 733.61194, 13834.697 2862.6216 737.7123, 13992.328 2865.3008 742.16705, 14121.829 2867.758 747.1137, 14270.576 2872.7695 752.25867, 14431.847 2879.429 756.8945, 14600.515 2887.1616 760.65955, 14773.118 2896.2832 764.60004, 14902.518 2903.5737 768.0142, 15025.808 2911.357 771.14825, 15156.889 2922.5518 775.25476, 15285.774 2938.1768 781.53326, 15399.812 2956.6064 790.5611, 15478.283 2969.8484 798.7979, 15556.328 2989.8464 808.94495, 15627.718 3016.4546 818.7212, 15690.548 3050.774 827.7364, 15789.507 3134.9185 842.19434, 15850.304 3221.1897 851.96594, 15873.569 3282.375 854.5037, 15890.097 3354.4658 854.83624, 15906.346 3470.8342 852.7255, 15906.124 3552.2283 849.05634, 15898.458 3647.921 844.38464, 15883.553 3755.2524 838.2342, 15863.862 3865.308 831.60077, 15849.37 3943.3496 825.56396, 15824.673 4040.156 819.43756, 15793.373 4147.413 814.58466, 15759.347 4261.4165 810.9702, 15731.054 4354.0815 808.935, 15704.589 4438.283 807.32153, 15673.782 4535.1543 807.5183, 15641.719 4639.703 808.6635, 15610.383 4746.6494 810.8855, 15580.137 4851.6367 815.40485, 15558.644 4926.453 819.8138, 15538.538 4999.034 825.622, 15519.299 5072.578 831.5462, 15501.82 5143.1655 837.2615, 15486.027 5203.2744 842.5388, 15460.515 5291.232 851.75653, 15420.7705 5373.4927 858.9379, 15363.134 5434.273 862.4324, 15292.467 5471.3506 862.85736, 15172.058 5489.5054 860.3955, 15071.945 5493.3447 857.6629, 15001.496 5489.988 855.17145, 14917.622 5482.174 852.00555, 14819.915 5470.1387 847.3571, 14707.969 5454.59 840.34485, 14585.222 5435.958 831.4252, 14503.379 5423.391 823.5195, 14395.936 5405.3047 814.9534, 14269.741 5383.4956 807.28534, 14129.461 5359.931 799.6999, 13978.285 5337.6494 793.0963, 13836.446 5318.304 787.57294, 13727.487 5303.8784 782.72217, 13594.13 5289.1323 778.53204, 13440.733 5275.7236 774.64386, 13270.388 5263.0273 768.35254, 13087.168 5251.7065 759.6335, 12934.753 5243.039 751.4831, 12798.888 5234.8857 744.2716, 12640.958 5224.2505 737.016, 12469.924 5211.969 731.6593, 12290.461 5198.5903 729.61646, 12171.615 5189.779 729.0664, 12027.849 5180.169 729.35004, 11863.686 5169.708 731.0799, 11682.685 5158.5273 730.5611, 11487.414 5147.544 729.099, 11296.455 5138.1577 722.64, 11154.787 5131.457 714.8816, 10984.748 5124.7856 706.14795, 10800.506 5115.7446 699.5382, 10608.54 5104.9897 696.3833, 10459.628 5096.1494 698.8542, 10316.596 5086.8467 702.04016, 10152.669 5075.736 708.7105, 9974.603 5063.2812 714.6427, 9786.176 5049.946 717.4997, 9593.254 5037.2104 720.55536, 9462.5625 5028.6255 724.05334, 9316.537 5018.2715 728.2469, 9158.596 5005.4624 734.7925, 8996.228 4989.863 743.1966, 8854.051 4974.687 751.00195, 8741.879 4962.081 757.8739, 8617.132 4947.4683 763.9925, 8486.647 4933.6035 771.36835, 8352.149 4922.273 780.11664, 8213.793 4913.598 789.0985, 8069.6167 4905.573 796.0982, 7976.738 4900.4214 800.2399, 7910.6777 4895.8345 810.5046, 7821.2563 4892.333 805.44214</trace>
</ink>
</file>

<file path=ppt/ink/ink6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19077.795 425.91046 874.14984, 19004.701 413.66342 843.62396, 18905.422 402.8576 819.5809, 18782.432 396.07507 805.1458, 18638.941 396.07687 785.3208, 18480.945 404.27408 766.66705, 18313.398 421.97644 751.5809, 18138.883 452.7948 741.4432, 17958.115 498.7296 733.2041, 17770.885 558.9263 724.8522, 17570.701 635.44354 705.1037, 17435.75 688.01544 690.6446, 17281.672 764.2394 678.86414, 17176.107 817.67535 671.26917, 17043.707 900.8996 661.066, 16888.791 1014.2938 647.3902, 16722.574 1153.2123 631.8961, 16565.268 1300.9537 616.14844, 16451.648 1410.7886 602.0603, 16320.192 1558.9203 588.8815, 16184.144 1734.7642 579.45746, 16053.302 1930.2773 576.17145, 15958.227 2083.7444 574.43677, 15874.975 2236.555 573.70447, 15798.058 2415.2844 583.3481, 15734.438 2612.4229 596.97424, 15685.483 2821.7878 610.419, 15652.215 3038.3503 621.7502, 15630.608 3184.4072 631.4711, 15622.658 3353.5632 639.1448, 15627.286 3540.1045 646.729, 15645.739 3731.272 656.1957, 15671.759 3895.691 670.6247, 15697.235 4026.0198 683.8682, 15741.425 4168.545 696.36597, 15802.813 4315.735 709.19055, 15880.16 4461.51 721.4213, 15971.431 4602.2837 732.88464, 16046.339 4711.6323 743.4375, 16124.896 4806.28 753.19653, 16224.691 4901.9185 762.087, 16340.945 4991.975 768.391, 16468.893 5071.945 772.19904, 16556.129 5125.349 775.08057, 16671.637 5177.0205 776.1286, 16806.37 5222.4897 775.8854, 16958.375 5260.0605 773.81866, 17126.432 5286.92 769.2247, 17284.318 5303.0107 763.2864, 17411.725 5312.559 756.33124, 17571.564 5311.9756 744.299, 17754.275 5301.99 728.99, 17950.926 5283.2554 713.2556, 18096.957 5266.9946 700.2719, 18248.07 5243.517 688.3017, 18419.838 5205.3843 679.7739, 18603.744 5153.1685 675.696, 18779.889 5095.115 674.68915, 18908.408 5051.2544 674.02246, 19062.914 4989.978 673.3473, 19230.885 4915.7544 674.5924, 19403.021 4831.444 678.5097, 19572.121 4737.0312 686.11957, 19711.033 4652.8716 696.85974, 19825.938 4578.5093 706.9612, 19951.514 4483.3677 718.37256, 20081.924 4370.173 725.5052, 20213.254 4242.1255 727.4885, 20302.756 4153.9595 729.94135, 20398.73 4046.4639 731.7396, 20498.428 3920.897 736.52747, 20593.625 3785.3132 743.1435, 20671.092 3663.4983 749.2874, 20730.17 3565.5896 753.61334, 20789.162 3447.4214 758.7256, 20845.627 3313.0388 762.5343, 20898.35 3163.4004 765.9792, 20946.242 3002.8604 769.3841, 20980.926 2876.7297 771.7914, 21009.354 2756.6772 773.9015, 21030.957 2622.8975 775.4233, 21041.242 2485.6355 778.1223, 21040.215 2352.8813 782.8328, 21038.72 2262.706 787.12085, 21027.15 2156.3508 791.59607, 21005.418 2036.9661 794.9567, 20973.768 1907.8097 796.8133, 20932.371 1774.1937 797.53754, 20891.074 1659.1459 798.19556, 20855.12 1566.9486 799.091, 20805.596 1466.4719 799.8626, 20744.93 1365.8314 800.86884, 20675.861 1269.6001 802.8209, 20624.732 1201.2772 805.5255, 20566.62 1134.1587 808.1774, 20496.87 1063.9076 811.5481, 20419.6 992.15027 815.3652, 20335.965 920.58356 819.21356, 20250.602 852.51337 822.1874, 20120.396 755.5466 826.8769, 20039.354 705.12885 828.77136, 19951.271 658.27094 830.314, 19877.262 622.62836 831.88196, 19810.83 593.94324 833.13403, 19734.088 565.9358 834.8003, 19649.441 537.8499 836.65393, 19558.154 508.67297 837.88824, 19498.566 489.8183 839.1688, 19422.006 467.19067 839.743, 19334.47 445.94702 839.4714, 19242.834 432.71902 835.8037, 19153.715 430.46082 829.7618, 19075.07 443.23215 821.3882, 19007.412 450.49667 806.255, 18940.082 468.25076 778.0047</trace>
</ink>
</file>

<file path=ppt/ink/ink6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20673.043 4751.359 874.14984, 20693.225 4655.062 857.819, 20711.31 4586.6987 847.69086, 20733.41 4508.786 839.8114, 20757.469 4431.2544 836.2867, 20777.658 4368.1665 834.4779, 20810.611 4288.1353 839.0102, 20837.9 4382.387 829.91766, 20835.543 4493.3926 820.63184, 20832.383 4578.5063 814.8102, 20828.441 4665.9463 794.0665, 20824.998 4737.499 765.40344, 20817.006 4823.4766 692.50073, 20809.883 4882.2803 545.6475</trace>
</ink>
</file>

<file path=ppt/ink/ink6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21075.06 4456.42 874.14984, 21085.46 4524.371 860.27246, 21090.14 4585.0015 854.0961, 21092.297 4654.6787 848.214, 21091.273 4725.1543 846.21344, 21085.863 4820.5986 845.6222, 21081.455 4729.7627 842.63354, 21097.021 4659.3765 839.8136, 21122.31 4593.714 839.7986, 21170.48 4506.8276 843.5628, 21234.941 4482.499 848.2245, 21278.791 4561.231 851.78564, 21276.58 4626.056 848.7752, 21270.643 4693.0537 851.8593, 21259.975 4782.312 855.94867, 21238.242 4687.064 844.3461, 21256.973 4617.5923 839.6139, 21288.322 4549.0635 833.9985, 21365.059 4447.814 833.1924, 21429.756 4423.7114 837.8168, 21476.121 4513.6826 844.23267, 21462.652 4601.355 847.61957, 21440.588 4690.113 841.3206, 21424.76 4749.856 819.5129</trace>
</ink>
</file>

<file path=ppt/ink/ink6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21671.246 4513.1943 874.14984, 21634.027 4601.6963 862.3637, 21580.32 4685.765 859.70734, 21671.117 4685.7266 855.5111, 21709.432 4610.959 858.77185, 21662.174 4545.461 858.1485, 21594.803 4514.1333 856.87885, 21535.484 4515.1494 859.6438, 21614.26 4522.7373 855.78455, 21680.04 4507.2925 850.9488, 21791.377 4469.1016 841.90283, 21854.992 4432.7295 837.10754, 21922.941 4384.7754 833.68225, 21988.627 4326.5703 831.22455, 22076.59 4232.9146 828.89685, 22117.322 4165.172 829.17786, 22148.86 4089.3047 830.77936, 22166.488 4010.2903 833.11316, 22170.805 3940.9065 836.63513, 22156.271 3843.9487 843.68207, 22088.572 3788.9197 849.14325, 22023.447 3780.4639 852.32367, 21940.953 3843.6648 850.6386, 21902.629 3906.4404 847.0641, 21870.828 3988.4553 841.3886, 21834.447 4122.0312 830.1018, 21826.389 4219.7334 823.5566, 21826.273 4327.246 809.3803, 21828.887 4417.6733 787.1694, 21832.709 4491.613 757.28174, 21838.78 4561.938 720.178, 21844.738 4636.082 638.6279, 21851.076 4695.1636 430.1152</trace>
</ink>
</file>

<file path=ppt/ink/ink6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21920.156 4624.819 874.14984, 21989.348 4597.5635 871.6328, 22072.178 4543.969 868.7539, 22110.05 4473.0767 868.2399, 22042.098 4432.8184 864.1018, 21981.596 4450.4604 859.3345, 21915.736 4552.4917 853.2518, 21916.682 4637.662 851.8465, 21985.102 4702.901 849.468, 22053.56 4748.6123 843.1927</trace>
</ink>
</file>

<file path=ppt/ink/ink6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20783.38 5214.6963 874.14984, 20782.29 5321.231 856.91187, 20779.674 5390.8745 849.43713, 20776.867 5467.5225 844.2105, 20775.482 5545.3545 841.64935, 20774.781 5609.149 840.53564, 20775.3 5711.2744 846.5367, 20716.174 5761.227 849.70886, 20655.072 5742.7695 854.42584, 20582.033 5722.539 859.41986, 20507.693 5717.685 860.6705, 20437.934 5746.9404 860.812, 20408.682 5834.3936 862.16736, 20498.062 5903.1367 856.1913, 20569.701 5912.261 849.4535, 20639.38 5911.017 842.6762, 20699.14 5905.6465 836.0399, 20772.127 5886.058 830.48895, 20848.705 5857.373 825.5304, 20922.145 5823.6934 824.47925, 21019.43 5771.693 830.3172, 21068.072 5701.6367 840.0023, 21004.465 5646.4365 853.73126, 20915.076 5685.272 856.1616, 20866.568 5771.9365 855.9676, 20869.377 5843.6597 854.25543, 20951.11 5904.1836 847.5487, 21012.248 5940.4683 835.3583, 21071.281 5948.9966 545.7258</trace>
</ink>
</file>

<file path=ppt/ink/ink6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21767.902 5411.483 874.14984, 21702.016 5464.7803 864.0861, 21632.639 5544.9614 859.1348, 21582.975 5624.964 855.73553, 21551.834 5699.583 855.5374, 21544.076 5792.2993 853.9888, 21574.234 5886.4907 854.6481, 21633.639 5957.5728 855.05133, 21749.951 6006.252 853.19366, 21851.332 6020.4556 849.3969, 21921.586 6009.8677 846.50336, 22001.15 5985.119 842.82935, 22085.791 5946.398 838.46967, 22165.299 5900.2144 834.2294, 22223.795 5864.178 830.2921, 22292.139 5810.893 826.2339, 22363.201 5744.25 823.1629, 22429.623 5669.1704 821.46063, 22477.494 5610.38 821.40784, 22551.676 5485.7437 825.8696, 22575.695 5416.6094 830.34265, 22586.92 5348.076 834.9985, 22584.172 5282.4736 839.4272, 22568.781 5193.2905 847.3073, 22508.816 5114.894 855.7219, 22407.744 5099.6567 859.6727, 22319.53 5148.446 857.26465, 22261.94 5239.8174 852.34796, 22243.889 5313.1895 848.1017, 22235.334 5400.8916 842.29065, 22236.049 5497.6934 836.287, 22237.094 5562.706 831.03784, 22245.984 5641.998 826.12915, 22261.469 5730.2114 817.1349, 22281.768 5820.5527 803.95844, 22300.924 5897.687 783.1323, 22316.975 5958.562 754.6985, 22335.676 6022.951 718.4155, 22356.043 6085.304 675.611, 22392.09 6189.0566 571.0128, 22414.69 6253.621 378.22653</trace>
</ink>
</file>

<file path=ppt/ink/ink6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16901.76 1648.0061 874.14984, 16872.074 1740.0077 862.8879, 16849.346 1848.0859 859.4508, 16845.78 1951.2773 861.30585, 16882.66 2019.5005 862.39703, 16944.58 2059.5134 860.5142, 17070.193 2041.141 851.43994, 17141.742 2009.3136 845.25995, 17247.244 1946.9266 834.30164, 17345.963 1842.5975 833.5219, 17396.541 1747.7927 839.691, 17395.488 1639.7166 844.61664, 17367.691 1567.1217 850.8538, 17278.338 1517.5947 855.40204, 17167.736 1518.4332 854.1867, 17089.578 1544.9102 843.9167, 17028.207 1603.6195 819.5072, 16997.137 1664.3833 7.9903584</trace>
</ink>
</file>

<file path=ppt/ink/ink6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17525.316 1788.4989 874.14984, 17522.426 1852.6893 860.7804, 17514.182 1913.2819 851.4042, 17500.3 1985.0352 844.2759, 17478.36 2064.723 833.8563, 17460.545 2135.9106 814.59753, 17442.346 2195.5432 795.45416</trace>
</ink>
</file>

<file path=ppt/ink/ink6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17650.2 1353.0671 874.14984, 17724.373 1299.9341 866.0248, 17819.314 1286.7313 863.74133, 17890.926 1310.1512 861.734, 17950.494 1401.7974 857.98364, 17956.662 1462.6764 853.37506, 17952.266 1539.4519 847.48047, 17942.309 1610.2476 841.32587, 17930.504 1671.5398 835.52704, 17910.709 1743.5518 825.5917, 17887.055 1817.3284 811.4956, 17862.85 1887.6147 789.38885, 17830.297 1980.4503 722.28925, 17806.062 2047.0465 570.5096</trace>
</ink>
</file>

<file path=ppt/ink/ink6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17650.2 1675.4309 874.14984, 17751.94 1646.1008 857.48535, 17821.047 1631.4246 847.9619, 17895.283 1614.2058 840.97986, 17963.428 1590.6984 830.333, 18034.975 1568.1823 805.3418, 18096.059 1544.1017 688.2368</trace>
</ink>
</file>

<file path=ppt/ink/ink6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18205.328 1465.6539 874.14984, 18178.645 1528.73 869.1161, 18141.465 1609.8821 870.011, 18131.734 1673.6058 869.4858, 18166.42 1741.437 866.7943, 18254.154 1825.5656 862.79004, 18323.307 1911.1362 864.98145, 18311.824 1994.8878 863.10895, 18229.383 2069.2192 859.8385, 18149.71 2062.5925 856.9591, 18088.781 2050.1128 843.50336</trace>
</ink>
</file>

<file path=ppt/ink/ink6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18121.502 1507.9941 874.14984, 18197.078 1464.3862 863.5599, 18319.137 1426.1008 849.3141, 18391.043 1404.1334 829.47516, 18451.34 1394.0735 540.8715</trace>
</ink>
</file>

<file path=ppt/ink/ink6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18592.807 1367.0203 874.14984, 18667.502 1348.9663 864.7375, 18765.438 1353.0482 860.28186, 18849.617 1387.8442 858.89435, 18903.69 1467.6285 857.6045, 18899.545 1574.1377 853.3231, 18877.77 1644.3094 848.9239, 18843.56 1720.9724 844.0073, 18814.018 1781.7504 840.17725, 18744.912 1900.3496 828.5811, 18705.596 1962.3148 818.744, 18646.375 2053.1418 789.3523, 18604.76 2112.199 697.30194</trace>
</ink>
</file>

<file path=ppt/ink/ink6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18538.062 1760.1117 874.14984, 18648.572 1735.1125 854.26526, 18716.242 1723.6741 846.9965, 18790.29 1710.8761 836.69885, 18856.322 1699.2667 818.1662, 18915.27 1689.719 797.9554</trace>
</ink>
</file>

<file path=ppt/ink/ink6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19203.535 1802.4518 874.14984, 19180.453 1903.3462 861.57983, 19144.648 2018.692 857.3667, 19101.738 2122.324 859.05707, 19136.365 2037.4218 848.341, 19171.592 1977.9547 845.44116, 19251.213 1877.4158 850.6175, 19337.592 1845.3977 854.0831, 19390.715 1927.7639 854.4409, 19365.47 2018.6525 852.3212, 19364.78 1894.8888 830.83606, 19411.746 1828.6183 821.71075, 19481.326 1751.7189 833.59045, 19526.984 1844.8689 832.39026, 19489.635 1964.1571 835.6209, 19468.47 2047.453 850.9698, 19536.268 2027.1442 858.5156</trace>
</ink>
</file>

<file path=ppt/ink/ink6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19729.58 1816.405 874.14984, 19690.195 1908.5586 862.516, 19624.244 2006.2511 851.58344, 19704.09 1962.0494 855.7508, 19694.89 1894.1976 860.08685, 19794.879 1868.0754 849.41815, 19898.092 1834.8213 836.932, 19959.314 1796.527 831.4517, 20067.23 1682.3661 828.1499, 20107.53 1617.4008 828.2244, 20161.33 1502.7915 829.6802, 20189.15 1403.387 835.4774, 20121.62 1401.1168 843.3436, 20075.842 1461.7883 837.1682, 20028.393 1538.9285 830.17664, 19991.066 1608.9857 813.9523, 19960.715 1673.3723 789.70483, 19935.777 1756.0581 757.52625, 19920.834 1851.8708 717.9142, 19911.244 1914.1575 670.45056, 19914.441 1996.807 616.26306, 19914.875 2060.0881 534.0008, 19923.746 2139.25 384.3636</trace>
</ink>
</file>

<file path=ppt/ink/ink6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18953.768 2322.5642 874.14984, 18948.01 2391.6064 860.1162, 18939.162 2455.2563 848.5814, 18925.305 2527.8787 842.0687, 18906.936 2604.7903 836.9792, 18886.08 2680.4775 834.7354, 18863.543 2751.8137 838.22504, 18826.67 2851.6018 843.3799, 18791.168 2924.3896 846.67426, 18722.465 2919.1724 858.79645, 18687.295 2850.8042 862.9814, 18640.473 2910.1462 860.0373, 18648.582 2977.77 860.6204, 18734.803 3034.985 861.197, 18795.807 3025.3306 857.5716, 18864.068 2998.2998 850.271, 18932.791 2956.983 843.12897, 19029.467 2885.5369 837.97845, 19104.068 2811.442 839.3858, 19111.21 2749.8174 845.521, 19048.152 2772.06 845.83514, 18948.56 2861.032 838.7512, 18879.168 2962.5667 840.7635, 18860.158 3057.7402 841.3278, 18929.193 3124.2778 842.3173, 19001.43 3165.8342 848.09845</trace>
</ink>
</file>

<file path=ppt/ink/ink6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19907.494 2630.9749 874.14984, 19812.172 2722.7268 859.8816, 19729.854 2828.0378 856.40717, 19696.066 2888.674 855.734, 19658.975 2983.9636 856.317, 19677.754 3085.2124 856.8562, 19744.92 3147.1536 856.3369, 19821.58 3161.5369 855.75543, 19910.19 3137.071 851.0612, 19974.318 3097.8376 845.2039, 20043.56 3040.2478 838.5111, 20146.943 2936.194 826.9035, 20201.852 2860.675 821.58936, 20256.492 2774.565 817.4956, 20304.111 2691.4036 815.33496, 20338.322 2629.667 813.699, 20371.668 2558.347 815.0974, 20398.111 2486.2952 822.04175, 20410.953 2418.8062 829.69025, 20373.709 2339.1475 841.9245, 20273.521 2377.5808 848.546, 20233.258 2444.9978 842.3194, 20203.488 2511.8135 835.9663, 20180.861 2575.7893 828.6038, 20162.75 2662.105 807.493, 20148.293 2759.1187 778.47064, 20136.078 2857.6404 742.10645, 20123.305 2950.4243 698.7871, 20105.898 3029.5103 648.64856, 20093.398 3091.141 574.48346, 20082.084 3153.7695 450.76117</trace>
</ink>
</file>

<file path=ppt/ink/ink6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19286.502 2349.989 874.14984, 19366.059 2342.2158 869.4035, 19426.957 2367.2085 865.6222, 19454.357 2434.2275 863.0284, 19423.766 2503.304 862.55475, 19396.395 2571.8503 864.45374, 19456.309 2601.1914 865.9748, 19460.213 2675.1511 866.1353, 19396.889 2719.1519 863.4965, 19336.885 2726.9297 569.43976</trace>
</ink>
</file>

<file path=ppt/ink/ink6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19591.01 2434.1885 874.14984, 19601.16 2506.0403 871.4651, 19623.3 2607.9963 868.7016, 19616.96 2701.052 868.182, 19606.033 2766.171 868.89496</trace>
</ink>
</file>

<file path=ppt/ink/ink6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19536.268 2463.0571 874.14984, 19597.682 2402.9136 862.7946, 19693.775 2361.999 851.4058, 19795.531 2345.2686 845.49585, 19866.273 2334.799 831.6039, 19927.738 2342.3154 231.03198</trace>
</ink>
</file>

<file path=ppt/ink/ink6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16070.349 3346.43 874.14984, 16144.002 3364.639 865.3821, 16260.3 3380.7495 859.5648, 16327.014 3384.2327 854.9591, 16422.926 3385.4739 841.7626, 16518.145 3379.7031 824.23285, 16582.709 3375.2986 787.61456</trace>
</ink>
</file>

<file path=ppt/ink/ink6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16319.26 3178.5122 874.14984, 16310.467 3268.8413 863.36414, 16300.982 3388.9563 856.1577, 16297.808 3447.361 854.33264, 16294.314 3539.966 848.72687, 16292.059 3599.669 838.3066, 16287.667 3659.5342 230.53137</trace>
</ink>
</file>

<file path=ppt/ink/ink6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16192.667 3024.0662 874.14984, 16114.721 3070.323 862.3276, 16025.734 3155.4905 856.54443, 15985.637 3213.9282 854.0331, 15955.11 3280.7566 852.60175, 15935.544 3353.898 851.2621, 15926.393 3424.0203 850.1818, 15926.472 3536.7065 847.7076, 15941.928 3601.5713 847.8462, 15974.196 3693.3994 849.12463, 16040.486 3781.8733 851.908, 16141.701 3841.727 854.30023, 16230.294 3864.7463 855.6416, 16290.558 3859.7822 855.5904, 16356.271 3842.5688 854.28674, 16423.238 3813.2322 852.7404, 16488.459 3772.607 851.3071, 16549.152 3722.9282 850.31616, 16653.01 3602.2515 849.6787, 16714.549 3503.8516 850.2625, 16739.766 3442.6526 850.72833, 16758.215 3377.7322 852.5857, 16766.195 3315.4844 854.9205, 16764.135 3223.2751 858.6918, 16731.066 3139.7493 860.034, 16670.293 3071.182 859.5076, 16557.615 3030.506 858.41364, 16478.865 3008.7366 853.907, 16418.588 3010.778 563.1408</trace>
</ink>
</file>

<file path=ppt/ink/ink6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16721.277 4134.056 874.14984, 16687.73 4208.8506 863.9071, 16654.238 4301.6313 860.69464, 16640.502 4399.6333 861.68823, 16684.998 4468.7915 859.64606, 16766.195 4439.107 857.2639, 16839.803 4371.184 853.8758, 16892.738 4281.014 852.522, 16906.773 4165.7183 856.1295, 16852.057 4081.391 856.48706, 16785.506 4051.8503 857.5336, 16714.67 4087.5906 860.28687, 16654.812 4147.0015 857.3089</trace>
</ink>
</file>

<file path=ppt/ink/ink6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17095.928 4245.6807 874.14984, 17070.322 4326.194 862.79626, 17017.12 4440.4824 852.69574, 16983.16 4505.67 844.8897, 16948.787 4569.0957 836.1819, 16917.744 4628.2734 818.1434, 16881.83 4689.1973 774.0376</trace>
</ink>
</file>

<file path=ppt/ink/ink6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17456.033 4161.481 874.14984, 17381.424 4079.6602 866.60315, 17365.387 3998.5378 865.33575, 17387.123 3929.115 863.39514, 17466.232 3867.2139 860.0152, 17558.775 3841.486 857.2307, 17641.074 3867.2441 857.6824, 17692.22 3958.968 856.5774, 17695.82 4019.8 854.65985, 17680.861 4112.965 850.396, 17595.453 4228.7993 844.28284, 17535.816 4282.6226 841.5638, 17473.012 4326.977 843.5251, 17387.133 4374.0474 847.25226, 17434.004 4442.591 861.50616, 17536.148 4494.423 861.4622, 17597.416 4496.401 861.10205, 17676.602 4508.2134 860.826, 17737.018 4487.6094 239.4552</trace>
</ink>
</file>

<file path=ppt/ink/ink6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17913.65 3937.2698 874.14984, 17888.188 4019.754 863.3303, 17859.053 4121.2188 859.64545, 17841.414 4233.102 858.47546, 17840.744 4313.481 859.74524, 17890.51 4391.858 859.7319, 17977.252 4416.0195 858.73474, 18038.531 4428.5137 855.3263</trace>
</ink>
</file>

<file path=ppt/ink/ink6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18052.219 4105.188 874.14984, 18033.387 4184.3525 863.754, 17999.752 4292.498 858.00824, 17981.598 4356.3696 855.54297, 17966.62 4421.762 850.8102, 17957.775 4484.361 844.68256, 17944.516 4557.9775 827.331, 17939.71 4617.6904 639.3632</trace>
</ink>
</file>

<file path=ppt/ink/ink6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18163.416 3965.6572 874.14984, 18225.28 3934.0923 865.89813, 18309.084 3933.9827 862.30664, 18373.271 3953.6072 861.6558, 18420.865 4033.7632 861.14777, 18385.457 4123.5303 858.0148, 18320.047 4194.6514 858.07654, 18359.803 4268.2705 859.7752, 18422.713 4369.494 862.32806, 18412.742 4462.1045 861.80664, 18344.994 4554.841 860.281, 18279.93 4595.205 854.16956, 18220.22 4620.2744 736.9621</trace>
</ink>
</file>

<file path=ppt/ink/ink6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18759.6 4148.0093 874.14984, 18759.598 4242.9067 862.8546, 18755.729 4344.7505 860.4301, 18745.559 4425.3555 862.5844, 18765.371 4350.2593 851.5331, 18800.926 4270.9165 840.78955, 18879.559 4172.3433 844.57416, 18963.955 4152.731 847.7732, 18998.908 4238.539 847.40247, 18998.752 4319.4746 847.05896, 18977.436 4379.217 855.62335, 18968.377 4285.6875 845.3897, 19017.691 4184.8354 835.33923, 19075.254 4105.365 829.66754, 19145.35 4085.7822 838.7491, 19157.889 4159.4263 841.9816, 19149.521 4239.999 838.28107, 19128.516 4306.6567 828.222, 19102.975 4365.4077 697.5649</trace>
</ink>
</file>

<file path=ppt/ink/ink6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19369.475 4077.2815 874.14984, 19340.732 4142.1733 865.72314, 19295.98 4212.052 864.4119, 19378.209 4149.923 863.5998, 19416.166 4090.086 864.6778, 19357.62 4030.8127 866.2274, 19437.588 4026.3572 854.3202, 19500.928 3994.4458 848.747, 19566.262 3953.925 844.0801, 19659.707 3884.1133 837.93524, 19735.0 3793.8188 840.2414, 19776.176 3690.97 846.7702, 19777.875 3616.6318 854.55585, 19703.201 3624.654 861.59644, 19635.043 3710.3909 854.4565, 19585.865 3819.69 840.00226, 19566.346 3894.5427 828.74805, 19552.258 3977.3022 812.6305, 19537.932 4101.931 757.0698, 19534.195 4176.4575 718.3859, 19529.266 4243.536 672.8754, 19525.043 4302.179 588.25085, 19521.178 4360.6846 469.51605</trace>
</ink>
</file>

<file path=ppt/ink/ink6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18416.602 4688.329 874.14984, 18421.1 4752.729 865.1221, 18413.758 4847.533 861.4743, 18392.455 4958.8955 859.7289, 18367.477 5052.332 860.9897, 18337.67 5122.916 860.9612, 18253.723 5104.642 863.54126, 18163.49 5052.1304 864.8772, 18074.803 5063.701 865.40533, 18127.6 5134.7534 860.61237, 18212.518 5147.4087 850.37164, 18280.725 5136.745 843.13513, 18354.178 5114.7935 838.1281, 18416.53 5090.541 834.3424, 18520.166 5032.365 831.63464, 18603.648 4952.642 836.14545, 18619.37 4885.724 848.07434, 18549.984 4905.7603 854.76025, 18477.656 4960.275 855.60284, 18422.887 5058.8735 851.68134, 18452.424 5147.9536 851.3044, 18492.572 5211.5576 852.263</trace>
</ink>
</file>

<file path=ppt/ink/ink6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19147.934 4765.3115 874.14984, 19075.973 4823.304 862.6766, 19002.057 4912.409 859.6162, 18944.148 5022.304 857.65125, 18915.459 5096.717 856.7103, 18917.938 5180.7173 857.0432, 18973.248 5260.7563 858.3465, 19038.334 5292.054 859.5147, 19152.977 5250.547 855.46716, 19253.475 5178.5317 844.0941, 19311.164 5120.092 836.6554, 19371.28 5048.8574 830.87756, 19428.342 4971.452 826.05347, 19479.732 4892.2227 825.37036, 19545.906 4777.8696 828.98724, 19570.906 4716.3193 832.0434, 19598.393 4618.8735 842.8158, 19585.725 4547.199 853.8511, 19510.682 4541.7095 862.0309, 19449.129 4615.8916 858.5352, 19420.203 4675.026 855.33636, 19383.82 4771.78 848.345, 19371.04 4843.796 841.2484, 19362.91 4924.462 832.38086, 19358.457 5008.2007 821.79333, 19356.096 5082.5234 805.5849, 19353.627 5198.0034 750.1297, 19342.31 5290.9937 666.55707, 19327.56 5355.1895 460.37253</trace>
</ink>
</file>

<file path=ppt/ink/ink6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18634.719 4610.8657 874.14984, 18717.19 4572.211 865.98206, 18804.96 4580.318 866.10645, 18852.055 4655.2573 864.3399, 18819.318 4715.208 861.2686, 18813.13 4788.6562 861.82086, 18839.354 4858.197 862.84845, 18795.844 4920.018 861.934, 18726.438 4953.962 860.34735, 18665.701 4975.145 831.0129</trace>
</ink>
</file>

<file path=ppt/ink/ink6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18884.484 4610.8657 874.14984, 18948.621 4581.1606 866.0404, 19018.65 4593.284 864.5186, 19072.06 4667.531 863.4117, 19065.086 4743.279 860.6795, 19029.072 4819.35 857.80145, 18981.14 4892.333 851.0528</trace>
</ink>
</file>

<file path=ppt/ink/ink6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18911.855 4737.887 874.14984, 18978.693 4715.553 860.9033, 19050.799 4694.9346 844.0977, 19123.172 4673.927 808.7805, 19181.64 4662.6074 7.944078</trace>
</ink>
</file>

<file path=ppt/ink/ink6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17261.867 6450.264 874.14984, 17196.576 6486.4277 871.1552, 17128.447 6551.1553 867.88837, 17079.938 6639.137 866.6036, 17058.572 6726.0454 866.42236, 17060.41 6818.2847 864.622, 17101.5 6921.412 861.0312, 17171.303 7019.462 858.3452, 17230.213 7082.3765 859.2797, 17293.111 7118.7993 861.7201, 17388.857 7135.5156 861.76587, 17452.594 7137.7017 860.41046, 17559.049 7140.5254 855.21075, 17617.807 7144.196 853.3758, 17682.314 7152.1323 853.37213, 17749.617 7162.8794 853.0534, 17816.773 7173.5537 852.7923, 17915.07 7186.3613 852.85504, 18019.893 7181.7905 854.97375, 18107.158 7162.309 858.20624, 18199.576 7129.254 859.42444, 18302.555 7085.3955 860.2357, 18382.078 7044.214 861.9396, 18463.828 6979.0396 862.02325, 18521.967 6906.313 863.0206, 18565.959 6788.029 862.71954, 18582.783 6694.821 860.6402, 18572.824 6589.685 858.6563, 18551.895 6515.4663 859.4868, 18507.053 6446.1504 859.9572, 18435.623 6382.638 860.3457, 18373.297 6337.8945 860.7695, 18281.072 6291.707 860.48975, 18199.145 6259.7495 859.70544, 18103.219 6238.104 859.1863, 17983.25 6233.369 858.7273, 17879.88 6238.455 857.8427, 17816.031 6244.47 857.1556, 17741.123 6255.303 855.6139, 17657.729 6275.031 852.6782, 17588.998 6290.2227 846.8209, 17511.63 6310.7334 834.872</trace>
</ink>
</file>

<file path=ppt/ink/ink6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24471.695 8079.885 874.14984, 24415.951 8005.3916 871.1418, 24311.11 7985.7554 867.32104, 24209.227 7973.982 864.71234, 24146.37 7966.4907 863.661, 24035.617 7953.699 860.32544, 23971.955 7948.121 858.60736, 23908.426 7945.04 857.02124, 23801.363 7944.1025 854.2952, 23731.043 7947.418 854.1054, 23620.664 7952.614 853.6634, 23544.334 7953.3843 852.2937, 23459.113 7951.515 849.67065, 23369.043 7948.4443 846.4937, 23276.771 7945.5044 844.03143, 23215.1 7943.5327 841.9995, 23138.979 7942.762 841.0569, 23052.879 7945.477 840.8583, 22986.027 7948.1963 840.47614, 22917.182 7953.5796 839.77155, 22835.562 7960.9854 839.28284, 22745.963 7968.376 838.75104, 22658.166 7973.212 839.0604, 22597.014 7976.3794 839.7779, 22524.646 7977.9395 840.8984, 22446.68 7979.1255 843.08563, 22366.756 7981.426 845.0438, 22285.252 7987.146 846.8075, 22217.404 7992.9814 848.45734, 22158.627 8002.1055 850.0163, 22092.703 8017.37 851.2581, 22024.863 8036.476 852.49817, 21959.016 8056.5767 853.78845, 21867.38 8086.225 856.29724, 21773.02 8128.2773 858.4299, 21681.379 8199.9375 859.3996, 21614.504 8269.658 859.07764, 21544.957 8379.635 857.51685, 21498.047 8473.143 856.47675, 21456.883 8585.519 856.014, 21439.781 8650.1045 855.9241, 21427.037 8721.376 855.8042, 21414.062 8834.135 855.31396, 21414.682 8910.81 853.49054, 21420.992 8997.177 850.21423, 21430.912 9076.347 846.8005, 21440.162 9138.588 843.6973, 21458.71 9211.671 841.0876, 21486.336 9290.934 839.99805, 21522.559 9372.482 839.6307, 21567.062 9456.16 838.93756, 21604.969 9523.802 837.9976, 21643.385 9585.811 836.8791, 21693.498 9655.495 836.07086, 21753.604 9726.41 835.55597, 21820.688 9793.47 835.50653, 21925.17 9884.528 835.7364, 21995.959 9928.4 836.05133, 22077.834 9969.819 835.95233, 22167.797 10007.421 835.64844, 22251.916 10037.663 835.38196, 22318.875 10059.969 835.14825, 22399.688 10081.401 834.63135, 22489.178 10099.766 834.40485, 22585.203 10114.3125 834.5123, 22656.33 10124.182 835.03217, 22731.96 10131.808 835.2073, 22818.92 10136.23 835.03174, 22912.588 10136.199 834.9389, 23000.777 10131.925 835.4108, 23066.973 10127.706 835.9855, 23145.943 10116.218 836.829, 23232.572 10098.412 837.72766, 23324.492 10077.728 838.3699, 23418.928 10056.562 838.86194, 23496.848 10039.282 839.46356, 23564.43 10024.376 840.2237, 23640.309 10005.133 841.945, 23720.992 9979.35 843.9513, 23804.918 9946.769 845.273, 23926.729 9893.527 846.1054, 23999.467 9856.095 845.5929, 24076.604 9816.864 845.051, 24142.783 9782.279 845.3873, 24257.666 9715.955 847.2089, 24318.328 9667.382 848.1753, 24377.354 9604.238 848.6468, 24432.895 9524.491 846.8224, 24473.562 9458.865 843.0951, 24509.875 9385.517 838.47534, 24546.117 9288.911 831.5662, 24579.584 9175.281 823.82245, 24606.578 9048.118 816.1168, 24623.963 8965.548 802.4191, 24643.34 8885.77 772.07117, 24651.318 8824.21 758.40814</trace>
</ink>
</file>

<file path=ppt/ink/ink6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4451.994 6281.865 874.14984, 4460.455 6347.03 869.24426, 4464.2075 6426.3223 864.5666, 4461.4463 6500.452 861.9463, 4454.8325 6577.5137 860.1195, 4441.9424 6696.3857 857.8341, 4432.756 6793.8184 856.23737, 4424.803 6903.441 856.4755, 4412.74 7006.557 857.8223, 4401.5796 7086.369 861.8881, 4380.4336 7155.0825 868.3666</trace>
</ink>
</file>

<file path=ppt/ink/ink6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4313.4263 6338.1587 874.14984, 4380.8384 6325.445 866.78955, 4471.2427 6310.3833 861.6786, 4593.486 6295.1743 859.66614, 4667.404 6286.8677 858.29816, 4746.528 6279.8975 855.50244, 4821.6133 6274.8228 851.8109, 4939.5825 6269.289 849.3871, 5011.409 6267.396 850.14496, 5090.0933 6264.6543 850.2896, 5175.913 6261.7104 849.6586, 5255.0176 6259.524 848.3407, 5320.1685 6257.9614 846.83545, 5401.5503 6256.6455 844.759, 5493.8013 6255.8096 842.0309, 5593.5015 6255.2734 839.3385, 5665.9077 6254.926 837.2653, 5744.963 6254.7 834.4195, 5834.1763 6254.561 832.46216, 5930.575 6254.4907 831.59357, 6031.3047 6253.4365 830.8347, 6135.6045 6250.88 830.6057, 6204.0107 6249.18 830.69556, 6287.5015 6246.925 831.0925, 6381.5977 6244.7754 831.5008, 6483.186 6243.208 831.6596, 6590.691 6242.19 831.503, 6691.6445 6241.527 830.9518, 6767.115 6241.0967 830.1367, 6859.953 6240.816 828.50824, 6965.602 6241.843 826.6519, 7079.568 6244.242 824.8005, 7169.1807 6246.638 822.5783, 7258.996 6249.936 820.2035, 7366.2974 6254.4795 817.3808, 7485.5615 6260.166 814.574, 7608.0337 6266.4517 811.94037, 7692.689 6270.8496 809.64825, 7799.1626 6276.096 807.21356, 7920.88 6283.2637 804.87103, 8053.396 6292.514 802.62445, 8189.592 6304.651 800.8096, 8308.039 6316.9517 800.1756, 8402.112 6327.4985 799.89734, 8505.381 6342.1733 801.85223, 8608.248 6359.3564 805.7343, 8705.149 6378.173 812.63574, 8772.985 6392.1777 819.633, 8836.039 6408.346 826.5514, 8895.43 6429.558 833.4746, 8995.707 6486.2056 846.8277, 9055.038 6543.134 857.5477, 9094.328 6628.7144 863.0173, 9107.126 6689.003 863.45996, 9114.7705 6762.819 862.9361, 9119.173 6828.029 861.52924, 9114.486 6942.229 861.9064, 9086.314 7034.7954 862.8625, 9012.581 7101.94 861.3189, 8888.03 7143.374 855.3856, 8824.458 7155.2134 853.625, 8698.261 7170.0444 848.9904, 8612.478 7174.7373 845.20123, 8514.699 7178.9434 840.68317, 8444.301 7182.0845 836.5503, 8361.392 7186.418 832.08344, 8262.627 7193.576 827.48975, 8152.3765 7202.95 823.39185, 8031.9673 7213.4546 819.6366, 7908.375 7222.108 815.8668, 7823.1323 7227.93 812.45844, 7714.799 7233.9136 809.34875, 7588.7705 7238.4756 805.49994, 7449.157 7240.399 801.11395, 7297.5054 7239.4253 796.127, 7159.1826 7236.461 791.5888, 7047.317 7233.186 787.41156, 6911.1987 7227.2383 783.42975, 6758.7476 7220.07 780.40955, 6596.844 7213.8486 777.67004, 6429.4663 7210.143 774.8027, 6297.5093 7207.575 772.60504, 6173.5576 7205.686 771.2084, 6030.348 7203.4487 771.1604, 5873.447 7201.3394 771.2103, 5706.152 7199.4873 771.02405, 5531.255 7197.9604 770.77466, 5412.4707 7196.9873 770.6214, 5276.547 7195.2354 768.2958, 5128.055 7192.2373 768.17145, 4977.143 7189.091 770.3415, 4847.295 7187.284 774.6518, 4749.368 7186.218 779.0754, 4648.334 7187.243 786.40576, 4550.4546 7189.1147 797.3105, 4460.711 7191.021 808.1546, 4389.769 7192.6064 818.3583, 4325.99 7188.587 836.44543</trace>
</ink>
</file>

<file path=ppt/ink/ink6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5977.101 5875.302 874.14984, 5916.7163 5932.477 864.73096, 5856.7407 5983.5396 859.8926, 5776.37 6043.8477 858.3978, 5714.1494 6089.056 858.1896, 5618.5615 6152.0356 856.9328, 5558.8677 6182.295 856.8404, 5456.4194 6220.7964 856.90704, 5350.8647 6226.4385 859.6573, 5288.133 6169.6343 861.7059, 5293.3574 6086.6924 860.906, 5352.6733 6015.6787 861.35754, 5436.5693 5979.838 862.1607, 5534.011 5996.104 859.95435, 5638.187 6064.9814 854.9722, 5716.009 6138.7163 854.43915, 5789.274 6233.824 852.39166, 5838.492 6308.9556 843.38666, 5885.4224 6405.648 827.27783, 5916.4526 6483.621 806.32086, 5937.745 6544.576 741.2145</trace>
</ink>
</file>

<file path=ppt/ink/ink6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5616.9946 11547.942 874.14984, 5637.834 11608.822 870.4851, 5657.214 11711.059 868.0673, 5662.306 11786.717 866.8848, 5715.5933 11694.198 864.01105, 5781.6343 11651.159 864.725, 5844.798 11740.955 862.46735, 5847.6567 11809.208 860.67456, 5875.436 11721.34 864.75165, 5936.231 11677.69 866.26196, 5999.5254 11718.37 865.7969, 6006.605 11790.015 848.9754, 5999.7163 11849.348 633.964</trace>
</ink>
</file>

<file path=ppt/ink/ink6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6434.7188 11744.247 874.14984, 6404.5225 11678.264 865.09045, 6344.766 11620.598 864.5046, 6271.779 11629.525 861.96466, 6231.753 11689.671 859.0686, 6221.276 11760.607 853.20197, 6243.6475 11828.04 853.1664, 6310.594 11821.414 853.9296, 6342.459 11759.887 853.3268, 6360.242 11684.48 853.04443, 6368.4985 11622.552 853.0426, 6378.896 11686.2705 851.482, 6386.2705 11772.616 850.9988, 6406.7397 11852.04 845.7479, 6422.8525 11913.284 826.0845</trace>
</ink>
</file>

<file path=ppt/ink/ink6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6268.779 12109.433 874.14984, 6195.2305 12117.766 865.3458, 6090.96 12121.641 860.4175, 5993.983 12122.498 855.5416, 5892.4814 12119.247 852.1825, 5821.17 12117.008 847.6663, 5733.3374 12115.021 841.6584, 5633.0596 12113.366 835.5181, 5552.898 12112.27 830.17847, 5470.5728 12111.55 824.92285, 5369.4854 12111.079 820.37775, 5253.5903 12110.771 816.40576, 5125.6943 12110.585 812.90204, 4987.653 12109.285 808.25525, 4894.1626 12108.368 804.07574, 4781.102 12104.968 799.9558, 4651.1235 12098.67 796.2859, 4508.9556 12088.093 792.9599, 4380.856 12076.651 790.4703, 4276.241 12066.441 788.28424, 4152.7476 12052.977 786.47455, 4017.0134 12039.444 785.4935, 3873.6606 12027.405 785.2176, 3724.7812 12017.038 785.8169, 3607.655 12009.375 786.7754, 3497.411 12004.503 788.2524, 3371.898 12002.243 790.00446, 3235.5657 12002.74 791.16034, 3098.196 12004.541 792.2834, 3005.026 12005.869 793.17126, 2893.9365 12007.851 794.6062, 2773.9302 12009.37 796.88873, 2650.8552 12010.744 800.2209, 2530.6492 12011.672 805.03436, 2432.0398 12011.544 811.06995, 2355.782 12011.009 817.439, 2279.638 12007.576 824.41504, 2207.829 12001.735 832.8821, 2111.5408 11991.165 847.8225, 2050.6863 11979.84 815.74493</trace>
</ink>
</file>

<file path=ppt/ink/ink6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2542.831 11504.158 874.14984, 2545.9414 11445.546 858.35065, 2548.5679 11371.912 845.73114, 2553.412 11289.477 839.6266, 2563.1082 11204.358 839.35223, 2578.4216 11123.692 841.92145, 2596.5505 11053.602 844.75116, 2621.0066 10974.051 849.966, 2690.1108 10922.589 859.64325, 2729.498 10992.898 862.03595, 2750.361 11058.216 858.15643, 2771.3933 11136.283 851.284, 2790.1829 11212.339 844.8713, 2804.1777 11271.054 838.9133, 2820.5032 11341.552 836.5944, 2834.6086 11414.526 836.03107, 2842.2751 11474.66 838.69324, 2838.4985 11565.423 844.6458, 2764.551 11631.132 850.1511, 2679.2612 11649.173 857.0772, 2609.9368 11655.007 860.89453, 2550.0754 11633.322 239.47423</trace>
</ink>
</file>

<file path=ppt/ink/ink6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2955.1145 11478.177 874.14984, 2927.7776 11565.66 867.36664, 2901.907 11654.981 866.11316, 2944.9585 11555.328 852.5354, 2987.938 11480.593 854.4265, 3031.8538 11539.372 852.99567, 3026.35 11613.866 855.47614, 3008.4695 11681.451 859.8287, 3022.0 11614.851 861.4728, 3051.4211 11540.371 861.33105, 3120.4905 11570.011 859.62317, 3119.268 11694.603 847.9908, 3117.4846 11759.645 829.6818, 3107.3687 11829.407 796.979</trace>
</ink>
</file>

<file path=ppt/ink/ink6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22863.617 6844.3174 874.14984, 22787.283 6847.556 871.22644, 22671.64 6849.955 868.14014, 22606.701 6845.4536 867.17285, 22506.658 6830.914 866.7452, 22408.121 6804.118 866.8358, 22338.633 6807.073 866.86945, 22311.805 6890.7505 865.2885, 22302.133 6989.7065 860.5831, 22296.742 7107.469 855.09546, 22289.56 7222.7134 858.7867, 22291.037 7330.5967 861.9691, 22329.117 7403.8936 863.86017, 22389.645 7437.458 867.0916, 22460.744 7454.8833 871.49286</trace>
</ink>
</file>

<file path=ppt/ink/ink6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22322.176 7124.342 874.14984, 22402.469 7138.0376 871.0158, 22465.926 7147.3716 855.47174, 22531.008 7157.1987 827.6377</trace>
</ink>
</file>

<file path=ppt/ink/ink6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22793.477 7236.9277 874.14984, 22864.318 7232.3193 872.35693, 22944.889 7230.9297 873.19403, 23006.191 7232.665 765.98364</trace>
</ink>
</file>

<file path=ppt/ink/ink6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22863.617 7363.948 874.14984, 22954.81 7375.309 866.5125, 23024.771 7356.4663 860.2445, 23086.045 7337.2783 673.25433</trace>
</ink>
</file>

<file path=ppt/ink/ink6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23279.324 7335.562 874.14984, 23312.678 7255.2275 858.1464, 23334.324 7190.3154 853.95715, 23359.74 7086.5127 850.844, 23381.19 6983.8994 849.24536, 23392.238 6923.0347 850.181, 23411.828 6822.26 855.392, 23439.01 6903.8335 855.28033, 23450.277 7004.5938 848.14777, 23467.984 7115.669 847.8856, 23483.88 7196.1274 848.57605, 23505.861 7285.9946 853.4233, 23499.871 7354.776 858.9993, 23435.887 7364.945 863.982, 23376.346 7346.5938 862.81244, 23313.54 7314.3916 837.5674</trace>
</ink>
</file>

<file path=ppt/ink/ink6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23625.744 7139.257 874.14984, 23617.682 7221.409 869.0453, 23608.045 7325.497 866.7696, 23641.076 7259.582 864.90186, 23675.9 7200.0967 866.608, 23744.025 7186.3955 865.7701, 23768.426 7255.3794 862.8795, 23771.281 7342.0957 858.4398, 23756.193 7415.746 857.83875, 23754.135 7352.8267 854.26276, 23790.982 7253.9536 852.9994, 23840.031 7167.2144 856.07385, 23923.373 7139.824 858.83014, 23965.33 7237.3457 857.66693, 23958.81 7346.733 848.2816, 23951.88 7419.7896 825.15015</trace>
</ink>
</file>

<file path=ppt/ink/ink6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24457.152 7026.1885 874.14984, 24367.209 7021.636 866.93207, 24287.947 7070.8315 858.16675, 24225.027 7158.4883 853.7494, 24206.164 7252.5923 854.93677, 24237.564 7346.408 857.7437, 24334.254 7376.1255 860.29016, 24415.672 7304.4688 853.3306, 24475.947 7245.1694 825.2339</trace>
</ink>
</file>

<file path=ppt/ink/ink6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24623.947 6815.449 874.14984, 24562.49 6767.798 868.9956, 24545.93 6706.609 865.27686, 24616.676 6695.4673 863.14075, 24640.773 6790.3296 856.6453, 24611.105 6900.9775 856.2334, 24589.709 6992.1914 858.4141, 24665.861 7026.1885 860.39136</trace>
</ink>
</file>

<file path=ppt/ink/ink6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24623.947 6465.179 874.14984, 24544.502 6456.711 867.7943, 24467.738 6453.4575 862.9783, 24386.4 6451.6265 857.72784, 24260.838 6452.0234 849.52155, 24176.412 6455.776 846.08545, 24080.055 6461.4717 841.8599, 23998.62 6466.6787 837.7319, 23921.043 6472.018 833.81036, 23825.908 6478.2227 829.077, 23717.83 6483.796 824.25696, 23599.91 6487.933 819.767, 23523.291 6490.6265 816.31464, 23426.076 6493.3975 813.9621, 23315.707 6498.0854 812.5621, 23196.217 6504.8447 811.0221, 23071.467 6514.4854 810.24493, 22957.275 6523.9424 809.78485, 22870.621 6531.2925 809.5647, 22771.512 6539.2754 810.8204, 22667.654 6547.3457 813.1743, 22564.07 6553.7793 817.106, 22463.664 6558.3022 822.61224, 22385.766 6561.229 828.2915, 22319.62 6563.0913 833.403, 22253.605 6566.302 838.49, 22191.912 6575.484 843.4729, 22098.492 6606.5435 852.5686, 22028.725 6670.17 857.9901, 21983.816 6776.916 858.4788, 21963.334 6878.4766 857.4439, 21958.666 7003.335 855.9167, 21964.338 7077.4194 854.77203, 21980.27 7191.0576 852.9536, 21997.814 7255.0703 852.60065, 22024.162 7319.5654 852.6404, 22058.91 7379.404 853.00305, 22129.2 7469.6074 853.96356, 22223.152 7533.2485 854.5656, 22286.777 7557.19 854.60516, 22359.36 7575.717 854.0851, 22431.232 7588.232 853.0555, 22557.885 7602.0347 849.5181, 22640.822 7606.7305 846.7801, 22732.096 7611.2783 844.24084, 22802.402 7614.925 842.24475, 22874.443 7618.8374 840.2309, 22957.928 7624.005 838.7028, 23050.041 7630.0254 837.5484, 23149.244 7634.241 836.41895, 23255.879 7634.407 834.9874, 23326.166 7634.4478 833.70276, 23414.283 7628.896 831.8638, 23516.885 7619.296 829.02423, 23631.02 7608.083 825.3467, 23732.393 7599.326 821.9792, 23818.533 7592.51 818.72797, 23921.975 7588.0425 815.96094, 24035.74 7586.1255 813.9992, 24157.402 7585.8994 812.46857, 24285.371 7586.3 811.2324, 24384.938 7586.731 809.97186, 24483.357 7586.9146 808.7816, 24546.709 7587.117 805.8657, 24617.213 7587.7646 803.86487, 24678.457 7591.158 393.91483</trace>
</ink>
</file>

<file path=ppt/ink/ink6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17220.809 9750.885 874.14984, 17135.785 9699.76 869.764, 17066.926 9713.928 868.8603, 16996.979 9657.158 867.61505, 16934.697 9629.041 868.0302, 16866.578 9580.067 866.7139</trace>
</ink>
</file>

<file path=ppt/ink/ink6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16805.104 9568.533 874.14984, 16776.855 9627.957 856.4293, 16681.547 9708.793 863.0231, 16615.727 9735.515 865.12067, 16553.67 9754.446 762.32745</trace>
</ink>
</file>

<file path=ppt/ink/ink6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16693.906 9947.67 874.14984, 16780.17 9994.891 870.8643, 16853.168 10020.566 869.78516, 16913.605 10052.579 866.94006, 16903.432 10120.046 857.1779, 16869.256 10179.13 413.35767</trace>
</ink>
</file>

<file path=ppt/ink/ink6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16971.043 9694.109 874.14984, 16965.285 9765.056 871.4066, 16944.727 9861.432 869.2302</trace>
</ink>
</file>

<file path=ppt/ink/ink6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17220.809 9947.67 874.14984, 17130.5 10019.716 868.8439, 17059.377 10089.189 868.63934</trace>
</ink>
</file>

<file path=ppt/ink/ink6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13491.4375 7405.3267 874.14984, 13395.881 7495.926 860.4043, 13301.166 7591.4697 849.7566, 13227.39 7670.6357 844.16565, 13159.292 7753.122 840.7695, 13117.197 7817.0464 838.7451, 13075.131 7895.659 837.176, 13034.97 7989.9023 834.0065, 13001.689 8089.8506 829.0343, 12978.122 8166.223 824.3653, 12955.758 8272.451 817.89233, 12937.347 8401.679 810.34186, 12925.614 8545.824 800.62933, 12918.639 8658.9795 793.4438, 12915.582 8771.864 786.46985, 12915.944 8902.173 756.6609, 12920.023 9039.629 719.382, 12929.829 9180.453 675.5255, 12943.89 9321.4795 625.6374, 12953.721 9417.349 569.5803, 12966.526 9522.845 508.7614, 12982.492 9635.33 443.7981, 12999.848 9746.209 376.22348, 13014.61 9837.305 306.39194, 13026.771 9907.249 237.72838, 13039.498 9970.206 182.84666, 13052.527 10037.204 54.4351</trace>
</ink>
</file>

<file path=ppt/ink/ink6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13116.791 9666.204 874.14984, 13117.492 9736.6045 868.7755, 13122.647 9799.39 865.1483, 13130.575 9859.142 865.17993, 13134.139 9917.613 867.79474, 13075.01 9985.727 866.08276, 12985.444 9989.149 863.57025, 12922.624 9989.048 855.2714</trace>
</ink>
</file>

<file path=ppt/ink/ink6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11300.861 8149.6504 874.14984, 11324.835 8259.106 852.13684, 11336.07 8333.353 839.4639, 11351.092 8464.421 823.8663, 11356.657 8594.198 815.51385, 11350.518 8685.53 813.0475, 11335.871 8784.573 808.392, 11311.452 8881.812 807.4278, 11281.134 8965.505 809.7553, 11257.197 9025.37 814.74457, 11176.32 9126.456 829.1805, 11104.016 9166.182 842.3426, 11034.104 9118.678 850.4005, 11003.42 9025.244 848.6215, 11005.3125 8963.252 843.97327, 11022.68 8887.2 838.2261, 11055.485 8804.234 831.5922, 11100.467 8720.161 825.9521, 11145.043 8649.032 822.9031, 11230.1875 8537.033 820.8128, 11324.914 8435.569 831.6984, 11394.522 8390.94 847.48376, 11394.213 8490.855 855.21295, 11391.555 8569.094 857.16516, 11406.768 8645.315 859.39856, 11482.469 8659.066 860.60126, 11548.125 8599.539 854.04083, 11596.05 8503.187 851.5156, 11606.213 8416.251 852.34015, 11571.138 8501.602 849.0039, 11569.014 8580.39 852.07385, 11587.758 8655.948 858.00024, 11652.279 8670.829 860.8135, 11703.783 8608.806 857.82025, 11748.6045 8521.776 851.63635, 11790.85 8459.06 849.3765, 11867.235 8451.927 850.7589, 11899.324 8526.6875 850.15094, 11887.408 8631.553 848.8484, 11855.483 8704.222 840.48694, 11778.945 8741.952 820.7049, 11714.214 8759.364 777.1673</trace>
</ink>
</file>

<file path=ppt/ink/ink6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11356.46 8065.932 874.14984, 11372.632 7991.5737 867.9942, 11377.942 7887.722 861.91205, 11369.331 7810.6216 859.9433, 11302.652 7753.782 856.0745, 11232.1045 7872.5464 847.6891, 11226.334 7953.864 841.66345, 11228.071 8027.1064 835.51074, 11234.676 8094.935 829.3315, 11257.582 8175.7925 822.3049, 11273.548 8245.628 803.4486, 11300.861 8318.05 784.30023</trace>
</ink>
</file>

<file path=ppt/ink/ink6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12021.93 8430.637 874.14984, 12014.598 8513.214 867.02, 12022.674 8620.148 861.09753, 12029.018 8682.434 853.2851, 12040.88 8743.488 236.71387</trace>
</ink>
</file>

<file path=ppt/ink/ink6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11938.96 8205.944 874.14984, 11918.039 8269.284 868.7037</trace>
</ink>
</file>

<file path=ppt/ink/ink6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12257.153 8501.363 874.14984, 12207.65 8574.046 862.7877, 12153.849 8655.596 861.65533, 12148.8955 8730.37 863.8839, 12208.519 8738.634 863.35736, 12256.739 8642.77 856.4864, 12244.733 8525.037 857.86884, 12242.902 8437.611 860.63, 12327.052 8397.127 860.23505, 12395.208 8442.471 857.37866, 12433.378 8522.292 854.24243, 12445.688 8607.253 850.6668, 12433.395 8689.371 853.32605, 12421.592 8611.347 857.6101, 12456.252 8522.007 850.14667, 12502.643 8451.595 847.5644, 12586.03 8520.17 840.2953, 12603.145 8597.602 830.84485, 12622.529 8661.461 819.6442, 12631.801 8740.01 785.24286</trace>
</ink>
</file>

<file path=ppt/ink/ink6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12760.961 8348.361 874.14984, 12727.015 8219.853 842.05164, 12692.643 8130.4946 827.86523, 12639.766 8031.9688 816.4883, 12565.192 7930.9907 806.9535, 12470.394 7834.563 798.4694, 12402.618 7768.3477 792.1002, 12317.309 7707.0435 784.72595, 12244.315 7661.3623 782.0778, 12161.737 7616.92 774.1243, 12055.664 7576.34 771.52, 11931.958 7545.9194 771.979, 11798.303 7529.7637 773.17706, 11707.406 7520.1226 774.4928, 11587.276 7526.1904 774.8574, 11445.808 7553.47 770.59467, 11290.546 7604.056 760.6272, 11131.932 7677.143 748.0036, 10996.559 7756.3257 737.54254, 10892.678 7823.818 728.68555, 10786.106 7920.5947 721.7018, 10687.532 8039.382 718.09784, 10606.579 8174.4175 720.34235, 10546.433 8321.591 724.2454, 10509.232 8441.087 729.0467, 10487.579 8555.911 734.42865, 10489.533 8692.237 739.16046, 10518.897 8840.912 741.04034, 10578.4795 8992.7705 738.0972, 10668.714 9138.377 732.8708, 10738.007 9238.619 728.4246, 10834.34 9334.783 719.24054, 10966.078 9427.066 706.24896, 11127.982 9507.93 690.95544, 11315.14 9571.942 674.5061, 11509.82 9613.049 659.87317, 11646.557 9638.931 647.8471, 11816.096 9642.308 637.82495, 12002.229 9618.49 631.0199, 12193.532 9561.747 626.22766, 12343.628 9499.77 623.5381, 12473.794 9426.885 620.6399, 12599.356 9304.331 615.987, 12699.973 9132.887 606.51025, 12749.706 8906.239 587.00433, 12781.048 8758.92 541.7674, 12821.7295 8674.957 495.8779, 12834.338 8567.473 437.99445, 12825.968 8501.363 386.60797</trace>
</ink>
</file>

<file path=ppt/ink/ink6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15293.683 6829.4023 874.14984, 15282.36 6936.353 860.7043, 15277.021 6998.2124 854.6556, 15271.347 7065.0825 850.1702, 15265.716 7132.9326 842.84125, 15258.445 7222.7812 825.1479, 15253.645 7282.251 796.0355</trace>
</ink>
</file>

<file path=ppt/ink/ink6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15474.164 6885.696 874.14984, 15470.171 6986.4316 862.20294, 15464.536 7103.3325 858.53815, 15465.56 7166.3135 855.3526, 15471.856 7255.7217 844.27795, 15485.843 7325.3057 825.7578, 15500.743 7384.4404 762.2044</trace>
</ink>
</file>

<file path=ppt/ink/ink6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15279.998 7040.142 874.14984, 15357.881 7060.674 863.7901, 15439.06 7065.881 859.43304, 15498.747 7070.1216 830.24335</trace>
</ink>
</file>

<file path=ppt/ink/ink6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15155.113 6619.625 874.14984, 15124.188 6712.1753 864.2902, 15099.517 6774.071 857.33344</trace>
</ink>
</file>

<file path=ppt/ink/ink6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15072.144 7223.456 874.14984, 15089.773 7320.945 864.1285, 15099.517 7391.855 856.86224</trace>
</ink>
</file>

<file path=ppt/ink/ink6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17137.838 7167.1626 874.14984, 17149.422 7249.985 863.71094, 17154.59 7348.223 860.5783, 17161.867 7446.6484 857.1375, 17169.697 7523.794 847.7926, 17176.582 7594.67 822.3628</trace>
</ink>
</file>

<file path=ppt/ink/ink6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17317.465 7194.588 874.14984, 17322.055 7264.9644 866.27423, 17328.934 7352.5635 862.414, 17336.75 7424.9263 860.1581, 17347.727 7489.376 856.77167, 17358.285 7551.3027 824.23944</trace>
</ink>
</file>

<file path=ppt/ink/ink6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17095.928 7349.033 874.14984, 17194.137 7351.3716 864.23615, 17261.867 7349.033 857.1783</trace>
</ink>
</file>

<file path=ppt/ink/ink6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16957.36 7012.7163 874.14984, 16960.07 7080.7686 870.0942, 16958.531 7157.635 868.056, 16953.27 7216.411 679.60583</trace>
</ink>
</file>

<file path=ppt/ink/ink6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17026.643 7587.679 874.14984, 17049.377 7664.768 859.67566, 17068.555 7729.1353 824.77496</trace>
</ink>
</file>

<file path=ppt/ink/ink6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10968.126 4372.22 874.14984, 10968.126 4306.7295 871.5098, 10970.441 4227.6304 858.6463, 10974.857 4126.0396 860.343, 10976.136 4061.0999 861.586, 10977.554 3990.7058 862.1191, 10981.188 3919.8557 862.5386, 10990.2705 3850.3025 862.272, 11010.742 3789.0938 862.3904, 11099.261 3704.027 863.66736, 11165.021 3678.823 864.00665, 11238.997 3662.4563 862.075, 11301.961 3651.849 859.30426, 11411.701 3640.1812 853.8315, 11509.196 3634.3857 850.37964, 11602.246 3631.2166 850.67035, 11665.09 3629.9775 850.864, 11735.554 3629.1943 851.1469, 11794.644 3628.6892 851.633, 11920.923 3627.307 852.74054, 12000.008 3625.9468 852.4853, 12086.784 3625.7493 851.6887, 12179.607 3625.8047 850.34674, 12244.0 3625.785 848.5787, 12318.362 3625.325 846.3102, 12403.638 3624.3477 843.70746, 12476.585 3623.6262 841.4298, 12541.704 3623.0728 839.50977, 12619.281 3621.5183 838.95825, 12704.472 3619.4946 839.05963, 12794.587 3616.4814 839.8122, 12887.277 3612.8074 840.9389, 12954.8955 3610.0288 842.2445, 13025.523 3607.0752 843.7892, 13104.064 3604.6492 845.5282, 13184.657 3603.9346 847.32654, 13247.315 3603.8203 849.4875, 13359.487 3605.743 856.28986, 13442.767 3614.5332 861.86255, 13514.23 3658.971 866.4205, 13531.355 3722.449 867.3071, 13524.751 3838.144 866.017, 13517.773 3901.2788 864.1008, 13503.395 4020.2244 861.34125, 13494.183 4086.9624 861.5117, 13484.544 4149.624 861.6688, 13457.102 4246.268 863.1103, 13373.55 4303.07 860.62756, 13297.393 4310.5923 855.8058, 13201.613 4309.406 846.05664, 13125.945 4306.1626 839.10297, 13039.503 4303.0127 834.8242, 12947.016 4301.3833 830.90674, 12855.048 4300.934 829.5911, 12792.46 4300.694 828.74493, 12716.335 4301.0728 829.68024, 12630.139 4302.857 831.06366, 12536.018 4305.9243 832.63043, 12454.905 4309.184 833.4062, 12381.964 4312.6187 834.49756, 12292.589 4317.268 834.7581, 12192.212 4323.0327 833.334, 12084.666 4329.6763 831.6223, 11972.709 4336.3755 829.7122, 11889.882 4341.296 828.3855, 11805.653 4346.481 826.79675, 11711.645 4352.2188 825.93085, 11611.608 4358.315 826.0891, 11508.922 4364.8193 827.2121, 11406.611 4371.345 829.24445, 11339.501 4375.629 831.3425, 11260.646 4380.7686 830.81256, 11177.498 4386.629 828.04956, 11096.1045 4391.601 822.8893, 11029.376 4395.423 815.2726, 10948.515 4398.4604 788.2804, 10889.905 4399.0425 693.4702</trace>
</ink>
</file>

<file path=ppt/ink/ink6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19882.69 4105.188 874.14984, 19889.516 4022.1807 868.88086, 19891.768 3959.8315 863.1993, 19887.861 3886.4724 856.9961, 19871.846 3769.6602 855.3288, 19860.326 3696.9216 854.1989, 19839.781 3578.8674 849.1849, 19822.889 3493.3281 846.037, 19802.803 3392.3213 840.3317, 19780.338 3279.2349 835.01654, 19759.418 3172.8357 829.2864, 19743.084 3089.4878 823.753, 19724.336 2988.0637 818.313, 19707.06 2872.7024 813.70306, 19693.783 2745.572 809.879, 19685.08 2650.1814 806.61804, 19679.293 2550.74 803.77734, 19677.172 2440.9116 794.9291, 19675.914 2370.1348 787.70416, 19673.639 2302.6445 776.1423, 19676.436 2242.2588 735.919</trace>
</ink>
</file>

<file path=ppt/ink/ink7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19910.06 4105.188 874.14984, 19900.193 4018.8806 863.81305, 19895.084 3939.3022 854.48566, 19890.52 3844.541 845.12506, 19888.023 3770.035 840.38153, 19884.918 3680.8591 835.53973, 19881.26 3583.4473 828.9948, 19878.605 3513.152 823.1982, 19875.703 3418.5503 818.6128, 19872.021 3304.3838 814.20166, 19866.29 3175.2217 808.71954, 19858.34 3035.909 803.81195, 19851.164 2915.4622 799.25305, 19844.887 2813.119 795.8154, 19836.562 2693.5288 793.33875, 19824.201 2561.2217 792.36206, 19808.291 2417.1826 791.1182, 19796.945 2315.8425 789.90204, 19782.707 2197.5042 787.76636, 19764.371 2061.3838 785.549, 19744.002 1916.974 784.0929, 19721.72 1772.1377 784.34406, 19698.174 1638.8253 786.9393, 19681.354 1545.8154 789.6313, 19661.07 1443.0651 794.66296, 19639.488 1334.6865 800.6012, 19616.459 1223.3792 806.95056, 19598.809 1134.7383 812.7299, 19583.445 1053.6075 818.4442, 19569.035 962.9299 823.5517, 19557.05 870.61365 828.6886, 19547.256 783.6511 834.66034, 19537.672 705.98004 840.10236, 19519.666 612.202 850.48157, 19458.602 573.43933 867.95526</trace>
</ink>
</file>

<file path=ppt/ink/ink7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19702.207 3922.8357 874.14984, 19760.08 4023.191 855.71045, 19826.443 4121.753 843.9992, 19874.373 4183.97 838.0159, 19941.725 4143.7036 845.32495, 19968.09 4049.323 841.00653, 19986.6 3972.5132 837.3163, 20009.13 3879.062 833.0548, 20023.709 3818.2175 826.82104, 20042.523 3737.0095 801.87146</trace>
</ink>
</file>

<file path=ppt/ink/ink7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19508.04 566.88446 874.14984, 19542.99 638.7536 865.043, 19561.357 701.1584 860.49554, 19572.807 803.87616 857.26013, 19576.35 896.19806 855.2423, 19579.418 958.2422 853.89734, 19587.682 1029.4467 853.42645, 19601.512 1110.4863 852.5504, 19617.074 1189.0826 850.22626, 19630.506 1253.2808 847.49963, 19647.715 1336.62 842.9591, 19664.33 1432.7467 838.18555, 19678.47 1537.607 833.75507, 19688.45 1614.8323 830.0815, 19697.807 1697.8706 826.5866, 19708.713 1792.7812 824.5478, 19722.39 1896.9004 823.36975, 19737.357 1998.0323 822.4276, 19749.0 2074.3857 822.01526, 19767.447 2170.608 820.65204, 19792.37 2281.2373 818.62915, 19820.936 2399.8604 816.5903, 19841.225 2485.173 815.1024, 19861.742 2577.1255 815.36957, 19881.418 2681.0007 815.457, 19898.99 2792.0027 815.53046, 19913.09 2900.3416 815.4995, 19922.744 2977.9219 815.4515, 19932.635 3074.119 815.19885, 19943.771 3182.7886 815.0433, 19953.87 3297.4915 816.24225, 19960.871 3411.8667 818.3731, 19964.596 3504.4055 820.64716, 19966.207 3580.4014 822.951, 19964.74 3658.559 827.64966, 19960.686 3734.7139 832.65045, 19954.979 3807.6177 837.6741, 19945.912 3908.812 846.7598, 19945.596 4002.8513 854.99396, 20007.57 4049.3755 854.4478</trace>
</ink>
</file>

<file path=ppt/ink/ink7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19771.492 3979.61 874.14984, 19809.908 4051.7893 868.89514, 19868.79 4127.8984 868.13226, 19935.861 4120.4307 864.1964, 19996.23 4041.595 853.28754, 20029.283 3958.4568 843.224, 20078.975 3856.2554 829.8789, 20113.906 3784.2605 805.3624</trace>
</ink>
</file>

<file path=ppt/ink/ink7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19827.09 889.72943 874.14984, 19889.057 857.70374 868.57135, 19960.7 812.5385 862.8899, 20033.959 727.5928 862.9001, 19985.652 665.08777 859.0113, 19916.07 681.0817 855.1075, 19832.352 757.67737 849.45734, 19791.307 829.29333 849.5651, 19810.803 918.753 851.1187, 19865.082 978.2259 851.9498, 19947.592 991.36194 853.1972, 20024.627 949.6063 854.0569, 20084.28 909.62494 827.6271</trace>
</ink>
</file>

<file path=ppt/ink/ink7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19702.207 581.31866 874.14984, 19769.045 555.5033 859.88367, 19841.15 524.6836 840.8308, 19913.523 494.0537 800.707</trace>
</ink>
</file>

<file path=ppt/ink/ink7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20271.021 258.47372 874.14984, 20279.107 346.68497 862.03925, 20281.326 409.6771 854.7234, 20281.635 482.66556 849.2176, 20280.414 555.71265 840.76685, 20277.69 663.07837 821.35065, 20276.047 752.6704 777.554, 20296.854 852.1832 701.6022, 20313.39 913.9077 559.51965</trace>
</ink>
</file>

<file path=ppt/ink/ink7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20187.197 721.3303 874.14984, 20282.373 697.1767 862.388, 20383.203 695.0697 860.00305, 20451.02 711.5496 860.39514, 20511.781 780.69775 861.96387, 20579.611 852.2207 863.0005, 20639.615 857.5723 864.83136, 20591.861 786.13947 863.7619, 20512.023 751.5629 860.999, 20446.562 710.1833 863.5571, 20504.13 642.04694 859.5788, 20597.316 613.4049 853.25793, 20683.355 611.20013 856.636, 20748.793 636.3774 858.1932, 20791.775 720.5592 856.3736, 20808.287 813.7219 859.49304, 20867.436 849.95917 812.62897</trace>
</ink>
</file>

<file path=ppt/ink/ink7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20742.326 398.00433 874.14984, 20713.35 465.58154 865.2743, 20686.213 527.78986 856.37415, 20654.4 600.52954 834.05664</trace>
</ink>
</file>

<file path=ppt/ink/ink7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20921.95 229.60533 874.14984, 20920.71 299.03094 858.47754, 20917.959 365.59286 846.6734, 20915.135 447.95932 836.71106, 20912.857 537.96594 830.0987, 20911.168 625.63904 827.61597, 20910.021 689.9619 827.01154, 20916.55 790.37885 832.6289, 20964.498 859.11505 843.549</trace>
</ink>
</file>

<file path=ppt/ink/ink7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21033.148 272.4268 874.14984, 21034.088 373.38242 860.5967, 21017.281 480.2118 852.71826, 21003.879 564.657 857.17737, 21015.592 649.90985 861.1934, 21047.41 709.2554 862.88434, 21118.87 663.4553 863.08514, 21162.672 602.8494 859.83167, 21203.562 535.70703 861.25903, 21226.74 471.86487 862.9147, 21227.246 399.39386 863.79205, 21140.102 339.3703 865.875, 21055.793 393.45978 864.6563, 20996.834 473.0011 861.1493, 20971.523 534.4559 857.571, 20951.797 600.38696 854.6241, 20931.23 697.9045 851.02527, 20946.42 797.34937 852.4973, 21025.549 870.71967 853.13495, 21105.715 905.3807 853.0013, 21215.268 938.8373 847.86005, 21287.387 962.0247 833.6277</trace>
</ink>
</file>

<file path=ppt/ink/ink7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21310.283 1044.1753 874.14984, 21226.148 1051.2677 850.43164, 21138.451 1060.135 830.2391, 21025.979 1074.1997 808.57654, 20889.781 1094.1617 783.0829, 20782.994 1110.2938 763.23737, 20660.678 1131.2676 740.8901, 20534.729 1158.1204 718.3856, 20415.984 1185.9744 696.7679, 20237.076 1245.9323 660.7293, 20120.988 1284.8885 603.2599, 20048.59 1304.583 525.92847, 19980.066 1329.3302 478.5478, 19920.139 1354.0502 432.871</trace>
</ink>
</file>

<file path=ppt/ink/ink7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11711.435 5208.9233 874.14984, 11642.345 5196.3867 864.0731, 11529.897 5188.621 858.6236, 11462.947 5190.1143 856.4219, 11359.3125 5192.7534 854.57324, 11274.931 5193.074 854.4877, 11164.451 5201.9995 856.34174, 11097.275 5218.3433 857.1205, 10991.768 5255.771 856.973, 10891.604 5318.1733 855.6456, 10818.866 5385.944 857.084, 10768.852 5462.1284 857.79254, 10733.749 5568.813 857.65063, 10725.55 5628.878 857.5615, 10720.39 5727.8276 857.493, 10724.413 5791.028 857.10254, 10733.864 5857.652 856.40295, 10754.928 5959.2227 855.71313, 10794.191 6065.588 855.79736, 10844.957 6150.649 856.6488, 10917.553 6224.597 857.3236, 11020.762 6288.965 857.5472, 11115.101 6328.212 857.475, 11225.002 6346.578 857.1518, 11286.339 6345.4585 856.95514, 11348.055 6337.73 856.8669, 11440.393 6318.333 856.9588, 11532.069 6274.7715 857.5735, 11607.969 6216.081 858.051, 11680.438 6138.233 858.0138, 11754.446 6026.552 857.2143, 11808.087 5923.5864 856.281, 11852.213 5801.703 855.19196, 11869.364 5727.696 854.68207, 11880.953 5668.7246 854.15796, 11889.345 5605.337 853.0083, 11892.462 5523.1216 849.9867, 11884.293 5428.013 845.134, 11854.85 5325.051 838.7836, 11835.611 5258.3926 830.7513, 11823.765 5193.024 811.5817, 11795.17 5131.8027 748.4198</trace>
</ink>
</file>

<file path=ppt/ink/ink7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17317.465 4091.2346 874.14984, 17298.31 4019.2896 868.0262, 17282.074 3953.3328 863.0441, 17261.57 3832.3328 852.32715, 17242.408 3700.3992 840.8453, 17226.246 3594.9612 832.968, 17206.889 3462.9387 821.2356, 17186.178 3311.1365 804.0577, 17168.652 3176.7537 786.3568, 17153.545 3056.9146 768.169, 17138.621 2910.4995 751.16626, 17125.35 2747.158 738.4195, 17113.125 2571.0366 729.7913, 17100.346 2385.3635 725.645, 17090.502 2247.4297 723.70105, 17079.475 2106.403 723.0885, 17066.355 1949.6768 725.41113, 17055.44 1814.126 732.2048, 17046.344 1698.0853 739.91113, 17038.36 1564.2076 748.65173, 17032.63 1421.954 758.3799, 17028.047 1276.1316 767.75745, 17021.775 1131.0842 776.2977, 17016.605 1019.932 783.1667, 17007.45 908.0604 788.89813, 16989.424 762.4748 791.2403, 16977.787 668.7313 789.1779, 16972.39 606.1983 792.019, 16957.36 510.59106 775.9809</trace>
</ink>
</file>

<file path=ppt/ink/ink7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17165.209 3852.5896 874.14984, 17195.23 3928.9653 863.78503, 17225.926 4016.6736 855.3944, 17252.73 4095.1514 854.8925, 17282.996 4181.9966 859.555, 17341.752 4239.489 862.2496, 17421.924 4181.9697 861.827, 17470.496 4094.99 855.68176, 17515.684 3998.1394 839.82446, 17544.943 3933.7583 809.4051</trace>
</ink>
</file>

<file path=ppt/ink/ink7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15043.917 5916.68 874.14984, 15039.166 5846.2754 845.6507, 15036.678 5773.1416 847.02136, 15035.88 5687.9297 847.13684, 15036.187 5591.936 845.5864, 15037.716 5511.1865 842.1017, 15038.372 5411.2314 835.84845, 15038.511 5296.179 828.6585, 15039.355 5179.617 824.90765, 15040.082 5094.1143 818.4774, 15042.374 4984.4478 811.0516, 15045.987 4856.911 804.45764, 15051.069 4718.122 798.294, 15055.874 4606.111 793.5915, 15061.433 4498.2905 789.8856, 15067.152 4371.591 787.4277, 15072.089 4232.498 785.8626, 15076.439 4089.2183 785.2716, 15079.332 3993.0166 785.12726, 15083.033 3873.0942 785.5555, 15088.753 3737.4985 786.01746, 15095.778 3591.912 786.7365, 15101.194 3469.776 787.26373, 15105.632 3360.908 786.9977, 15109.085 3233.4385 787.0863, 15111.607 3093.9985 787.39935, 15113.233 2947.122 787.8402, 15115.179 2796.385 788.69775, 15116.624 2687.6323 789.6398, 15118.876 2573.2336 790.6922, 15121.513 2444.8672 791.57495, 15125.305 2307.419 792.00586, 15130.333 2176.2922 792.6286, 15134.353 2079.0032 793.22815, 15139.988 1961.7416 793.5715, 15146.684 1831.4994 794.2478, 15154.676 1695.2063 795.491, 15165.324 1558.7202 797.37805, 15175.518 1449.8019 799.73663, 15185.827 1356.5948 802.25836, 15200.1 1257.4883 806.48486, 15216.937 1155.5701 812.0271, 15234.823 1051.6555 818.14734, 15246.641 983.07654 823.779, 15260.755 900.3254 829.1992, 15277.782 809.89264 832.9247, 15298.206 721.262 833.2714, 15318.689 640.0678 830.83777, 15335.001 571.1791 825.7957, 15349.052 510.84122 816.94836, 15366.37 451.08566 745.9231</trace>
</ink>
</file>

<file path=ppt/ink/ink7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14960.947 5636.6562 874.14984, 14973.624 5720.7085 863.7806, 14988.938 5828.06 859.84814, 15003.288 5914.596 857.6786, 15080.737 5969.672 859.6081, 15152.246 5922.8794 854.747, 15212.494 5866.9 837.79724</trace>
</ink>
</file>

<file path=ppt/ink/ink7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15445.9375 145.40585 874.14984, 15369.802 236.86522 872.0345, 15342.413 320.63904 870.14606, 15395.863 396.8017 867.52875, 15463.714 448.03888 864.8712, 15533.266 534.7503 864.0896, 15558.456 613.6214 862.2453, 15548.291 683.4154 860.209, 15495.965 744.66016 862.8172, 15432.25 721.3303 867.39374</trace>
</ink>
</file>

<file path=ppt/ink/ink7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15640.104 313.8048 874.14984, 15639.009 410.22906 862.75397, 15633.91 505.7458 857.6604, 15631.9 583.5092 861.1857, 15647.332 642.6201 862.94507, 15713.394 617.9408 859.7106, 15744.216 531.1326 852.81586, 15764.986 468.25076 833.46216</trace>
</ink>
</file>

<file path=ppt/ink/ink7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15764.986 327.27676 874.14984, 15768.119 413.7873 863.4858, 15763.1 510.788 859.0949, 15758.318 594.1014 863.0272, 15841.078 624.22614 860.7863, 15898.184 564.9971 852.08527, 15967.296 497.9703 821.0187, 16017.698 437.24173 525.0733</trace>
</ink>
</file>

<file path=ppt/ink/ink7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16001.065 285.8987 874.14984, 16001.065 397.8464 855.81805, 15998.356 478.68213 843.8849, 15990.641 577.4575 832.23773, 15980.953 670.2152 822.5494, 15972.454 744.1814 815.1884, 15961.176 828.00476 809.5495, 15952.874 888.4806 805.6644, 15940.608 965.3724 806.19354, 15929.603 1040.4861 809.24176, 15920.006 1133.9664 823.85815</trace>
</ink>
</file>

<file path=ppt/ink/ink7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15903.555 608.74365 874.14984, 15983.0205 609.3241 867.9192, 16049.155 596.5418 863.6747, 16137.983 547.353 861.1807, 16195.499 467.4295 860.0031, 16230.166 397.22293 858.58716, 16236.795 338.06274 861.01587, 16174.817 359.96756 858.11456, 16132.323 430.0166 851.3671, 16104.158 542.75616 849.3453, 16096.52 629.77924 852.3159, 16129.843 713.9017 855.1606, 16213.319 739.29364 859.6295, 16272.285 685.9508 860.56384, 16316.85 596.76904 855.79987, 16358.858 481.11102 852.8641, 16394.182 398.6523 854.5712, 16477.5 373.4397 858.95795, 16503.508 469.1119 856.6394, 16510.768 560.365 854.42957, 16532.646 641.9225 858.60657, 16599.451 654.1822 859.01855, 16655.334 588.025 854.44196, 16699.787 529.4039 820.73517</trace>
</ink>
</file>

<file path=ppt/ink/ink7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16680.22 384.05127 874.14984, 16696.39 472.91446 863.4371, 16704.635 568.0151 857.6969, 16704.031 636.0216 858.60034, 16729.275 536.99225 840.6922, 16756.9 470.46957 838.7341, 16794.87 407.2458 842.05383, 16867.402 328.41568 848.9094, 16931.752 324.54495 851.47424, 16963.43 390.70413 853.122, 16971.004 476.60367 857.08203, 16997.16 538.81885 861.33875, 17040.588 598.35236 428.9236</trace>
</ink>
</file>

<file path=ppt/ink/ink7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17151.525 370.0982 874.14984, 17123.348 463.42715 868.367, 17104.537 563.6456 868.53656, 17180.693 571.55084 861.9031, 17234.27 493.70575 858.03046, 17243.938 414.03143 859.7535, 17149.154 391.58447 855.4442, 17074.174 405.98477 846.5352, 17136.367 319.03525 841.8282, 17211.705 267.92258 846.4038, 17280.42 262.4191 853.8863, 17331.164 348.60663 855.8808, 17343.334 455.45712 854.9685, 17348.775 547.711 857.7674, 17420.938 456.6379 840.71783, 17458.318 346.44507 820.73785, 17482.61 274.45224 787.49445, 17505.023 208.16676 719.14514, 17525.316 145.40596 661.7989</trace>
</ink>
</file>

<file path=ppt/ink/ink7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17747.71 285.8987 874.14984, 17669.178 365.0358 857.6795, 17611.018 437.83005 845.2673, 17556.594 512.2947 842.1508, 17512.486 587.17474 847.3322, 17584.71 543.9472 852.937, 17642.053 455.03412 847.4867, 17688.36 372.14706 841.00946, 17730.145 452.55557 843.5869, 17721.275 537.1491 848.8663, 17788.768 552.4503 866.7937</trace>
</ink>
</file>

<file path=ppt/ink/ink7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17858.053 496.63803 874.14984, 17938.795 416.13638 870.0097, 17875.18 423.93555 852.84937, 17810.113 514.14594 843.85223, 17774.727 589.87134 844.6914, 17799.908 653.9626 848.338, 17926.14 627.6685 841.65015, 17990.344 608.5416 832.68896, 18066.76 566.88446 793.2001</trace>
</ink>
</file>

<file path=ppt/ink/ink7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16019.884 -42.719883 874.14984, 15942.99 -53.236465 862.8551, 15819.401 -42.955997 855.8158, 15742.783 -25.19926 851.0563, 15659.031 4.2995205 845.7171, 15600.226 26.025887 841.41254, 15535.299 58.374752 837.0685, 15423.89 121.67061 828.8157, 15357.196 167.79768 825.821, 15290.518 220.33292 825.254, 15228.163 276.63254 827.31354, 15173.512 335.3234 830.7015, 15104.712 423.34637 838.87006, 15060.978 544.3631 846.4842, 15049.12 603.7097 849.4024, 15041.227 703.39386 854.3213, 15069.265 808.4308 856.867, 15124.746 893.0856 857.60944, 15205.413 959.824 856.96655, 15268.51 996.4905 854.9388, 15341.367 1032.4987 851.3877, 15459.494 1082.9763 844.2065, 15541.521 1107.0244 840.5847, 15633.509 1125.5049 837.5557, 15733.128 1136.6328 834.88855, 15825.83 1142.2474 832.3081, 15901.234 1144.9369 829.6424, 15995.403 1143.0801 826.54865, 16104.129 1138.2649 822.97516, 16225.961 1130.6993 818.9924, 16359.738 1120.8174 814.15717, 16467.252 1111.924 809.7261, 16571.123 1102.2273 805.048, 16691.223 1087.8601 800.8214, 16820.03 1067.7769 797.7048, 16952.846 1041.5997 796.31836, 17087.82 1011.11096 796.17163, 17179.016 990.2152 796.99786, 17280.92 962.44037 798.27325, 17392.28 928.569 799.98596, 17507.324 889.37897 802.1543, 17608.445 851.4579 805.1138, 17687.145 820.5628 808.183, 17773.695 779.7641 812.2865, 17860.518 729.8337 816.74854, 17939.652 672.9749 821.73676, 18040.305 583.76154 831.41614, 18109.213 466.2431 840.68195, 18126.723 401.0814 844.63477, 18131.479 335.31494 847.8615, 18123.9 237.7826 852.64166, 18100.23 178.49669 853.80743, 18062.988 116.56462 853.3792, 18012.947 54.70194 851.48724, 17915.688 -38.1035 846.2382, 17853.729 -80.5572 843.142, 17775.84 -122.83081 839.7051, 17682.514 -163.13474 835.81854, 17611.42 -191.28165 831.9043, 17528.76 -216.14835 827.22485, 17424.572 -236.07289 821.3857, 17302.525 -249.38708 814.8348, 17166.486 -257.06674 808.0645, 17025.979 -258.63287 802.15533, 16932.209 -259.4074 797.07, 16817.99 -252.51662 792.7933, 16692.06 -238.7881 790.0849, 16558.893 -216.71492 788.983, 16419.064 -185.10045 788.7014, 16291.143 -150.8219 788.47455, 16192.186 -122.49177 788.4348, 16075.792 -81.53563 788.1887, 16000.908 -54.923462 784.2444, 15925.826 -29.880352 781.53424, 15866.624 -6.3870215 751.6061</trace>
</ink>
</file>

<file path=ppt/ink/ink7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15141.429 651.5651 874.14984, 15119.944 714.04956 868.93976, 15096.963 775.32477 863.5282, 15070.547 842.1139 860.3241, 15031.244 949.493 856.7986, 15008.427 1022.51514 853.9295, 14982.752 1109.2971 849.23474, 14961.13 1183.8875 844.8929, 14941.556 1253.4789 841.25385, 14918.887 1340.3628 837.1814, 14894.196 1439.3591 832.95544, 14867.344 1546.5704 829.1431, 14849.913 1616.2291 825.72833, 14828.104 1705.1742 822.67706, 14806.164 1807.1295 820.14056, 14785.962 1920.3893 818.30975, 14767.811 2045.9027 816.2088, 14752.476 2169.4058 812.7744, 14741.331 2264.0696 809.3401, 14728.761 2384.7827 804.5524, 14715.565 2523.2678 799.00116, 14704.1 2673.6436 793.55347, 14696.329 2787.366 789.179, 14690.528 2905.3096 785.3044, 14687.77 3041.8003 782.6561, 14688.187 3191.1604 780.66504, 14690.7295 3338.3965 779.0454, 14692.96 3445.6624 777.9569, 14698.674 3579.1985 776.4578, 14706.103 3729.8872 774.9906, 14714.034 3889.4941 774.67303, 14722.266 4052.8447 774.81274, 14728.919 4188.5435 775.87476, 14734.385 4302.0596 777.05914, 14741.265 4427.0923 779.9334, 14749.953 4558.2363 784.2333, 14761.643 4693.663 788.723, 14776.518 4831.3696 793.5584, 14787.741 4931.048 797.7754, 14799.748 5031.563 802.07465, 14813.275 5139.9243 805.8796, 14825.974 5245.735 810.44696, 14836.639 5342.6167 820.4165, 14845.88 5418.6323 830.37836, 14864.1 5525.463 845.1592, 14900.64 5590.3447 870.4605</trace>
</ink>
</file>

<file path=ppt/ink/ink7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14600.841 4794.18 874.14984, 14612.893 4868.7593 856.055, 14627.435 4939.6855 844.4963, 14649.416 5031.4287 831.78845, 14676.682 5139.5996 820.3073, 14700.441 5231.271 811.7181, 14721.952 5312.598 805.3387, 14743.365 5390.7153 801.3726, 14761.383 5455.437 800.7508, 14784.698 5532.7886 798.1723, 14809.534 5606.768 805.00543, 14854.015 5705.9824 821.9768, 14939.714 5716.6426 844.9315, 14997.865 5591.6426 849.70886, 15017.681 5532.4443 835.1315, 15030.231 5467.295 807.6055</trace>
</ink>
</file>

<file path=ppt/ink/ink7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8985.402 4358.7485 874.14984, 8876.851 4358.748 865.16583, 8810.102 4358.748 856.68884, 8751.138 4358.748 849.7, 8638.81 4358.748 841.6954, 8577.418 4358.7485 840.6745, 8468.623 4358.749 843.6763, 8400.493 4358.749 844.4778, 8329.208 4357.7246 844.9541, 8258.403 4355.182 845.8839, 8193.22 4351.597 848.16327, 8093.471 4344.265 853.1025, 7985.3525 4332.381 860.1182, 7898.053 4323.6006 863.32635, 7789.5415 4336.81 864.89777, 7692.965 4406.327 865.3347, 7627.783 4524.7124 862.1961, 7595.5146 4622.8203 857.3395, 7583.9414 4731.263 856.885, 7597.337 4820.056 858.9737, 7662.362 4885.0967 859.8194, 7755.452 4926.362 859.01276, 7816.3667 4942.5103 854.72186, 7887.044 4956.6367 850.61774, 7995.6807 4974.421 843.20624, 8067.053 4980.0796 843.38324, 8145.602 4982.3755 843.5844, 8229.497 4981.155 843.7549, 8309.907 4977.2085 843.6567, 8369.61 4973.6953 843.6245, 8441.339 4966.428 843.5841, 8517.869 4956.0073 845.4578, 8595.722 4943.5483 847.7649, 8667.078 4931.556 850.99115, 8778.479 4909.2524 856.92206, 8839.087 4888.3784 858.8067, 8939.14 4818.1533 860.8122, 8992.327 4743.0396 862.52216, 9013.301 4624.3047 861.78217, 9014.486 4560.9873 860.3638, 9017.627 4501.214 856.35205, 9013.641 4442.383 846.0146</trace>
</ink>
</file>

<file path=ppt/ink/ink7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7696.3745 4821.6055 874.14984, 7607.2983 4850.68 862.93823, 7506.04 4893.462 859.27057, 7414.3975 4935.3374 857.44916, 7334.0044 4976.6934 856.5143, 7231.0737 5029.755 854.3252, 7166.114 5066.033 853.6699, 7096.279 5108.27 852.4781, 7026.1934 5155.1196 850.9694, 6920.7446 5230.4746 847.9109, 6856.108 5281.627 846.2882, 6789.8433 5338.759 845.0385, 6689.6514 5431.054 844.66406, 6582.7686 5549.9927 845.897, 6528.9795 5620.9004 846.214, 6455.4355 5725.4404 846.0346, 6415.693 5790.3394 846.3861, 6377.1743 5858.16 847.79083, 6340.33 5924.622 849.4114, 6283.617 6022.8896 852.54956, 6233.1934 6097.2646 857.3841, 6174.089 6142.456 570.43304</trace>
</ink>
</file>

<file path=ppt/ink/ink7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6226.866 5888.7734 874.14984, 6196.9473 5959.283 864.82666, 6168.345 6046.38 861.77625, 6148.0327 6118.6294 860.1926, 6214.021 6151.3057 858.85065, 6282.2466 6111.518 854.2179, 6343.77 6073.4126 840.36163</trace>
</ink>
</file>

<file path=ppt/ink/ink7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16238.0 4333.248 874.14984, 16162.778 4338.692 863.92926, 16064.583 4334.9834 861.1223, 15966.579 4326.289 860.0968, 15886.932 4317.8057 859.632, 15802.594 4310.0264 858.49585, 15743.436 4305.6626 858.12024, 15677.975 4300.7734 857.7638, 15608.433 4296.7593 857.35864, 15500.379 4290.1816 856.63715, 15441.569 4286.3755 856.34546, 15381.344 4282.5557 856.342, 15322.08 4280.779 856.69464, 15239.453 4281.6733 857.786, 15149.895 4294.7397 861.50684, 15089.336 4315.239 864.86664, 15039.306 4395.378 866.65356, 15034.824 4505.2544 863.5296, 15037.676 4596.2593 859.4978, 15047.094 4704.032 857.5245, 15064.991 4801.57 857.92114, 15091.857 4873.8887 859.4536, 15181.741 4951.952 863.1799, 15243.66 4968.6094 862.6092, 15306.3125 4977.338 859.64056, 15423.508 4979.2183 850.59875, 15495.91 4972.438 846.4594, 15574.495 4963.6743 844.80566, 15657.281 4954.371 844.69006, 15722.119 4947.2466 844.843, 15783.921 4940.8022 844.9867, 15853.747 4935.3203 845.37524, 15927.211 4932.414 846.1484, 16001.062 4931.4043 847.8944, 16072.584 4932.807 850.0901, 16171.853 4937.2144 856.2673, 16254.486 4940.536 862.3212, 16337.137 4909.3276 864.19244, 16400.045 4804.0645 862.5009, 16408.168 4744.1094 859.2344, 16409.986 4679.1323 855.9858, 16407.05 4580.213 840.8777, 16401.818 4520.395 830.40295, 16395.19 4424.2046 797.464, 16399.648 4345.373 744.3497, 16406.541 4284.4077 596.8346</trace>
</ink>
</file>

<file path=ppt/ink/ink7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7183.158 7377.902 874.14984, 7106.0103 7364.845 869.07935, 6989.8545 7351.3813 866.06604, 6894.4 7339.4683 862.10394, 6776.481 7328.441 857.82745, 6711.5537 7325.097 856.2524, 6644.2554 7323.296 855.89825, 6542.6113 7323.162 855.6743, 6478.3105 7325.385 855.42834, 6405.667 7328.0776 854.9906, 6326.988 7331.8887 854.35516, 6246.897 7336.2827 853.54736, 6126.9014 7342.5303 852.9905, 6055.418 7344.2627 852.99023, 5946.7695 7343.0894 852.90924, 5886.84 7338.7964 853.17285, 5825.53 7332.7437 853.81696, 5763.0366 7325.035 855.68585, 5698.2593 7319.6567 858.2895, 5637.353 7320.565 860.2332, 5546.0015 7337.3906 863.1559, 5469.2007 7420.5776 862.78253, 5432.3975 7509.8906 859.93274, 5431.9067 7625.0 854.5021, 5452.7466 7716.627 854.01654, 5507.5674 7780.6953 854.31274, 5616.879 7816.0435 854.07916, 5679.4893 7825.8403 852.2684, 5801.2324 7838.962 847.8589, 5885.373 7847.809 844.4297, 5979.6914 7857.774 840.3321, 6050.72 7865.2 836.83813, 6128.2236 7873.004 833.06604, 6222.3345 7879.704 829.30835, 6329.2856 7881.121 825.4942, 6447.5596 7876.395 821.428, 6576.0376 7867.046 817.0095, 6661.202 7860.746 812.9899, 6770.6978 7850.1274 808.3465, 6895.666 7838.5503 803.6614, 7028.2524 7828.5776 799.8822, 7140.948 7821.619 797.76733, 7236.2905 7816.663 796.3244, 7345.012 7813.4185 797.15454, 7459.364 7813.3975 799.68384, 7575.5146 7815.8496 803.3959, 7690.372 7819.0625 808.273, 7776.9697 7821.6133 813.07324, 7857.2764 7823.755 818.9186, 7942.7314 7825.719 825.4782, 8027.0166 7827.03 832.01514, 8104.432 7826.626 837.8673, 8209.172 7823.298 846.9815, 8279.894 7810.993 856.1435, 8285.274 7731.9966 860.3533, 8203.3955 7635.1875 855.5594, 8093.04 7545.4546 849.9683, 8029.9565 7498.5923 848.0006, 7932.4375 7427.745 845.44055, 7869.3916 7386.1426 845.1579, 7800.102 7346.024 845.4334, 7740.1357 7315.8594 846.0775, 7614.0557 7275.6187 847.8574, 7523.085 7275.5938 845.8633, 7464.3 7275.8276 843.04297, 7389.446 7272.804 834.1407, 7328.374 7282.1567 8.274931</trace>
</ink>
</file>

<file path=ppt/ink/ink7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6309.8364 7153.2095 874.14984, 6373.168 7149.888 874.14984, 6475.83 7135.532 869.65405, 6539.597 7125.103 868.2972, 6608.6616 7114.021 866.6182, 6713.8438 7096.7915 864.33887, 6774.4375 7083.863 863.8003, 6841.548 7066.827 862.43085, 6908.6226 7048.415 860.97473, 7004.953 7021.7744 858.49866, 7117.7124 6990.05 857.88965, 7213.833 6961.4478 858.4224, 7325.36 6928.5767 857.86505, 7392.8936 6908.5796 857.3437, 7465.3013 6887.3154 856.7347, 7526.7236 6869.3296 855.938, 7641.0815 6835.133 855.0505, 7711.5747 6812.1836 854.461, 7788.722 6785.564 853.95496, 7905.112 6743.5015 852.19934, 7977.169 6714.6895 850.31323, 8056.6943 6681.3975 848.37067, 8143.1997 6643.656 846.4837, 8231.172 6603.7817 844.2871, 8292.3545 6575.8994 842.03076, 8367.86 6539.975 839.1971, 8451.727 6499.3574 836.3897, 8540.714 6455.532 834.08704, 8613.881 6418.9346 832.97614, 8681.193 6384.651 832.0939, 8760.629 6343.2646 831.9643, 8847.322 6296.5884 831.7969, 8939.616 6246.4976 830.9878, 9037.108 6193.8315 829.6372, 9107.436 6155.8706 828.534, 9184.19 6114.8794 827.7071, 9273.055 6068.3276 826.42084, 9368.887 6018.6772 824.88574, 9458.983 5971.7695 823.8584, 9526.892 5936.3647 823.1914, 9609.086 5893.64 822.81244, 9700.573 5846.166 822.75446, 9798.697 5795.6055 822.9239, 9901.415 5742.872 823.0483, 9987.446 5698.763 822.6818, 10062.73 5660.227 822.3275, 10150.888 5616.6714 822.1892, 10248.336 5572.0684 822.28406, 10353.784 5527.74 822.0484, 10424.56 5498.132 821.78314, 10511.076 5464.145 821.78217, 10611.099 5426.1055 820.71356, 10720.499 5386.627 818.9257, 10818.294 5353.531 817.1897, 10898.994 5327.227 815.6544, 10995.789 5299.8525 814.1632, 11102.477 5272.9224 813.51733, 11215.583 5247.2783 813.6108, 11332.833 5224.3306 814.82513, 11424.686 5207.605 815.7837, 11512.168 5193.637 816.38995, 11612.741 5181.1904 817.0471, 11721.813 5170.7427 817.77026, 11831.638 5161.8765 819.021, 11906.588 5155.968 820.31757, 11997.189 5151.4155 821.5992, 12098.575 5149.435 822.99365, 12206.0625 5150.311 824.2213, 12317.51 5153.696 824.9106, 12417.282 5158.5054 825.62085, 12496.09 5163.0186 826.2409, 12586.171 5171.8037 827.0232, 12680.54 5184.548 828.4627, 12775.342 5200.7124 830.8309, 12843.498 5213.2646 833.7487, 12910.378 5228.611 837.1111, 12978.458 5249.67 840.44135, 13044.598 5276.644 843.71124, 13107.353 5308.8213 846.8577, 13200.978 5369.6094 852.41364, 13272.199 5449.64 856.40845, 13325.617 5561.0767 857.7928, 13352.386 5663.009 857.5693, 13354.087 5782.028 856.6108, 13346.216 5851.549 856.0152, 13330.859 5959.8296 854.9948, 13319.5625 6024.422 854.53705, 13305.741 6094.6006 852.75507, 13288.495 6166.33 849.05646, 13269.554 6236.4204 843.437, 13242.004 6334.793 826.3757, 13210.759 6444.331 792.0022, 13164.759 6525.416 726.3995, 13105.017 6579.067 487.45724</trace>
</ink>
</file>

<file path=ppt/ink/ink7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13006.449 6295.818 874.14984, 13037.314 6369.4844 866.5331, 13053.331 6461.5396 865.60144, 13070.204 6556.418 866.0895, 13110.056 6615.251 865.2893, 13184.8545 6603.257 860.4681, 13253.769 6561.2007 854.65155, 13347.62 6487.6313 844.0509, 13418.964 6434.322 824.5011, 13484.341 6391.279 775.33044</trace>
</ink>
</file>

<file path=ppt/ink/ink7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8153.992 8149.6504 874.14984, 8253.11 8177.5776 870.1596, 8369.435 8184.158 866.8023, 8471.726 8181.7344 863.7517, 8534.255 8175.9443 863.19464, 8603.879 8167.6396 862.2993, 8677.353 8157.4175 860.611, 8782.331 8140.285 857.4638, 8899.381 8115.288 856.3885, 8962.889 8098.6323 856.71356, 9030.08 8079.4556 857.067, 9127.229 8051.969 856.7374, 9185.929 8036.3 856.60254, 9245.576 8020.889 856.7221, 9337.048 7999.5337 857.80334, 9424.6455 7982.106 861.38574, 9502.507 7966.564 864.68256, 9571.788 7945.9043 867.5361, 9631.174 7928.6885 816.58844</trace>
</ink>
</file>

<file path=ppt/ink/ink7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9429.333 7882.618 874.14984, 9497.721 7885.1714 871.62427, 9564.915 7912.3525 869.4089, 9601.133 7973.1475 865.97766, 9580.222 8052.703 863.4924, 9523.534 8119.2373 860.22955</trace>
</ink>
</file>

<file path=ppt/ink/ink7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7488.5225 8753.481 874.14984, 7551.386 8760.545 858.54065, 7627.0684 8764.487 863.6085, 7720.2065 8763.601 862.04736, 7833.148 8768.234 859.52155, 7930.3374 8777.48 856.7033, 8024.4937 8786.02 860.22015, 8142.973 8785.582 858.77203, 8205.683 8782.087 858.1281, 8306.779 8775.023 857.6695, 8370.566 8769.433 857.32635, 8438.168 8765.243 857.11145, 8506.056 8763.882 857.06805, 8608.018 8764.016 856.6751, 8698.783 8766.279 857.88806, 8779.52 8764.166 861.6118, 8877.468 8757.858 864.6552, 8967.32 8752.896 866.9748, 9033.545 8727.219 868.59766, 9074.251 8651.901 867.8432, 9092.99 8574.757 864.70544, 9098.186 8463.994 861.11743, 9098.701 8400.303 859.3713, 9098.804 8296.518 856.60474, 9097.49 8223.563 854.94995, 9094.754 8139.7046 852.1576, 9091.733 8047.7944 848.6873, 9089.952 7963.3755 845.3302, 9088.912 7894.0854 842.1176, 9089.762 7809.264 838.6804, 9092.71 7716.046 836.1644, 9094.669 7655.1387 834.1183, 9099.585 7577.354 832.8074, 9107.331 7491.018 832.3204, 9119.06 7402.4214 832.8065, 9134.9 7315.7954 835.40985, 9151.77 7239.7837 838.4564, 9182.572 7130.022 845.8735, 9252.039 7034.53 854.37915, 9377.835 6985.8413 856.8822, 9451.953 6982.5776 855.2288, 9561.128 6990.759 850.25836, 9670.787 7019.562 850.0819, 9760.97 7047.9834 850.8588, 9870.104 7076.2036 852.56946, 9957.697 7091.4946 855.7159, 10036.498 7091.1685 858.4914, 10095.308 7089.543 851.3784</trace>
</ink>
</file>

<file path=ppt/ink/ink7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9858.725 6914.083 874.14984, 9917.275 6956.403 868.5351, 10005.438 7017.561 866.8379, 10064.07 7106.162 864.7609, 10058.962 7191.3677 863.3123, 10012.2 7257.226 861.0674, 9952.302 7308.307 566.32385</trace>
</ink>
</file>

<file path=ppt/ink/ink7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11842.305 6156.768 874.14984, 11782.067 6122.8506 864.98944, 11668.865 6097.2217 853.2981, 11600.469 6096.085 849.0523, 11540.888 6100.5854 845.83826, 11434.284 6121.398 843.9538, 11336.208 6156.306 845.02264, 11245.97 6211.4297 846.8892, 11167.769 6287.4453 851.11426, 11111.293 6366.083 855.01416, 11069.073 6479.608 857.0008, 11062.33 6541.6396 857.10535, 11067.926 6635.3696 857.0583, 11121.358 6739.174 856.06464, 11223.267 6832.381 854.1198, 11313.678 6887.6265 852.60815, 11379.016 6910.923 851.8189, 11489.407 6938.014 849.8819, 11560.712 6943.215 848.27277, 11641.756 6939.315 845.7835, 11729.359 6924.743 842.73926, 11819.363 6899.19 839.7002, 11882.009 6880.2754 837.61053, 11950.991 6849.8057 835.3275, 12027.3125 6806.161 833.21844, 12105.937 6752.272 831.3723, 12173.764 6699.0444 830.342, 12278.292 6598.9683 829.63477, 12322.318 6535.754 832.3122, 12352.888 6468.8765 835.9363, 12365.331 6400.36 839.491, 12358.186 6332.635 842.3136, 12316.131 6231.327 845.65454, 12225.384 6151.063 840.069, 12160.498 6099.513 820.6369</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70" name=""/>
        <p:cNvGrpSpPr/>
        <p:nvPr/>
      </p:nvGrpSpPr>
      <p:grpSpPr>
        <a:xfrm>
          <a:off x="0" y="0"/>
          <a:ext cx="0" cy="0"/>
          <a:chOff x="0" y="0"/>
          <a:chExt cx="0" cy="0"/>
        </a:xfrm>
      </p:grpSpPr>
      <p:sp>
        <p:nvSpPr>
          <p:cNvPr id="104869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9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9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0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0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fr-FR"/>
          </a:p>
        </p:txBody>
      </p:sp>
      <p:sp>
        <p:nvSpPr>
          <p:cNvPr id="1048583" name="Date Placeholder 3"/>
          <p:cNvSpPr>
            <a:spLocks noGrp="1"/>
          </p:cNvSpPr>
          <p:nvPr>
            <p:ph type="dt" sz="half" idx="10"/>
          </p:nvPr>
        </p:nvSpPr>
        <p:spPr/>
        <p:txBody>
          <a:bodyPr/>
          <a:p>
            <a:fld id="{BD71C5C1-84CC-405D-913C-D2AAF78CF26B}" type="datetimeFigureOut">
              <a:rPr lang="fr-FR" smtClean="0"/>
            </a:fld>
            <a:endParaRPr lang="fr-FR"/>
          </a:p>
        </p:txBody>
      </p:sp>
      <p:sp>
        <p:nvSpPr>
          <p:cNvPr id="1048584" name="Footer Placeholder 4"/>
          <p:cNvSpPr>
            <a:spLocks noGrp="1"/>
          </p:cNvSpPr>
          <p:nvPr>
            <p:ph type="ftr" sz="quarter" idx="11"/>
          </p:nvPr>
        </p:nvSpPr>
        <p:spPr/>
        <p:txBody>
          <a:bodyPr/>
          <a:p>
            <a:endParaRPr lang="fr-FR"/>
          </a:p>
        </p:txBody>
      </p:sp>
      <p:sp>
        <p:nvSpPr>
          <p:cNvPr id="1048585" name="Slide Number Placeholder 5"/>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0" name=""/>
        <p:cNvGrpSpPr/>
        <p:nvPr/>
      </p:nvGrpSpPr>
      <p:grpSpPr>
        <a:xfrm>
          <a:off x="0" y="0"/>
          <a:ext cx="0" cy="0"/>
          <a:chOff x="0" y="0"/>
          <a:chExt cx="0" cy="0"/>
        </a:xfrm>
      </p:grpSpPr>
      <p:sp>
        <p:nvSpPr>
          <p:cNvPr id="1048592" name="Title 1"/>
          <p:cNvSpPr>
            <a:spLocks noGrp="1"/>
          </p:cNvSpPr>
          <p:nvPr>
            <p:ph type="title"/>
          </p:nvPr>
        </p:nvSpPr>
        <p:spPr/>
        <p:txBody>
          <a:bodyPr/>
          <a:p>
            <a:r>
              <a:rPr lang="en-US"/>
              <a:t>Click to edit Master title style</a:t>
            </a:r>
            <a:endParaRPr lang="fr-FR"/>
          </a:p>
        </p:txBody>
      </p:sp>
      <p:sp>
        <p:nvSpPr>
          <p:cNvPr id="1048593"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594" name="Date Placeholder 3"/>
          <p:cNvSpPr>
            <a:spLocks noGrp="1"/>
          </p:cNvSpPr>
          <p:nvPr>
            <p:ph type="dt" sz="half" idx="10"/>
          </p:nvPr>
        </p:nvSpPr>
        <p:spPr/>
        <p:txBody>
          <a:bodyPr/>
          <a:p>
            <a:fld id="{BD71C5C1-84CC-405D-913C-D2AAF78CF26B}" type="datetimeFigureOut">
              <a:rPr lang="fr-FR" smtClean="0"/>
            </a:fld>
            <a:endParaRPr lang="fr-FR"/>
          </a:p>
        </p:txBody>
      </p:sp>
      <p:sp>
        <p:nvSpPr>
          <p:cNvPr id="1048595" name="Footer Placeholder 4"/>
          <p:cNvSpPr>
            <a:spLocks noGrp="1"/>
          </p:cNvSpPr>
          <p:nvPr>
            <p:ph type="ftr" sz="quarter" idx="11"/>
          </p:nvPr>
        </p:nvSpPr>
        <p:spPr/>
        <p:txBody>
          <a:bodyPr/>
          <a:p>
            <a:endParaRPr lang="fr-FR"/>
          </a:p>
        </p:txBody>
      </p:sp>
      <p:sp>
        <p:nvSpPr>
          <p:cNvPr id="1048596" name="Slide Number Placeholder 5"/>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7" name=""/>
        <p:cNvGrpSpPr/>
        <p:nvPr/>
      </p:nvGrpSpPr>
      <p:grpSpPr>
        <a:xfrm>
          <a:off x="0" y="0"/>
          <a:ext cx="0" cy="0"/>
          <a:chOff x="0" y="0"/>
          <a:chExt cx="0" cy="0"/>
        </a:xfrm>
      </p:grpSpPr>
      <p:sp>
        <p:nvSpPr>
          <p:cNvPr id="1048681"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1048682"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83" name="Date Placeholder 3"/>
          <p:cNvSpPr>
            <a:spLocks noGrp="1"/>
          </p:cNvSpPr>
          <p:nvPr>
            <p:ph type="dt" sz="half" idx="10"/>
          </p:nvPr>
        </p:nvSpPr>
        <p:spPr/>
        <p:txBody>
          <a:bodyPr/>
          <a:p>
            <a:fld id="{BD71C5C1-84CC-405D-913C-D2AAF78CF26B}" type="datetimeFigureOut">
              <a:rPr lang="fr-FR" smtClean="0"/>
            </a:fld>
            <a:endParaRPr lang="fr-FR"/>
          </a:p>
        </p:txBody>
      </p:sp>
      <p:sp>
        <p:nvSpPr>
          <p:cNvPr id="1048684" name="Footer Placeholder 4"/>
          <p:cNvSpPr>
            <a:spLocks noGrp="1"/>
          </p:cNvSpPr>
          <p:nvPr>
            <p:ph type="ftr" sz="quarter" idx="11"/>
          </p:nvPr>
        </p:nvSpPr>
        <p:spPr/>
        <p:txBody>
          <a:bodyPr/>
          <a:p>
            <a:endParaRPr lang="fr-FR"/>
          </a:p>
        </p:txBody>
      </p:sp>
      <p:sp>
        <p:nvSpPr>
          <p:cNvPr id="1048685" name="Slide Number Placeholder 5"/>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1" name=""/>
        <p:cNvGrpSpPr/>
        <p:nvPr/>
      </p:nvGrpSpPr>
      <p:grpSpPr>
        <a:xfrm>
          <a:off x="0" y="0"/>
          <a:ext cx="0" cy="0"/>
          <a:chOff x="0" y="0"/>
          <a:chExt cx="0" cy="0"/>
        </a:xfrm>
      </p:grpSpPr>
      <p:sp>
        <p:nvSpPr>
          <p:cNvPr id="1048649" name="Title 1"/>
          <p:cNvSpPr>
            <a:spLocks noGrp="1"/>
          </p:cNvSpPr>
          <p:nvPr>
            <p:ph type="title"/>
          </p:nvPr>
        </p:nvSpPr>
        <p:spPr/>
        <p:txBody>
          <a:bodyPr/>
          <a:p>
            <a:r>
              <a:rPr lang="en-US"/>
              <a:t>Click to edit Master title style</a:t>
            </a:r>
            <a:endParaRPr lang="fr-FR"/>
          </a:p>
        </p:txBody>
      </p:sp>
      <p:sp>
        <p:nvSpPr>
          <p:cNvPr id="1048650"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51"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52" name="Date Placeholder 4"/>
          <p:cNvSpPr>
            <a:spLocks noGrp="1"/>
          </p:cNvSpPr>
          <p:nvPr>
            <p:ph type="dt" sz="half" idx="10"/>
          </p:nvPr>
        </p:nvSpPr>
        <p:spPr/>
        <p:txBody>
          <a:bodyPr/>
          <a:p>
            <a:fld id="{BD71C5C1-84CC-405D-913C-D2AAF78CF26B}" type="datetimeFigureOut">
              <a:rPr lang="fr-FR" smtClean="0"/>
            </a:fld>
            <a:endParaRPr lang="fr-FR"/>
          </a:p>
        </p:txBody>
      </p:sp>
      <p:sp>
        <p:nvSpPr>
          <p:cNvPr id="1048653" name="Footer Placeholder 5"/>
          <p:cNvSpPr>
            <a:spLocks noGrp="1"/>
          </p:cNvSpPr>
          <p:nvPr>
            <p:ph type="ftr" sz="quarter" idx="11"/>
          </p:nvPr>
        </p:nvSpPr>
        <p:spPr/>
        <p:txBody>
          <a:bodyPr/>
          <a:p>
            <a:endParaRPr lang="fr-FR"/>
          </a:p>
        </p:txBody>
      </p:sp>
      <p:sp>
        <p:nvSpPr>
          <p:cNvPr id="1048654" name="Slide Number Placeholder 6"/>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2" name=""/>
        <p:cNvGrpSpPr/>
        <p:nvPr/>
      </p:nvGrpSpPr>
      <p:grpSpPr>
        <a:xfrm>
          <a:off x="0" y="0"/>
          <a:ext cx="0" cy="0"/>
          <a:chOff x="0" y="0"/>
          <a:chExt cx="0" cy="0"/>
        </a:xfrm>
      </p:grpSpPr>
      <p:sp>
        <p:nvSpPr>
          <p:cNvPr id="1048655" name="Title 1"/>
          <p:cNvSpPr>
            <a:spLocks noGrp="1"/>
          </p:cNvSpPr>
          <p:nvPr>
            <p:ph type="title"/>
          </p:nvPr>
        </p:nvSpPr>
        <p:spPr>
          <a:xfrm>
            <a:off x="839788" y="365125"/>
            <a:ext cx="10515600" cy="1325563"/>
          </a:xfrm>
        </p:spPr>
        <p:txBody>
          <a:bodyPr/>
          <a:p>
            <a:r>
              <a:rPr lang="en-US"/>
              <a:t>Click to edit Master title style</a:t>
            </a:r>
            <a:endParaRPr lang="fr-FR"/>
          </a:p>
        </p:txBody>
      </p:sp>
      <p:sp>
        <p:nvSpPr>
          <p:cNvPr id="1048656"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7"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58"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9"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60" name="Date Placeholder 6"/>
          <p:cNvSpPr>
            <a:spLocks noGrp="1"/>
          </p:cNvSpPr>
          <p:nvPr>
            <p:ph type="dt" sz="half" idx="10"/>
          </p:nvPr>
        </p:nvSpPr>
        <p:spPr/>
        <p:txBody>
          <a:bodyPr/>
          <a:p>
            <a:fld id="{BD71C5C1-84CC-405D-913C-D2AAF78CF26B}" type="datetimeFigureOut">
              <a:rPr lang="fr-FR" smtClean="0"/>
            </a:fld>
            <a:endParaRPr lang="fr-FR"/>
          </a:p>
        </p:txBody>
      </p:sp>
      <p:sp>
        <p:nvSpPr>
          <p:cNvPr id="1048661" name="Footer Placeholder 7"/>
          <p:cNvSpPr>
            <a:spLocks noGrp="1"/>
          </p:cNvSpPr>
          <p:nvPr>
            <p:ph type="ftr" sz="quarter" idx="11"/>
          </p:nvPr>
        </p:nvSpPr>
        <p:spPr/>
        <p:txBody>
          <a:bodyPr/>
          <a:p>
            <a:endParaRPr lang="fr-FR"/>
          </a:p>
        </p:txBody>
      </p:sp>
      <p:sp>
        <p:nvSpPr>
          <p:cNvPr id="1048662" name="Slide Number Placeholder 8"/>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3" name=""/>
        <p:cNvGrpSpPr/>
        <p:nvPr/>
      </p:nvGrpSpPr>
      <p:grpSpPr>
        <a:xfrm>
          <a:off x="0" y="0"/>
          <a:ext cx="0" cy="0"/>
          <a:chOff x="0" y="0"/>
          <a:chExt cx="0" cy="0"/>
        </a:xfrm>
      </p:grpSpPr>
      <p:sp>
        <p:nvSpPr>
          <p:cNvPr id="1048663" name="Title 1"/>
          <p:cNvSpPr>
            <a:spLocks noGrp="1"/>
          </p:cNvSpPr>
          <p:nvPr>
            <p:ph type="title"/>
          </p:nvPr>
        </p:nvSpPr>
        <p:spPr/>
        <p:txBody>
          <a:bodyPr/>
          <a:p>
            <a:r>
              <a:rPr lang="en-US"/>
              <a:t>Click to edit Master title style</a:t>
            </a:r>
            <a:endParaRPr lang="fr-FR"/>
          </a:p>
        </p:txBody>
      </p:sp>
      <p:sp>
        <p:nvSpPr>
          <p:cNvPr id="1048664" name="Date Placeholder 2"/>
          <p:cNvSpPr>
            <a:spLocks noGrp="1"/>
          </p:cNvSpPr>
          <p:nvPr>
            <p:ph type="dt" sz="half" idx="10"/>
          </p:nvPr>
        </p:nvSpPr>
        <p:spPr/>
        <p:txBody>
          <a:bodyPr/>
          <a:p>
            <a:fld id="{BD71C5C1-84CC-405D-913C-D2AAF78CF26B}" type="datetimeFigureOut">
              <a:rPr lang="fr-FR" smtClean="0"/>
            </a:fld>
            <a:endParaRPr lang="fr-FR"/>
          </a:p>
        </p:txBody>
      </p:sp>
      <p:sp>
        <p:nvSpPr>
          <p:cNvPr id="1048665" name="Footer Placeholder 3"/>
          <p:cNvSpPr>
            <a:spLocks noGrp="1"/>
          </p:cNvSpPr>
          <p:nvPr>
            <p:ph type="ftr" sz="quarter" idx="11"/>
          </p:nvPr>
        </p:nvSpPr>
        <p:spPr/>
        <p:txBody>
          <a:bodyPr/>
          <a:p>
            <a:endParaRPr lang="fr-FR"/>
          </a:p>
        </p:txBody>
      </p:sp>
      <p:sp>
        <p:nvSpPr>
          <p:cNvPr id="1048666" name="Slide Number Placeholder 4"/>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5" name=""/>
        <p:cNvGrpSpPr/>
        <p:nvPr/>
      </p:nvGrpSpPr>
      <p:grpSpPr>
        <a:xfrm>
          <a:off x="0" y="0"/>
          <a:ext cx="0" cy="0"/>
          <a:chOff x="0" y="0"/>
          <a:chExt cx="0" cy="0"/>
        </a:xfrm>
      </p:grpSpPr>
      <p:sp>
        <p:nvSpPr>
          <p:cNvPr id="1048672" name="Date Placeholder 1"/>
          <p:cNvSpPr>
            <a:spLocks noGrp="1"/>
          </p:cNvSpPr>
          <p:nvPr>
            <p:ph type="dt" sz="half" idx="10"/>
          </p:nvPr>
        </p:nvSpPr>
        <p:spPr/>
        <p:txBody>
          <a:bodyPr/>
          <a:p>
            <a:fld id="{BD71C5C1-84CC-405D-913C-D2AAF78CF26B}" type="datetimeFigureOut">
              <a:rPr lang="fr-FR" smtClean="0"/>
            </a:fld>
            <a:endParaRPr lang="fr-FR"/>
          </a:p>
        </p:txBody>
      </p:sp>
      <p:sp>
        <p:nvSpPr>
          <p:cNvPr id="1048673" name="Footer Placeholder 2"/>
          <p:cNvSpPr>
            <a:spLocks noGrp="1"/>
          </p:cNvSpPr>
          <p:nvPr>
            <p:ph type="ftr" sz="quarter" idx="11"/>
          </p:nvPr>
        </p:nvSpPr>
        <p:spPr/>
        <p:txBody>
          <a:bodyPr/>
          <a:p>
            <a:endParaRPr lang="fr-FR"/>
          </a:p>
        </p:txBody>
      </p:sp>
      <p:sp>
        <p:nvSpPr>
          <p:cNvPr id="1048674" name="Slide Number Placeholder 3"/>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9" name=""/>
        <p:cNvGrpSpPr/>
        <p:nvPr/>
      </p:nvGrpSpPr>
      <p:grpSpPr>
        <a:xfrm>
          <a:off x="0" y="0"/>
          <a:ext cx="0" cy="0"/>
          <a:chOff x="0" y="0"/>
          <a:chExt cx="0" cy="0"/>
        </a:xfrm>
      </p:grpSpPr>
      <p:sp>
        <p:nvSpPr>
          <p:cNvPr id="1048691"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1048692"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93"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4" name="Date Placeholder 4"/>
          <p:cNvSpPr>
            <a:spLocks noGrp="1"/>
          </p:cNvSpPr>
          <p:nvPr>
            <p:ph type="dt" sz="half" idx="10"/>
          </p:nvPr>
        </p:nvSpPr>
        <p:spPr/>
        <p:txBody>
          <a:bodyPr/>
          <a:p>
            <a:fld id="{BD71C5C1-84CC-405D-913C-D2AAF78CF26B}" type="datetimeFigureOut">
              <a:rPr lang="fr-FR" smtClean="0"/>
            </a:fld>
            <a:endParaRPr lang="fr-FR"/>
          </a:p>
        </p:txBody>
      </p:sp>
      <p:sp>
        <p:nvSpPr>
          <p:cNvPr id="1048695" name="Footer Placeholder 5"/>
          <p:cNvSpPr>
            <a:spLocks noGrp="1"/>
          </p:cNvSpPr>
          <p:nvPr>
            <p:ph type="ftr" sz="quarter" idx="11"/>
          </p:nvPr>
        </p:nvSpPr>
        <p:spPr/>
        <p:txBody>
          <a:bodyPr/>
          <a:p>
            <a:endParaRPr lang="fr-FR"/>
          </a:p>
        </p:txBody>
      </p:sp>
      <p:sp>
        <p:nvSpPr>
          <p:cNvPr id="1048696" name="Slide Number Placeholder 6"/>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6" name=""/>
        <p:cNvGrpSpPr/>
        <p:nvPr/>
      </p:nvGrpSpPr>
      <p:grpSpPr>
        <a:xfrm>
          <a:off x="0" y="0"/>
          <a:ext cx="0" cy="0"/>
          <a:chOff x="0" y="0"/>
          <a:chExt cx="0" cy="0"/>
        </a:xfrm>
      </p:grpSpPr>
      <p:sp>
        <p:nvSpPr>
          <p:cNvPr id="104867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1048676"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fr-FR"/>
          </a:p>
        </p:txBody>
      </p:sp>
      <p:sp>
        <p:nvSpPr>
          <p:cNvPr id="104867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78" name="Date Placeholder 4"/>
          <p:cNvSpPr>
            <a:spLocks noGrp="1"/>
          </p:cNvSpPr>
          <p:nvPr>
            <p:ph type="dt" sz="half" idx="10"/>
          </p:nvPr>
        </p:nvSpPr>
        <p:spPr/>
        <p:txBody>
          <a:bodyPr/>
          <a:p>
            <a:fld id="{BD71C5C1-84CC-405D-913C-D2AAF78CF26B}" type="datetimeFigureOut">
              <a:rPr lang="fr-FR" smtClean="0"/>
            </a:fld>
            <a:endParaRPr lang="fr-FR"/>
          </a:p>
        </p:txBody>
      </p:sp>
      <p:sp>
        <p:nvSpPr>
          <p:cNvPr id="1048679" name="Footer Placeholder 5"/>
          <p:cNvSpPr>
            <a:spLocks noGrp="1"/>
          </p:cNvSpPr>
          <p:nvPr>
            <p:ph type="ftr" sz="quarter" idx="11"/>
          </p:nvPr>
        </p:nvSpPr>
        <p:spPr/>
        <p:txBody>
          <a:bodyPr/>
          <a:p>
            <a:endParaRPr lang="fr-FR"/>
          </a:p>
        </p:txBody>
      </p:sp>
      <p:sp>
        <p:nvSpPr>
          <p:cNvPr id="1048680" name="Slide Number Placeholder 6"/>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8" name=""/>
        <p:cNvGrpSpPr/>
        <p:nvPr/>
      </p:nvGrpSpPr>
      <p:grpSpPr>
        <a:xfrm>
          <a:off x="0" y="0"/>
          <a:ext cx="0" cy="0"/>
          <a:chOff x="0" y="0"/>
          <a:chExt cx="0" cy="0"/>
        </a:xfrm>
      </p:grpSpPr>
      <p:sp>
        <p:nvSpPr>
          <p:cNvPr id="1048686" name="Title 1"/>
          <p:cNvSpPr>
            <a:spLocks noGrp="1"/>
          </p:cNvSpPr>
          <p:nvPr>
            <p:ph type="title"/>
          </p:nvPr>
        </p:nvSpPr>
        <p:spPr/>
        <p:txBody>
          <a:bodyPr/>
          <a:p>
            <a:r>
              <a:rPr lang="en-US"/>
              <a:t>Click to edit Master title style</a:t>
            </a:r>
            <a:endParaRPr lang="fr-FR"/>
          </a:p>
        </p:txBody>
      </p:sp>
      <p:sp>
        <p:nvSpPr>
          <p:cNvPr id="1048687"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88" name="Date Placeholder 3"/>
          <p:cNvSpPr>
            <a:spLocks noGrp="1"/>
          </p:cNvSpPr>
          <p:nvPr>
            <p:ph type="dt" sz="half" idx="10"/>
          </p:nvPr>
        </p:nvSpPr>
        <p:spPr/>
        <p:txBody>
          <a:bodyPr/>
          <a:p>
            <a:fld id="{BD71C5C1-84CC-405D-913C-D2AAF78CF26B}" type="datetimeFigureOut">
              <a:rPr lang="fr-FR" smtClean="0"/>
            </a:fld>
            <a:endParaRPr lang="fr-FR"/>
          </a:p>
        </p:txBody>
      </p:sp>
      <p:sp>
        <p:nvSpPr>
          <p:cNvPr id="1048689" name="Footer Placeholder 4"/>
          <p:cNvSpPr>
            <a:spLocks noGrp="1"/>
          </p:cNvSpPr>
          <p:nvPr>
            <p:ph type="ftr" sz="quarter" idx="11"/>
          </p:nvPr>
        </p:nvSpPr>
        <p:spPr/>
        <p:txBody>
          <a:bodyPr/>
          <a:p>
            <a:endParaRPr lang="fr-FR"/>
          </a:p>
        </p:txBody>
      </p:sp>
      <p:sp>
        <p:nvSpPr>
          <p:cNvPr id="1048690" name="Slide Number Placeholder 5"/>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4" name=""/>
        <p:cNvGrpSpPr/>
        <p:nvPr/>
      </p:nvGrpSpPr>
      <p:grpSpPr>
        <a:xfrm>
          <a:off x="0" y="0"/>
          <a:ext cx="0" cy="0"/>
          <a:chOff x="0" y="0"/>
          <a:chExt cx="0" cy="0"/>
        </a:xfrm>
      </p:grpSpPr>
      <p:sp>
        <p:nvSpPr>
          <p:cNvPr id="1048667" name="Vertical Title 1"/>
          <p:cNvSpPr>
            <a:spLocks noGrp="1"/>
          </p:cNvSpPr>
          <p:nvPr>
            <p:ph type="title" orient="vert"/>
          </p:nvPr>
        </p:nvSpPr>
        <p:spPr>
          <a:xfrm>
            <a:off x="8724900" y="365125"/>
            <a:ext cx="2628900" cy="5811838"/>
          </a:xfrm>
        </p:spPr>
        <p:txBody>
          <a:bodyPr vert="eaVert"/>
          <a:p>
            <a:r>
              <a:rPr lang="en-US"/>
              <a:t>Click to edit Master title style</a:t>
            </a:r>
            <a:endParaRPr lang="fr-FR"/>
          </a:p>
        </p:txBody>
      </p:sp>
      <p:sp>
        <p:nvSpPr>
          <p:cNvPr id="1048668"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669" name="Date Placeholder 3"/>
          <p:cNvSpPr>
            <a:spLocks noGrp="1"/>
          </p:cNvSpPr>
          <p:nvPr>
            <p:ph type="dt" sz="half" idx="10"/>
          </p:nvPr>
        </p:nvSpPr>
        <p:spPr/>
        <p:txBody>
          <a:bodyPr/>
          <a:p>
            <a:fld id="{BD71C5C1-84CC-405D-913C-D2AAF78CF26B}" type="datetimeFigureOut">
              <a:rPr lang="fr-FR" smtClean="0"/>
            </a:fld>
            <a:endParaRPr lang="fr-FR"/>
          </a:p>
        </p:txBody>
      </p:sp>
      <p:sp>
        <p:nvSpPr>
          <p:cNvPr id="1048670" name="Footer Placeholder 4"/>
          <p:cNvSpPr>
            <a:spLocks noGrp="1"/>
          </p:cNvSpPr>
          <p:nvPr>
            <p:ph type="ftr" sz="quarter" idx="11"/>
          </p:nvPr>
        </p:nvSpPr>
        <p:spPr/>
        <p:txBody>
          <a:bodyPr/>
          <a:p>
            <a:endParaRPr lang="fr-FR"/>
          </a:p>
        </p:txBody>
      </p:sp>
      <p:sp>
        <p:nvSpPr>
          <p:cNvPr id="1048671" name="Slide Number Placeholder 5"/>
          <p:cNvSpPr>
            <a:spLocks noGrp="1"/>
          </p:cNvSpPr>
          <p:nvPr>
            <p:ph type="sldNum" sz="quarter" idx="12"/>
          </p:nvPr>
        </p:nvSpPr>
        <p:spPr/>
        <p:txBody>
          <a:bodyPr/>
          <a:p>
            <a:fld id="{29CF31FE-0580-4760-874C-35E9C9A9516C}"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fr-F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BD71C5C1-84CC-405D-913C-D2AAF78CF26B}" type="datetimeFigureOut">
              <a:rPr lang="fr-FR" smtClean="0"/>
            </a:fld>
            <a:endParaRPr lang="fr-FR"/>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fr-FR"/>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29CF31FE-0580-4760-874C-35E9C9A9516C}" type="slidenum">
              <a:rPr lang="fr-FR" smtClean="0"/>
            </a:fld>
            <a:endParaRPr lang="fr-FR"/>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customXml" Target="../ink/ink4.xml"/><Relationship Id="rId2" Type="http://schemas.openxmlformats.org/officeDocument/2006/relationships/customXml" Target="../ink/ink5.xml"/><Relationship Id="rId3" Type="http://schemas.openxmlformats.org/officeDocument/2006/relationships/customXml" Target="../ink/ink6.xml"/><Relationship Id="rId4" Type="http://schemas.openxmlformats.org/officeDocument/2006/relationships/customXml" Target="../ink/ink7.xml"/><Relationship Id="rId5" Type="http://schemas.openxmlformats.org/officeDocument/2006/relationships/customXml" Target="../ink/ink8.xml"/><Relationship Id="rId6" Type="http://schemas.openxmlformats.org/officeDocument/2006/relationships/customXml" Target="../ink/ink9.xml"/><Relationship Id="rId7" Type="http://schemas.openxmlformats.org/officeDocument/2006/relationships/customXml" Target="../ink/ink10.xml"/><Relationship Id="rId8" Type="http://schemas.openxmlformats.org/officeDocument/2006/relationships/customXml" Target="../ink/ink11.xml"/><Relationship Id="rId9" Type="http://schemas.openxmlformats.org/officeDocument/2006/relationships/customXml" Target="../ink/ink12.xml"/><Relationship Id="rId10" Type="http://schemas.openxmlformats.org/officeDocument/2006/relationships/customXml" Target="../ink/ink13.xml"/><Relationship Id="rId1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customXml" Target="../ink/ink14.xml"/><Relationship Id="rId3" Type="http://schemas.openxmlformats.org/officeDocument/2006/relationships/customXml" Target="../ink/ink15.xml"/><Relationship Id="rId4" Type="http://schemas.openxmlformats.org/officeDocument/2006/relationships/customXml" Target="../ink/ink16.xml"/><Relationship Id="rId5" Type="http://schemas.openxmlformats.org/officeDocument/2006/relationships/customXml" Target="../ink/ink17.xml"/><Relationship Id="rId6" Type="http://schemas.openxmlformats.org/officeDocument/2006/relationships/customXml" Target="../ink/ink18.xml"/><Relationship Id="rId7" Type="http://schemas.openxmlformats.org/officeDocument/2006/relationships/customXml" Target="../ink/ink19.xml"/><Relationship Id="rId8" Type="http://schemas.openxmlformats.org/officeDocument/2006/relationships/customXml" Target="../ink/ink20.xml"/><Relationship Id="rId9" Type="http://schemas.openxmlformats.org/officeDocument/2006/relationships/customXml" Target="../ink/ink21.xml"/><Relationship Id="rId10" Type="http://schemas.openxmlformats.org/officeDocument/2006/relationships/customXml" Target="../ink/ink22.xml"/><Relationship Id="rId11" Type="http://schemas.openxmlformats.org/officeDocument/2006/relationships/customXml" Target="../ink/ink23.xml"/><Relationship Id="rId12" Type="http://schemas.openxmlformats.org/officeDocument/2006/relationships/customXml" Target="../ink/ink24.xml"/><Relationship Id="rId13" Type="http://schemas.openxmlformats.org/officeDocument/2006/relationships/customXml" Target="../ink/ink25.xml"/><Relationship Id="rId14" Type="http://schemas.openxmlformats.org/officeDocument/2006/relationships/customXml" Target="../ink/ink26.xml"/><Relationship Id="rId15" Type="http://schemas.openxmlformats.org/officeDocument/2006/relationships/customXml" Target="../ink/ink27.xml"/><Relationship Id="rId16" Type="http://schemas.openxmlformats.org/officeDocument/2006/relationships/customXml" Target="../ink/ink28.xml"/><Relationship Id="rId17" Type="http://schemas.openxmlformats.org/officeDocument/2006/relationships/customXml" Target="../ink/ink29.xml"/><Relationship Id="rId18" Type="http://schemas.openxmlformats.org/officeDocument/2006/relationships/customXml" Target="../ink/ink30.xml"/><Relationship Id="rId19" Type="http://schemas.openxmlformats.org/officeDocument/2006/relationships/customXml" Target="../ink/ink31.xml"/><Relationship Id="rId20" Type="http://schemas.openxmlformats.org/officeDocument/2006/relationships/customXml" Target="../ink/ink32.xml"/><Relationship Id="rId21" Type="http://schemas.openxmlformats.org/officeDocument/2006/relationships/customXml" Target="../ink/ink33.xml"/><Relationship Id="rId22" Type="http://schemas.openxmlformats.org/officeDocument/2006/relationships/customXml" Target="../ink/ink34.xml"/><Relationship Id="rId23" Type="http://schemas.openxmlformats.org/officeDocument/2006/relationships/customXml" Target="../ink/ink35.xml"/><Relationship Id="rId24" Type="http://schemas.openxmlformats.org/officeDocument/2006/relationships/customXml" Target="../ink/ink36.xml"/><Relationship Id="rId25" Type="http://schemas.openxmlformats.org/officeDocument/2006/relationships/customXml" Target="../ink/ink37.xml"/><Relationship Id="rId26" Type="http://schemas.openxmlformats.org/officeDocument/2006/relationships/customXml" Target="../ink/ink38.xml"/><Relationship Id="rId27" Type="http://schemas.openxmlformats.org/officeDocument/2006/relationships/customXml" Target="../ink/ink39.xml"/><Relationship Id="rId28" Type="http://schemas.openxmlformats.org/officeDocument/2006/relationships/customXml" Target="../ink/ink40.xml"/><Relationship Id="rId29" Type="http://schemas.openxmlformats.org/officeDocument/2006/relationships/customXml" Target="../ink/ink41.xml"/><Relationship Id="rId30" Type="http://schemas.openxmlformats.org/officeDocument/2006/relationships/customXml" Target="../ink/ink42.xml"/><Relationship Id="rId31" Type="http://schemas.openxmlformats.org/officeDocument/2006/relationships/customXml" Target="../ink/ink43.xml"/><Relationship Id="rId32" Type="http://schemas.openxmlformats.org/officeDocument/2006/relationships/customXml" Target="../ink/ink44.xml"/><Relationship Id="rId33" Type="http://schemas.openxmlformats.org/officeDocument/2006/relationships/customXml" Target="../ink/ink45.xml"/><Relationship Id="rId34" Type="http://schemas.openxmlformats.org/officeDocument/2006/relationships/customXml" Target="../ink/ink46.xml"/><Relationship Id="rId35" Type="http://schemas.openxmlformats.org/officeDocument/2006/relationships/customXml" Target="../ink/ink47.xml"/><Relationship Id="rId36" Type="http://schemas.openxmlformats.org/officeDocument/2006/relationships/customXml" Target="../ink/ink48.xml"/><Relationship Id="rId37" Type="http://schemas.openxmlformats.org/officeDocument/2006/relationships/customXml" Target="../ink/ink49.xml"/><Relationship Id="rId38" Type="http://schemas.openxmlformats.org/officeDocument/2006/relationships/customXml" Target="../ink/ink50.xml"/><Relationship Id="rId39" Type="http://schemas.openxmlformats.org/officeDocument/2006/relationships/customXml" Target="../ink/ink51.xml"/><Relationship Id="rId40" Type="http://schemas.openxmlformats.org/officeDocument/2006/relationships/customXml" Target="../ink/ink52.xml"/><Relationship Id="rId41" Type="http://schemas.openxmlformats.org/officeDocument/2006/relationships/customXml" Target="../ink/ink53.xml"/><Relationship Id="rId42" Type="http://schemas.openxmlformats.org/officeDocument/2006/relationships/customXml" Target="../ink/ink54.xml"/><Relationship Id="rId43" Type="http://schemas.openxmlformats.org/officeDocument/2006/relationships/customXml" Target="../ink/ink55.xml"/><Relationship Id="rId44" Type="http://schemas.openxmlformats.org/officeDocument/2006/relationships/customXml" Target="../ink/ink56.xml"/><Relationship Id="rId45" Type="http://schemas.openxmlformats.org/officeDocument/2006/relationships/customXml" Target="../ink/ink57.xml"/><Relationship Id="rId46" Type="http://schemas.openxmlformats.org/officeDocument/2006/relationships/customXml" Target="../ink/ink58.xml"/><Relationship Id="rId47" Type="http://schemas.openxmlformats.org/officeDocument/2006/relationships/customXml" Target="../ink/ink59.xml"/><Relationship Id="rId48" Type="http://schemas.openxmlformats.org/officeDocument/2006/relationships/customXml" Target="../ink/ink60.xml"/><Relationship Id="rId49" Type="http://schemas.openxmlformats.org/officeDocument/2006/relationships/customXml" Target="../ink/ink61.xml"/><Relationship Id="rId50" Type="http://schemas.openxmlformats.org/officeDocument/2006/relationships/customXml" Target="../ink/ink62.xml"/><Relationship Id="rId51" Type="http://schemas.openxmlformats.org/officeDocument/2006/relationships/customXml" Target="../ink/ink63.xml"/><Relationship Id="rId52" Type="http://schemas.openxmlformats.org/officeDocument/2006/relationships/customXml" Target="../ink/ink64.xml"/><Relationship Id="rId53" Type="http://schemas.openxmlformats.org/officeDocument/2006/relationships/customXml" Target="../ink/ink65.xml"/><Relationship Id="rId54" Type="http://schemas.openxmlformats.org/officeDocument/2006/relationships/customXml" Target="../ink/ink66.xml"/><Relationship Id="rId55" Type="http://schemas.openxmlformats.org/officeDocument/2006/relationships/customXml" Target="../ink/ink67.xml"/><Relationship Id="rId56" Type="http://schemas.openxmlformats.org/officeDocument/2006/relationships/customXml" Target="../ink/ink68.xml"/><Relationship Id="rId57" Type="http://schemas.openxmlformats.org/officeDocument/2006/relationships/customXml" Target="../ink/ink69.xml"/><Relationship Id="rId58" Type="http://schemas.openxmlformats.org/officeDocument/2006/relationships/customXml" Target="../ink/ink70.xml"/><Relationship Id="rId59" Type="http://schemas.openxmlformats.org/officeDocument/2006/relationships/customXml" Target="../ink/ink71.xml"/><Relationship Id="rId60" Type="http://schemas.openxmlformats.org/officeDocument/2006/relationships/customXml" Target="../ink/ink72.xml"/><Relationship Id="rId61" Type="http://schemas.openxmlformats.org/officeDocument/2006/relationships/customXml" Target="../ink/ink73.xml"/><Relationship Id="rId62" Type="http://schemas.openxmlformats.org/officeDocument/2006/relationships/customXml" Target="../ink/ink74.xml"/><Relationship Id="rId63" Type="http://schemas.openxmlformats.org/officeDocument/2006/relationships/customXml" Target="../ink/ink75.xml"/><Relationship Id="rId64" Type="http://schemas.openxmlformats.org/officeDocument/2006/relationships/customXml" Target="../ink/ink76.xml"/><Relationship Id="rId65" Type="http://schemas.openxmlformats.org/officeDocument/2006/relationships/customXml" Target="../ink/ink77.xml"/><Relationship Id="rId66" Type="http://schemas.openxmlformats.org/officeDocument/2006/relationships/customXml" Target="../ink/ink78.xml"/><Relationship Id="rId67" Type="http://schemas.openxmlformats.org/officeDocument/2006/relationships/customXml" Target="../ink/ink79.xml"/><Relationship Id="rId68" Type="http://schemas.openxmlformats.org/officeDocument/2006/relationships/customXml" Target="../ink/ink80.xml"/><Relationship Id="rId69" Type="http://schemas.openxmlformats.org/officeDocument/2006/relationships/customXml" Target="../ink/ink81.xml"/><Relationship Id="rId70" Type="http://schemas.openxmlformats.org/officeDocument/2006/relationships/customXml" Target="../ink/ink82.xml"/><Relationship Id="rId71" Type="http://schemas.openxmlformats.org/officeDocument/2006/relationships/customXml" Target="../ink/ink83.xml"/><Relationship Id="rId72" Type="http://schemas.openxmlformats.org/officeDocument/2006/relationships/customXml" Target="../ink/ink84.xml"/><Relationship Id="rId73" Type="http://schemas.openxmlformats.org/officeDocument/2006/relationships/customXml" Target="../ink/ink85.xml"/><Relationship Id="rId74" Type="http://schemas.openxmlformats.org/officeDocument/2006/relationships/customXml" Target="../ink/ink86.xml"/><Relationship Id="rId75" Type="http://schemas.openxmlformats.org/officeDocument/2006/relationships/customXml" Target="../ink/ink87.xml"/><Relationship Id="rId76" Type="http://schemas.openxmlformats.org/officeDocument/2006/relationships/customXml" Target="../ink/ink88.xml"/><Relationship Id="rId77" Type="http://schemas.openxmlformats.org/officeDocument/2006/relationships/customXml" Target="../ink/ink89.xml"/><Relationship Id="rId78" Type="http://schemas.openxmlformats.org/officeDocument/2006/relationships/customXml" Target="../ink/ink90.xml"/><Relationship Id="rId79" Type="http://schemas.openxmlformats.org/officeDocument/2006/relationships/customXml" Target="../ink/ink91.xml"/><Relationship Id="rId80" Type="http://schemas.openxmlformats.org/officeDocument/2006/relationships/customXml" Target="../ink/ink92.xml"/><Relationship Id="rId81" Type="http://schemas.openxmlformats.org/officeDocument/2006/relationships/customXml" Target="../ink/ink93.xml"/><Relationship Id="rId82" Type="http://schemas.openxmlformats.org/officeDocument/2006/relationships/customXml" Target="../ink/ink94.xml"/><Relationship Id="rId83" Type="http://schemas.openxmlformats.org/officeDocument/2006/relationships/customXml" Target="../ink/ink95.xml"/><Relationship Id="rId84" Type="http://schemas.openxmlformats.org/officeDocument/2006/relationships/customXml" Target="../ink/ink96.xml"/><Relationship Id="rId85" Type="http://schemas.openxmlformats.org/officeDocument/2006/relationships/customXml" Target="../ink/ink97.xml"/><Relationship Id="rId86" Type="http://schemas.openxmlformats.org/officeDocument/2006/relationships/customXml" Target="../ink/ink98.xml"/><Relationship Id="rId87" Type="http://schemas.openxmlformats.org/officeDocument/2006/relationships/customXml" Target="../ink/ink99.xml"/><Relationship Id="rId88" Type="http://schemas.openxmlformats.org/officeDocument/2006/relationships/customXml" Target="../ink/ink100.xml"/><Relationship Id="rId89" Type="http://schemas.openxmlformats.org/officeDocument/2006/relationships/customXml" Target="../ink/ink101.xml"/><Relationship Id="rId90" Type="http://schemas.openxmlformats.org/officeDocument/2006/relationships/customXml" Target="../ink/ink102.xml"/><Relationship Id="rId91" Type="http://schemas.openxmlformats.org/officeDocument/2006/relationships/customXml" Target="../ink/ink103.xml"/><Relationship Id="rId92" Type="http://schemas.openxmlformats.org/officeDocument/2006/relationships/customXml" Target="../ink/ink104.xml"/><Relationship Id="rId93" Type="http://schemas.openxmlformats.org/officeDocument/2006/relationships/customXml" Target="../ink/ink105.xml"/><Relationship Id="rId94" Type="http://schemas.openxmlformats.org/officeDocument/2006/relationships/customXml" Target="../ink/ink106.xml"/><Relationship Id="rId95" Type="http://schemas.openxmlformats.org/officeDocument/2006/relationships/customXml" Target="../ink/ink107.xml"/><Relationship Id="rId96" Type="http://schemas.openxmlformats.org/officeDocument/2006/relationships/customXml" Target="../ink/ink108.xml"/><Relationship Id="rId97" Type="http://schemas.openxmlformats.org/officeDocument/2006/relationships/customXml" Target="../ink/ink109.xml"/><Relationship Id="rId98" Type="http://schemas.openxmlformats.org/officeDocument/2006/relationships/customXml" Target="../ink/ink110.xml"/><Relationship Id="rId9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3.jpeg"/><Relationship Id="rId4" Type="http://schemas.openxmlformats.org/officeDocument/2006/relationships/customXml" Target="../ink/ink111.xml"/><Relationship Id="rId5" Type="http://schemas.openxmlformats.org/officeDocument/2006/relationships/customXml" Target="../ink/ink112.xml"/><Relationship Id="rId6" Type="http://schemas.openxmlformats.org/officeDocument/2006/relationships/customXml" Target="../ink/ink113.xml"/><Relationship Id="rId7" Type="http://schemas.openxmlformats.org/officeDocument/2006/relationships/customXml" Target="../ink/ink114.xml"/><Relationship Id="rId8" Type="http://schemas.openxmlformats.org/officeDocument/2006/relationships/customXml" Target="../ink/ink115.xml"/><Relationship Id="rId9" Type="http://schemas.openxmlformats.org/officeDocument/2006/relationships/customXml" Target="../ink/ink116.xml"/><Relationship Id="rId10" Type="http://schemas.openxmlformats.org/officeDocument/2006/relationships/customXml" Target="../ink/ink117.xml"/><Relationship Id="rId11" Type="http://schemas.openxmlformats.org/officeDocument/2006/relationships/customXml" Target="../ink/ink118.xml"/><Relationship Id="rId12" Type="http://schemas.openxmlformats.org/officeDocument/2006/relationships/customXml" Target="../ink/ink119.xml"/><Relationship Id="rId13" Type="http://schemas.openxmlformats.org/officeDocument/2006/relationships/customXml" Target="../ink/ink120.xml"/><Relationship Id="rId14" Type="http://schemas.openxmlformats.org/officeDocument/2006/relationships/customXml" Target="../ink/ink121.xml"/><Relationship Id="rId15" Type="http://schemas.openxmlformats.org/officeDocument/2006/relationships/customXml" Target="../ink/ink122.xml"/><Relationship Id="rId16" Type="http://schemas.openxmlformats.org/officeDocument/2006/relationships/customXml" Target="../ink/ink123.xml"/><Relationship Id="rId17" Type="http://schemas.openxmlformats.org/officeDocument/2006/relationships/customXml" Target="../ink/ink124.xml"/><Relationship Id="rId18" Type="http://schemas.openxmlformats.org/officeDocument/2006/relationships/customXml" Target="../ink/ink125.xml"/><Relationship Id="rId19" Type="http://schemas.openxmlformats.org/officeDocument/2006/relationships/customXml" Target="../ink/ink126.xml"/><Relationship Id="rId20" Type="http://schemas.openxmlformats.org/officeDocument/2006/relationships/customXml" Target="../ink/ink127.xml"/><Relationship Id="rId21" Type="http://schemas.openxmlformats.org/officeDocument/2006/relationships/customXml" Target="../ink/ink128.xml"/><Relationship Id="rId22" Type="http://schemas.openxmlformats.org/officeDocument/2006/relationships/customXml" Target="../ink/ink129.xml"/><Relationship Id="rId23" Type="http://schemas.openxmlformats.org/officeDocument/2006/relationships/customXml" Target="../ink/ink130.xml"/><Relationship Id="rId24" Type="http://schemas.openxmlformats.org/officeDocument/2006/relationships/customXml" Target="../ink/ink131.xml"/><Relationship Id="rId25" Type="http://schemas.openxmlformats.org/officeDocument/2006/relationships/customXml" Target="../ink/ink132.xml"/><Relationship Id="rId26" Type="http://schemas.openxmlformats.org/officeDocument/2006/relationships/customXml" Target="../ink/ink133.xml"/><Relationship Id="rId27" Type="http://schemas.openxmlformats.org/officeDocument/2006/relationships/customXml" Target="../ink/ink134.xml"/><Relationship Id="rId28" Type="http://schemas.openxmlformats.org/officeDocument/2006/relationships/customXml" Target="../ink/ink135.xml"/><Relationship Id="rId29" Type="http://schemas.openxmlformats.org/officeDocument/2006/relationships/customXml" Target="../ink/ink136.xml"/><Relationship Id="rId30" Type="http://schemas.openxmlformats.org/officeDocument/2006/relationships/customXml" Target="../ink/ink137.xml"/><Relationship Id="rId31" Type="http://schemas.openxmlformats.org/officeDocument/2006/relationships/customXml" Target="../ink/ink138.xml"/><Relationship Id="rId32" Type="http://schemas.openxmlformats.org/officeDocument/2006/relationships/customXml" Target="../ink/ink139.xml"/><Relationship Id="rId33" Type="http://schemas.openxmlformats.org/officeDocument/2006/relationships/customXml" Target="../ink/ink140.xml"/><Relationship Id="rId34" Type="http://schemas.openxmlformats.org/officeDocument/2006/relationships/customXml" Target="../ink/ink141.xml"/><Relationship Id="rId35" Type="http://schemas.openxmlformats.org/officeDocument/2006/relationships/customXml" Target="../ink/ink142.xml"/><Relationship Id="rId36" Type="http://schemas.openxmlformats.org/officeDocument/2006/relationships/customXml" Target="../ink/ink143.xml"/><Relationship Id="rId37" Type="http://schemas.openxmlformats.org/officeDocument/2006/relationships/customXml" Target="../ink/ink144.xml"/><Relationship Id="rId38" Type="http://schemas.openxmlformats.org/officeDocument/2006/relationships/customXml" Target="../ink/ink145.xml"/><Relationship Id="rId39" Type="http://schemas.openxmlformats.org/officeDocument/2006/relationships/customXml" Target="../ink/ink146.xml"/><Relationship Id="rId40" Type="http://schemas.openxmlformats.org/officeDocument/2006/relationships/customXml" Target="../ink/ink147.xml"/><Relationship Id="rId41" Type="http://schemas.openxmlformats.org/officeDocument/2006/relationships/customXml" Target="../ink/ink148.xml"/><Relationship Id="rId42" Type="http://schemas.openxmlformats.org/officeDocument/2006/relationships/customXml" Target="../ink/ink149.xml"/><Relationship Id="rId43" Type="http://schemas.openxmlformats.org/officeDocument/2006/relationships/customXml" Target="../ink/ink150.xml"/><Relationship Id="rId44" Type="http://schemas.openxmlformats.org/officeDocument/2006/relationships/customXml" Target="../ink/ink151.xml"/><Relationship Id="rId45" Type="http://schemas.openxmlformats.org/officeDocument/2006/relationships/customXml" Target="../ink/ink152.xml"/><Relationship Id="rId46" Type="http://schemas.openxmlformats.org/officeDocument/2006/relationships/customXml" Target="../ink/ink153.xml"/><Relationship Id="rId47" Type="http://schemas.openxmlformats.org/officeDocument/2006/relationships/customXml" Target="../ink/ink154.xml"/><Relationship Id="rId48" Type="http://schemas.openxmlformats.org/officeDocument/2006/relationships/customXml" Target="../ink/ink155.xml"/><Relationship Id="rId49" Type="http://schemas.openxmlformats.org/officeDocument/2006/relationships/customXml" Target="../ink/ink156.xml"/><Relationship Id="rId50" Type="http://schemas.openxmlformats.org/officeDocument/2006/relationships/customXml" Target="../ink/ink157.xml"/><Relationship Id="rId51" Type="http://schemas.openxmlformats.org/officeDocument/2006/relationships/customXml" Target="../ink/ink158.xml"/><Relationship Id="rId52" Type="http://schemas.openxmlformats.org/officeDocument/2006/relationships/customXml" Target="../ink/ink159.xml"/><Relationship Id="rId53" Type="http://schemas.openxmlformats.org/officeDocument/2006/relationships/customXml" Target="../ink/ink160.xml"/><Relationship Id="rId54" Type="http://schemas.openxmlformats.org/officeDocument/2006/relationships/customXml" Target="../ink/ink161.xml"/><Relationship Id="rId55" Type="http://schemas.openxmlformats.org/officeDocument/2006/relationships/customXml" Target="../ink/ink162.xml"/><Relationship Id="rId56" Type="http://schemas.openxmlformats.org/officeDocument/2006/relationships/customXml" Target="../ink/ink163.xml"/><Relationship Id="rId57" Type="http://schemas.openxmlformats.org/officeDocument/2006/relationships/customXml" Target="../ink/ink164.xml"/><Relationship Id="rId58" Type="http://schemas.openxmlformats.org/officeDocument/2006/relationships/customXml" Target="../ink/ink165.xml"/><Relationship Id="rId59" Type="http://schemas.openxmlformats.org/officeDocument/2006/relationships/customXml" Target="../ink/ink166.xml"/><Relationship Id="rId60" Type="http://schemas.openxmlformats.org/officeDocument/2006/relationships/customXml" Target="../ink/ink167.xml"/><Relationship Id="rId61" Type="http://schemas.openxmlformats.org/officeDocument/2006/relationships/customXml" Target="../ink/ink168.xml"/><Relationship Id="rId62" Type="http://schemas.openxmlformats.org/officeDocument/2006/relationships/customXml" Target="../ink/ink169.xml"/><Relationship Id="rId63" Type="http://schemas.openxmlformats.org/officeDocument/2006/relationships/customXml" Target="../ink/ink170.xml"/><Relationship Id="rId64" Type="http://schemas.openxmlformats.org/officeDocument/2006/relationships/customXml" Target="../ink/ink171.xml"/><Relationship Id="rId65" Type="http://schemas.openxmlformats.org/officeDocument/2006/relationships/customXml" Target="../ink/ink172.xml"/><Relationship Id="rId66" Type="http://schemas.openxmlformats.org/officeDocument/2006/relationships/customXml" Target="../ink/ink173.xml"/><Relationship Id="rId67" Type="http://schemas.openxmlformats.org/officeDocument/2006/relationships/customXml" Target="../ink/ink174.xml"/><Relationship Id="rId68" Type="http://schemas.openxmlformats.org/officeDocument/2006/relationships/customXml" Target="../ink/ink175.xml"/><Relationship Id="rId69" Type="http://schemas.openxmlformats.org/officeDocument/2006/relationships/customXml" Target="../ink/ink176.xml"/><Relationship Id="rId70" Type="http://schemas.openxmlformats.org/officeDocument/2006/relationships/customXml" Target="../ink/ink177.xml"/><Relationship Id="rId71" Type="http://schemas.openxmlformats.org/officeDocument/2006/relationships/customXml" Target="../ink/ink178.xml"/><Relationship Id="rId7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customXml" Target="../ink/ink179.xml"/><Relationship Id="rId4" Type="http://schemas.openxmlformats.org/officeDocument/2006/relationships/customXml" Target="../ink/ink180.xml"/><Relationship Id="rId5" Type="http://schemas.openxmlformats.org/officeDocument/2006/relationships/customXml" Target="../ink/ink181.xml"/><Relationship Id="rId6" Type="http://schemas.openxmlformats.org/officeDocument/2006/relationships/customXml" Target="../ink/ink228.xml"/><Relationship Id="rId7" Type="http://schemas.openxmlformats.org/officeDocument/2006/relationships/customXml" Target="../ink/ink229.xml"/><Relationship Id="rId8" Type="http://schemas.openxmlformats.org/officeDocument/2006/relationships/customXml" Target="../ink/ink230.xml"/><Relationship Id="rId9" Type="http://schemas.openxmlformats.org/officeDocument/2006/relationships/customXml" Target="../ink/ink231.xml"/><Relationship Id="rId10" Type="http://schemas.openxmlformats.org/officeDocument/2006/relationships/customXml" Target="../ink/ink232.xml"/><Relationship Id="rId11" Type="http://schemas.openxmlformats.org/officeDocument/2006/relationships/customXml" Target="../ink/ink233.xml"/><Relationship Id="rId12" Type="http://schemas.openxmlformats.org/officeDocument/2006/relationships/customXml" Target="../ink/ink234.xml"/><Relationship Id="rId13" Type="http://schemas.openxmlformats.org/officeDocument/2006/relationships/customXml" Target="../ink/ink235.xml"/><Relationship Id="rId14" Type="http://schemas.openxmlformats.org/officeDocument/2006/relationships/customXml" Target="../ink/ink236.xml"/><Relationship Id="rId15" Type="http://schemas.openxmlformats.org/officeDocument/2006/relationships/customXml" Target="../ink/ink237.xml"/><Relationship Id="rId16" Type="http://schemas.openxmlformats.org/officeDocument/2006/relationships/customXml" Target="../ink/ink238.xml"/><Relationship Id="rId17" Type="http://schemas.openxmlformats.org/officeDocument/2006/relationships/customXml" Target="../ink/ink239.xml"/><Relationship Id="rId18" Type="http://schemas.openxmlformats.org/officeDocument/2006/relationships/customXml" Target="../ink/ink240.xml"/><Relationship Id="rId19" Type="http://schemas.openxmlformats.org/officeDocument/2006/relationships/customXml" Target="../ink/ink241.xml"/><Relationship Id="rId20" Type="http://schemas.openxmlformats.org/officeDocument/2006/relationships/customXml" Target="../ink/ink242.xml"/><Relationship Id="rId21" Type="http://schemas.openxmlformats.org/officeDocument/2006/relationships/customXml" Target="../ink/ink243.xml"/><Relationship Id="rId22" Type="http://schemas.openxmlformats.org/officeDocument/2006/relationships/customXml" Target="../ink/ink244.xml"/><Relationship Id="rId23" Type="http://schemas.openxmlformats.org/officeDocument/2006/relationships/customXml" Target="../ink/ink245.xml"/><Relationship Id="rId24" Type="http://schemas.openxmlformats.org/officeDocument/2006/relationships/customXml" Target="../ink/ink246.xml"/><Relationship Id="rId25" Type="http://schemas.openxmlformats.org/officeDocument/2006/relationships/customXml" Target="../ink/ink247.xml"/><Relationship Id="rId26" Type="http://schemas.openxmlformats.org/officeDocument/2006/relationships/customXml" Target="../ink/ink248.xml"/><Relationship Id="rId27" Type="http://schemas.openxmlformats.org/officeDocument/2006/relationships/customXml" Target="../ink/ink249.xml"/><Relationship Id="rId28" Type="http://schemas.openxmlformats.org/officeDocument/2006/relationships/customXml" Target="../ink/ink250.xml"/><Relationship Id="rId29" Type="http://schemas.openxmlformats.org/officeDocument/2006/relationships/customXml" Target="../ink/ink251.xml"/><Relationship Id="rId30" Type="http://schemas.openxmlformats.org/officeDocument/2006/relationships/customXml" Target="../ink/ink252.xml"/><Relationship Id="rId31" Type="http://schemas.openxmlformats.org/officeDocument/2006/relationships/customXml" Target="../ink/ink253.xml"/><Relationship Id="rId32" Type="http://schemas.openxmlformats.org/officeDocument/2006/relationships/customXml" Target="../ink/ink254.xml"/><Relationship Id="rId33" Type="http://schemas.openxmlformats.org/officeDocument/2006/relationships/customXml" Target="../ink/ink255.xml"/><Relationship Id="rId34" Type="http://schemas.openxmlformats.org/officeDocument/2006/relationships/customXml" Target="../ink/ink256.xml"/><Relationship Id="rId35" Type="http://schemas.openxmlformats.org/officeDocument/2006/relationships/customXml" Target="../ink/ink257.xml"/><Relationship Id="rId36" Type="http://schemas.openxmlformats.org/officeDocument/2006/relationships/customXml" Target="../ink/ink258.xml"/><Relationship Id="rId37" Type="http://schemas.openxmlformats.org/officeDocument/2006/relationships/customXml" Target="../ink/ink259.xml"/><Relationship Id="rId38" Type="http://schemas.openxmlformats.org/officeDocument/2006/relationships/customXml" Target="../ink/ink260.xml"/><Relationship Id="rId39" Type="http://schemas.openxmlformats.org/officeDocument/2006/relationships/customXml" Target="../ink/ink261.xml"/><Relationship Id="rId40" Type="http://schemas.openxmlformats.org/officeDocument/2006/relationships/customXml" Target="../ink/ink262.xml"/><Relationship Id="rId41" Type="http://schemas.openxmlformats.org/officeDocument/2006/relationships/customXml" Target="../ink/ink263.xml"/><Relationship Id="rId42" Type="http://schemas.openxmlformats.org/officeDocument/2006/relationships/customXml" Target="../ink/ink264.xml"/><Relationship Id="rId43" Type="http://schemas.openxmlformats.org/officeDocument/2006/relationships/customXml" Target="../ink/ink265.xml"/><Relationship Id="rId4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customXml" Target="../ink/ink182.xml"/><Relationship Id="rId2" Type="http://schemas.openxmlformats.org/officeDocument/2006/relationships/customXml" Target="../ink/ink183.xml"/><Relationship Id="rId3" Type="http://schemas.openxmlformats.org/officeDocument/2006/relationships/customXml" Target="../ink/ink184.xml"/><Relationship Id="rId4" Type="http://schemas.openxmlformats.org/officeDocument/2006/relationships/customXml" Target="../ink/ink185.xml"/><Relationship Id="rId5" Type="http://schemas.openxmlformats.org/officeDocument/2006/relationships/customXml" Target="../ink/ink186.xml"/><Relationship Id="rId6" Type="http://schemas.openxmlformats.org/officeDocument/2006/relationships/customXml" Target="../ink/ink187.xml"/><Relationship Id="rId7" Type="http://schemas.openxmlformats.org/officeDocument/2006/relationships/customXml" Target="../ink/ink188.xml"/><Relationship Id="rId8" Type="http://schemas.openxmlformats.org/officeDocument/2006/relationships/customXml" Target="../ink/ink189.xml"/><Relationship Id="rId9" Type="http://schemas.openxmlformats.org/officeDocument/2006/relationships/customXml" Target="../ink/ink190.xml"/><Relationship Id="rId10" Type="http://schemas.openxmlformats.org/officeDocument/2006/relationships/customXml" Target="../ink/ink191.xml"/><Relationship Id="rId11" Type="http://schemas.openxmlformats.org/officeDocument/2006/relationships/customXml" Target="../ink/ink192.xml"/><Relationship Id="rId12" Type="http://schemas.openxmlformats.org/officeDocument/2006/relationships/customXml" Target="../ink/ink193.xml"/><Relationship Id="rId13" Type="http://schemas.openxmlformats.org/officeDocument/2006/relationships/customXml" Target="../ink/ink194.xml"/><Relationship Id="rId14" Type="http://schemas.openxmlformats.org/officeDocument/2006/relationships/customXml" Target="../ink/ink195.xml"/><Relationship Id="rId15" Type="http://schemas.openxmlformats.org/officeDocument/2006/relationships/customXml" Target="../ink/ink196.xml"/><Relationship Id="rId16" Type="http://schemas.openxmlformats.org/officeDocument/2006/relationships/customXml" Target="../ink/ink197.xml"/><Relationship Id="rId17" Type="http://schemas.openxmlformats.org/officeDocument/2006/relationships/customXml" Target="../ink/ink198.xml"/><Relationship Id="rId18" Type="http://schemas.openxmlformats.org/officeDocument/2006/relationships/customXml" Target="../ink/ink199.xml"/><Relationship Id="rId19" Type="http://schemas.openxmlformats.org/officeDocument/2006/relationships/customXml" Target="../ink/ink200.xml"/><Relationship Id="rId20" Type="http://schemas.openxmlformats.org/officeDocument/2006/relationships/customXml" Target="../ink/ink201.xml"/><Relationship Id="rId21" Type="http://schemas.openxmlformats.org/officeDocument/2006/relationships/customXml" Target="../ink/ink202.xml"/><Relationship Id="rId22" Type="http://schemas.openxmlformats.org/officeDocument/2006/relationships/customXml" Target="../ink/ink203.xml"/><Relationship Id="rId23" Type="http://schemas.openxmlformats.org/officeDocument/2006/relationships/customXml" Target="../ink/ink204.xml"/><Relationship Id="rId24" Type="http://schemas.openxmlformats.org/officeDocument/2006/relationships/customXml" Target="../ink/ink205.xml"/><Relationship Id="rId25" Type="http://schemas.openxmlformats.org/officeDocument/2006/relationships/customXml" Target="../ink/ink206.xml"/><Relationship Id="rId26" Type="http://schemas.openxmlformats.org/officeDocument/2006/relationships/customXml" Target="../ink/ink207.xml"/><Relationship Id="rId27" Type="http://schemas.openxmlformats.org/officeDocument/2006/relationships/customXml" Target="../ink/ink208.xml"/><Relationship Id="rId28" Type="http://schemas.openxmlformats.org/officeDocument/2006/relationships/customXml" Target="../ink/ink209.xml"/><Relationship Id="rId29" Type="http://schemas.openxmlformats.org/officeDocument/2006/relationships/customXml" Target="../ink/ink210.xml"/><Relationship Id="rId30" Type="http://schemas.openxmlformats.org/officeDocument/2006/relationships/customXml" Target="../ink/ink211.xml"/><Relationship Id="rId31" Type="http://schemas.openxmlformats.org/officeDocument/2006/relationships/customXml" Target="../ink/ink212.xml"/><Relationship Id="rId32" Type="http://schemas.openxmlformats.org/officeDocument/2006/relationships/customXml" Target="../ink/ink213.xml"/><Relationship Id="rId33" Type="http://schemas.openxmlformats.org/officeDocument/2006/relationships/customXml" Target="../ink/ink214.xml"/><Relationship Id="rId34" Type="http://schemas.openxmlformats.org/officeDocument/2006/relationships/customXml" Target="../ink/ink215.xml"/><Relationship Id="rId35" Type="http://schemas.openxmlformats.org/officeDocument/2006/relationships/customXml" Target="../ink/ink216.xml"/><Relationship Id="rId36" Type="http://schemas.openxmlformats.org/officeDocument/2006/relationships/customXml" Target="../ink/ink217.xml"/><Relationship Id="rId37" Type="http://schemas.openxmlformats.org/officeDocument/2006/relationships/customXml" Target="../ink/ink218.xml"/><Relationship Id="rId38" Type="http://schemas.openxmlformats.org/officeDocument/2006/relationships/customXml" Target="../ink/ink219.xml"/><Relationship Id="rId39" Type="http://schemas.openxmlformats.org/officeDocument/2006/relationships/customXml" Target="../ink/ink220.xml"/><Relationship Id="rId40" Type="http://schemas.openxmlformats.org/officeDocument/2006/relationships/customXml" Target="../ink/ink221.xml"/><Relationship Id="rId41" Type="http://schemas.openxmlformats.org/officeDocument/2006/relationships/customXml" Target="../ink/ink222.xml"/><Relationship Id="rId42" Type="http://schemas.openxmlformats.org/officeDocument/2006/relationships/customXml" Target="../ink/ink223.xml"/><Relationship Id="rId43" Type="http://schemas.openxmlformats.org/officeDocument/2006/relationships/customXml" Target="../ink/ink224.xml"/><Relationship Id="rId44" Type="http://schemas.openxmlformats.org/officeDocument/2006/relationships/customXml" Target="../ink/ink225.xml"/><Relationship Id="rId45" Type="http://schemas.openxmlformats.org/officeDocument/2006/relationships/customXml" Target="../ink/ink226.xml"/><Relationship Id="rId46" Type="http://schemas.openxmlformats.org/officeDocument/2006/relationships/customXml" Target="../ink/ink227.xml"/><Relationship Id="rId47"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customXml" Target="../ink/ink1.xml"/><Relationship Id="rId3" Type="http://schemas.openxmlformats.org/officeDocument/2006/relationships/customXml" Target="../ink/ink2.xml"/><Relationship Id="rId4" Type="http://schemas.openxmlformats.org/officeDocument/2006/relationships/customXml" Target="../ink/ink3.xml"/><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customXml" Target="../ink/ink266.xml"/><Relationship Id="rId8" Type="http://schemas.openxmlformats.org/officeDocument/2006/relationships/customXml" Target="../ink/ink267.xml"/><Relationship Id="rId9" Type="http://schemas.openxmlformats.org/officeDocument/2006/relationships/customXml" Target="../ink/ink268.xml"/><Relationship Id="rId10" Type="http://schemas.openxmlformats.org/officeDocument/2006/relationships/customXml" Target="../ink/ink269.xml"/><Relationship Id="rId11" Type="http://schemas.openxmlformats.org/officeDocument/2006/relationships/customXml" Target="../ink/ink270.xml"/><Relationship Id="rId12" Type="http://schemas.openxmlformats.org/officeDocument/2006/relationships/customXml" Target="../ink/ink271.xml"/><Relationship Id="rId13" Type="http://schemas.openxmlformats.org/officeDocument/2006/relationships/customXml" Target="../ink/ink272.xml"/><Relationship Id="rId14" Type="http://schemas.openxmlformats.org/officeDocument/2006/relationships/customXml" Target="../ink/ink273.xml"/><Relationship Id="rId15" Type="http://schemas.openxmlformats.org/officeDocument/2006/relationships/customXml" Target="../ink/ink274.xml"/><Relationship Id="rId16" Type="http://schemas.openxmlformats.org/officeDocument/2006/relationships/customXml" Target="../ink/ink275.xml"/><Relationship Id="rId17" Type="http://schemas.openxmlformats.org/officeDocument/2006/relationships/customXml" Target="../ink/ink276.xml"/><Relationship Id="rId18" Type="http://schemas.openxmlformats.org/officeDocument/2006/relationships/customXml" Target="../ink/ink277.xml"/><Relationship Id="rId19" Type="http://schemas.openxmlformats.org/officeDocument/2006/relationships/customXml" Target="../ink/ink278.xml"/><Relationship Id="rId20" Type="http://schemas.openxmlformats.org/officeDocument/2006/relationships/customXml" Target="../ink/ink279.xml"/><Relationship Id="rId21" Type="http://schemas.openxmlformats.org/officeDocument/2006/relationships/customXml" Target="../ink/ink280.xml"/><Relationship Id="rId22" Type="http://schemas.openxmlformats.org/officeDocument/2006/relationships/customXml" Target="../ink/ink281.xml"/><Relationship Id="rId23" Type="http://schemas.openxmlformats.org/officeDocument/2006/relationships/customXml" Target="../ink/ink282.xml"/><Relationship Id="rId24" Type="http://schemas.openxmlformats.org/officeDocument/2006/relationships/customXml" Target="../ink/ink283.xml"/><Relationship Id="rId25" Type="http://schemas.openxmlformats.org/officeDocument/2006/relationships/customXml" Target="../ink/ink284.xml"/><Relationship Id="rId26" Type="http://schemas.openxmlformats.org/officeDocument/2006/relationships/customXml" Target="../ink/ink285.xml"/><Relationship Id="rId27" Type="http://schemas.openxmlformats.org/officeDocument/2006/relationships/customXml" Target="../ink/ink286.xml"/><Relationship Id="rId28" Type="http://schemas.openxmlformats.org/officeDocument/2006/relationships/customXml" Target="../ink/ink287.xml"/><Relationship Id="rId29" Type="http://schemas.openxmlformats.org/officeDocument/2006/relationships/customXml" Target="../ink/ink288.xml"/><Relationship Id="rId30" Type="http://schemas.openxmlformats.org/officeDocument/2006/relationships/customXml" Target="../ink/ink289.xml"/><Relationship Id="rId31" Type="http://schemas.openxmlformats.org/officeDocument/2006/relationships/customXml" Target="../ink/ink290.xml"/><Relationship Id="rId32" Type="http://schemas.openxmlformats.org/officeDocument/2006/relationships/customXml" Target="../ink/ink291.xml"/><Relationship Id="rId33" Type="http://schemas.openxmlformats.org/officeDocument/2006/relationships/customXml" Target="../ink/ink292.xml"/><Relationship Id="rId34" Type="http://schemas.openxmlformats.org/officeDocument/2006/relationships/customXml" Target="../ink/ink293.xml"/><Relationship Id="rId35" Type="http://schemas.openxmlformats.org/officeDocument/2006/relationships/customXml" Target="../ink/ink294.xml"/><Relationship Id="rId36" Type="http://schemas.openxmlformats.org/officeDocument/2006/relationships/customXml" Target="../ink/ink295.xml"/><Relationship Id="rId37" Type="http://schemas.openxmlformats.org/officeDocument/2006/relationships/customXml" Target="../ink/ink296.xml"/><Relationship Id="rId38" Type="http://schemas.openxmlformats.org/officeDocument/2006/relationships/customXml" Target="../ink/ink297.xml"/><Relationship Id="rId39" Type="http://schemas.openxmlformats.org/officeDocument/2006/relationships/customXml" Target="../ink/ink298.xml"/><Relationship Id="rId40" Type="http://schemas.openxmlformats.org/officeDocument/2006/relationships/customXml" Target="../ink/ink299.xml"/><Relationship Id="rId41" Type="http://schemas.openxmlformats.org/officeDocument/2006/relationships/customXml" Target="../ink/ink300.xml"/><Relationship Id="rId42" Type="http://schemas.openxmlformats.org/officeDocument/2006/relationships/customXml" Target="../ink/ink301.xml"/><Relationship Id="rId43" Type="http://schemas.openxmlformats.org/officeDocument/2006/relationships/customXml" Target="../ink/ink302.xml"/><Relationship Id="rId4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customXml" Target="../ink/ink303.xml"/><Relationship Id="rId2" Type="http://schemas.openxmlformats.org/officeDocument/2006/relationships/customXml" Target="../ink/ink304.xml"/><Relationship Id="rId3" Type="http://schemas.openxmlformats.org/officeDocument/2006/relationships/customXml" Target="../ink/ink305.xml"/><Relationship Id="rId4" Type="http://schemas.openxmlformats.org/officeDocument/2006/relationships/customXml" Target="../ink/ink306.xml"/><Relationship Id="rId5" Type="http://schemas.openxmlformats.org/officeDocument/2006/relationships/customXml" Target="../ink/ink307.xml"/><Relationship Id="rId6" Type="http://schemas.openxmlformats.org/officeDocument/2006/relationships/customXml" Target="../ink/ink308.xml"/><Relationship Id="rId7" Type="http://schemas.openxmlformats.org/officeDocument/2006/relationships/customXml" Target="../ink/ink309.xml"/><Relationship Id="rId8" Type="http://schemas.openxmlformats.org/officeDocument/2006/relationships/customXml" Target="../ink/ink310.xml"/><Relationship Id="rId9" Type="http://schemas.openxmlformats.org/officeDocument/2006/relationships/customXml" Target="../ink/ink311.xml"/><Relationship Id="rId10" Type="http://schemas.openxmlformats.org/officeDocument/2006/relationships/customXml" Target="../ink/ink312.xml"/><Relationship Id="rId11" Type="http://schemas.openxmlformats.org/officeDocument/2006/relationships/customXml" Target="../ink/ink313.xml"/><Relationship Id="rId12" Type="http://schemas.openxmlformats.org/officeDocument/2006/relationships/customXml" Target="../ink/ink314.xml"/><Relationship Id="rId13" Type="http://schemas.openxmlformats.org/officeDocument/2006/relationships/customXml" Target="../ink/ink315.xml"/><Relationship Id="rId14" Type="http://schemas.openxmlformats.org/officeDocument/2006/relationships/customXml" Target="../ink/ink316.xml"/><Relationship Id="rId15" Type="http://schemas.openxmlformats.org/officeDocument/2006/relationships/customXml" Target="../ink/ink317.xml"/><Relationship Id="rId16" Type="http://schemas.openxmlformats.org/officeDocument/2006/relationships/customXml" Target="../ink/ink318.xml"/><Relationship Id="rId17" Type="http://schemas.openxmlformats.org/officeDocument/2006/relationships/customXml" Target="../ink/ink319.xml"/><Relationship Id="rId18"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customXml" Target="../ink/ink320.xml"/><Relationship Id="rId3" Type="http://schemas.openxmlformats.org/officeDocument/2006/relationships/customXml" Target="../ink/ink321.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customXml" Target="../ink/ink323.xml"/><Relationship Id="rId8" Type="http://schemas.openxmlformats.org/officeDocument/2006/relationships/customXml" Target="../ink/ink324.xml"/><Relationship Id="rId9" Type="http://schemas.openxmlformats.org/officeDocument/2006/relationships/customXml" Target="../ink/ink325.xml"/><Relationship Id="rId10" Type="http://schemas.openxmlformats.org/officeDocument/2006/relationships/customXml" Target="../ink/ink326.xml"/><Relationship Id="rId1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customXml" Target="../ink/ink327.xml"/><Relationship Id="rId4" Type="http://schemas.openxmlformats.org/officeDocument/2006/relationships/customXml" Target="../ink/ink328.xml"/><Relationship Id="rId5" Type="http://schemas.openxmlformats.org/officeDocument/2006/relationships/customXml" Target="../ink/ink329.xml"/><Relationship Id="rId6" Type="http://schemas.openxmlformats.org/officeDocument/2006/relationships/customXml" Target="../ink/ink330.xml"/><Relationship Id="rId7" Type="http://schemas.openxmlformats.org/officeDocument/2006/relationships/customXml" Target="../ink/ink331.xml"/><Relationship Id="rId8" Type="http://schemas.openxmlformats.org/officeDocument/2006/relationships/customXml" Target="../ink/ink332.xml"/><Relationship Id="rId9" Type="http://schemas.openxmlformats.org/officeDocument/2006/relationships/customXml" Target="../ink/ink333.xml"/><Relationship Id="rId10" Type="http://schemas.openxmlformats.org/officeDocument/2006/relationships/customXml" Target="../ink/ink334.xml"/><Relationship Id="rId11" Type="http://schemas.openxmlformats.org/officeDocument/2006/relationships/customXml" Target="../ink/ink335.xml"/><Relationship Id="rId12" Type="http://schemas.openxmlformats.org/officeDocument/2006/relationships/customXml" Target="../ink/ink336.xml"/><Relationship Id="rId13" Type="http://schemas.openxmlformats.org/officeDocument/2006/relationships/customXml" Target="../ink/ink337.xml"/><Relationship Id="rId14" Type="http://schemas.openxmlformats.org/officeDocument/2006/relationships/customXml" Target="../ink/ink338.xml"/><Relationship Id="rId15" Type="http://schemas.openxmlformats.org/officeDocument/2006/relationships/customXml" Target="../ink/ink339.xml"/><Relationship Id="rId16" Type="http://schemas.openxmlformats.org/officeDocument/2006/relationships/customXml" Target="../ink/ink340.xml"/><Relationship Id="rId17" Type="http://schemas.openxmlformats.org/officeDocument/2006/relationships/customXml" Target="../ink/ink341.xml"/><Relationship Id="rId18" Type="http://schemas.openxmlformats.org/officeDocument/2006/relationships/customXml" Target="../ink/ink342.xml"/><Relationship Id="rId19" Type="http://schemas.openxmlformats.org/officeDocument/2006/relationships/customXml" Target="../ink/ink343.xml"/><Relationship Id="rId20" Type="http://schemas.openxmlformats.org/officeDocument/2006/relationships/customXml" Target="../ink/ink344.xml"/><Relationship Id="rId21" Type="http://schemas.openxmlformats.org/officeDocument/2006/relationships/customXml" Target="../ink/ink345.xml"/><Relationship Id="rId22" Type="http://schemas.openxmlformats.org/officeDocument/2006/relationships/customXml" Target="../ink/ink346.xml"/><Relationship Id="rId23" Type="http://schemas.openxmlformats.org/officeDocument/2006/relationships/customXml" Target="../ink/ink347.xml"/><Relationship Id="rId24" Type="http://schemas.openxmlformats.org/officeDocument/2006/relationships/customXml" Target="../ink/ink348.xml"/><Relationship Id="rId25" Type="http://schemas.openxmlformats.org/officeDocument/2006/relationships/customXml" Target="../ink/ink349.xml"/><Relationship Id="rId26" Type="http://schemas.openxmlformats.org/officeDocument/2006/relationships/customXml" Target="../ink/ink350.xml"/><Relationship Id="rId27" Type="http://schemas.openxmlformats.org/officeDocument/2006/relationships/customXml" Target="../ink/ink351.xml"/><Relationship Id="rId28" Type="http://schemas.openxmlformats.org/officeDocument/2006/relationships/customXml" Target="../ink/ink352.xml"/><Relationship Id="rId29" Type="http://schemas.openxmlformats.org/officeDocument/2006/relationships/customXml" Target="../ink/ink353.xml"/><Relationship Id="rId30" Type="http://schemas.openxmlformats.org/officeDocument/2006/relationships/customXml" Target="../ink/ink354.xml"/><Relationship Id="rId31" Type="http://schemas.openxmlformats.org/officeDocument/2006/relationships/customXml" Target="../ink/ink355.xml"/><Relationship Id="rId32" Type="http://schemas.openxmlformats.org/officeDocument/2006/relationships/customXml" Target="../ink/ink356.xml"/><Relationship Id="rId33" Type="http://schemas.openxmlformats.org/officeDocument/2006/relationships/customXml" Target="../ink/ink357.xml"/><Relationship Id="rId34" Type="http://schemas.openxmlformats.org/officeDocument/2006/relationships/customXml" Target="../ink/ink358.xml"/><Relationship Id="rId35" Type="http://schemas.openxmlformats.org/officeDocument/2006/relationships/customXml" Target="../ink/ink359.xml"/><Relationship Id="rId36" Type="http://schemas.openxmlformats.org/officeDocument/2006/relationships/customXml" Target="../ink/ink360.xml"/><Relationship Id="rId37" Type="http://schemas.openxmlformats.org/officeDocument/2006/relationships/customXml" Target="../ink/ink361.xml"/><Relationship Id="rId38" Type="http://schemas.openxmlformats.org/officeDocument/2006/relationships/customXml" Target="../ink/ink362.xml"/><Relationship Id="rId39" Type="http://schemas.openxmlformats.org/officeDocument/2006/relationships/customXml" Target="../ink/ink363.xml"/><Relationship Id="rId40" Type="http://schemas.openxmlformats.org/officeDocument/2006/relationships/customXml" Target="../ink/ink364.xml"/><Relationship Id="rId41" Type="http://schemas.openxmlformats.org/officeDocument/2006/relationships/customXml" Target="../ink/ink365.xml"/><Relationship Id="rId42" Type="http://schemas.openxmlformats.org/officeDocument/2006/relationships/customXml" Target="../ink/ink366.xml"/><Relationship Id="rId43" Type="http://schemas.openxmlformats.org/officeDocument/2006/relationships/customXml" Target="../ink/ink367.xml"/><Relationship Id="rId44" Type="http://schemas.openxmlformats.org/officeDocument/2006/relationships/customXml" Target="../ink/ink368.xml"/><Relationship Id="rId45" Type="http://schemas.openxmlformats.org/officeDocument/2006/relationships/customXml" Target="../ink/ink369.xml"/><Relationship Id="rId46" Type="http://schemas.openxmlformats.org/officeDocument/2006/relationships/customXml" Target="../ink/ink370.xml"/><Relationship Id="rId47" Type="http://schemas.openxmlformats.org/officeDocument/2006/relationships/customXml" Target="../ink/ink371.xml"/><Relationship Id="rId48" Type="http://schemas.openxmlformats.org/officeDocument/2006/relationships/customXml" Target="../ink/ink372.xml"/><Relationship Id="rId49" Type="http://schemas.openxmlformats.org/officeDocument/2006/relationships/customXml" Target="../ink/ink373.xml"/><Relationship Id="rId50" Type="http://schemas.openxmlformats.org/officeDocument/2006/relationships/customXml" Target="../ink/ink374.xml"/><Relationship Id="rId51" Type="http://schemas.openxmlformats.org/officeDocument/2006/relationships/customXml" Target="../ink/ink375.xml"/><Relationship Id="rId52" Type="http://schemas.openxmlformats.org/officeDocument/2006/relationships/customXml" Target="../ink/ink376.xml"/><Relationship Id="rId53" Type="http://schemas.openxmlformats.org/officeDocument/2006/relationships/customXml" Target="../ink/ink377.xml"/><Relationship Id="rId54" Type="http://schemas.openxmlformats.org/officeDocument/2006/relationships/customXml" Target="../ink/ink378.xml"/><Relationship Id="rId55" Type="http://schemas.openxmlformats.org/officeDocument/2006/relationships/customXml" Target="../ink/ink379.xml"/><Relationship Id="rId56" Type="http://schemas.openxmlformats.org/officeDocument/2006/relationships/customXml" Target="../ink/ink380.xml"/><Relationship Id="rId57" Type="http://schemas.openxmlformats.org/officeDocument/2006/relationships/customXml" Target="../ink/ink381.xml"/><Relationship Id="rId58"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jpe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customXml" Target="../ink/ink382.xml"/><Relationship Id="rId4" Type="http://schemas.openxmlformats.org/officeDocument/2006/relationships/customXml" Target="../ink/ink383.xml"/><Relationship Id="rId5" Type="http://schemas.openxmlformats.org/officeDocument/2006/relationships/customXml" Target="../ink/ink384.xml"/><Relationship Id="rId6" Type="http://schemas.openxmlformats.org/officeDocument/2006/relationships/customXml" Target="../ink/ink385.xml"/><Relationship Id="rId7" Type="http://schemas.openxmlformats.org/officeDocument/2006/relationships/customXml" Target="../ink/ink386.xml"/><Relationship Id="rId8" Type="http://schemas.openxmlformats.org/officeDocument/2006/relationships/customXml" Target="../ink/ink387.xml"/><Relationship Id="rId9" Type="http://schemas.openxmlformats.org/officeDocument/2006/relationships/customXml" Target="../ink/ink388.xml"/><Relationship Id="rId10" Type="http://schemas.openxmlformats.org/officeDocument/2006/relationships/customXml" Target="../ink/ink389.xml"/><Relationship Id="rId11" Type="http://schemas.openxmlformats.org/officeDocument/2006/relationships/customXml" Target="../ink/ink390.xml"/><Relationship Id="rId12" Type="http://schemas.openxmlformats.org/officeDocument/2006/relationships/customXml" Target="../ink/ink391.xml"/><Relationship Id="rId13" Type="http://schemas.openxmlformats.org/officeDocument/2006/relationships/customXml" Target="../ink/ink392.xml"/><Relationship Id="rId14" Type="http://schemas.openxmlformats.org/officeDocument/2006/relationships/customXml" Target="../ink/ink393.xml"/><Relationship Id="rId15" Type="http://schemas.openxmlformats.org/officeDocument/2006/relationships/customXml" Target="../ink/ink394.xml"/><Relationship Id="rId16" Type="http://schemas.openxmlformats.org/officeDocument/2006/relationships/customXml" Target="../ink/ink395.xml"/><Relationship Id="rId17" Type="http://schemas.openxmlformats.org/officeDocument/2006/relationships/customXml" Target="../ink/ink396.xml"/><Relationship Id="rId18" Type="http://schemas.openxmlformats.org/officeDocument/2006/relationships/customXml" Target="../ink/ink397.xml"/><Relationship Id="rId19" Type="http://schemas.openxmlformats.org/officeDocument/2006/relationships/customXml" Target="../ink/ink398.xml"/><Relationship Id="rId20" Type="http://schemas.openxmlformats.org/officeDocument/2006/relationships/customXml" Target="../ink/ink399.xml"/><Relationship Id="rId21" Type="http://schemas.openxmlformats.org/officeDocument/2006/relationships/customXml" Target="../ink/ink400.xml"/><Relationship Id="rId22" Type="http://schemas.openxmlformats.org/officeDocument/2006/relationships/customXml" Target="../ink/ink401.xml"/><Relationship Id="rId23" Type="http://schemas.openxmlformats.org/officeDocument/2006/relationships/customXml" Target="../ink/ink402.xml"/><Relationship Id="rId24" Type="http://schemas.openxmlformats.org/officeDocument/2006/relationships/customXml" Target="../ink/ink403.xml"/><Relationship Id="rId25" Type="http://schemas.openxmlformats.org/officeDocument/2006/relationships/customXml" Target="../ink/ink404.xml"/><Relationship Id="rId26" Type="http://schemas.openxmlformats.org/officeDocument/2006/relationships/customXml" Target="../ink/ink405.xml"/><Relationship Id="rId27" Type="http://schemas.openxmlformats.org/officeDocument/2006/relationships/customXml" Target="../ink/ink406.xml"/><Relationship Id="rId28" Type="http://schemas.openxmlformats.org/officeDocument/2006/relationships/customXml" Target="../ink/ink407.xml"/><Relationship Id="rId29" Type="http://schemas.openxmlformats.org/officeDocument/2006/relationships/customXml" Target="../ink/ink408.xml"/><Relationship Id="rId30" Type="http://schemas.openxmlformats.org/officeDocument/2006/relationships/customXml" Target="../ink/ink409.xml"/><Relationship Id="rId31" Type="http://schemas.openxmlformats.org/officeDocument/2006/relationships/customXml" Target="../ink/ink410.xml"/><Relationship Id="rId32" Type="http://schemas.openxmlformats.org/officeDocument/2006/relationships/customXml" Target="../ink/ink411.xml"/><Relationship Id="rId33" Type="http://schemas.openxmlformats.org/officeDocument/2006/relationships/customXml" Target="../ink/ink412.xml"/><Relationship Id="rId34" Type="http://schemas.openxmlformats.org/officeDocument/2006/relationships/customXml" Target="../ink/ink413.xml"/><Relationship Id="rId35" Type="http://schemas.openxmlformats.org/officeDocument/2006/relationships/customXml" Target="../ink/ink414.xml"/><Relationship Id="rId36" Type="http://schemas.openxmlformats.org/officeDocument/2006/relationships/customXml" Target="../ink/ink415.xml"/><Relationship Id="rId37" Type="http://schemas.openxmlformats.org/officeDocument/2006/relationships/customXml" Target="../ink/ink416.xml"/><Relationship Id="rId38" Type="http://schemas.openxmlformats.org/officeDocument/2006/relationships/customXml" Target="../ink/ink417.xml"/><Relationship Id="rId39" Type="http://schemas.openxmlformats.org/officeDocument/2006/relationships/customXml" Target="../ink/ink418.xml"/><Relationship Id="rId40" Type="http://schemas.openxmlformats.org/officeDocument/2006/relationships/customXml" Target="../ink/ink419.xml"/><Relationship Id="rId41" Type="http://schemas.openxmlformats.org/officeDocument/2006/relationships/customXml" Target="../ink/ink420.xml"/><Relationship Id="rId42" Type="http://schemas.openxmlformats.org/officeDocument/2006/relationships/customXml" Target="../ink/ink421.xml"/><Relationship Id="rId43" Type="http://schemas.openxmlformats.org/officeDocument/2006/relationships/customXml" Target="../ink/ink422.xml"/><Relationship Id="rId44" Type="http://schemas.openxmlformats.org/officeDocument/2006/relationships/customXml" Target="../ink/ink423.xml"/><Relationship Id="rId45" Type="http://schemas.openxmlformats.org/officeDocument/2006/relationships/customXml" Target="../ink/ink424.xml"/><Relationship Id="rId46" Type="http://schemas.openxmlformats.org/officeDocument/2006/relationships/customXml" Target="../ink/ink425.xml"/><Relationship Id="rId47" Type="http://schemas.openxmlformats.org/officeDocument/2006/relationships/customXml" Target="../ink/ink426.xml"/><Relationship Id="rId48" Type="http://schemas.openxmlformats.org/officeDocument/2006/relationships/customXml" Target="../ink/ink427.xml"/><Relationship Id="rId49" Type="http://schemas.openxmlformats.org/officeDocument/2006/relationships/customXml" Target="../ink/ink428.xml"/><Relationship Id="rId50" Type="http://schemas.openxmlformats.org/officeDocument/2006/relationships/customXml" Target="../ink/ink429.xml"/><Relationship Id="rId51" Type="http://schemas.openxmlformats.org/officeDocument/2006/relationships/customXml" Target="../ink/ink430.xml"/><Relationship Id="rId52" Type="http://schemas.openxmlformats.org/officeDocument/2006/relationships/customXml" Target="../ink/ink431.xml"/><Relationship Id="rId53" Type="http://schemas.openxmlformats.org/officeDocument/2006/relationships/customXml" Target="../ink/ink432.xml"/><Relationship Id="rId54" Type="http://schemas.openxmlformats.org/officeDocument/2006/relationships/customXml" Target="../ink/ink433.xml"/><Relationship Id="rId55" Type="http://schemas.openxmlformats.org/officeDocument/2006/relationships/customXml" Target="../ink/ink434.xml"/><Relationship Id="rId56" Type="http://schemas.openxmlformats.org/officeDocument/2006/relationships/customXml" Target="../ink/ink435.xml"/><Relationship Id="rId57" Type="http://schemas.openxmlformats.org/officeDocument/2006/relationships/customXml" Target="../ink/ink436.xml"/><Relationship Id="rId58" Type="http://schemas.openxmlformats.org/officeDocument/2006/relationships/customXml" Target="../ink/ink437.xml"/><Relationship Id="rId59" Type="http://schemas.openxmlformats.org/officeDocument/2006/relationships/customXml" Target="../ink/ink438.xml"/><Relationship Id="rId60" Type="http://schemas.openxmlformats.org/officeDocument/2006/relationships/customXml" Target="../ink/ink439.xml"/><Relationship Id="rId61" Type="http://schemas.openxmlformats.org/officeDocument/2006/relationships/customXml" Target="../ink/ink440.xml"/><Relationship Id="rId62" Type="http://schemas.openxmlformats.org/officeDocument/2006/relationships/customXml" Target="../ink/ink441.xml"/><Relationship Id="rId63" Type="http://schemas.openxmlformats.org/officeDocument/2006/relationships/customXml" Target="../ink/ink442.xml"/><Relationship Id="rId64" Type="http://schemas.openxmlformats.org/officeDocument/2006/relationships/customXml" Target="../ink/ink443.xml"/><Relationship Id="rId65" Type="http://schemas.openxmlformats.org/officeDocument/2006/relationships/customXml" Target="../ink/ink444.xml"/><Relationship Id="rId66" Type="http://schemas.openxmlformats.org/officeDocument/2006/relationships/customXml" Target="../ink/ink445.xml"/><Relationship Id="rId67" Type="http://schemas.openxmlformats.org/officeDocument/2006/relationships/customXml" Target="../ink/ink446.xml"/><Relationship Id="rId68" Type="http://schemas.openxmlformats.org/officeDocument/2006/relationships/customXml" Target="../ink/ink447.xml"/><Relationship Id="rId69" Type="http://schemas.openxmlformats.org/officeDocument/2006/relationships/customXml" Target="../ink/ink448.xml"/><Relationship Id="rId70" Type="http://schemas.openxmlformats.org/officeDocument/2006/relationships/customXml" Target="../ink/ink449.xml"/><Relationship Id="rId71" Type="http://schemas.openxmlformats.org/officeDocument/2006/relationships/customXml" Target="../ink/ink450.xml"/><Relationship Id="rId72" Type="http://schemas.openxmlformats.org/officeDocument/2006/relationships/customXml" Target="../ink/ink451.xml"/><Relationship Id="rId73" Type="http://schemas.openxmlformats.org/officeDocument/2006/relationships/customXml" Target="../ink/ink452.xml"/><Relationship Id="rId74" Type="http://schemas.openxmlformats.org/officeDocument/2006/relationships/customXml" Target="../ink/ink453.xml"/><Relationship Id="rId75" Type="http://schemas.openxmlformats.org/officeDocument/2006/relationships/customXml" Target="../ink/ink454.xml"/><Relationship Id="rId76" Type="http://schemas.openxmlformats.org/officeDocument/2006/relationships/customXml" Target="../ink/ink455.xml"/><Relationship Id="rId77" Type="http://schemas.openxmlformats.org/officeDocument/2006/relationships/customXml" Target="../ink/ink456.xml"/><Relationship Id="rId78" Type="http://schemas.openxmlformats.org/officeDocument/2006/relationships/customXml" Target="../ink/ink561.xml"/><Relationship Id="rId79" Type="http://schemas.openxmlformats.org/officeDocument/2006/relationships/customXml" Target="../ink/ink562.xml"/><Relationship Id="rId80" Type="http://schemas.openxmlformats.org/officeDocument/2006/relationships/customXml" Target="../ink/ink563.xml"/><Relationship Id="rId81" Type="http://schemas.openxmlformats.org/officeDocument/2006/relationships/customXml" Target="../ink/ink564.xml"/><Relationship Id="rId8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customXml" Target="../ink/ink457.xml"/><Relationship Id="rId2" Type="http://schemas.openxmlformats.org/officeDocument/2006/relationships/customXml" Target="../ink/ink458.xml"/><Relationship Id="rId3" Type="http://schemas.openxmlformats.org/officeDocument/2006/relationships/customXml" Target="../ink/ink459.xml"/><Relationship Id="rId4" Type="http://schemas.openxmlformats.org/officeDocument/2006/relationships/customXml" Target="../ink/ink460.xml"/><Relationship Id="rId5" Type="http://schemas.openxmlformats.org/officeDocument/2006/relationships/customXml" Target="../ink/ink461.xml"/><Relationship Id="rId6" Type="http://schemas.openxmlformats.org/officeDocument/2006/relationships/customXml" Target="../ink/ink462.xml"/><Relationship Id="rId7" Type="http://schemas.openxmlformats.org/officeDocument/2006/relationships/customXml" Target="../ink/ink463.xml"/><Relationship Id="rId8" Type="http://schemas.openxmlformats.org/officeDocument/2006/relationships/customXml" Target="../ink/ink464.xml"/><Relationship Id="rId9" Type="http://schemas.openxmlformats.org/officeDocument/2006/relationships/customXml" Target="../ink/ink465.xml"/><Relationship Id="rId10" Type="http://schemas.openxmlformats.org/officeDocument/2006/relationships/customXml" Target="../ink/ink466.xml"/><Relationship Id="rId11" Type="http://schemas.openxmlformats.org/officeDocument/2006/relationships/customXml" Target="../ink/ink467.xml"/><Relationship Id="rId12" Type="http://schemas.openxmlformats.org/officeDocument/2006/relationships/customXml" Target="../ink/ink468.xml"/><Relationship Id="rId13" Type="http://schemas.openxmlformats.org/officeDocument/2006/relationships/customXml" Target="../ink/ink469.xml"/><Relationship Id="rId14" Type="http://schemas.openxmlformats.org/officeDocument/2006/relationships/customXml" Target="../ink/ink470.xml"/><Relationship Id="rId15" Type="http://schemas.openxmlformats.org/officeDocument/2006/relationships/customXml" Target="../ink/ink471.xml"/><Relationship Id="rId16" Type="http://schemas.openxmlformats.org/officeDocument/2006/relationships/customXml" Target="../ink/ink472.xml"/><Relationship Id="rId17" Type="http://schemas.openxmlformats.org/officeDocument/2006/relationships/customXml" Target="../ink/ink473.xml"/><Relationship Id="rId18" Type="http://schemas.openxmlformats.org/officeDocument/2006/relationships/customXml" Target="../ink/ink474.xml"/><Relationship Id="rId19" Type="http://schemas.openxmlformats.org/officeDocument/2006/relationships/customXml" Target="../ink/ink475.xml"/><Relationship Id="rId20" Type="http://schemas.openxmlformats.org/officeDocument/2006/relationships/customXml" Target="../ink/ink476.xml"/><Relationship Id="rId21" Type="http://schemas.openxmlformats.org/officeDocument/2006/relationships/customXml" Target="../ink/ink477.xml"/><Relationship Id="rId22" Type="http://schemas.openxmlformats.org/officeDocument/2006/relationships/customXml" Target="../ink/ink478.xml"/><Relationship Id="rId23" Type="http://schemas.openxmlformats.org/officeDocument/2006/relationships/customXml" Target="../ink/ink479.xml"/><Relationship Id="rId24" Type="http://schemas.openxmlformats.org/officeDocument/2006/relationships/customXml" Target="../ink/ink480.xml"/><Relationship Id="rId25" Type="http://schemas.openxmlformats.org/officeDocument/2006/relationships/customXml" Target="../ink/ink481.xml"/><Relationship Id="rId26" Type="http://schemas.openxmlformats.org/officeDocument/2006/relationships/customXml" Target="../ink/ink482.xml"/><Relationship Id="rId27" Type="http://schemas.openxmlformats.org/officeDocument/2006/relationships/customXml" Target="../ink/ink483.xml"/><Relationship Id="rId28" Type="http://schemas.openxmlformats.org/officeDocument/2006/relationships/customXml" Target="../ink/ink484.xml"/><Relationship Id="rId29" Type="http://schemas.openxmlformats.org/officeDocument/2006/relationships/customXml" Target="../ink/ink485.xml"/><Relationship Id="rId30" Type="http://schemas.openxmlformats.org/officeDocument/2006/relationships/customXml" Target="../ink/ink486.xml"/><Relationship Id="rId31" Type="http://schemas.openxmlformats.org/officeDocument/2006/relationships/customXml" Target="../ink/ink487.xml"/><Relationship Id="rId32" Type="http://schemas.openxmlformats.org/officeDocument/2006/relationships/customXml" Target="../ink/ink488.xml"/><Relationship Id="rId33" Type="http://schemas.openxmlformats.org/officeDocument/2006/relationships/customXml" Target="../ink/ink489.xml"/><Relationship Id="rId34" Type="http://schemas.openxmlformats.org/officeDocument/2006/relationships/customXml" Target="../ink/ink490.xml"/><Relationship Id="rId35" Type="http://schemas.openxmlformats.org/officeDocument/2006/relationships/customXml" Target="../ink/ink491.xml"/><Relationship Id="rId36" Type="http://schemas.openxmlformats.org/officeDocument/2006/relationships/customXml" Target="../ink/ink492.xml"/><Relationship Id="rId37" Type="http://schemas.openxmlformats.org/officeDocument/2006/relationships/customXml" Target="../ink/ink493.xml"/><Relationship Id="rId38" Type="http://schemas.openxmlformats.org/officeDocument/2006/relationships/customXml" Target="../ink/ink494.xml"/><Relationship Id="rId39" Type="http://schemas.openxmlformats.org/officeDocument/2006/relationships/customXml" Target="../ink/ink495.xml"/><Relationship Id="rId40" Type="http://schemas.openxmlformats.org/officeDocument/2006/relationships/customXml" Target="../ink/ink496.xml"/><Relationship Id="rId41" Type="http://schemas.openxmlformats.org/officeDocument/2006/relationships/customXml" Target="../ink/ink497.xml"/><Relationship Id="rId42" Type="http://schemas.openxmlformats.org/officeDocument/2006/relationships/customXml" Target="../ink/ink498.xml"/><Relationship Id="rId43" Type="http://schemas.openxmlformats.org/officeDocument/2006/relationships/customXml" Target="../ink/ink499.xml"/><Relationship Id="rId44" Type="http://schemas.openxmlformats.org/officeDocument/2006/relationships/customXml" Target="../ink/ink500.xml"/><Relationship Id="rId45" Type="http://schemas.openxmlformats.org/officeDocument/2006/relationships/customXml" Target="../ink/ink501.xml"/><Relationship Id="rId46" Type="http://schemas.openxmlformats.org/officeDocument/2006/relationships/customXml" Target="../ink/ink502.xml"/><Relationship Id="rId47" Type="http://schemas.openxmlformats.org/officeDocument/2006/relationships/customXml" Target="../ink/ink503.xml"/><Relationship Id="rId48" Type="http://schemas.openxmlformats.org/officeDocument/2006/relationships/customXml" Target="../ink/ink504.xml"/><Relationship Id="rId49" Type="http://schemas.openxmlformats.org/officeDocument/2006/relationships/customXml" Target="../ink/ink505.xml"/><Relationship Id="rId50" Type="http://schemas.openxmlformats.org/officeDocument/2006/relationships/customXml" Target="../ink/ink506.xml"/><Relationship Id="rId51" Type="http://schemas.openxmlformats.org/officeDocument/2006/relationships/customXml" Target="../ink/ink507.xml"/><Relationship Id="rId52" Type="http://schemas.openxmlformats.org/officeDocument/2006/relationships/customXml" Target="../ink/ink508.xml"/><Relationship Id="rId53" Type="http://schemas.openxmlformats.org/officeDocument/2006/relationships/customXml" Target="../ink/ink509.xml"/><Relationship Id="rId54" Type="http://schemas.openxmlformats.org/officeDocument/2006/relationships/customXml" Target="../ink/ink510.xml"/><Relationship Id="rId55" Type="http://schemas.openxmlformats.org/officeDocument/2006/relationships/customXml" Target="../ink/ink511.xml"/><Relationship Id="rId56" Type="http://schemas.openxmlformats.org/officeDocument/2006/relationships/customXml" Target="../ink/ink512.xml"/><Relationship Id="rId57" Type="http://schemas.openxmlformats.org/officeDocument/2006/relationships/customXml" Target="../ink/ink513.xml"/><Relationship Id="rId58" Type="http://schemas.openxmlformats.org/officeDocument/2006/relationships/customXml" Target="../ink/ink514.xml"/><Relationship Id="rId59" Type="http://schemas.openxmlformats.org/officeDocument/2006/relationships/customXml" Target="../ink/ink515.xml"/><Relationship Id="rId60" Type="http://schemas.openxmlformats.org/officeDocument/2006/relationships/customXml" Target="../ink/ink516.xml"/><Relationship Id="rId61" Type="http://schemas.openxmlformats.org/officeDocument/2006/relationships/customXml" Target="../ink/ink517.xml"/><Relationship Id="rId62" Type="http://schemas.openxmlformats.org/officeDocument/2006/relationships/customXml" Target="../ink/ink518.xml"/><Relationship Id="rId63" Type="http://schemas.openxmlformats.org/officeDocument/2006/relationships/customXml" Target="../ink/ink519.xml"/><Relationship Id="rId64" Type="http://schemas.openxmlformats.org/officeDocument/2006/relationships/customXml" Target="../ink/ink520.xml"/><Relationship Id="rId65" Type="http://schemas.openxmlformats.org/officeDocument/2006/relationships/customXml" Target="../ink/ink521.xml"/><Relationship Id="rId66" Type="http://schemas.openxmlformats.org/officeDocument/2006/relationships/customXml" Target="../ink/ink522.xml"/><Relationship Id="rId67" Type="http://schemas.openxmlformats.org/officeDocument/2006/relationships/customXml" Target="../ink/ink523.xml"/><Relationship Id="rId68" Type="http://schemas.openxmlformats.org/officeDocument/2006/relationships/customXml" Target="../ink/ink524.xml"/><Relationship Id="rId69" Type="http://schemas.openxmlformats.org/officeDocument/2006/relationships/customXml" Target="../ink/ink525.xml"/><Relationship Id="rId70" Type="http://schemas.openxmlformats.org/officeDocument/2006/relationships/customXml" Target="../ink/ink526.xml"/><Relationship Id="rId71" Type="http://schemas.openxmlformats.org/officeDocument/2006/relationships/customXml" Target="../ink/ink527.xml"/><Relationship Id="rId72" Type="http://schemas.openxmlformats.org/officeDocument/2006/relationships/customXml" Target="../ink/ink528.xml"/><Relationship Id="rId73" Type="http://schemas.openxmlformats.org/officeDocument/2006/relationships/customXml" Target="../ink/ink529.xml"/><Relationship Id="rId74" Type="http://schemas.openxmlformats.org/officeDocument/2006/relationships/customXml" Target="../ink/ink530.xml"/><Relationship Id="rId75" Type="http://schemas.openxmlformats.org/officeDocument/2006/relationships/customXml" Target="../ink/ink531.xml"/><Relationship Id="rId76" Type="http://schemas.openxmlformats.org/officeDocument/2006/relationships/customXml" Target="../ink/ink532.xml"/><Relationship Id="rId77" Type="http://schemas.openxmlformats.org/officeDocument/2006/relationships/customXml" Target="../ink/ink533.xml"/><Relationship Id="rId78" Type="http://schemas.openxmlformats.org/officeDocument/2006/relationships/customXml" Target="../ink/ink534.xml"/><Relationship Id="rId79" Type="http://schemas.openxmlformats.org/officeDocument/2006/relationships/customXml" Target="../ink/ink535.xml"/><Relationship Id="rId80" Type="http://schemas.openxmlformats.org/officeDocument/2006/relationships/customXml" Target="../ink/ink536.xml"/><Relationship Id="rId81" Type="http://schemas.openxmlformats.org/officeDocument/2006/relationships/customXml" Target="../ink/ink537.xml"/><Relationship Id="rId82" Type="http://schemas.openxmlformats.org/officeDocument/2006/relationships/customXml" Target="../ink/ink538.xml"/><Relationship Id="rId83" Type="http://schemas.openxmlformats.org/officeDocument/2006/relationships/customXml" Target="../ink/ink539.xml"/><Relationship Id="rId84" Type="http://schemas.openxmlformats.org/officeDocument/2006/relationships/customXml" Target="../ink/ink540.xml"/><Relationship Id="rId85" Type="http://schemas.openxmlformats.org/officeDocument/2006/relationships/customXml" Target="../ink/ink541.xml"/><Relationship Id="rId86" Type="http://schemas.openxmlformats.org/officeDocument/2006/relationships/customXml" Target="../ink/ink542.xml"/><Relationship Id="rId87" Type="http://schemas.openxmlformats.org/officeDocument/2006/relationships/customXml" Target="../ink/ink543.xml"/><Relationship Id="rId88" Type="http://schemas.openxmlformats.org/officeDocument/2006/relationships/customXml" Target="../ink/ink544.xml"/><Relationship Id="rId89" Type="http://schemas.openxmlformats.org/officeDocument/2006/relationships/customXml" Target="../ink/ink545.xml"/><Relationship Id="rId90" Type="http://schemas.openxmlformats.org/officeDocument/2006/relationships/customXml" Target="../ink/ink546.xml"/><Relationship Id="rId91" Type="http://schemas.openxmlformats.org/officeDocument/2006/relationships/customXml" Target="../ink/ink547.xml"/><Relationship Id="rId92" Type="http://schemas.openxmlformats.org/officeDocument/2006/relationships/customXml" Target="../ink/ink548.xml"/><Relationship Id="rId93" Type="http://schemas.openxmlformats.org/officeDocument/2006/relationships/customXml" Target="../ink/ink549.xml"/><Relationship Id="rId94" Type="http://schemas.openxmlformats.org/officeDocument/2006/relationships/customXml" Target="../ink/ink550.xml"/><Relationship Id="rId95" Type="http://schemas.openxmlformats.org/officeDocument/2006/relationships/customXml" Target="../ink/ink551.xml"/><Relationship Id="rId96" Type="http://schemas.openxmlformats.org/officeDocument/2006/relationships/customXml" Target="../ink/ink552.xml"/><Relationship Id="rId97" Type="http://schemas.openxmlformats.org/officeDocument/2006/relationships/customXml" Target="../ink/ink553.xml"/><Relationship Id="rId98" Type="http://schemas.openxmlformats.org/officeDocument/2006/relationships/customXml" Target="../ink/ink554.xml"/><Relationship Id="rId99" Type="http://schemas.openxmlformats.org/officeDocument/2006/relationships/customXml" Target="../ink/ink555.xml"/><Relationship Id="rId100" Type="http://schemas.openxmlformats.org/officeDocument/2006/relationships/customXml" Target="../ink/ink556.xml"/><Relationship Id="rId101" Type="http://schemas.openxmlformats.org/officeDocument/2006/relationships/customXml" Target="../ink/ink557.xml"/><Relationship Id="rId102" Type="http://schemas.openxmlformats.org/officeDocument/2006/relationships/customXml" Target="../ink/ink558.xml"/><Relationship Id="rId103" Type="http://schemas.openxmlformats.org/officeDocument/2006/relationships/customXml" Target="../ink/ink559.xml"/><Relationship Id="rId104" Type="http://schemas.openxmlformats.org/officeDocument/2006/relationships/customXml" Target="../ink/ink560.xml"/><Relationship Id="rId105" Type="http://schemas.openxmlformats.org/officeDocument/2006/relationships/customXml" Target="../ink/ink566.xml"/><Relationship Id="rId106" Type="http://schemas.openxmlformats.org/officeDocument/2006/relationships/customXml" Target="../ink/ink567.xml"/><Relationship Id="rId107" Type="http://schemas.openxmlformats.org/officeDocument/2006/relationships/customXml" Target="../ink/ink568.xml"/><Relationship Id="rId108" Type="http://schemas.openxmlformats.org/officeDocument/2006/relationships/customXml" Target="../ink/ink569.xml"/><Relationship Id="rId109" Type="http://schemas.openxmlformats.org/officeDocument/2006/relationships/customXml" Target="../ink/ink570.xml"/><Relationship Id="rId110" Type="http://schemas.openxmlformats.org/officeDocument/2006/relationships/customXml" Target="../ink/ink571.xml"/><Relationship Id="rId111" Type="http://schemas.openxmlformats.org/officeDocument/2006/relationships/customXml" Target="../ink/ink572.xml"/><Relationship Id="rId112" Type="http://schemas.openxmlformats.org/officeDocument/2006/relationships/customXml" Target="../ink/ink573.xml"/><Relationship Id="rId113" Type="http://schemas.openxmlformats.org/officeDocument/2006/relationships/customXml" Target="../ink/ink574.xml"/><Relationship Id="rId114" Type="http://schemas.openxmlformats.org/officeDocument/2006/relationships/customXml" Target="../ink/ink575.xml"/><Relationship Id="rId115" Type="http://schemas.openxmlformats.org/officeDocument/2006/relationships/customXml" Target="../ink/ink576.xml"/><Relationship Id="rId116" Type="http://schemas.openxmlformats.org/officeDocument/2006/relationships/customXml" Target="../ink/ink577.xml"/><Relationship Id="rId117" Type="http://schemas.openxmlformats.org/officeDocument/2006/relationships/customXml" Target="../ink/ink578.xml"/><Relationship Id="rId118" Type="http://schemas.openxmlformats.org/officeDocument/2006/relationships/customXml" Target="../ink/ink579.xml"/><Relationship Id="rId119" Type="http://schemas.openxmlformats.org/officeDocument/2006/relationships/customXml" Target="../ink/ink580.xml"/><Relationship Id="rId120" Type="http://schemas.openxmlformats.org/officeDocument/2006/relationships/customXml" Target="../ink/ink581.xml"/><Relationship Id="rId121" Type="http://schemas.openxmlformats.org/officeDocument/2006/relationships/customXml" Target="../ink/ink582.xml"/><Relationship Id="rId122" Type="http://schemas.openxmlformats.org/officeDocument/2006/relationships/customXml" Target="../ink/ink583.xml"/><Relationship Id="rId123" Type="http://schemas.openxmlformats.org/officeDocument/2006/relationships/customXml" Target="../ink/ink584.xml"/><Relationship Id="rId124" Type="http://schemas.openxmlformats.org/officeDocument/2006/relationships/customXml" Target="../ink/ink585.xml"/><Relationship Id="rId125" Type="http://schemas.openxmlformats.org/officeDocument/2006/relationships/customXml" Target="../ink/ink586.xml"/><Relationship Id="rId126" Type="http://schemas.openxmlformats.org/officeDocument/2006/relationships/customXml" Target="../ink/ink587.xml"/><Relationship Id="rId127" Type="http://schemas.openxmlformats.org/officeDocument/2006/relationships/customXml" Target="../ink/ink588.xml"/><Relationship Id="rId128" Type="http://schemas.openxmlformats.org/officeDocument/2006/relationships/customXml" Target="../ink/ink589.xml"/><Relationship Id="rId129" Type="http://schemas.openxmlformats.org/officeDocument/2006/relationships/customXml" Target="../ink/ink590.xml"/><Relationship Id="rId130" Type="http://schemas.openxmlformats.org/officeDocument/2006/relationships/customXml" Target="../ink/ink591.xml"/><Relationship Id="rId131" Type="http://schemas.openxmlformats.org/officeDocument/2006/relationships/customXml" Target="../ink/ink592.xml"/><Relationship Id="rId132" Type="http://schemas.openxmlformats.org/officeDocument/2006/relationships/customXml" Target="../ink/ink593.xml"/><Relationship Id="rId133" Type="http://schemas.openxmlformats.org/officeDocument/2006/relationships/customXml" Target="../ink/ink594.xml"/><Relationship Id="rId134" Type="http://schemas.openxmlformats.org/officeDocument/2006/relationships/customXml" Target="../ink/ink595.xml"/><Relationship Id="rId135" Type="http://schemas.openxmlformats.org/officeDocument/2006/relationships/customXml" Target="../ink/ink596.xml"/><Relationship Id="rId136" Type="http://schemas.openxmlformats.org/officeDocument/2006/relationships/customXml" Target="../ink/ink597.xml"/><Relationship Id="rId137" Type="http://schemas.openxmlformats.org/officeDocument/2006/relationships/customXml" Target="../ink/ink598.xml"/><Relationship Id="rId138" Type="http://schemas.openxmlformats.org/officeDocument/2006/relationships/customXml" Target="../ink/ink599.xml"/><Relationship Id="rId139" Type="http://schemas.openxmlformats.org/officeDocument/2006/relationships/customXml" Target="../ink/ink600.xml"/><Relationship Id="rId140" Type="http://schemas.openxmlformats.org/officeDocument/2006/relationships/customXml" Target="../ink/ink601.xml"/><Relationship Id="rId141" Type="http://schemas.openxmlformats.org/officeDocument/2006/relationships/customXml" Target="../ink/ink602.xml"/><Relationship Id="rId142" Type="http://schemas.openxmlformats.org/officeDocument/2006/relationships/customXml" Target="../ink/ink603.xml"/><Relationship Id="rId143" Type="http://schemas.openxmlformats.org/officeDocument/2006/relationships/customXml" Target="../ink/ink604.xml"/><Relationship Id="rId144" Type="http://schemas.openxmlformats.org/officeDocument/2006/relationships/customXml" Target="../ink/ink605.xml"/><Relationship Id="rId145" Type="http://schemas.openxmlformats.org/officeDocument/2006/relationships/customXml" Target="../ink/ink606.xml"/><Relationship Id="rId146" Type="http://schemas.openxmlformats.org/officeDocument/2006/relationships/customXml" Target="../ink/ink607.xml"/><Relationship Id="rId147" Type="http://schemas.openxmlformats.org/officeDocument/2006/relationships/customXml" Target="../ink/ink608.xml"/><Relationship Id="rId148" Type="http://schemas.openxmlformats.org/officeDocument/2006/relationships/customXml" Target="../ink/ink609.xml"/><Relationship Id="rId149" Type="http://schemas.openxmlformats.org/officeDocument/2006/relationships/customXml" Target="../ink/ink610.xml"/><Relationship Id="rId150" Type="http://schemas.openxmlformats.org/officeDocument/2006/relationships/customXml" Target="../ink/ink611.xml"/><Relationship Id="rId151" Type="http://schemas.openxmlformats.org/officeDocument/2006/relationships/customXml" Target="../ink/ink612.xml"/><Relationship Id="rId152" Type="http://schemas.openxmlformats.org/officeDocument/2006/relationships/customXml" Target="../ink/ink613.xml"/><Relationship Id="rId153" Type="http://schemas.openxmlformats.org/officeDocument/2006/relationships/customXml" Target="../ink/ink614.xml"/><Relationship Id="rId154" Type="http://schemas.openxmlformats.org/officeDocument/2006/relationships/customXml" Target="../ink/ink615.xml"/><Relationship Id="rId155" Type="http://schemas.openxmlformats.org/officeDocument/2006/relationships/customXml" Target="../ink/ink616.xml"/><Relationship Id="rId156" Type="http://schemas.openxmlformats.org/officeDocument/2006/relationships/customXml" Target="../ink/ink618.xml"/><Relationship Id="rId157" Type="http://schemas.openxmlformats.org/officeDocument/2006/relationships/customXml" Target="../ink/ink619.xml"/><Relationship Id="rId158" Type="http://schemas.openxmlformats.org/officeDocument/2006/relationships/customXml" Target="../ink/ink620.xml"/><Relationship Id="rId159" Type="http://schemas.openxmlformats.org/officeDocument/2006/relationships/customXml" Target="../ink/ink621.xml"/><Relationship Id="rId160" Type="http://schemas.openxmlformats.org/officeDocument/2006/relationships/customXml" Target="../ink/ink622.xml"/><Relationship Id="rId161" Type="http://schemas.openxmlformats.org/officeDocument/2006/relationships/customXml" Target="../ink/ink623.xml"/><Relationship Id="rId162" Type="http://schemas.openxmlformats.org/officeDocument/2006/relationships/customXml" Target="../ink/ink624.xml"/><Relationship Id="rId163" Type="http://schemas.openxmlformats.org/officeDocument/2006/relationships/customXml" Target="../ink/ink625.xml"/><Relationship Id="rId164" Type="http://schemas.openxmlformats.org/officeDocument/2006/relationships/customXml" Target="../ink/ink626.xml"/><Relationship Id="rId165" Type="http://schemas.openxmlformats.org/officeDocument/2006/relationships/customXml" Target="../ink/ink627.xml"/><Relationship Id="rId166" Type="http://schemas.openxmlformats.org/officeDocument/2006/relationships/customXml" Target="../ink/ink628.xml"/><Relationship Id="rId167" Type="http://schemas.openxmlformats.org/officeDocument/2006/relationships/customXml" Target="../ink/ink629.xml"/><Relationship Id="rId168" Type="http://schemas.openxmlformats.org/officeDocument/2006/relationships/customXml" Target="../ink/ink630.xml"/><Relationship Id="rId169" Type="http://schemas.openxmlformats.org/officeDocument/2006/relationships/customXml" Target="../ink/ink631.xml"/><Relationship Id="rId170" Type="http://schemas.openxmlformats.org/officeDocument/2006/relationships/customXml" Target="../ink/ink632.xml"/><Relationship Id="rId171" Type="http://schemas.openxmlformats.org/officeDocument/2006/relationships/customXml" Target="../ink/ink633.xml"/><Relationship Id="rId172" Type="http://schemas.openxmlformats.org/officeDocument/2006/relationships/customXml" Target="../ink/ink634.xml"/><Relationship Id="rId173" Type="http://schemas.openxmlformats.org/officeDocument/2006/relationships/customXml" Target="../ink/ink635.xml"/><Relationship Id="rId174" Type="http://schemas.openxmlformats.org/officeDocument/2006/relationships/customXml" Target="../ink/ink636.xml"/><Relationship Id="rId175" Type="http://schemas.openxmlformats.org/officeDocument/2006/relationships/customXml" Target="../ink/ink637.xml"/><Relationship Id="rId176" Type="http://schemas.openxmlformats.org/officeDocument/2006/relationships/customXml" Target="../ink/ink638.xml"/><Relationship Id="rId177" Type="http://schemas.openxmlformats.org/officeDocument/2006/relationships/customXml" Target="../ink/ink639.xml"/><Relationship Id="rId178" Type="http://schemas.openxmlformats.org/officeDocument/2006/relationships/customXml" Target="../ink/ink640.xml"/><Relationship Id="rId179" Type="http://schemas.openxmlformats.org/officeDocument/2006/relationships/customXml" Target="../ink/ink641.xml"/><Relationship Id="rId180" Type="http://schemas.openxmlformats.org/officeDocument/2006/relationships/customXml" Target="../ink/ink642.xml"/><Relationship Id="rId181" Type="http://schemas.openxmlformats.org/officeDocument/2006/relationships/customXml" Target="../ink/ink643.xml"/><Relationship Id="rId182" Type="http://schemas.openxmlformats.org/officeDocument/2006/relationships/customXml" Target="../ink/ink644.xml"/><Relationship Id="rId183" Type="http://schemas.openxmlformats.org/officeDocument/2006/relationships/customXml" Target="../ink/ink645.xml"/><Relationship Id="rId184" Type="http://schemas.openxmlformats.org/officeDocument/2006/relationships/customXml" Target="../ink/ink646.xml"/><Relationship Id="rId185" Type="http://schemas.openxmlformats.org/officeDocument/2006/relationships/customXml" Target="../ink/ink647.xml"/><Relationship Id="rId186" Type="http://schemas.openxmlformats.org/officeDocument/2006/relationships/customXml" Target="../ink/ink648.xml"/><Relationship Id="rId187" Type="http://schemas.openxmlformats.org/officeDocument/2006/relationships/customXml" Target="../ink/ink649.xml"/><Relationship Id="rId188" Type="http://schemas.openxmlformats.org/officeDocument/2006/relationships/customXml" Target="../ink/ink650.xml"/><Relationship Id="rId189" Type="http://schemas.openxmlformats.org/officeDocument/2006/relationships/customXml" Target="../ink/ink651.xml"/><Relationship Id="rId190" Type="http://schemas.openxmlformats.org/officeDocument/2006/relationships/customXml" Target="../ink/ink652.xml"/><Relationship Id="rId191" Type="http://schemas.openxmlformats.org/officeDocument/2006/relationships/customXml" Target="../ink/ink653.xml"/><Relationship Id="rId192" Type="http://schemas.openxmlformats.org/officeDocument/2006/relationships/customXml" Target="../ink/ink654.xml"/><Relationship Id="rId193" Type="http://schemas.openxmlformats.org/officeDocument/2006/relationships/customXml" Target="../ink/ink655.xml"/><Relationship Id="rId19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customXml" Target="../ink/ink565.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customXml" Target="../ink/ink617.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customXml" Target="../ink/ink656.xml"/><Relationship Id="rId4" Type="http://schemas.openxmlformats.org/officeDocument/2006/relationships/customXml" Target="../ink/ink657.xml"/><Relationship Id="rId5" Type="http://schemas.openxmlformats.org/officeDocument/2006/relationships/customXml" Target="../ink/ink658.xml"/><Relationship Id="rId6" Type="http://schemas.openxmlformats.org/officeDocument/2006/relationships/customXml" Target="../ink/ink659.xml"/><Relationship Id="rId7" Type="http://schemas.openxmlformats.org/officeDocument/2006/relationships/customXml" Target="../ink/ink660.xml"/><Relationship Id="rId8" Type="http://schemas.openxmlformats.org/officeDocument/2006/relationships/customXml" Target="../ink/ink661.xml"/><Relationship Id="rId9" Type="http://schemas.openxmlformats.org/officeDocument/2006/relationships/customXml" Target="../ink/ink662.xml"/><Relationship Id="rId10" Type="http://schemas.openxmlformats.org/officeDocument/2006/relationships/customXml" Target="../ink/ink663.xml"/><Relationship Id="rId11" Type="http://schemas.openxmlformats.org/officeDocument/2006/relationships/customXml" Target="../ink/ink664.xml"/><Relationship Id="rId12" Type="http://schemas.openxmlformats.org/officeDocument/2006/relationships/customXml" Target="../ink/ink665.xml"/><Relationship Id="rId13" Type="http://schemas.openxmlformats.org/officeDocument/2006/relationships/customXml" Target="../ink/ink666.xml"/><Relationship Id="rId14" Type="http://schemas.openxmlformats.org/officeDocument/2006/relationships/customXml" Target="../ink/ink667.xml"/><Relationship Id="rId15" Type="http://schemas.openxmlformats.org/officeDocument/2006/relationships/customXml" Target="../ink/ink668.xml"/><Relationship Id="rId16" Type="http://schemas.openxmlformats.org/officeDocument/2006/relationships/customXml" Target="../ink/ink669.xml"/><Relationship Id="rId17" Type="http://schemas.openxmlformats.org/officeDocument/2006/relationships/customXml" Target="../ink/ink670.xml"/><Relationship Id="rId18" Type="http://schemas.openxmlformats.org/officeDocument/2006/relationships/customXml" Target="../ink/ink671.xml"/><Relationship Id="rId19" Type="http://schemas.openxmlformats.org/officeDocument/2006/relationships/customXml" Target="../ink/ink672.xml"/><Relationship Id="rId20" Type="http://schemas.openxmlformats.org/officeDocument/2006/relationships/customXml" Target="../ink/ink673.xml"/><Relationship Id="rId21" Type="http://schemas.openxmlformats.org/officeDocument/2006/relationships/customXml" Target="../ink/ink674.xml"/><Relationship Id="rId22" Type="http://schemas.openxmlformats.org/officeDocument/2006/relationships/customXml" Target="../ink/ink675.xml"/><Relationship Id="rId23" Type="http://schemas.openxmlformats.org/officeDocument/2006/relationships/customXml" Target="../ink/ink676.xml"/><Relationship Id="rId24" Type="http://schemas.openxmlformats.org/officeDocument/2006/relationships/customXml" Target="../ink/ink677.xml"/><Relationship Id="rId25" Type="http://schemas.openxmlformats.org/officeDocument/2006/relationships/customXml" Target="../ink/ink678.xml"/><Relationship Id="rId26" Type="http://schemas.openxmlformats.org/officeDocument/2006/relationships/customXml" Target="../ink/ink679.xml"/><Relationship Id="rId27" Type="http://schemas.openxmlformats.org/officeDocument/2006/relationships/customXml" Target="../ink/ink680.xml"/><Relationship Id="rId28" Type="http://schemas.openxmlformats.org/officeDocument/2006/relationships/customXml" Target="../ink/ink681.xml"/><Relationship Id="rId29" Type="http://schemas.openxmlformats.org/officeDocument/2006/relationships/customXml" Target="../ink/ink682.xml"/><Relationship Id="rId30" Type="http://schemas.openxmlformats.org/officeDocument/2006/relationships/customXml" Target="../ink/ink683.xml"/><Relationship Id="rId31" Type="http://schemas.openxmlformats.org/officeDocument/2006/relationships/customXml" Target="../ink/ink684.xml"/><Relationship Id="rId32" Type="http://schemas.openxmlformats.org/officeDocument/2006/relationships/customXml" Target="../ink/ink685.xml"/><Relationship Id="rId33" Type="http://schemas.openxmlformats.org/officeDocument/2006/relationships/customXml" Target="../ink/ink686.xml"/><Relationship Id="rId34" Type="http://schemas.openxmlformats.org/officeDocument/2006/relationships/customXml" Target="../ink/ink687.xml"/><Relationship Id="rId35" Type="http://schemas.openxmlformats.org/officeDocument/2006/relationships/customXml" Target="../ink/ink688.xml"/><Relationship Id="rId36" Type="http://schemas.openxmlformats.org/officeDocument/2006/relationships/customXml" Target="../ink/ink689.xml"/><Relationship Id="rId37" Type="http://schemas.openxmlformats.org/officeDocument/2006/relationships/customXml" Target="../ink/ink690.xml"/><Relationship Id="rId38" Type="http://schemas.openxmlformats.org/officeDocument/2006/relationships/customXml" Target="../ink/ink691.xml"/><Relationship Id="rId39" Type="http://schemas.openxmlformats.org/officeDocument/2006/relationships/customXml" Target="../ink/ink692.xml"/><Relationship Id="rId40" Type="http://schemas.openxmlformats.org/officeDocument/2006/relationships/customXml" Target="../ink/ink693.xml"/><Relationship Id="rId41" Type="http://schemas.openxmlformats.org/officeDocument/2006/relationships/customXml" Target="../ink/ink694.xml"/><Relationship Id="rId42" Type="http://schemas.openxmlformats.org/officeDocument/2006/relationships/customXml" Target="../ink/ink695.xml"/><Relationship Id="rId43" Type="http://schemas.openxmlformats.org/officeDocument/2006/relationships/customXml" Target="../ink/ink696.xml"/><Relationship Id="rId44" Type="http://schemas.openxmlformats.org/officeDocument/2006/relationships/customXml" Target="../ink/ink697.xml"/><Relationship Id="rId45"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36.emf"/><Relationship Id="rId2" Type="http://schemas.openxmlformats.org/officeDocument/2006/relationships/customXml" Target="../ink/ink698.xml"/><Relationship Id="rId3" Type="http://schemas.openxmlformats.org/officeDocument/2006/relationships/customXml" Target="../ink/ink699.xml"/><Relationship Id="rId4" Type="http://schemas.openxmlformats.org/officeDocument/2006/relationships/customXml" Target="../ink/ink700.xml"/><Relationship Id="rId5" Type="http://schemas.openxmlformats.org/officeDocument/2006/relationships/customXml" Target="../ink/ink701.xml"/><Relationship Id="rId6" Type="http://schemas.openxmlformats.org/officeDocument/2006/relationships/customXml" Target="../ink/ink702.xml"/><Relationship Id="rId7" Type="http://schemas.openxmlformats.org/officeDocument/2006/relationships/customXml" Target="../ink/ink703.xml"/><Relationship Id="rId8" Type="http://schemas.openxmlformats.org/officeDocument/2006/relationships/customXml" Target="../ink/ink704.xml"/><Relationship Id="rId9" Type="http://schemas.openxmlformats.org/officeDocument/2006/relationships/customXml" Target="../ink/ink705.xml"/><Relationship Id="rId10" Type="http://schemas.openxmlformats.org/officeDocument/2006/relationships/customXml" Target="../ink/ink706.xml"/><Relationship Id="rId11" Type="http://schemas.openxmlformats.org/officeDocument/2006/relationships/customXml" Target="../ink/ink707.xml"/><Relationship Id="rId12" Type="http://schemas.openxmlformats.org/officeDocument/2006/relationships/customXml" Target="../ink/ink708.xml"/><Relationship Id="rId13" Type="http://schemas.openxmlformats.org/officeDocument/2006/relationships/customXml" Target="../ink/ink709.xml"/><Relationship Id="rId14" Type="http://schemas.openxmlformats.org/officeDocument/2006/relationships/customXml" Target="../ink/ink710.xml"/><Relationship Id="rId15" Type="http://schemas.openxmlformats.org/officeDocument/2006/relationships/customXml" Target="../ink/ink711.xml"/><Relationship Id="rId16" Type="http://schemas.openxmlformats.org/officeDocument/2006/relationships/customXml" Target="../ink/ink712.xml"/><Relationship Id="rId17" Type="http://schemas.openxmlformats.org/officeDocument/2006/relationships/customXml" Target="../ink/ink713.xml"/><Relationship Id="rId18" Type="http://schemas.openxmlformats.org/officeDocument/2006/relationships/customXml" Target="../ink/ink714.xml"/><Relationship Id="rId19" Type="http://schemas.openxmlformats.org/officeDocument/2006/relationships/customXml" Target="../ink/ink715.xml"/><Relationship Id="rId20" Type="http://schemas.openxmlformats.org/officeDocument/2006/relationships/customXml" Target="../ink/ink716.xml"/><Relationship Id="rId21" Type="http://schemas.openxmlformats.org/officeDocument/2006/relationships/customXml" Target="../ink/ink717.xml"/><Relationship Id="rId22" Type="http://schemas.openxmlformats.org/officeDocument/2006/relationships/customXml" Target="../ink/ink718.xml"/><Relationship Id="rId23" Type="http://schemas.openxmlformats.org/officeDocument/2006/relationships/customXml" Target="../ink/ink719.xml"/><Relationship Id="rId24" Type="http://schemas.openxmlformats.org/officeDocument/2006/relationships/customXml" Target="../ink/ink720.xml"/><Relationship Id="rId25" Type="http://schemas.openxmlformats.org/officeDocument/2006/relationships/customXml" Target="../ink/ink721.xml"/><Relationship Id="rId26" Type="http://schemas.openxmlformats.org/officeDocument/2006/relationships/customXml" Target="../ink/ink722.xml"/><Relationship Id="rId27" Type="http://schemas.openxmlformats.org/officeDocument/2006/relationships/customXml" Target="../ink/ink723.xml"/><Relationship Id="rId28" Type="http://schemas.openxmlformats.org/officeDocument/2006/relationships/customXml" Target="../ink/ink724.xml"/><Relationship Id="rId29" Type="http://schemas.openxmlformats.org/officeDocument/2006/relationships/customXml" Target="../ink/ink725.xml"/><Relationship Id="rId30" Type="http://schemas.openxmlformats.org/officeDocument/2006/relationships/customXml" Target="../ink/ink726.xml"/><Relationship Id="rId31" Type="http://schemas.openxmlformats.org/officeDocument/2006/relationships/customXml" Target="../ink/ink727.xml"/><Relationship Id="rId32" Type="http://schemas.openxmlformats.org/officeDocument/2006/relationships/customXml" Target="../ink/ink728.xml"/><Relationship Id="rId33"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37.jpeg"/><Relationship Id="rId2" Type="http://schemas.openxmlformats.org/officeDocument/2006/relationships/customXml" Target="../ink/ink729.xml"/><Relationship Id="rId3" Type="http://schemas.openxmlformats.org/officeDocument/2006/relationships/customXml" Target="../ink/ink730.xml"/><Relationship Id="rId4" Type="http://schemas.openxmlformats.org/officeDocument/2006/relationships/customXml" Target="../ink/ink731.xml"/><Relationship Id="rId5" Type="http://schemas.openxmlformats.org/officeDocument/2006/relationships/customXml" Target="../ink/ink732.xml"/><Relationship Id="rId6" Type="http://schemas.openxmlformats.org/officeDocument/2006/relationships/customXml" Target="../ink/ink733.xml"/><Relationship Id="rId7" Type="http://schemas.openxmlformats.org/officeDocument/2006/relationships/customXml" Target="../ink/ink734.xml"/><Relationship Id="rId8" Type="http://schemas.openxmlformats.org/officeDocument/2006/relationships/customXml" Target="../ink/ink735.xml"/><Relationship Id="rId9" Type="http://schemas.openxmlformats.org/officeDocument/2006/relationships/customXml" Target="../ink/ink736.xml"/><Relationship Id="rId10" Type="http://schemas.openxmlformats.org/officeDocument/2006/relationships/customXml" Target="../ink/ink737.xml"/><Relationship Id="rId11" Type="http://schemas.openxmlformats.org/officeDocument/2006/relationships/customXml" Target="../ink/ink738.xml"/><Relationship Id="rId12" Type="http://schemas.openxmlformats.org/officeDocument/2006/relationships/customXml" Target="../ink/ink739.xml"/><Relationship Id="rId13" Type="http://schemas.openxmlformats.org/officeDocument/2006/relationships/customXml" Target="../ink/ink740.xml"/><Relationship Id="rId1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extBox 4"/>
          <p:cNvSpPr txBox="1"/>
          <p:nvPr/>
        </p:nvSpPr>
        <p:spPr>
          <a:xfrm>
            <a:off x="1568213" y="1779937"/>
            <a:ext cx="8547652" cy="2263139"/>
          </a:xfrm>
          <a:prstGeom prst="rect"/>
          <a:solidFill>
            <a:srgbClr val="FFC000"/>
          </a:solidFill>
        </p:spPr>
        <p:txBody>
          <a:bodyPr wrap="square">
            <a:spAutoFit/>
          </a:bodyPr>
          <a:p>
            <a:pPr algn="ctr"/>
            <a:r>
              <a:rPr b="1" dirty="0" sz="4800" i="1" lang="fr-FR">
                <a:effectLst>
                  <a:outerShdw algn="tl" blurRad="38100" dir="2700000" dist="38100">
                    <a:srgbClr val="000000">
                      <a:alpha val="43137"/>
                    </a:srgbClr>
                  </a:outerShdw>
                </a:effectLst>
              </a:rPr>
              <a:t>STRUCTURE DE L'ATOME CONSTITUANTS DE LA MATIERE </a:t>
            </a:r>
          </a:p>
        </p:txBody>
      </p:sp>
      <p:pic>
        <p:nvPicPr>
          <p:cNvPr id="2097152" name="Picture 5"/>
          <p:cNvPicPr>
            <a:picLocks noChangeAspect="1"/>
          </p:cNvPicPr>
          <p:nvPr/>
        </p:nvPicPr>
        <p:blipFill>
          <a:blip xmlns:r="http://schemas.openxmlformats.org/officeDocument/2006/relationships" r:embed="rId1"/>
          <a:stretch>
            <a:fillRect/>
          </a:stretch>
        </p:blipFill>
        <p:spPr>
          <a:xfrm>
            <a:off x="4862512" y="4492901"/>
            <a:ext cx="2466975" cy="1847850"/>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587" name="TextBox 2"/>
          <p:cNvSpPr txBox="1"/>
          <p:nvPr/>
        </p:nvSpPr>
        <p:spPr>
          <a:xfrm>
            <a:off x="424069" y="428178"/>
            <a:ext cx="11343862" cy="6136640"/>
          </a:xfrm>
          <a:prstGeom prst="rect"/>
          <a:noFill/>
        </p:spPr>
        <p:txBody>
          <a:bodyPr wrap="square">
            <a:spAutoFit/>
          </a:bodyPr>
          <a:p>
            <a:pPr indent="-285750" marL="285750">
              <a:buFont typeface="Arial" panose="020B0604020202020204" pitchFamily="34" charset="0"/>
              <a:buChar char="•"/>
            </a:pPr>
            <a:r>
              <a:rPr dirty="0" sz="2400" lang="fr-FR"/>
              <a:t>La matière est formée d’atomes. </a:t>
            </a: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r>
              <a:rPr dirty="0" sz="2400" lang="fr-FR"/>
              <a:t>L’atome est la brique élémentaire de la matière.</a:t>
            </a: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r>
              <a:rPr dirty="0" sz="2400" lang="fr-FR"/>
              <a:t>Une centaine d’atomes découverts. Chaque atome correspond à un élément chimique.</a:t>
            </a: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r>
              <a:rPr dirty="0" sz="2400" lang="fr-FR"/>
              <a:t>Chaque atome est désigné par son nom et son symbole.</a:t>
            </a: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r>
              <a:rPr dirty="0" sz="2400" lang="fr-FR"/>
              <a:t>Exemple : Hydrogène : H; Oxygène : O; Carbone : C ; Azote : N……….</a:t>
            </a: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endParaRPr dirty="0" sz="2400" lang="fr-FR"/>
          </a:p>
          <a:p>
            <a:pPr indent="-285750" marL="285750">
              <a:buFont typeface="Arial" panose="020B0604020202020204" pitchFamily="34" charset="0"/>
              <a:buChar char="•"/>
            </a:pPr>
            <a:r>
              <a:rPr dirty="0" sz="2400" lang="fr-FR"/>
              <a:t>Les atomes diffèrent par leurs structures et leurs masses</a:t>
            </a:r>
          </a:p>
        </p:txBody>
      </p:sp>
      <mc:AlternateContent xmlns:mc="http://schemas.openxmlformats.org/markup-compatibility/2006">
        <mc:Choice xmlns:p14="http://schemas.microsoft.com/office/powerpoint/2010/main" Requires="p14">
          <p:contentPart p14:bwMode="auto" r:id="rId1">
            <p14:nvContentPartPr>
              <p14:cNvPr id="1048703" name=""/>
              <p14:cNvContentPartPr/>
              <p14:nvPr/>
            </p14:nvContentPartPr>
            <p14:xfrm>
              <a:off x="3748696" y="336960"/>
              <a:ext cx="1707442" cy="591232"/>
            </p14:xfrm>
          </p:contentPart>
        </mc:Choice>
        <mc:Fallback>
          <p:sp>
            <p:nvSpPr>
              <p:cNvPr id="1048703" name=""/>
              <p:cNvSpPr/>
              <p:nvPr/>
            </p:nvSpPr>
            <p:spPr>
              <a:xfrm>
                <a:off x="3748696" y="336960"/>
                <a:ext cx="1707442" cy="591232"/>
              </a:xfrm>
            </p:spPr>
          </p:sp>
        </mc:Fallback>
      </mc:AlternateContent>
      <mc:AlternateContent xmlns:mc="http://schemas.openxmlformats.org/markup-compatibility/2006">
        <mc:Choice xmlns:p14="http://schemas.microsoft.com/office/powerpoint/2010/main" Requires="p14">
          <p:contentPart p14:bwMode="auto" r:id="rId2">
            <p14:nvContentPartPr>
              <p14:cNvPr id="1048704" name=""/>
              <p14:cNvContentPartPr/>
              <p14:nvPr/>
            </p14:nvContentPartPr>
            <p14:xfrm>
              <a:off x="2752807" y="2009311"/>
              <a:ext cx="1219600" cy="27098"/>
            </p14:xfrm>
          </p:contentPart>
        </mc:Choice>
        <mc:Fallback>
          <p:sp>
            <p:nvSpPr>
              <p:cNvPr id="1048704" name=""/>
              <p:cNvSpPr/>
              <p:nvPr/>
            </p:nvSpPr>
            <p:spPr>
              <a:xfrm>
                <a:off x="2752807" y="2009311"/>
                <a:ext cx="1219600" cy="27098"/>
              </a:xfrm>
            </p:spPr>
          </p:sp>
        </mc:Fallback>
      </mc:AlternateContent>
      <mc:AlternateContent xmlns:mc="http://schemas.openxmlformats.org/markup-compatibility/2006">
        <mc:Choice xmlns:p14="http://schemas.microsoft.com/office/powerpoint/2010/main" Requires="p14">
          <p:contentPart p14:bwMode="auto" r:id="rId3">
            <p14:nvContentPartPr>
              <p14:cNvPr id="1048705" name=""/>
              <p14:cNvContentPartPr/>
              <p14:nvPr/>
            </p14:nvContentPartPr>
            <p14:xfrm>
              <a:off x="2019900" y="2946413"/>
              <a:ext cx="2610403" cy="91236"/>
            </p14:xfrm>
          </p:contentPart>
        </mc:Choice>
        <mc:Fallback>
          <p:sp>
            <p:nvSpPr>
              <p:cNvPr id="1048705" name=""/>
              <p:cNvSpPr/>
              <p:nvPr/>
            </p:nvSpPr>
            <p:spPr>
              <a:xfrm>
                <a:off x="2019900" y="2946413"/>
                <a:ext cx="2610403" cy="91236"/>
              </a:xfrm>
            </p:spPr>
          </p:sp>
        </mc:Fallback>
      </mc:AlternateContent>
      <mc:AlternateContent xmlns:mc="http://schemas.openxmlformats.org/markup-compatibility/2006">
        <mc:Choice xmlns:p14="http://schemas.microsoft.com/office/powerpoint/2010/main" Requires="p14">
          <p:contentPart p14:bwMode="auto" r:id="rId4">
            <p14:nvContentPartPr>
              <p14:cNvPr id="1048706" name=""/>
              <p14:cNvContentPartPr/>
              <p14:nvPr/>
            </p14:nvContentPartPr>
            <p14:xfrm>
              <a:off x="4530141" y="2968418"/>
              <a:ext cx="953663" cy="69231"/>
            </p14:xfrm>
          </p:contentPart>
        </mc:Choice>
        <mc:Fallback>
          <p:sp>
            <p:nvSpPr>
              <p:cNvPr id="1048706" name=""/>
              <p:cNvSpPr/>
              <p:nvPr/>
            </p:nvSpPr>
            <p:spPr>
              <a:xfrm>
                <a:off x="4530141" y="2968418"/>
                <a:ext cx="953663" cy="69231"/>
              </a:xfrm>
            </p:spPr>
          </p:sp>
        </mc:Fallback>
      </mc:AlternateContent>
      <mc:AlternateContent xmlns:mc="http://schemas.openxmlformats.org/markup-compatibility/2006">
        <mc:Choice xmlns:p14="http://schemas.microsoft.com/office/powerpoint/2010/main" Requires="p14">
          <p:contentPart p14:bwMode="auto" r:id="rId5">
            <p14:nvContentPartPr>
              <p14:cNvPr id="1048707" name=""/>
              <p14:cNvContentPartPr/>
              <p14:nvPr/>
            </p14:nvContentPartPr>
            <p14:xfrm>
              <a:off x="882812" y="4377680"/>
              <a:ext cx="1902646" cy="23765"/>
            </p14:xfrm>
          </p:contentPart>
        </mc:Choice>
        <mc:Fallback>
          <p:sp>
            <p:nvSpPr>
              <p:cNvPr id="1048707" name=""/>
              <p:cNvSpPr/>
              <p:nvPr/>
            </p:nvSpPr>
            <p:spPr>
              <a:xfrm>
                <a:off x="882812" y="4377680"/>
                <a:ext cx="1902646" cy="23765"/>
              </a:xfrm>
            </p:spPr>
          </p:sp>
        </mc:Fallback>
      </mc:AlternateContent>
      <mc:AlternateContent xmlns:mc="http://schemas.openxmlformats.org/markup-compatibility/2006">
        <mc:Choice xmlns:p14="http://schemas.microsoft.com/office/powerpoint/2010/main" Requires="p14">
          <p:contentPart p14:bwMode="auto" r:id="rId6">
            <p14:nvContentPartPr>
              <p14:cNvPr id="1048708" name=""/>
              <p14:cNvContentPartPr/>
              <p14:nvPr/>
            </p14:nvContentPartPr>
            <p14:xfrm>
              <a:off x="5374241" y="4436984"/>
              <a:ext cx="612543" cy="14164"/>
            </p14:xfrm>
          </p:contentPart>
        </mc:Choice>
        <mc:Fallback>
          <p:sp>
            <p:nvSpPr>
              <p:cNvPr id="1048708" name=""/>
              <p:cNvSpPr/>
              <p:nvPr/>
            </p:nvSpPr>
            <p:spPr>
              <a:xfrm>
                <a:off x="5374241" y="4436984"/>
                <a:ext cx="612543" cy="14164"/>
              </a:xfrm>
            </p:spPr>
          </p:sp>
        </mc:Fallback>
      </mc:AlternateContent>
      <mc:AlternateContent xmlns:mc="http://schemas.openxmlformats.org/markup-compatibility/2006">
        <mc:Choice xmlns:p14="http://schemas.microsoft.com/office/powerpoint/2010/main" Requires="p14">
          <p:contentPart p14:bwMode="auto" r:id="rId7">
            <p14:nvContentPartPr>
              <p14:cNvPr id="1048709" name=""/>
              <p14:cNvContentPartPr/>
              <p14:nvPr/>
            </p14:nvContentPartPr>
            <p14:xfrm>
              <a:off x="7059796" y="4381404"/>
              <a:ext cx="250137" cy="35118"/>
            </p14:xfrm>
          </p:contentPart>
        </mc:Choice>
        <mc:Fallback>
          <p:sp>
            <p:nvSpPr>
              <p:cNvPr id="1048709" name=""/>
              <p:cNvSpPr/>
              <p:nvPr/>
            </p:nvSpPr>
            <p:spPr>
              <a:xfrm>
                <a:off x="7059796" y="4381404"/>
                <a:ext cx="250137" cy="35118"/>
              </a:xfrm>
            </p:spPr>
          </p:sp>
        </mc:Fallback>
      </mc:AlternateContent>
      <mc:AlternateContent xmlns:mc="http://schemas.openxmlformats.org/markup-compatibility/2006">
        <mc:Choice xmlns:p14="http://schemas.microsoft.com/office/powerpoint/2010/main" Requires="p14">
          <p:contentPart p14:bwMode="auto" r:id="rId8">
            <p14:nvContentPartPr>
              <p14:cNvPr id="1048710" name=""/>
              <p14:cNvContentPartPr/>
              <p14:nvPr/>
            </p14:nvContentPartPr>
            <p14:xfrm>
              <a:off x="289338" y="6449408"/>
              <a:ext cx="358342" cy="12542"/>
            </p14:xfrm>
          </p:contentPart>
        </mc:Choice>
        <mc:Fallback>
          <p:sp>
            <p:nvSpPr>
              <p:cNvPr id="1048710" name=""/>
              <p:cNvSpPr/>
              <p:nvPr/>
            </p:nvSpPr>
            <p:spPr>
              <a:xfrm>
                <a:off x="289338" y="6449408"/>
                <a:ext cx="358342" cy="12542"/>
              </a:xfrm>
            </p:spPr>
          </p:sp>
        </mc:Fallback>
      </mc:AlternateContent>
      <mc:AlternateContent xmlns:mc="http://schemas.openxmlformats.org/markup-compatibility/2006">
        <mc:Choice xmlns:p14="http://schemas.microsoft.com/office/powerpoint/2010/main" Requires="p14">
          <p:contentPart p14:bwMode="auto" r:id="rId9">
            <p14:nvContentPartPr>
              <p14:cNvPr id="1048711" name=""/>
              <p14:cNvContentPartPr/>
              <p14:nvPr/>
            </p14:nvContentPartPr>
            <p14:xfrm>
              <a:off x="575265" y="6384627"/>
              <a:ext cx="123566" cy="184426"/>
            </p14:xfrm>
          </p:contentPart>
        </mc:Choice>
        <mc:Fallback>
          <p:sp>
            <p:nvSpPr>
              <p:cNvPr id="1048711" name=""/>
              <p:cNvSpPr/>
              <p:nvPr/>
            </p:nvSpPr>
            <p:spPr>
              <a:xfrm>
                <a:off x="575265" y="6384627"/>
                <a:ext cx="123566" cy="184426"/>
              </a:xfrm>
            </p:spPr>
          </p:sp>
        </mc:Fallback>
      </mc:AlternateContent>
      <mc:AlternateContent xmlns:mc="http://schemas.openxmlformats.org/markup-compatibility/2006">
        <mc:Choice xmlns:p14="http://schemas.microsoft.com/office/powerpoint/2010/main" Requires="p14">
          <p:contentPart p14:bwMode="auto" r:id="rId10">
            <p14:nvContentPartPr>
              <p14:cNvPr id="1048712" name=""/>
              <p14:cNvContentPartPr/>
              <p14:nvPr/>
            </p14:nvContentPartPr>
            <p14:xfrm>
              <a:off x="7298068" y="6514684"/>
              <a:ext cx="822479" cy="58326"/>
            </p14:xfrm>
          </p:contentPart>
        </mc:Choice>
        <mc:Fallback>
          <p:sp>
            <p:nvSpPr>
              <p:cNvPr id="1048712" name=""/>
              <p:cNvSpPr/>
              <p:nvPr/>
            </p:nvSpPr>
            <p:spPr>
              <a:xfrm>
                <a:off x="7298068" y="6514684"/>
                <a:ext cx="822479" cy="58326"/>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88" name="TextBox 2"/>
          <p:cNvSpPr txBox="1"/>
          <p:nvPr/>
        </p:nvSpPr>
        <p:spPr>
          <a:xfrm>
            <a:off x="357808" y="156074"/>
            <a:ext cx="4063100" cy="447040"/>
          </a:xfrm>
          <a:prstGeom prst="rect"/>
          <a:solidFill>
            <a:srgbClr val="FFC000"/>
          </a:solidFill>
        </p:spPr>
        <p:txBody>
          <a:bodyPr wrap="square">
            <a:spAutoFit/>
          </a:bodyPr>
          <a:p>
            <a:r>
              <a:rPr b="1" dirty="0" sz="2400" i="1" lang="fr-FR">
                <a:effectLst>
                  <a:outerShdw algn="tl" blurRad="38100" dir="2700000" dist="38100">
                    <a:srgbClr val="000000">
                      <a:alpha val="43137"/>
                    </a:srgbClr>
                  </a:outerShdw>
                </a:effectLst>
              </a:rPr>
              <a:t>STRUCTURE DE L'ATOME </a:t>
            </a:r>
          </a:p>
        </p:txBody>
      </p:sp>
      <p:sp>
        <p:nvSpPr>
          <p:cNvPr id="1048589" name="TextBox 4"/>
          <p:cNvSpPr txBox="1"/>
          <p:nvPr/>
        </p:nvSpPr>
        <p:spPr>
          <a:xfrm>
            <a:off x="490329" y="697252"/>
            <a:ext cx="10986054" cy="1323439"/>
          </a:xfrm>
          <a:prstGeom prst="rect"/>
          <a:noFill/>
        </p:spPr>
        <p:txBody>
          <a:bodyPr wrap="square">
            <a:spAutoFit/>
          </a:bodyPr>
          <a:p>
            <a:pPr indent="-285750" marL="285750">
              <a:buFont typeface="Arial" panose="020B0604020202020204" pitchFamily="34" charset="0"/>
              <a:buChar char="•"/>
            </a:pPr>
            <a:r>
              <a:rPr dirty="0" sz="2000" lang="fr-FR"/>
              <a:t>Un atome est constitués de particules plus élémentaires que l’atome : </a:t>
            </a:r>
          </a:p>
          <a:p>
            <a:pPr indent="-342900" lvl="2" marL="1257300">
              <a:buFont typeface="Wingdings" panose="05000000000000000000" pitchFamily="2" charset="2"/>
              <a:buChar char="Ø"/>
            </a:pPr>
            <a:r>
              <a:rPr dirty="0" sz="2000" lang="fr-FR"/>
              <a:t>les électrons,</a:t>
            </a:r>
          </a:p>
          <a:p>
            <a:pPr indent="-342900" lvl="2" marL="1257300">
              <a:buFont typeface="Wingdings" panose="05000000000000000000" pitchFamily="2" charset="2"/>
              <a:buChar char="Ø"/>
            </a:pPr>
            <a:r>
              <a:rPr dirty="0" sz="2000" lang="fr-FR"/>
              <a:t>les protons</a:t>
            </a:r>
          </a:p>
          <a:p>
            <a:pPr indent="-342900" lvl="2" marL="1257300">
              <a:buFont typeface="Wingdings" panose="05000000000000000000" pitchFamily="2" charset="2"/>
              <a:buChar char="Ø"/>
            </a:pPr>
            <a:r>
              <a:rPr dirty="0" sz="2000" lang="fr-FR"/>
              <a:t>et les neutrons. </a:t>
            </a:r>
          </a:p>
        </p:txBody>
      </p:sp>
      <p:pic>
        <p:nvPicPr>
          <p:cNvPr id="2097153" name="Picture 5"/>
          <p:cNvPicPr>
            <a:picLocks noChangeAspect="1"/>
          </p:cNvPicPr>
          <p:nvPr/>
        </p:nvPicPr>
        <p:blipFill>
          <a:blip xmlns:r="http://schemas.openxmlformats.org/officeDocument/2006/relationships" r:embed="rId1"/>
          <a:stretch>
            <a:fillRect/>
          </a:stretch>
        </p:blipFill>
        <p:spPr>
          <a:xfrm>
            <a:off x="7646504" y="997415"/>
            <a:ext cx="3737114" cy="2689517"/>
          </a:xfrm>
          <a:prstGeom prst="rect"/>
        </p:spPr>
      </p:pic>
      <p:sp>
        <p:nvSpPr>
          <p:cNvPr id="1048590" name="TextBox 7"/>
          <p:cNvSpPr txBox="1"/>
          <p:nvPr/>
        </p:nvSpPr>
        <p:spPr>
          <a:xfrm>
            <a:off x="490329" y="2863291"/>
            <a:ext cx="5261116" cy="1015663"/>
          </a:xfrm>
          <a:prstGeom prst="rect"/>
          <a:noFill/>
        </p:spPr>
        <p:txBody>
          <a:bodyPr wrap="square">
            <a:spAutoFit/>
          </a:bodyPr>
          <a:p>
            <a:pPr indent="-285750" marL="285750">
              <a:buFont typeface="Arial" panose="020B0604020202020204" pitchFamily="34" charset="0"/>
              <a:buChar char="•"/>
            </a:pPr>
            <a:r>
              <a:rPr dirty="0" sz="2000" lang="fr-FR"/>
              <a:t>l'atome n'existe pas souvent à l'état libre.</a:t>
            </a:r>
          </a:p>
          <a:p>
            <a:pPr indent="-285750" marL="285750">
              <a:buFont typeface="Arial" panose="020B0604020202020204" pitchFamily="34" charset="0"/>
              <a:buChar char="•"/>
            </a:pPr>
            <a:endParaRPr dirty="0" sz="2000" lang="fr-FR"/>
          </a:p>
          <a:p>
            <a:pPr indent="-285750" marL="285750">
              <a:buFont typeface="Arial" panose="020B0604020202020204" pitchFamily="34" charset="0"/>
              <a:buChar char="•"/>
            </a:pPr>
            <a:r>
              <a:rPr dirty="0" sz="2000" lang="fr-FR"/>
              <a:t>Ils s’associent pour former des molécules</a:t>
            </a:r>
          </a:p>
        </p:txBody>
      </p:sp>
      <p:sp>
        <p:nvSpPr>
          <p:cNvPr id="1048591" name="TextBox 8"/>
          <p:cNvSpPr txBox="1"/>
          <p:nvPr/>
        </p:nvSpPr>
        <p:spPr>
          <a:xfrm>
            <a:off x="490329" y="4529532"/>
            <a:ext cx="8768080" cy="1615440"/>
          </a:xfrm>
          <a:prstGeom prst="rect"/>
          <a:noFill/>
        </p:spPr>
        <p:txBody>
          <a:bodyPr rtlCol="0" wrap="none">
            <a:spAutoFit/>
          </a:bodyPr>
          <a:p>
            <a:pPr indent="-285750" marL="285750">
              <a:buFont typeface="Arial" panose="020B0604020202020204" pitchFamily="34" charset="0"/>
              <a:buChar char="•"/>
            </a:pPr>
            <a:r>
              <a:rPr dirty="0" sz="2000" lang="fr-FR"/>
              <a:t>Monoatomique : gaz rares : He (</a:t>
            </a:r>
            <a:r>
              <a:rPr dirty="0" sz="2000" lang="fr-FR" err="1"/>
              <a:t>Helium</a:t>
            </a:r>
            <a:r>
              <a:rPr dirty="0" sz="2000" lang="fr-FR"/>
              <a:t>), Ne (Néon), Ar (Argon), …..</a:t>
            </a:r>
          </a:p>
          <a:p>
            <a:pPr indent="-285750" marL="285750">
              <a:buFont typeface="Arial" panose="020B0604020202020204" pitchFamily="34" charset="0"/>
              <a:buChar char="•"/>
            </a:pPr>
            <a:endParaRPr dirty="0" sz="2000" lang="fr-FR"/>
          </a:p>
          <a:p>
            <a:pPr indent="-285750" marL="285750">
              <a:buFont typeface="Arial" panose="020B0604020202020204" pitchFamily="34" charset="0"/>
              <a:buChar char="•"/>
            </a:pPr>
            <a:r>
              <a:rPr dirty="0" sz="2000" lang="fr-FR"/>
              <a:t>Diatomique : H</a:t>
            </a:r>
            <a:r>
              <a:rPr baseline="-25000" dirty="0" sz="2000" lang="fr-FR"/>
              <a:t>2</a:t>
            </a:r>
            <a:r>
              <a:rPr dirty="0" sz="2000" lang="fr-FR"/>
              <a:t>(dihydrogène); O</a:t>
            </a:r>
            <a:r>
              <a:rPr baseline="-25000" dirty="0" sz="2000" lang="fr-FR"/>
              <a:t>2</a:t>
            </a:r>
            <a:r>
              <a:rPr dirty="0" sz="2000" lang="fr-FR"/>
              <a:t> (dioxygène); </a:t>
            </a:r>
            <a:r>
              <a:rPr dirty="0" sz="2000" lang="fr-FR" err="1"/>
              <a:t>HCl</a:t>
            </a:r>
            <a:r>
              <a:rPr dirty="0" sz="2000" lang="fr-FR"/>
              <a:t> (Chlorure d’hydrogène)</a:t>
            </a:r>
          </a:p>
          <a:p>
            <a:pPr indent="-285750" marL="285750">
              <a:buFont typeface="Arial" panose="020B0604020202020204" pitchFamily="34" charset="0"/>
              <a:buChar char="•"/>
            </a:pPr>
            <a:endParaRPr dirty="0" sz="2000" lang="fr-FR"/>
          </a:p>
          <a:p>
            <a:pPr indent="-285750" marL="285750">
              <a:buFont typeface="Arial" panose="020B0604020202020204" pitchFamily="34" charset="0"/>
              <a:buChar char="•"/>
            </a:pPr>
            <a:r>
              <a:rPr dirty="0" sz="2000" lang="fr-FR"/>
              <a:t>Polyatomique : H</a:t>
            </a:r>
            <a:r>
              <a:rPr baseline="-25000" dirty="0" sz="2000" lang="fr-FR"/>
              <a:t>2</a:t>
            </a:r>
            <a:r>
              <a:rPr dirty="0" sz="2000" lang="fr-FR"/>
              <a:t>O (eau); H</a:t>
            </a:r>
            <a:r>
              <a:rPr baseline="-25000" dirty="0" sz="2000" lang="fr-FR"/>
              <a:t>2</a:t>
            </a:r>
            <a:r>
              <a:rPr dirty="0" sz="2000" lang="fr-FR"/>
              <a:t>SO</a:t>
            </a:r>
            <a:r>
              <a:rPr baseline="-25000" dirty="0" sz="2000" lang="fr-FR"/>
              <a:t>4</a:t>
            </a:r>
            <a:r>
              <a:rPr dirty="0" sz="2000" lang="fr-FR"/>
              <a:t> (Acide sulfurique); …….</a:t>
            </a:r>
          </a:p>
        </p:txBody>
      </p:sp>
      <mc:AlternateContent xmlns:mc="http://schemas.openxmlformats.org/markup-compatibility/2006">
        <mc:Choice xmlns:p14="http://schemas.microsoft.com/office/powerpoint/2010/main" Requires="p14">
          <p:contentPart p14:bwMode="auto" r:id="rId2">
            <p14:nvContentPartPr>
              <p14:cNvPr id="1048713" name=""/>
              <p14:cNvContentPartPr/>
              <p14:nvPr/>
            </p14:nvContentPartPr>
            <p14:xfrm>
              <a:off x="7503426" y="1375296"/>
              <a:ext cx="2757188" cy="2605067"/>
            </p14:xfrm>
          </p:contentPart>
        </mc:Choice>
        <mc:Fallback>
          <p:sp>
            <p:nvSpPr>
              <p:cNvPr id="1048713" name=""/>
              <p:cNvSpPr/>
              <p:nvPr/>
            </p:nvSpPr>
            <p:spPr>
              <a:xfrm>
                <a:off x="7503426" y="1375296"/>
                <a:ext cx="2757188" cy="2605067"/>
              </a:xfrm>
            </p:spPr>
          </p:sp>
        </mc:Fallback>
      </mc:AlternateContent>
      <mc:AlternateContent xmlns:mc="http://schemas.openxmlformats.org/markup-compatibility/2006">
        <mc:Choice xmlns:p14="http://schemas.microsoft.com/office/powerpoint/2010/main" Requires="p14">
          <p:contentPart p14:bwMode="auto" r:id="rId3">
            <p14:nvContentPartPr>
              <p14:cNvPr id="1048714" name=""/>
              <p14:cNvContentPartPr/>
              <p14:nvPr/>
            </p14:nvContentPartPr>
            <p14:xfrm>
              <a:off x="8722649" y="2265625"/>
              <a:ext cx="361159" cy="332724"/>
            </p14:xfrm>
          </p:contentPart>
        </mc:Choice>
        <mc:Fallback>
          <p:sp>
            <p:nvSpPr>
              <p:cNvPr id="1048714" name=""/>
              <p:cNvSpPr/>
              <p:nvPr/>
            </p:nvSpPr>
            <p:spPr>
              <a:xfrm>
                <a:off x="8722649" y="2265625"/>
                <a:ext cx="361159" cy="332724"/>
              </a:xfrm>
            </p:spPr>
          </p:sp>
        </mc:Fallback>
      </mc:AlternateContent>
      <mc:AlternateContent xmlns:mc="http://schemas.openxmlformats.org/markup-compatibility/2006">
        <mc:Choice xmlns:p14="http://schemas.microsoft.com/office/powerpoint/2010/main" Requires="p14">
          <p:contentPart p14:bwMode="auto" r:id="rId4">
            <p14:nvContentPartPr>
              <p14:cNvPr id="1048715" name=""/>
              <p14:cNvContentPartPr/>
              <p14:nvPr/>
            </p14:nvContentPartPr>
            <p14:xfrm>
              <a:off x="3321571" y="1090165"/>
              <a:ext cx="258873" cy="296585"/>
            </p14:xfrm>
          </p:contentPart>
        </mc:Choice>
        <mc:Fallback>
          <p:sp>
            <p:nvSpPr>
              <p:cNvPr id="1048715" name=""/>
              <p:cNvSpPr/>
              <p:nvPr/>
            </p:nvSpPr>
            <p:spPr>
              <a:xfrm>
                <a:off x="3321571" y="1090165"/>
                <a:ext cx="258873" cy="296585"/>
              </a:xfrm>
            </p:spPr>
          </p:sp>
        </mc:Fallback>
      </mc:AlternateContent>
      <mc:AlternateContent xmlns:mc="http://schemas.openxmlformats.org/markup-compatibility/2006">
        <mc:Choice xmlns:p14="http://schemas.microsoft.com/office/powerpoint/2010/main" Requires="p14">
          <p:contentPart p14:bwMode="auto" r:id="rId5">
            <p14:nvContentPartPr>
              <p14:cNvPr id="1048716" name=""/>
              <p14:cNvContentPartPr/>
              <p14:nvPr/>
            </p14:nvContentPartPr>
            <p14:xfrm>
              <a:off x="3128748" y="1478928"/>
              <a:ext cx="142235" cy="160866"/>
            </p14:xfrm>
          </p:contentPart>
        </mc:Choice>
        <mc:Fallback>
          <p:sp>
            <p:nvSpPr>
              <p:cNvPr id="1048716" name=""/>
              <p:cNvSpPr/>
              <p:nvPr/>
            </p:nvSpPr>
            <p:spPr>
              <a:xfrm>
                <a:off x="3128748" y="1478928"/>
                <a:ext cx="142235" cy="160866"/>
              </a:xfrm>
            </p:spPr>
          </p:sp>
        </mc:Fallback>
      </mc:AlternateContent>
      <mc:AlternateContent xmlns:mc="http://schemas.openxmlformats.org/markup-compatibility/2006">
        <mc:Choice xmlns:p14="http://schemas.microsoft.com/office/powerpoint/2010/main" Requires="p14">
          <p:contentPart p14:bwMode="auto" r:id="rId6">
            <p14:nvContentPartPr>
              <p14:cNvPr id="1048717" name=""/>
              <p14:cNvContentPartPr/>
              <p14:nvPr/>
            </p14:nvContentPartPr>
            <p14:xfrm>
              <a:off x="3588641" y="1790078"/>
              <a:ext cx="194442" cy="182494"/>
            </p14:xfrm>
          </p:contentPart>
        </mc:Choice>
        <mc:Fallback>
          <p:sp>
            <p:nvSpPr>
              <p:cNvPr id="1048717" name=""/>
              <p:cNvSpPr/>
              <p:nvPr/>
            </p:nvSpPr>
            <p:spPr>
              <a:xfrm>
                <a:off x="3588641" y="1790078"/>
                <a:ext cx="194442" cy="182494"/>
              </a:xfrm>
            </p:spPr>
          </p:sp>
        </mc:Fallback>
      </mc:AlternateContent>
      <mc:AlternateContent xmlns:mc="http://schemas.openxmlformats.org/markup-compatibility/2006">
        <mc:Choice xmlns:p14="http://schemas.microsoft.com/office/powerpoint/2010/main" Requires="p14">
          <p:contentPart p14:bwMode="auto" r:id="rId7">
            <p14:nvContentPartPr>
              <p14:cNvPr id="1048718" name=""/>
              <p14:cNvContentPartPr/>
              <p14:nvPr/>
            </p14:nvContentPartPr>
            <p14:xfrm>
              <a:off x="8848041" y="2268276"/>
              <a:ext cx="123668" cy="30480"/>
            </p14:xfrm>
          </p:contentPart>
        </mc:Choice>
        <mc:Fallback>
          <p:sp>
            <p:nvSpPr>
              <p:cNvPr id="1048718" name=""/>
              <p:cNvSpPr/>
              <p:nvPr/>
            </p:nvSpPr>
            <p:spPr>
              <a:xfrm>
                <a:off x="8848041" y="2268276"/>
                <a:ext cx="123668" cy="30480"/>
              </a:xfrm>
            </p:spPr>
          </p:sp>
        </mc:Fallback>
      </mc:AlternateContent>
      <mc:AlternateContent xmlns:mc="http://schemas.openxmlformats.org/markup-compatibility/2006">
        <mc:Choice xmlns:p14="http://schemas.microsoft.com/office/powerpoint/2010/main" Requires="p14">
          <p:contentPart p14:bwMode="auto" r:id="rId8">
            <p14:nvContentPartPr>
              <p14:cNvPr id="1048719" name=""/>
              <p14:cNvContentPartPr/>
              <p14:nvPr/>
            </p14:nvContentPartPr>
            <p14:xfrm>
              <a:off x="9143043" y="3987781"/>
              <a:ext cx="1937027" cy="1915611"/>
            </p14:xfrm>
          </p:contentPart>
        </mc:Choice>
        <mc:Fallback>
          <p:sp>
            <p:nvSpPr>
              <p:cNvPr id="1048719" name=""/>
              <p:cNvSpPr/>
              <p:nvPr/>
            </p:nvSpPr>
            <p:spPr>
              <a:xfrm>
                <a:off x="9143043" y="3987781"/>
                <a:ext cx="1937027" cy="1915611"/>
              </a:xfrm>
            </p:spPr>
          </p:sp>
        </mc:Fallback>
      </mc:AlternateContent>
      <mc:AlternateContent xmlns:mc="http://schemas.openxmlformats.org/markup-compatibility/2006">
        <mc:Choice xmlns:p14="http://schemas.microsoft.com/office/powerpoint/2010/main" Requires="p14">
          <p:contentPart p14:bwMode="auto" r:id="rId9">
            <p14:nvContentPartPr>
              <p14:cNvPr id="1048720" name=""/>
              <p14:cNvContentPartPr/>
              <p14:nvPr/>
            </p14:nvContentPartPr>
            <p14:xfrm>
              <a:off x="10011806" y="4710303"/>
              <a:ext cx="234994" cy="292892"/>
            </p14:xfrm>
          </p:contentPart>
        </mc:Choice>
        <mc:Fallback>
          <p:sp>
            <p:nvSpPr>
              <p:cNvPr id="1048720" name=""/>
              <p:cNvSpPr/>
              <p:nvPr/>
            </p:nvSpPr>
            <p:spPr>
              <a:xfrm>
                <a:off x="10011806" y="4710303"/>
                <a:ext cx="234994" cy="292892"/>
              </a:xfrm>
            </p:spPr>
          </p:sp>
        </mc:Fallback>
      </mc:AlternateContent>
      <mc:AlternateContent xmlns:mc="http://schemas.openxmlformats.org/markup-compatibility/2006">
        <mc:Choice xmlns:p14="http://schemas.microsoft.com/office/powerpoint/2010/main" Requires="p14">
          <p:contentPart p14:bwMode="auto" r:id="rId10">
            <p14:nvContentPartPr>
              <p14:cNvPr id="1048721" name=""/>
              <p14:cNvContentPartPr/>
              <p14:nvPr/>
            </p14:nvContentPartPr>
            <p14:xfrm>
              <a:off x="9362778" y="3798630"/>
              <a:ext cx="214956" cy="383925"/>
            </p14:xfrm>
          </p:contentPart>
        </mc:Choice>
        <mc:Fallback>
          <p:sp>
            <p:nvSpPr>
              <p:cNvPr id="1048721" name=""/>
              <p:cNvSpPr/>
              <p:nvPr/>
            </p:nvSpPr>
            <p:spPr>
              <a:xfrm>
                <a:off x="9362778" y="3798630"/>
                <a:ext cx="214956" cy="383925"/>
              </a:xfrm>
            </p:spPr>
          </p:sp>
        </mc:Fallback>
      </mc:AlternateContent>
      <mc:AlternateContent xmlns:mc="http://schemas.openxmlformats.org/markup-compatibility/2006">
        <mc:Choice xmlns:p14="http://schemas.microsoft.com/office/powerpoint/2010/main" Requires="p14">
          <p:contentPart p14:bwMode="auto" r:id="rId11">
            <p14:nvContentPartPr>
              <p14:cNvPr id="1048722" name=""/>
              <p14:cNvContentPartPr/>
              <p14:nvPr/>
            </p14:nvContentPartPr>
            <p14:xfrm>
              <a:off x="754410" y="2720285"/>
              <a:ext cx="4842864" cy="547524"/>
            </p14:xfrm>
          </p:contentPart>
        </mc:Choice>
        <mc:Fallback>
          <p:sp>
            <p:nvSpPr>
              <p:cNvPr id="1048722" name=""/>
              <p:cNvSpPr/>
              <p:nvPr/>
            </p:nvSpPr>
            <p:spPr>
              <a:xfrm>
                <a:off x="754410" y="2720285"/>
                <a:ext cx="4842864" cy="547524"/>
              </a:xfrm>
            </p:spPr>
          </p:sp>
        </mc:Fallback>
      </mc:AlternateContent>
      <mc:AlternateContent xmlns:mc="http://schemas.openxmlformats.org/markup-compatibility/2006">
        <mc:Choice xmlns:p14="http://schemas.microsoft.com/office/powerpoint/2010/main" Requires="p14">
          <p:contentPart p14:bwMode="auto" r:id="rId12">
            <p14:nvContentPartPr>
              <p14:cNvPr id="1048723" name=""/>
              <p14:cNvContentPartPr/>
              <p14:nvPr/>
            </p14:nvContentPartPr>
            <p14:xfrm>
              <a:off x="4294516" y="2849265"/>
              <a:ext cx="22256" cy="389778"/>
            </p14:xfrm>
          </p:contentPart>
        </mc:Choice>
        <mc:Fallback>
          <p:sp>
            <p:nvSpPr>
              <p:cNvPr id="1048723" name=""/>
              <p:cNvSpPr/>
              <p:nvPr/>
            </p:nvSpPr>
            <p:spPr>
              <a:xfrm>
                <a:off x="4294516" y="2849265"/>
                <a:ext cx="22256" cy="389778"/>
              </a:xfrm>
            </p:spPr>
          </p:sp>
        </mc:Fallback>
      </mc:AlternateContent>
      <mc:AlternateContent xmlns:mc="http://schemas.openxmlformats.org/markup-compatibility/2006">
        <mc:Choice xmlns:p14="http://schemas.microsoft.com/office/powerpoint/2010/main" Requires="p14">
          <p:contentPart p14:bwMode="auto" r:id="rId13">
            <p14:nvContentPartPr>
              <p14:cNvPr id="1048724" name=""/>
              <p14:cNvContentPartPr/>
              <p14:nvPr/>
            </p14:nvContentPartPr>
            <p14:xfrm>
              <a:off x="4287015" y="2850424"/>
              <a:ext cx="1315492" cy="452396"/>
            </p14:xfrm>
          </p:contentPart>
        </mc:Choice>
        <mc:Fallback>
          <p:sp>
            <p:nvSpPr>
              <p:cNvPr id="1048724" name=""/>
              <p:cNvSpPr/>
              <p:nvPr/>
            </p:nvSpPr>
            <p:spPr>
              <a:xfrm>
                <a:off x="4287015" y="2850424"/>
                <a:ext cx="1315492" cy="452396"/>
              </a:xfrm>
            </p:spPr>
          </p:sp>
        </mc:Fallback>
      </mc:AlternateContent>
      <mc:AlternateContent xmlns:mc="http://schemas.openxmlformats.org/markup-compatibility/2006">
        <mc:Choice xmlns:p14="http://schemas.microsoft.com/office/powerpoint/2010/main" Requires="p14">
          <p:contentPart p14:bwMode="auto" r:id="rId14">
            <p14:nvContentPartPr>
              <p14:cNvPr id="1048725" name=""/>
              <p14:cNvContentPartPr/>
              <p14:nvPr/>
            </p14:nvContentPartPr>
            <p14:xfrm>
              <a:off x="825892" y="3447852"/>
              <a:ext cx="4891326" cy="470570"/>
            </p14:xfrm>
          </p:contentPart>
        </mc:Choice>
        <mc:Fallback>
          <p:sp>
            <p:nvSpPr>
              <p:cNvPr id="1048725" name=""/>
              <p:cNvSpPr/>
              <p:nvPr/>
            </p:nvSpPr>
            <p:spPr>
              <a:xfrm>
                <a:off x="825892" y="3447852"/>
                <a:ext cx="4891326" cy="470570"/>
              </a:xfrm>
            </p:spPr>
          </p:sp>
        </mc:Fallback>
      </mc:AlternateContent>
      <mc:AlternateContent xmlns:mc="http://schemas.openxmlformats.org/markup-compatibility/2006">
        <mc:Choice xmlns:p14="http://schemas.microsoft.com/office/powerpoint/2010/main" Requires="p14">
          <p:contentPart p14:bwMode="auto" r:id="rId15">
            <p14:nvContentPartPr>
              <p14:cNvPr id="1048726" name=""/>
              <p14:cNvContentPartPr/>
              <p14:nvPr/>
            </p14:nvContentPartPr>
            <p14:xfrm>
              <a:off x="5061472" y="1231863"/>
              <a:ext cx="1748817" cy="1648974"/>
            </p14:xfrm>
          </p:contentPart>
        </mc:Choice>
        <mc:Fallback>
          <p:sp>
            <p:nvSpPr>
              <p:cNvPr id="1048726" name=""/>
              <p:cNvSpPr/>
              <p:nvPr/>
            </p:nvSpPr>
            <p:spPr>
              <a:xfrm>
                <a:off x="5061472" y="1231863"/>
                <a:ext cx="1748817" cy="1648974"/>
              </a:xfrm>
            </p:spPr>
          </p:sp>
        </mc:Fallback>
      </mc:AlternateContent>
      <mc:AlternateContent xmlns:mc="http://schemas.openxmlformats.org/markup-compatibility/2006">
        <mc:Choice xmlns:p14="http://schemas.microsoft.com/office/powerpoint/2010/main" Requires="p14">
          <p:contentPart p14:bwMode="auto" r:id="rId16">
            <p14:nvContentPartPr>
              <p14:cNvPr id="1048727" name=""/>
              <p14:cNvContentPartPr/>
              <p14:nvPr/>
            </p14:nvContentPartPr>
            <p14:xfrm>
              <a:off x="4643384" y="1440233"/>
              <a:ext cx="15762" cy="422935"/>
            </p14:xfrm>
          </p:contentPart>
        </mc:Choice>
        <mc:Fallback>
          <p:sp>
            <p:nvSpPr>
              <p:cNvPr id="1048727" name=""/>
              <p:cNvSpPr/>
              <p:nvPr/>
            </p:nvSpPr>
            <p:spPr>
              <a:xfrm>
                <a:off x="4643384" y="1440233"/>
                <a:ext cx="15762" cy="422935"/>
              </a:xfrm>
            </p:spPr>
          </p:sp>
        </mc:Fallback>
      </mc:AlternateContent>
      <mc:AlternateContent xmlns:mc="http://schemas.openxmlformats.org/markup-compatibility/2006">
        <mc:Choice xmlns:p14="http://schemas.microsoft.com/office/powerpoint/2010/main" Requires="p14">
          <p:contentPart p14:bwMode="auto" r:id="rId17">
            <p14:nvContentPartPr>
              <p14:cNvPr id="1048728" name=""/>
              <p14:cNvContentPartPr/>
              <p14:nvPr/>
            </p14:nvContentPartPr>
            <p14:xfrm>
              <a:off x="4576890" y="1397405"/>
              <a:ext cx="136678" cy="252973"/>
            </p14:xfrm>
          </p:contentPart>
        </mc:Choice>
        <mc:Fallback>
          <p:sp>
            <p:nvSpPr>
              <p:cNvPr id="1048728" name=""/>
              <p:cNvSpPr/>
              <p:nvPr/>
            </p:nvSpPr>
            <p:spPr>
              <a:xfrm>
                <a:off x="4576890" y="1397405"/>
                <a:ext cx="136678" cy="252973"/>
              </a:xfrm>
            </p:spPr>
          </p:sp>
        </mc:Fallback>
      </mc:AlternateContent>
      <mc:AlternateContent xmlns:mc="http://schemas.openxmlformats.org/markup-compatibility/2006">
        <mc:Choice xmlns:p14="http://schemas.microsoft.com/office/powerpoint/2010/main" Requires="p14">
          <p:contentPart p14:bwMode="auto" r:id="rId18">
            <p14:nvContentPartPr>
              <p14:cNvPr id="1048729" name=""/>
              <p14:cNvContentPartPr/>
              <p14:nvPr/>
            </p14:nvContentPartPr>
            <p14:xfrm>
              <a:off x="4734991" y="1369575"/>
              <a:ext cx="142764" cy="201538"/>
            </p14:xfrm>
          </p:contentPart>
        </mc:Choice>
        <mc:Fallback>
          <p:sp>
            <p:nvSpPr>
              <p:cNvPr id="1048729" name=""/>
              <p:cNvSpPr/>
              <p:nvPr/>
            </p:nvSpPr>
            <p:spPr>
              <a:xfrm>
                <a:off x="4734991" y="1369575"/>
                <a:ext cx="142764" cy="201538"/>
              </a:xfrm>
            </p:spPr>
          </p:sp>
        </mc:Fallback>
      </mc:AlternateContent>
      <mc:AlternateContent xmlns:mc="http://schemas.openxmlformats.org/markup-compatibility/2006">
        <mc:Choice xmlns:p14="http://schemas.microsoft.com/office/powerpoint/2010/main" Requires="p14">
          <p:contentPart p14:bwMode="auto" r:id="rId19">
            <p14:nvContentPartPr>
              <p14:cNvPr id="1048730" name=""/>
              <p14:cNvContentPartPr/>
              <p14:nvPr/>
            </p14:nvContentPartPr>
            <p14:xfrm>
              <a:off x="4867674" y="1421794"/>
              <a:ext cx="75886" cy="95132"/>
            </p14:xfrm>
          </p:contentPart>
        </mc:Choice>
        <mc:Fallback>
          <p:sp>
            <p:nvSpPr>
              <p:cNvPr id="1048730" name=""/>
              <p:cNvSpPr/>
              <p:nvPr/>
            </p:nvSpPr>
            <p:spPr>
              <a:xfrm>
                <a:off x="4867674" y="1421794"/>
                <a:ext cx="75886" cy="95132"/>
              </a:xfrm>
            </p:spPr>
          </p:sp>
        </mc:Fallback>
      </mc:AlternateContent>
      <mc:AlternateContent xmlns:mc="http://schemas.openxmlformats.org/markup-compatibility/2006">
        <mc:Choice xmlns:p14="http://schemas.microsoft.com/office/powerpoint/2010/main" Requires="p14">
          <p:contentPart p14:bwMode="auto" r:id="rId20">
            <p14:nvContentPartPr>
              <p14:cNvPr id="1048731" name=""/>
              <p14:cNvContentPartPr/>
              <p14:nvPr/>
            </p14:nvContentPartPr>
            <p14:xfrm>
              <a:off x="4981093" y="1175900"/>
              <a:ext cx="29444" cy="295258"/>
            </p14:xfrm>
          </p:contentPart>
        </mc:Choice>
        <mc:Fallback>
          <p:sp>
            <p:nvSpPr>
              <p:cNvPr id="1048731" name=""/>
              <p:cNvSpPr/>
              <p:nvPr/>
            </p:nvSpPr>
            <p:spPr>
              <a:xfrm>
                <a:off x="4981093" y="1175900"/>
                <a:ext cx="29444" cy="295258"/>
              </a:xfrm>
            </p:spPr>
          </p:sp>
        </mc:Fallback>
      </mc:AlternateContent>
      <mc:AlternateContent xmlns:mc="http://schemas.openxmlformats.org/markup-compatibility/2006">
        <mc:Choice xmlns:p14="http://schemas.microsoft.com/office/powerpoint/2010/main" Requires="p14">
          <p:contentPart p14:bwMode="auto" r:id="rId21">
            <p14:nvContentPartPr>
              <p14:cNvPr id="1048732" name=""/>
              <p14:cNvContentPartPr/>
              <p14:nvPr/>
            </p14:nvContentPartPr>
            <p14:xfrm>
              <a:off x="4973591" y="1331877"/>
              <a:ext cx="189847" cy="75675"/>
            </p14:xfrm>
          </p:contentPart>
        </mc:Choice>
        <mc:Fallback>
          <p:sp>
            <p:nvSpPr>
              <p:cNvPr id="1048732" name=""/>
              <p:cNvSpPr/>
              <p:nvPr/>
            </p:nvSpPr>
            <p:spPr>
              <a:xfrm>
                <a:off x="4973591" y="1331877"/>
                <a:ext cx="189847" cy="75675"/>
              </a:xfrm>
            </p:spPr>
          </p:sp>
        </mc:Fallback>
      </mc:AlternateContent>
      <mc:AlternateContent xmlns:mc="http://schemas.openxmlformats.org/markup-compatibility/2006">
        <mc:Choice xmlns:p14="http://schemas.microsoft.com/office/powerpoint/2010/main" Requires="p14">
          <p:contentPart p14:bwMode="auto" r:id="rId22">
            <p14:nvContentPartPr>
              <p14:cNvPr id="1048733" name=""/>
              <p14:cNvContentPartPr/>
              <p14:nvPr/>
            </p14:nvContentPartPr>
            <p14:xfrm>
              <a:off x="5188478" y="1270464"/>
              <a:ext cx="113636" cy="109377"/>
            </p14:xfrm>
          </p:contentPart>
        </mc:Choice>
        <mc:Fallback>
          <p:sp>
            <p:nvSpPr>
              <p:cNvPr id="1048733" name=""/>
              <p:cNvSpPr/>
              <p:nvPr/>
            </p:nvSpPr>
            <p:spPr>
              <a:xfrm>
                <a:off x="5188478" y="1270464"/>
                <a:ext cx="113636" cy="109377"/>
              </a:xfrm>
            </p:spPr>
          </p:sp>
        </mc:Fallback>
      </mc:AlternateContent>
      <mc:AlternateContent xmlns:mc="http://schemas.openxmlformats.org/markup-compatibility/2006">
        <mc:Choice xmlns:p14="http://schemas.microsoft.com/office/powerpoint/2010/main" Requires="p14">
          <p:contentPart p14:bwMode="auto" r:id="rId23">
            <p14:nvContentPartPr>
              <p14:cNvPr id="1048734" name=""/>
              <p14:cNvContentPartPr/>
              <p14:nvPr/>
            </p14:nvContentPartPr>
            <p14:xfrm>
              <a:off x="5383600" y="1310203"/>
              <a:ext cx="866398" cy="680371"/>
            </p14:xfrm>
          </p:contentPart>
        </mc:Choice>
        <mc:Fallback>
          <p:sp>
            <p:nvSpPr>
              <p:cNvPr id="1048734" name=""/>
              <p:cNvSpPr/>
              <p:nvPr/>
            </p:nvSpPr>
            <p:spPr>
              <a:xfrm>
                <a:off x="5383600" y="1310203"/>
                <a:ext cx="866398" cy="680371"/>
              </a:xfrm>
            </p:spPr>
          </p:sp>
        </mc:Fallback>
      </mc:AlternateContent>
      <mc:AlternateContent xmlns:mc="http://schemas.openxmlformats.org/markup-compatibility/2006">
        <mc:Choice xmlns:p14="http://schemas.microsoft.com/office/powerpoint/2010/main" Requires="p14">
          <p:contentPart p14:bwMode="auto" r:id="rId24">
            <p14:nvContentPartPr>
              <p14:cNvPr id="1048735" name=""/>
              <p14:cNvContentPartPr/>
              <p14:nvPr/>
            </p14:nvContentPartPr>
            <p14:xfrm>
              <a:off x="5355659" y="2059988"/>
              <a:ext cx="666301" cy="654544"/>
            </p14:xfrm>
          </p:contentPart>
        </mc:Choice>
        <mc:Fallback>
          <p:sp>
            <p:nvSpPr>
              <p:cNvPr id="1048735" name=""/>
              <p:cNvSpPr/>
              <p:nvPr/>
            </p:nvSpPr>
            <p:spPr>
              <a:xfrm>
                <a:off x="5355659" y="2059988"/>
                <a:ext cx="666301" cy="654544"/>
              </a:xfrm>
            </p:spPr>
          </p:sp>
        </mc:Fallback>
      </mc:AlternateContent>
      <mc:AlternateContent xmlns:mc="http://schemas.openxmlformats.org/markup-compatibility/2006">
        <mc:Choice xmlns:p14="http://schemas.microsoft.com/office/powerpoint/2010/main" Requires="p14">
          <p:contentPart p14:bwMode="auto" r:id="rId25">
            <p14:nvContentPartPr>
              <p14:cNvPr id="1048736" name=""/>
              <p14:cNvContentPartPr/>
              <p14:nvPr/>
            </p14:nvContentPartPr>
            <p14:xfrm>
              <a:off x="6078137" y="1748497"/>
              <a:ext cx="595677" cy="763364"/>
            </p14:xfrm>
          </p:contentPart>
        </mc:Choice>
        <mc:Fallback>
          <p:sp>
            <p:nvSpPr>
              <p:cNvPr id="1048736" name=""/>
              <p:cNvSpPr/>
              <p:nvPr/>
            </p:nvSpPr>
            <p:spPr>
              <a:xfrm>
                <a:off x="6078137" y="1748497"/>
                <a:ext cx="595677" cy="763364"/>
              </a:xfrm>
            </p:spPr>
          </p:sp>
        </mc:Fallback>
      </mc:AlternateContent>
      <mc:AlternateContent xmlns:mc="http://schemas.openxmlformats.org/markup-compatibility/2006">
        <mc:Choice xmlns:p14="http://schemas.microsoft.com/office/powerpoint/2010/main" Requires="p14">
          <p:contentPart p14:bwMode="auto" r:id="rId26">
            <p14:nvContentPartPr>
              <p14:cNvPr id="1048737" name=""/>
              <p14:cNvContentPartPr/>
              <p14:nvPr/>
            </p14:nvContentPartPr>
            <p14:xfrm>
              <a:off x="6332625" y="1763967"/>
              <a:ext cx="169957" cy="36770"/>
            </p14:xfrm>
          </p:contentPart>
        </mc:Choice>
        <mc:Fallback>
          <p:sp>
            <p:nvSpPr>
              <p:cNvPr id="1048737" name=""/>
              <p:cNvSpPr/>
              <p:nvPr/>
            </p:nvSpPr>
            <p:spPr>
              <a:xfrm>
                <a:off x="6332625" y="1763967"/>
                <a:ext cx="169957" cy="36770"/>
              </a:xfrm>
            </p:spPr>
          </p:sp>
        </mc:Fallback>
      </mc:AlternateContent>
      <mc:AlternateContent xmlns:mc="http://schemas.openxmlformats.org/markup-compatibility/2006">
        <mc:Choice xmlns:p14="http://schemas.microsoft.com/office/powerpoint/2010/main" Requires="p14">
          <p:contentPart p14:bwMode="auto" r:id="rId27">
            <p14:nvContentPartPr>
              <p14:cNvPr id="1048738" name=""/>
              <p14:cNvContentPartPr/>
              <p14:nvPr/>
            </p14:nvContentPartPr>
            <p14:xfrm>
              <a:off x="6377190" y="2338717"/>
              <a:ext cx="425587" cy="763406"/>
            </p14:xfrm>
          </p:contentPart>
        </mc:Choice>
        <mc:Fallback>
          <p:sp>
            <p:nvSpPr>
              <p:cNvPr id="1048738" name=""/>
              <p:cNvSpPr/>
              <p:nvPr/>
            </p:nvSpPr>
            <p:spPr>
              <a:xfrm>
                <a:off x="6377190" y="2338717"/>
                <a:ext cx="425587" cy="763406"/>
              </a:xfrm>
            </p:spPr>
          </p:sp>
        </mc:Fallback>
      </mc:AlternateContent>
      <mc:AlternateContent xmlns:mc="http://schemas.openxmlformats.org/markup-compatibility/2006">
        <mc:Choice xmlns:p14="http://schemas.microsoft.com/office/powerpoint/2010/main" Requires="p14">
          <p:contentPart p14:bwMode="auto" r:id="rId28">
            <p14:nvContentPartPr>
              <p14:cNvPr id="1048739" name=""/>
              <p14:cNvContentPartPr/>
              <p14:nvPr/>
            </p14:nvContentPartPr>
            <p14:xfrm>
              <a:off x="5819457" y="2602802"/>
              <a:ext cx="612924" cy="666159"/>
            </p14:xfrm>
          </p:contentPart>
        </mc:Choice>
        <mc:Fallback>
          <p:sp>
            <p:nvSpPr>
              <p:cNvPr id="1048739" name=""/>
              <p:cNvSpPr/>
              <p:nvPr/>
            </p:nvSpPr>
            <p:spPr>
              <a:xfrm>
                <a:off x="5819457" y="2602802"/>
                <a:ext cx="612924" cy="666159"/>
              </a:xfrm>
            </p:spPr>
          </p:sp>
        </mc:Fallback>
      </mc:AlternateContent>
      <mc:AlternateContent xmlns:mc="http://schemas.openxmlformats.org/markup-compatibility/2006">
        <mc:Choice xmlns:p14="http://schemas.microsoft.com/office/powerpoint/2010/main" Requires="p14">
          <p:contentPart p14:bwMode="auto" r:id="rId29">
            <p14:nvContentPartPr>
              <p14:cNvPr id="1048740" name=""/>
              <p14:cNvContentPartPr/>
              <p14:nvPr/>
            </p14:nvContentPartPr>
            <p14:xfrm>
              <a:off x="6364394" y="2336980"/>
              <a:ext cx="177445" cy="29192"/>
            </p14:xfrm>
          </p:contentPart>
        </mc:Choice>
        <mc:Fallback>
          <p:sp>
            <p:nvSpPr>
              <p:cNvPr id="1048740" name=""/>
              <p:cNvSpPr/>
              <p:nvPr/>
            </p:nvSpPr>
            <p:spPr>
              <a:xfrm>
                <a:off x="6364394" y="2336980"/>
                <a:ext cx="177445" cy="29192"/>
              </a:xfrm>
            </p:spPr>
          </p:sp>
        </mc:Fallback>
      </mc:AlternateContent>
      <mc:AlternateContent xmlns:mc="http://schemas.openxmlformats.org/markup-compatibility/2006">
        <mc:Choice xmlns:p14="http://schemas.microsoft.com/office/powerpoint/2010/main" Requires="p14">
          <p:contentPart p14:bwMode="auto" r:id="rId30">
            <p14:nvContentPartPr>
              <p14:cNvPr id="1048741" name=""/>
              <p14:cNvContentPartPr/>
              <p14:nvPr/>
            </p14:nvContentPartPr>
            <p14:xfrm>
              <a:off x="6340058" y="2379670"/>
              <a:ext cx="48605" cy="116596"/>
            </p14:xfrm>
          </p:contentPart>
        </mc:Choice>
        <mc:Fallback>
          <p:sp>
            <p:nvSpPr>
              <p:cNvPr id="1048741" name=""/>
              <p:cNvSpPr/>
              <p:nvPr/>
            </p:nvSpPr>
            <p:spPr>
              <a:xfrm>
                <a:off x="6340058" y="2379670"/>
                <a:ext cx="48605" cy="116596"/>
              </a:xfrm>
            </p:spPr>
          </p:sp>
        </mc:Fallback>
      </mc:AlternateContent>
      <mc:AlternateContent xmlns:mc="http://schemas.openxmlformats.org/markup-compatibility/2006">
        <mc:Choice xmlns:p14="http://schemas.microsoft.com/office/powerpoint/2010/main" Requires="p14">
          <p:contentPart p14:bwMode="auto" r:id="rId31">
            <p14:nvContentPartPr>
              <p14:cNvPr id="1048742" name=""/>
              <p14:cNvContentPartPr/>
              <p14:nvPr/>
            </p14:nvContentPartPr>
            <p14:xfrm>
              <a:off x="5797056" y="2559367"/>
              <a:ext cx="29902" cy="70640"/>
            </p14:xfrm>
          </p:contentPart>
        </mc:Choice>
        <mc:Fallback>
          <p:sp>
            <p:nvSpPr>
              <p:cNvPr id="1048742" name=""/>
              <p:cNvSpPr/>
              <p:nvPr/>
            </p:nvSpPr>
            <p:spPr>
              <a:xfrm>
                <a:off x="5797056" y="2559367"/>
                <a:ext cx="29902" cy="70640"/>
              </a:xfrm>
            </p:spPr>
          </p:sp>
        </mc:Fallback>
      </mc:AlternateContent>
      <mc:AlternateContent xmlns:mc="http://schemas.openxmlformats.org/markup-compatibility/2006">
        <mc:Choice xmlns:p14="http://schemas.microsoft.com/office/powerpoint/2010/main" Requires="p14">
          <p:contentPart p14:bwMode="auto" r:id="rId32">
            <p14:nvContentPartPr>
              <p14:cNvPr id="1048743" name=""/>
              <p14:cNvContentPartPr/>
              <p14:nvPr/>
            </p14:nvContentPartPr>
            <p14:xfrm>
              <a:off x="5844167" y="2527101"/>
              <a:ext cx="178440" cy="84640"/>
            </p14:xfrm>
          </p:contentPart>
        </mc:Choice>
        <mc:Fallback>
          <p:sp>
            <p:nvSpPr>
              <p:cNvPr id="1048743" name=""/>
              <p:cNvSpPr/>
              <p:nvPr/>
            </p:nvSpPr>
            <p:spPr>
              <a:xfrm>
                <a:off x="5844167" y="2527101"/>
                <a:ext cx="178440" cy="84640"/>
              </a:xfrm>
            </p:spPr>
          </p:sp>
        </mc:Fallback>
      </mc:AlternateContent>
      <mc:AlternateContent xmlns:mc="http://schemas.openxmlformats.org/markup-compatibility/2006">
        <mc:Choice xmlns:p14="http://schemas.microsoft.com/office/powerpoint/2010/main" Requires="p14">
          <p:contentPart p14:bwMode="auto" r:id="rId33">
            <p14:nvContentPartPr>
              <p14:cNvPr id="1048744" name=""/>
              <p14:cNvContentPartPr/>
              <p14:nvPr/>
            </p14:nvContentPartPr>
            <p14:xfrm>
              <a:off x="6128309" y="3284111"/>
              <a:ext cx="176543" cy="508154"/>
            </p14:xfrm>
          </p:contentPart>
        </mc:Choice>
        <mc:Fallback>
          <p:sp>
            <p:nvSpPr>
              <p:cNvPr id="1048744" name=""/>
              <p:cNvSpPr/>
              <p:nvPr/>
            </p:nvSpPr>
            <p:spPr>
              <a:xfrm>
                <a:off x="6128309" y="3284111"/>
                <a:ext cx="176543" cy="508154"/>
              </a:xfrm>
            </p:spPr>
          </p:sp>
        </mc:Fallback>
      </mc:AlternateContent>
      <mc:AlternateContent xmlns:mc="http://schemas.openxmlformats.org/markup-compatibility/2006">
        <mc:Choice xmlns:p14="http://schemas.microsoft.com/office/powerpoint/2010/main" Requires="p14">
          <p:contentPart p14:bwMode="auto" r:id="rId34">
            <p14:nvContentPartPr>
              <p14:cNvPr id="1048745" name=""/>
              <p14:cNvContentPartPr/>
              <p14:nvPr/>
            </p14:nvContentPartPr>
            <p14:xfrm>
              <a:off x="6361306" y="3363535"/>
              <a:ext cx="218801" cy="232679"/>
            </p14:xfrm>
          </p:contentPart>
        </mc:Choice>
        <mc:Fallback>
          <p:sp>
            <p:nvSpPr>
              <p:cNvPr id="1048745" name=""/>
              <p:cNvSpPr/>
              <p:nvPr/>
            </p:nvSpPr>
            <p:spPr>
              <a:xfrm>
                <a:off x="6361306" y="3363535"/>
                <a:ext cx="218801" cy="232679"/>
              </a:xfrm>
            </p:spPr>
          </p:sp>
        </mc:Fallback>
      </mc:AlternateContent>
      <mc:AlternateContent xmlns:mc="http://schemas.openxmlformats.org/markup-compatibility/2006">
        <mc:Choice xmlns:p14="http://schemas.microsoft.com/office/powerpoint/2010/main" Requires="p14">
          <p:contentPart p14:bwMode="auto" r:id="rId35">
            <p14:nvContentPartPr>
              <p14:cNvPr id="1048746" name=""/>
              <p14:cNvContentPartPr/>
              <p14:nvPr/>
            </p14:nvContentPartPr>
            <p14:xfrm>
              <a:off x="6600829" y="3390646"/>
              <a:ext cx="437187" cy="206908"/>
            </p14:xfrm>
          </p:contentPart>
        </mc:Choice>
        <mc:Fallback>
          <p:sp>
            <p:nvSpPr>
              <p:cNvPr id="1048746" name=""/>
              <p:cNvSpPr/>
              <p:nvPr/>
            </p:nvSpPr>
            <p:spPr>
              <a:xfrm>
                <a:off x="6600829" y="3390646"/>
                <a:ext cx="437187" cy="206908"/>
              </a:xfrm>
            </p:spPr>
          </p:sp>
        </mc:Fallback>
      </mc:AlternateContent>
      <mc:AlternateContent xmlns:mc="http://schemas.openxmlformats.org/markup-compatibility/2006">
        <mc:Choice xmlns:p14="http://schemas.microsoft.com/office/powerpoint/2010/main" Requires="p14">
          <p:contentPart p14:bwMode="auto" r:id="rId36">
            <p14:nvContentPartPr>
              <p14:cNvPr id="1048747" name=""/>
              <p14:cNvContentPartPr/>
              <p14:nvPr/>
            </p14:nvContentPartPr>
            <p14:xfrm>
              <a:off x="7033322" y="3131716"/>
              <a:ext cx="14590" cy="437958"/>
            </p14:xfrm>
          </p:contentPart>
        </mc:Choice>
        <mc:Fallback>
          <p:sp>
            <p:nvSpPr>
              <p:cNvPr id="1048747" name=""/>
              <p:cNvSpPr/>
              <p:nvPr/>
            </p:nvSpPr>
            <p:spPr>
              <a:xfrm>
                <a:off x="7033322" y="3131716"/>
                <a:ext cx="14590" cy="437958"/>
              </a:xfrm>
            </p:spPr>
          </p:sp>
        </mc:Fallback>
      </mc:AlternateContent>
      <mc:AlternateContent xmlns:mc="http://schemas.openxmlformats.org/markup-compatibility/2006">
        <mc:Choice xmlns:p14="http://schemas.microsoft.com/office/powerpoint/2010/main" Requires="p14">
          <p:contentPart p14:bwMode="auto" r:id="rId37">
            <p14:nvContentPartPr>
              <p14:cNvPr id="1048748" name=""/>
              <p14:cNvContentPartPr/>
              <p14:nvPr/>
            </p14:nvContentPartPr>
            <p14:xfrm>
              <a:off x="7033322" y="3383224"/>
              <a:ext cx="221945" cy="205180"/>
            </p14:xfrm>
          </p:contentPart>
        </mc:Choice>
        <mc:Fallback>
          <p:sp>
            <p:nvSpPr>
              <p:cNvPr id="1048748" name=""/>
              <p:cNvSpPr/>
              <p:nvPr/>
            </p:nvSpPr>
            <p:spPr>
              <a:xfrm>
                <a:off x="7033322" y="3383224"/>
                <a:ext cx="221945" cy="205180"/>
              </a:xfrm>
            </p:spPr>
          </p:sp>
        </mc:Fallback>
      </mc:AlternateContent>
      <mc:AlternateContent xmlns:mc="http://schemas.openxmlformats.org/markup-compatibility/2006">
        <mc:Choice xmlns:p14="http://schemas.microsoft.com/office/powerpoint/2010/main" Requires="p14">
          <p:contentPart p14:bwMode="auto" r:id="rId38">
            <p14:nvContentPartPr>
              <p14:cNvPr id="1048749" name=""/>
              <p14:cNvContentPartPr/>
              <p14:nvPr/>
            </p14:nvContentPartPr>
            <p14:xfrm>
              <a:off x="7209536" y="3399773"/>
              <a:ext cx="204074" cy="204098"/>
            </p14:xfrm>
          </p:contentPart>
        </mc:Choice>
        <mc:Fallback>
          <p:sp>
            <p:nvSpPr>
              <p:cNvPr id="1048749" name=""/>
              <p:cNvSpPr/>
              <p:nvPr/>
            </p:nvSpPr>
            <p:spPr>
              <a:xfrm>
                <a:off x="7209536" y="3399773"/>
                <a:ext cx="204074" cy="204098"/>
              </a:xfrm>
            </p:spPr>
          </p:sp>
        </mc:Fallback>
      </mc:AlternateContent>
      <mc:AlternateContent xmlns:mc="http://schemas.openxmlformats.org/markup-compatibility/2006">
        <mc:Choice xmlns:p14="http://schemas.microsoft.com/office/powerpoint/2010/main" Requires="p14">
          <p:contentPart p14:bwMode="auto" r:id="rId39">
            <p14:nvContentPartPr>
              <p14:cNvPr id="1048750" name=""/>
              <p14:cNvContentPartPr/>
              <p14:nvPr/>
            </p14:nvContentPartPr>
            <p14:xfrm>
              <a:off x="6256963" y="3705138"/>
              <a:ext cx="1152739" cy="82819"/>
            </p14:xfrm>
          </p:contentPart>
        </mc:Choice>
        <mc:Fallback>
          <p:sp>
            <p:nvSpPr>
              <p:cNvPr id="1048750" name=""/>
              <p:cNvSpPr/>
              <p:nvPr/>
            </p:nvSpPr>
            <p:spPr>
              <a:xfrm>
                <a:off x="6256963" y="3705138"/>
                <a:ext cx="1152739" cy="82819"/>
              </a:xfrm>
            </p:spPr>
          </p:sp>
        </mc:Fallback>
      </mc:AlternateContent>
      <mc:AlternateContent xmlns:mc="http://schemas.openxmlformats.org/markup-compatibility/2006">
        <mc:Choice xmlns:p14="http://schemas.microsoft.com/office/powerpoint/2010/main" Requires="p14">
          <p:contentPart p14:bwMode="auto" r:id="rId40">
            <p14:nvContentPartPr>
              <p14:cNvPr id="1048751" name=""/>
              <p14:cNvContentPartPr/>
              <p14:nvPr/>
            </p14:nvContentPartPr>
            <p14:xfrm>
              <a:off x="5997691" y="1708990"/>
              <a:ext cx="327874" cy="294360"/>
            </p14:xfrm>
          </p:contentPart>
        </mc:Choice>
        <mc:Fallback>
          <p:sp>
            <p:nvSpPr>
              <p:cNvPr id="1048751" name=""/>
              <p:cNvSpPr/>
              <p:nvPr/>
            </p:nvSpPr>
            <p:spPr>
              <a:xfrm>
                <a:off x="5997691" y="1708990"/>
                <a:ext cx="327874" cy="294360"/>
              </a:xfrm>
            </p:spPr>
          </p:sp>
        </mc:Fallback>
      </mc:AlternateContent>
      <mc:AlternateContent xmlns:mc="http://schemas.openxmlformats.org/markup-compatibility/2006">
        <mc:Choice xmlns:p14="http://schemas.microsoft.com/office/powerpoint/2010/main" Requires="p14">
          <p:contentPart p14:bwMode="auto" r:id="rId41">
            <p14:nvContentPartPr>
              <p14:cNvPr id="1048752" name=""/>
              <p14:cNvContentPartPr/>
              <p14:nvPr/>
            </p14:nvContentPartPr>
            <p14:xfrm>
              <a:off x="5591218" y="1835367"/>
              <a:ext cx="154992" cy="352164"/>
            </p14:xfrm>
          </p:contentPart>
        </mc:Choice>
        <mc:Fallback>
          <p:sp>
            <p:nvSpPr>
              <p:cNvPr id="1048752" name=""/>
              <p:cNvSpPr/>
              <p:nvPr/>
            </p:nvSpPr>
            <p:spPr>
              <a:xfrm>
                <a:off x="5591218" y="1835367"/>
                <a:ext cx="154992" cy="352164"/>
              </a:xfrm>
            </p:spPr>
          </p:sp>
        </mc:Fallback>
      </mc:AlternateContent>
      <mc:AlternateContent xmlns:mc="http://schemas.openxmlformats.org/markup-compatibility/2006">
        <mc:Choice xmlns:p14="http://schemas.microsoft.com/office/powerpoint/2010/main" Requires="p14">
          <p:contentPart p14:bwMode="auto" r:id="rId42">
            <p14:nvContentPartPr>
              <p14:cNvPr id="1048753" name=""/>
              <p14:cNvContentPartPr/>
              <p14:nvPr/>
            </p14:nvContentPartPr>
            <p14:xfrm>
              <a:off x="5875054" y="2165423"/>
              <a:ext cx="342322" cy="220204"/>
            </p14:xfrm>
          </p:contentPart>
        </mc:Choice>
        <mc:Fallback>
          <p:sp>
            <p:nvSpPr>
              <p:cNvPr id="1048753" name=""/>
              <p:cNvSpPr/>
              <p:nvPr/>
            </p:nvSpPr>
            <p:spPr>
              <a:xfrm>
                <a:off x="5875054" y="2165423"/>
                <a:ext cx="342322" cy="220204"/>
              </a:xfrm>
            </p:spPr>
          </p:sp>
        </mc:Fallback>
      </mc:AlternateContent>
      <mc:AlternateContent xmlns:mc="http://schemas.openxmlformats.org/markup-compatibility/2006">
        <mc:Choice xmlns:p14="http://schemas.microsoft.com/office/powerpoint/2010/main" Requires="p14">
          <p:contentPart p14:bwMode="auto" r:id="rId43">
            <p14:nvContentPartPr>
              <p14:cNvPr id="1048754" name=""/>
              <p14:cNvContentPartPr/>
              <p14:nvPr/>
            </p14:nvContentPartPr>
            <p14:xfrm>
              <a:off x="5931975" y="1703052"/>
              <a:ext cx="428763" cy="312501"/>
            </p14:xfrm>
          </p:contentPart>
        </mc:Choice>
        <mc:Fallback>
          <p:sp>
            <p:nvSpPr>
              <p:cNvPr id="1048754" name=""/>
              <p:cNvSpPr/>
              <p:nvPr/>
            </p:nvSpPr>
            <p:spPr>
              <a:xfrm>
                <a:off x="5931975" y="1703052"/>
                <a:ext cx="428763" cy="312501"/>
              </a:xfrm>
            </p:spPr>
          </p:sp>
        </mc:Fallback>
      </mc:AlternateContent>
      <mc:AlternateContent xmlns:mc="http://schemas.openxmlformats.org/markup-compatibility/2006">
        <mc:Choice xmlns:p14="http://schemas.microsoft.com/office/powerpoint/2010/main" Requires="p14">
          <p:contentPart p14:bwMode="auto" r:id="rId44">
            <p14:nvContentPartPr>
              <p14:cNvPr id="1048755" name=""/>
              <p14:cNvContentPartPr/>
              <p14:nvPr/>
            </p14:nvContentPartPr>
            <p14:xfrm>
              <a:off x="5569023" y="1848165"/>
              <a:ext cx="262789" cy="379607"/>
            </p14:xfrm>
          </p:contentPart>
        </mc:Choice>
        <mc:Fallback>
          <p:sp>
            <p:nvSpPr>
              <p:cNvPr id="1048755" name=""/>
              <p:cNvSpPr/>
              <p:nvPr/>
            </p:nvSpPr>
            <p:spPr>
              <a:xfrm>
                <a:off x="5569023" y="1848165"/>
                <a:ext cx="262789" cy="379607"/>
              </a:xfrm>
            </p:spPr>
          </p:sp>
        </mc:Fallback>
      </mc:AlternateContent>
      <mc:AlternateContent xmlns:mc="http://schemas.openxmlformats.org/markup-compatibility/2006">
        <mc:Choice xmlns:p14="http://schemas.microsoft.com/office/powerpoint/2010/main" Requires="p14">
          <p:contentPart p14:bwMode="auto" r:id="rId45">
            <p14:nvContentPartPr>
              <p14:cNvPr id="1048756" name=""/>
              <p14:cNvContentPartPr/>
              <p14:nvPr/>
            </p14:nvContentPartPr>
            <p14:xfrm>
              <a:off x="5864340" y="2190045"/>
              <a:ext cx="303700" cy="212448"/>
            </p14:xfrm>
          </p:contentPart>
        </mc:Choice>
        <mc:Fallback>
          <p:sp>
            <p:nvSpPr>
              <p:cNvPr id="1048756" name=""/>
              <p:cNvSpPr/>
              <p:nvPr/>
            </p:nvSpPr>
            <p:spPr>
              <a:xfrm>
                <a:off x="5864340" y="2190045"/>
                <a:ext cx="303700" cy="212448"/>
              </a:xfrm>
            </p:spPr>
          </p:sp>
        </mc:Fallback>
      </mc:AlternateContent>
      <mc:AlternateContent xmlns:mc="http://schemas.openxmlformats.org/markup-compatibility/2006">
        <mc:Choice xmlns:p14="http://schemas.microsoft.com/office/powerpoint/2010/main" Requires="p14">
          <p:contentPart p14:bwMode="auto" r:id="rId46">
            <p14:nvContentPartPr>
              <p14:cNvPr id="1048757" name=""/>
              <p14:cNvContentPartPr/>
              <p14:nvPr/>
            </p14:nvContentPartPr>
            <p14:xfrm>
              <a:off x="4198683" y="2020193"/>
              <a:ext cx="1390003" cy="128499"/>
            </p14:xfrm>
          </p:contentPart>
        </mc:Choice>
        <mc:Fallback>
          <p:sp>
            <p:nvSpPr>
              <p:cNvPr id="1048757" name=""/>
              <p:cNvSpPr/>
              <p:nvPr/>
            </p:nvSpPr>
            <p:spPr>
              <a:xfrm>
                <a:off x="4198683" y="2020193"/>
                <a:ext cx="1390003" cy="128499"/>
              </a:xfrm>
            </p:spPr>
          </p:sp>
        </mc:Fallback>
      </mc:AlternateContent>
      <mc:AlternateContent xmlns:mc="http://schemas.openxmlformats.org/markup-compatibility/2006">
        <mc:Choice xmlns:p14="http://schemas.microsoft.com/office/powerpoint/2010/main" Requires="p14">
          <p:contentPart p14:bwMode="auto" r:id="rId47">
            <p14:nvContentPartPr>
              <p14:cNvPr id="1048758" name=""/>
              <p14:cNvContentPartPr/>
              <p14:nvPr/>
            </p14:nvContentPartPr>
            <p14:xfrm>
              <a:off x="5431724" y="2008359"/>
              <a:ext cx="147278" cy="95454"/>
            </p14:xfrm>
          </p:contentPart>
        </mc:Choice>
        <mc:Fallback>
          <p:sp>
            <p:nvSpPr>
              <p:cNvPr id="1048758" name=""/>
              <p:cNvSpPr/>
              <p:nvPr/>
            </p:nvSpPr>
            <p:spPr>
              <a:xfrm>
                <a:off x="5431724" y="2008359"/>
                <a:ext cx="147278" cy="95454"/>
              </a:xfrm>
            </p:spPr>
          </p:sp>
        </mc:Fallback>
      </mc:AlternateContent>
      <mc:AlternateContent xmlns:mc="http://schemas.openxmlformats.org/markup-compatibility/2006">
        <mc:Choice xmlns:p14="http://schemas.microsoft.com/office/powerpoint/2010/main" Requires="p14">
          <p:contentPart p14:bwMode="auto" r:id="rId48">
            <p14:nvContentPartPr>
              <p14:cNvPr id="1048759" name=""/>
              <p14:cNvContentPartPr/>
              <p14:nvPr/>
            </p14:nvContentPartPr>
            <p14:xfrm>
              <a:off x="2851716" y="2168700"/>
              <a:ext cx="33906" cy="177178"/>
            </p14:xfrm>
          </p:contentPart>
        </mc:Choice>
        <mc:Fallback>
          <p:sp>
            <p:nvSpPr>
              <p:cNvPr id="1048759" name=""/>
              <p:cNvSpPr/>
              <p:nvPr/>
            </p:nvSpPr>
            <p:spPr>
              <a:xfrm>
                <a:off x="2851716" y="2168700"/>
                <a:ext cx="33906" cy="177178"/>
              </a:xfrm>
            </p:spPr>
          </p:sp>
        </mc:Fallback>
      </mc:AlternateContent>
      <mc:AlternateContent xmlns:mc="http://schemas.openxmlformats.org/markup-compatibility/2006">
        <mc:Choice xmlns:p14="http://schemas.microsoft.com/office/powerpoint/2010/main" Requires="p14">
          <p:contentPart p14:bwMode="auto" r:id="rId49">
            <p14:nvContentPartPr>
              <p14:cNvPr id="1048760" name=""/>
              <p14:cNvContentPartPr/>
              <p14:nvPr/>
            </p14:nvContentPartPr>
            <p14:xfrm>
              <a:off x="2963580" y="2201909"/>
              <a:ext cx="138659" cy="164637"/>
            </p14:xfrm>
          </p:contentPart>
        </mc:Choice>
        <mc:Fallback>
          <p:sp>
            <p:nvSpPr>
              <p:cNvPr id="1048760" name=""/>
              <p:cNvSpPr/>
              <p:nvPr/>
            </p:nvSpPr>
            <p:spPr>
              <a:xfrm>
                <a:off x="2963580" y="2201909"/>
                <a:ext cx="138659" cy="164637"/>
              </a:xfrm>
            </p:spPr>
          </p:sp>
        </mc:Fallback>
      </mc:AlternateContent>
      <mc:AlternateContent xmlns:mc="http://schemas.openxmlformats.org/markup-compatibility/2006">
        <mc:Choice xmlns:p14="http://schemas.microsoft.com/office/powerpoint/2010/main" Requires="p14">
          <p:contentPart p14:bwMode="auto" r:id="rId50">
            <p14:nvContentPartPr>
              <p14:cNvPr id="1048761" name=""/>
              <p14:cNvContentPartPr/>
              <p14:nvPr/>
            </p14:nvContentPartPr>
            <p14:xfrm>
              <a:off x="2899741" y="2059988"/>
              <a:ext cx="21621" cy="86622"/>
            </p14:xfrm>
          </p:contentPart>
        </mc:Choice>
        <mc:Fallback>
          <p:sp>
            <p:nvSpPr>
              <p:cNvPr id="1048761" name=""/>
              <p:cNvSpPr/>
              <p:nvPr/>
            </p:nvSpPr>
            <p:spPr>
              <a:xfrm>
                <a:off x="2899741" y="2059988"/>
                <a:ext cx="21621" cy="86622"/>
              </a:xfrm>
            </p:spPr>
          </p:sp>
        </mc:Fallback>
      </mc:AlternateContent>
      <mc:AlternateContent xmlns:mc="http://schemas.openxmlformats.org/markup-compatibility/2006">
        <mc:Choice xmlns:p14="http://schemas.microsoft.com/office/powerpoint/2010/main" Requires="p14">
          <p:contentPart p14:bwMode="auto" r:id="rId51">
            <p14:nvContentPartPr>
              <p14:cNvPr id="1048762" name=""/>
              <p14:cNvContentPartPr/>
              <p14:nvPr/>
            </p14:nvContentPartPr>
            <p14:xfrm>
              <a:off x="3192814" y="1963190"/>
              <a:ext cx="51981" cy="354586"/>
            </p14:xfrm>
          </p:contentPart>
        </mc:Choice>
        <mc:Fallback>
          <p:sp>
            <p:nvSpPr>
              <p:cNvPr id="1048762" name=""/>
              <p:cNvSpPr/>
              <p:nvPr/>
            </p:nvSpPr>
            <p:spPr>
              <a:xfrm>
                <a:off x="3192814" y="1963190"/>
                <a:ext cx="51981" cy="354586"/>
              </a:xfrm>
            </p:spPr>
          </p:sp>
        </mc:Fallback>
      </mc:AlternateContent>
      <mc:AlternateContent xmlns:mc="http://schemas.openxmlformats.org/markup-compatibility/2006">
        <mc:Choice xmlns:p14="http://schemas.microsoft.com/office/powerpoint/2010/main" Requires="p14">
          <p:contentPart p14:bwMode="auto" r:id="rId52">
            <p14:nvContentPartPr>
              <p14:cNvPr id="1048763" name=""/>
              <p14:cNvContentPartPr/>
              <p14:nvPr/>
            </p14:nvContentPartPr>
            <p14:xfrm>
              <a:off x="3121688" y="2097120"/>
              <a:ext cx="495083" cy="225056"/>
            </p14:xfrm>
          </p:contentPart>
        </mc:Choice>
        <mc:Fallback>
          <p:sp>
            <p:nvSpPr>
              <p:cNvPr id="1048763" name=""/>
              <p:cNvSpPr/>
              <p:nvPr/>
            </p:nvSpPr>
            <p:spPr>
              <a:xfrm>
                <a:off x="3121688" y="2097120"/>
                <a:ext cx="495083" cy="225056"/>
              </a:xfrm>
            </p:spPr>
          </p:sp>
        </mc:Fallback>
      </mc:AlternateContent>
      <mc:AlternateContent xmlns:mc="http://schemas.openxmlformats.org/markup-compatibility/2006">
        <mc:Choice xmlns:p14="http://schemas.microsoft.com/office/powerpoint/2010/main" Requires="p14">
          <p:contentPart p14:bwMode="auto" r:id="rId53">
            <p14:nvContentPartPr>
              <p14:cNvPr id="1048764" name=""/>
              <p14:cNvContentPartPr/>
              <p14:nvPr/>
            </p14:nvContentPartPr>
            <p14:xfrm>
              <a:off x="3554737" y="2182848"/>
              <a:ext cx="210509" cy="150168"/>
            </p14:xfrm>
          </p:contentPart>
        </mc:Choice>
        <mc:Fallback>
          <p:sp>
            <p:nvSpPr>
              <p:cNvPr id="1048764" name=""/>
              <p:cNvSpPr/>
              <p:nvPr/>
            </p:nvSpPr>
            <p:spPr>
              <a:xfrm>
                <a:off x="3554737" y="2182848"/>
                <a:ext cx="210509" cy="150168"/>
              </a:xfrm>
            </p:spPr>
          </p:sp>
        </mc:Fallback>
      </mc:AlternateContent>
      <mc:AlternateContent xmlns:mc="http://schemas.openxmlformats.org/markup-compatibility/2006">
        <mc:Choice xmlns:p14="http://schemas.microsoft.com/office/powerpoint/2010/main" Requires="p14">
          <p:contentPart p14:bwMode="auto" r:id="rId54">
            <p14:nvContentPartPr>
              <p14:cNvPr id="1048765" name=""/>
              <p14:cNvContentPartPr/>
              <p14:nvPr/>
            </p14:nvContentPartPr>
            <p14:xfrm>
              <a:off x="3820327" y="2182848"/>
              <a:ext cx="123399" cy="176450"/>
            </p14:xfrm>
          </p:contentPart>
        </mc:Choice>
        <mc:Fallback>
          <p:sp>
            <p:nvSpPr>
              <p:cNvPr id="1048765" name=""/>
              <p:cNvSpPr/>
              <p:nvPr/>
            </p:nvSpPr>
            <p:spPr>
              <a:xfrm>
                <a:off x="3820327" y="2182848"/>
                <a:ext cx="123399" cy="176450"/>
              </a:xfrm>
            </p:spPr>
          </p:sp>
        </mc:Fallback>
      </mc:AlternateContent>
      <mc:AlternateContent xmlns:mc="http://schemas.openxmlformats.org/markup-compatibility/2006">
        <mc:Choice xmlns:p14="http://schemas.microsoft.com/office/powerpoint/2010/main" Requires="p14">
          <p:contentPart p14:bwMode="auto" r:id="rId55">
            <p14:nvContentPartPr>
              <p14:cNvPr id="1048766" name=""/>
              <p14:cNvContentPartPr/>
              <p14:nvPr/>
            </p14:nvContentPartPr>
            <p14:xfrm>
              <a:off x="3995089" y="1961949"/>
              <a:ext cx="6687" cy="411081"/>
            </p14:xfrm>
          </p:contentPart>
        </mc:Choice>
        <mc:Fallback>
          <p:sp>
            <p:nvSpPr>
              <p:cNvPr id="1048766" name=""/>
              <p:cNvSpPr/>
              <p:nvPr/>
            </p:nvSpPr>
            <p:spPr>
              <a:xfrm>
                <a:off x="3995089" y="1961949"/>
                <a:ext cx="6687" cy="411081"/>
              </a:xfrm>
            </p:spPr>
          </p:sp>
        </mc:Fallback>
      </mc:AlternateContent>
      <mc:AlternateContent xmlns:mc="http://schemas.openxmlformats.org/markup-compatibility/2006">
        <mc:Choice xmlns:p14="http://schemas.microsoft.com/office/powerpoint/2010/main" Requires="p14">
          <p:contentPart p14:bwMode="auto" r:id="rId56">
            <p14:nvContentPartPr>
              <p14:cNvPr id="1048767" name=""/>
              <p14:cNvContentPartPr/>
              <p14:nvPr/>
            </p14:nvContentPartPr>
            <p14:xfrm>
              <a:off x="3972407" y="2228705"/>
              <a:ext cx="141532" cy="135577"/>
            </p14:xfrm>
          </p:contentPart>
        </mc:Choice>
        <mc:Fallback>
          <p:sp>
            <p:nvSpPr>
              <p:cNvPr id="1048767" name=""/>
              <p:cNvSpPr/>
              <p:nvPr/>
            </p:nvSpPr>
            <p:spPr>
              <a:xfrm>
                <a:off x="3972407" y="2228705"/>
                <a:ext cx="141532" cy="135577"/>
              </a:xfrm>
            </p:spPr>
          </p:sp>
        </mc:Fallback>
      </mc:AlternateContent>
      <mc:AlternateContent xmlns:mc="http://schemas.openxmlformats.org/markup-compatibility/2006">
        <mc:Choice xmlns:p14="http://schemas.microsoft.com/office/powerpoint/2010/main" Requires="p14">
          <p:contentPart p14:bwMode="auto" r:id="rId57">
            <p14:nvContentPartPr>
              <p14:cNvPr id="1048768" name=""/>
              <p14:cNvContentPartPr/>
              <p14:nvPr/>
            </p14:nvContentPartPr>
            <p14:xfrm>
              <a:off x="4119139" y="2059988"/>
              <a:ext cx="10792" cy="32280"/>
            </p14:xfrm>
          </p:contentPart>
        </mc:Choice>
        <mc:Fallback>
          <p:sp>
            <p:nvSpPr>
              <p:cNvPr id="1048768" name=""/>
              <p:cNvSpPr/>
              <p:nvPr/>
            </p:nvSpPr>
            <p:spPr>
              <a:xfrm>
                <a:off x="4119139" y="2059988"/>
                <a:ext cx="10792" cy="32280"/>
              </a:xfrm>
            </p:spPr>
          </p:sp>
        </mc:Fallback>
      </mc:AlternateContent>
      <mc:AlternateContent xmlns:mc="http://schemas.openxmlformats.org/markup-compatibility/2006">
        <mc:Choice xmlns:p14="http://schemas.microsoft.com/office/powerpoint/2010/main" Requires="p14">
          <p:contentPart p14:bwMode="auto" r:id="rId58">
            <p14:nvContentPartPr>
              <p14:cNvPr id="1048769" name=""/>
              <p14:cNvContentPartPr/>
              <p14:nvPr/>
            </p14:nvContentPartPr>
            <p14:xfrm>
              <a:off x="4187293" y="2225267"/>
              <a:ext cx="377639" cy="199698"/>
            </p14:xfrm>
          </p:contentPart>
        </mc:Choice>
        <mc:Fallback>
          <p:sp>
            <p:nvSpPr>
              <p:cNvPr id="1048769" name=""/>
              <p:cNvSpPr/>
              <p:nvPr/>
            </p:nvSpPr>
            <p:spPr>
              <a:xfrm>
                <a:off x="4187293" y="2225267"/>
                <a:ext cx="377639" cy="199698"/>
              </a:xfrm>
            </p:spPr>
          </p:sp>
        </mc:Fallback>
      </mc:AlternateContent>
      <mc:AlternateContent xmlns:mc="http://schemas.openxmlformats.org/markup-compatibility/2006">
        <mc:Choice xmlns:p14="http://schemas.microsoft.com/office/powerpoint/2010/main" Requires="p14">
          <p:contentPart p14:bwMode="auto" r:id="rId59">
            <p14:nvContentPartPr>
              <p14:cNvPr id="1048770" name=""/>
              <p14:cNvContentPartPr/>
              <p14:nvPr/>
            </p14:nvContentPartPr>
            <p14:xfrm>
              <a:off x="2913861" y="2094469"/>
              <a:ext cx="11850" cy="30547"/>
            </p14:xfrm>
          </p:contentPart>
        </mc:Choice>
        <mc:Fallback>
          <p:sp>
            <p:nvSpPr>
              <p:cNvPr id="1048770" name=""/>
              <p:cNvSpPr/>
              <p:nvPr/>
            </p:nvSpPr>
            <p:spPr>
              <a:xfrm>
                <a:off x="2913861" y="2094469"/>
                <a:ext cx="11850" cy="30547"/>
              </a:xfrm>
            </p:spPr>
          </p:sp>
        </mc:Fallback>
      </mc:AlternateContent>
      <mc:AlternateContent xmlns:mc="http://schemas.openxmlformats.org/markup-compatibility/2006">
        <mc:Choice xmlns:p14="http://schemas.microsoft.com/office/powerpoint/2010/main" Requires="p14">
          <p:contentPart p14:bwMode="auto" r:id="rId60">
            <p14:nvContentPartPr>
              <p14:cNvPr id="1048771" name=""/>
              <p14:cNvContentPartPr/>
              <p14:nvPr/>
            </p14:nvContentPartPr>
            <p14:xfrm>
              <a:off x="3261001" y="2363278"/>
              <a:ext cx="486829" cy="392077"/>
            </p14:xfrm>
          </p:contentPart>
        </mc:Choice>
        <mc:Fallback>
          <p:sp>
            <p:nvSpPr>
              <p:cNvPr id="1048771" name=""/>
              <p:cNvSpPr/>
              <p:nvPr/>
            </p:nvSpPr>
            <p:spPr>
              <a:xfrm>
                <a:off x="3261001" y="2363278"/>
                <a:ext cx="486829" cy="392077"/>
              </a:xfrm>
            </p:spPr>
          </p:sp>
        </mc:Fallback>
      </mc:AlternateContent>
      <mc:AlternateContent xmlns:mc="http://schemas.openxmlformats.org/markup-compatibility/2006">
        <mc:Choice xmlns:p14="http://schemas.microsoft.com/office/powerpoint/2010/main" Requires="p14">
          <p:contentPart p14:bwMode="auto" r:id="rId61">
            <p14:nvContentPartPr>
              <p14:cNvPr id="1048772" name=""/>
              <p14:cNvContentPartPr/>
              <p14:nvPr/>
            </p14:nvContentPartPr>
            <p14:xfrm>
              <a:off x="3734605" y="2371231"/>
              <a:ext cx="309283" cy="277121"/>
            </p14:xfrm>
          </p:contentPart>
        </mc:Choice>
        <mc:Fallback>
          <p:sp>
            <p:nvSpPr>
              <p:cNvPr id="1048772" name=""/>
              <p:cNvSpPr/>
              <p:nvPr/>
            </p:nvSpPr>
            <p:spPr>
              <a:xfrm>
                <a:off x="3734605" y="2371231"/>
                <a:ext cx="309283" cy="277121"/>
              </a:xfrm>
            </p:spPr>
          </p:sp>
        </mc:Fallback>
      </mc:AlternateContent>
      <mc:AlternateContent xmlns:mc="http://schemas.openxmlformats.org/markup-compatibility/2006">
        <mc:Choice xmlns:p14="http://schemas.microsoft.com/office/powerpoint/2010/main" Requires="p14">
          <p:contentPart p14:bwMode="auto" r:id="rId62">
            <p14:nvContentPartPr>
              <p14:cNvPr id="1048773" name=""/>
              <p14:cNvContentPartPr/>
              <p14:nvPr/>
            </p14:nvContentPartPr>
            <p14:xfrm>
              <a:off x="3672361" y="2450903"/>
              <a:ext cx="185764" cy="0"/>
            </p14:xfrm>
          </p:contentPart>
        </mc:Choice>
        <mc:Fallback>
          <p:sp>
            <p:nvSpPr>
              <p:cNvPr id="1048773" name=""/>
              <p:cNvSpPr/>
              <p:nvPr/>
            </p:nvSpPr>
            <p:spPr>
              <a:xfrm>
                <a:off x="3672361" y="2450903"/>
                <a:ext cx="185764" cy="0"/>
              </a:xfrm>
            </p:spPr>
          </p:sp>
        </mc:Fallback>
      </mc:AlternateContent>
      <mc:AlternateContent xmlns:mc="http://schemas.openxmlformats.org/markup-compatibility/2006">
        <mc:Choice xmlns:p14="http://schemas.microsoft.com/office/powerpoint/2010/main" Requires="p14">
          <p:contentPart p14:bwMode="auto" r:id="rId63">
            <p14:nvContentPartPr>
              <p14:cNvPr id="1048774" name=""/>
              <p14:cNvContentPartPr/>
              <p14:nvPr/>
            </p14:nvContentPartPr>
            <p14:xfrm>
              <a:off x="2716899" y="1937687"/>
              <a:ext cx="2076343" cy="869699"/>
            </p14:xfrm>
          </p:contentPart>
        </mc:Choice>
        <mc:Fallback>
          <p:sp>
            <p:nvSpPr>
              <p:cNvPr id="1048774" name=""/>
              <p:cNvSpPr/>
              <p:nvPr/>
            </p:nvSpPr>
            <p:spPr>
              <a:xfrm>
                <a:off x="2716899" y="1937687"/>
                <a:ext cx="2076343" cy="869699"/>
              </a:xfrm>
            </p:spPr>
          </p:sp>
        </mc:Fallback>
      </mc:AlternateContent>
      <mc:AlternateContent xmlns:mc="http://schemas.openxmlformats.org/markup-compatibility/2006">
        <mc:Choice xmlns:p14="http://schemas.microsoft.com/office/powerpoint/2010/main" Requires="p14">
          <p:contentPart p14:bwMode="auto" r:id="rId64">
            <p14:nvContentPartPr>
              <p14:cNvPr id="1048775" name=""/>
              <p14:cNvContentPartPr/>
              <p14:nvPr/>
            </p14:nvContentPartPr>
            <p14:xfrm>
              <a:off x="367880" y="4385376"/>
              <a:ext cx="43441" cy="1790674"/>
            </p14:xfrm>
          </p:contentPart>
        </mc:Choice>
        <mc:Fallback>
          <p:sp>
            <p:nvSpPr>
              <p:cNvPr id="1048775" name=""/>
              <p:cNvSpPr/>
              <p:nvPr/>
            </p:nvSpPr>
            <p:spPr>
              <a:xfrm>
                <a:off x="367880" y="4385376"/>
                <a:ext cx="43441" cy="1790674"/>
              </a:xfrm>
            </p:spPr>
          </p:sp>
        </mc:Fallback>
      </mc:AlternateContent>
      <mc:AlternateContent xmlns:mc="http://schemas.openxmlformats.org/markup-compatibility/2006">
        <mc:Choice xmlns:p14="http://schemas.microsoft.com/office/powerpoint/2010/main" Requires="p14">
          <p:contentPart p14:bwMode="auto" r:id="rId65">
            <p14:nvContentPartPr>
              <p14:cNvPr id="1048776" name=""/>
              <p14:cNvContentPartPr/>
              <p14:nvPr/>
            </p14:nvContentPartPr>
            <p14:xfrm>
              <a:off x="339640" y="6218085"/>
              <a:ext cx="1086785" cy="86870"/>
            </p14:xfrm>
          </p:contentPart>
        </mc:Choice>
        <mc:Fallback>
          <p:sp>
            <p:nvSpPr>
              <p:cNvPr id="1048776" name=""/>
              <p:cNvSpPr/>
              <p:nvPr/>
            </p:nvSpPr>
            <p:spPr>
              <a:xfrm>
                <a:off x="339640" y="6218085"/>
                <a:ext cx="1086785" cy="86870"/>
              </a:xfrm>
            </p:spPr>
          </p:sp>
        </mc:Fallback>
      </mc:AlternateContent>
      <mc:AlternateContent xmlns:mc="http://schemas.openxmlformats.org/markup-compatibility/2006">
        <mc:Choice xmlns:p14="http://schemas.microsoft.com/office/powerpoint/2010/main" Requires="p14">
          <p:contentPart p14:bwMode="auto" r:id="rId66">
            <p14:nvContentPartPr>
              <p14:cNvPr id="1048777" name=""/>
              <p14:cNvContentPartPr/>
              <p14:nvPr/>
            </p14:nvContentPartPr>
            <p14:xfrm>
              <a:off x="389501" y="4319023"/>
              <a:ext cx="912791" cy="80499"/>
            </p14:xfrm>
          </p:contentPart>
        </mc:Choice>
        <mc:Fallback>
          <p:sp>
            <p:nvSpPr>
              <p:cNvPr id="1048777" name=""/>
              <p:cNvSpPr/>
              <p:nvPr/>
            </p:nvSpPr>
            <p:spPr>
              <a:xfrm>
                <a:off x="389501" y="4319023"/>
                <a:ext cx="912791" cy="80499"/>
              </a:xfrm>
            </p:spPr>
          </p:sp>
        </mc:Fallback>
      </mc:AlternateContent>
      <mc:AlternateContent xmlns:mc="http://schemas.openxmlformats.org/markup-compatibility/2006">
        <mc:Choice xmlns:p14="http://schemas.microsoft.com/office/powerpoint/2010/main" Requires="p14">
          <p:contentPart p14:bwMode="auto" r:id="rId67">
            <p14:nvContentPartPr>
              <p14:cNvPr id="1048778" name=""/>
              <p14:cNvContentPartPr/>
              <p14:nvPr/>
            </p14:nvContentPartPr>
            <p14:xfrm>
              <a:off x="1061958" y="4312901"/>
              <a:ext cx="511643" cy="36526"/>
            </p14:xfrm>
          </p:contentPart>
        </mc:Choice>
        <mc:Fallback>
          <p:sp>
            <p:nvSpPr>
              <p:cNvPr id="1048778" name=""/>
              <p:cNvSpPr/>
              <p:nvPr/>
            </p:nvSpPr>
            <p:spPr>
              <a:xfrm>
                <a:off x="1061958" y="4312901"/>
                <a:ext cx="511643" cy="36526"/>
              </a:xfrm>
            </p:spPr>
          </p:sp>
        </mc:Fallback>
      </mc:AlternateContent>
      <mc:AlternateContent xmlns:mc="http://schemas.openxmlformats.org/markup-compatibility/2006">
        <mc:Choice xmlns:p14="http://schemas.microsoft.com/office/powerpoint/2010/main" Requires="p14">
          <p:contentPart p14:bwMode="auto" r:id="rId68">
            <p14:nvContentPartPr>
              <p14:cNvPr id="1048779" name=""/>
              <p14:cNvContentPartPr/>
              <p14:nvPr/>
            </p14:nvContentPartPr>
            <p14:xfrm>
              <a:off x="554085" y="6239083"/>
              <a:ext cx="1198254" cy="95977"/>
            </p14:xfrm>
          </p:contentPart>
        </mc:Choice>
        <mc:Fallback>
          <p:sp>
            <p:nvSpPr>
              <p:cNvPr id="1048779" name=""/>
              <p:cNvSpPr/>
              <p:nvPr/>
            </p:nvSpPr>
            <p:spPr>
              <a:xfrm>
                <a:off x="554085" y="6239083"/>
                <a:ext cx="1198254" cy="95977"/>
              </a:xfrm>
            </p:spPr>
          </p:sp>
        </mc:Fallback>
      </mc:AlternateContent>
      <mc:AlternateContent xmlns:mc="http://schemas.openxmlformats.org/markup-compatibility/2006">
        <mc:Choice xmlns:p14="http://schemas.microsoft.com/office/powerpoint/2010/main" Requires="p14">
          <p:contentPart p14:bwMode="auto" r:id="rId69">
            <p14:nvContentPartPr>
              <p14:cNvPr id="1048780" name=""/>
              <p14:cNvContentPartPr/>
              <p14:nvPr/>
            </p14:nvContentPartPr>
            <p14:xfrm>
              <a:off x="432302" y="4406721"/>
              <a:ext cx="59669" cy="1861410"/>
            </p14:xfrm>
          </p:contentPart>
        </mc:Choice>
        <mc:Fallback>
          <p:sp>
            <p:nvSpPr>
              <p:cNvPr id="1048780" name=""/>
              <p:cNvSpPr/>
              <p:nvPr/>
            </p:nvSpPr>
            <p:spPr>
              <a:xfrm>
                <a:off x="432302" y="4406721"/>
                <a:ext cx="59669" cy="1861410"/>
              </a:xfrm>
            </p:spPr>
          </p:sp>
        </mc:Fallback>
      </mc:AlternateContent>
      <mc:AlternateContent xmlns:mc="http://schemas.openxmlformats.org/markup-compatibility/2006">
        <mc:Choice xmlns:p14="http://schemas.microsoft.com/office/powerpoint/2010/main" Requires="p14">
          <p:contentPart p14:bwMode="auto" r:id="rId70">
            <p14:nvContentPartPr>
              <p14:cNvPr id="1048781" name=""/>
              <p14:cNvContentPartPr/>
              <p14:nvPr/>
            </p14:nvContentPartPr>
            <p14:xfrm>
              <a:off x="3001392" y="4881994"/>
              <a:ext cx="863792" cy="29599"/>
            </p14:xfrm>
          </p:contentPart>
        </mc:Choice>
        <mc:Fallback>
          <p:sp>
            <p:nvSpPr>
              <p:cNvPr id="1048781" name=""/>
              <p:cNvSpPr/>
              <p:nvPr/>
            </p:nvSpPr>
            <p:spPr>
              <a:xfrm>
                <a:off x="3001392" y="4881994"/>
                <a:ext cx="863792" cy="29599"/>
              </a:xfrm>
            </p:spPr>
          </p:sp>
        </mc:Fallback>
      </mc:AlternateContent>
      <mc:AlternateContent xmlns:mc="http://schemas.openxmlformats.org/markup-compatibility/2006">
        <mc:Choice xmlns:p14="http://schemas.microsoft.com/office/powerpoint/2010/main" Requires="p14">
          <p:contentPart p14:bwMode="auto" r:id="rId71">
            <p14:nvContentPartPr>
              <p14:cNvPr id="1048782" name=""/>
              <p14:cNvContentPartPr/>
              <p14:nvPr/>
            </p14:nvContentPartPr>
            <p14:xfrm>
              <a:off x="2949587" y="5016972"/>
              <a:ext cx="870149" cy="85384"/>
            </p14:xfrm>
          </p:contentPart>
        </mc:Choice>
        <mc:Fallback>
          <p:sp>
            <p:nvSpPr>
              <p:cNvPr id="1048782" name=""/>
              <p:cNvSpPr/>
              <p:nvPr/>
            </p:nvSpPr>
            <p:spPr>
              <a:xfrm>
                <a:off x="2949587" y="5016972"/>
                <a:ext cx="870149" cy="85384"/>
              </a:xfrm>
            </p:spPr>
          </p:sp>
        </mc:Fallback>
      </mc:AlternateContent>
      <mc:AlternateContent xmlns:mc="http://schemas.openxmlformats.org/markup-compatibility/2006">
        <mc:Choice xmlns:p14="http://schemas.microsoft.com/office/powerpoint/2010/main" Requires="p14">
          <p:contentPart p14:bwMode="auto" r:id="rId72">
            <p14:nvContentPartPr>
              <p14:cNvPr id="1048783" name=""/>
              <p14:cNvContentPartPr/>
              <p14:nvPr/>
            </p14:nvContentPartPr>
            <p14:xfrm>
              <a:off x="1040337" y="4930495"/>
              <a:ext cx="1532389" cy="37277"/>
            </p14:xfrm>
          </p:contentPart>
        </mc:Choice>
        <mc:Fallback>
          <p:sp>
            <p:nvSpPr>
              <p:cNvPr id="1048783" name=""/>
              <p:cNvSpPr/>
              <p:nvPr/>
            </p:nvSpPr>
            <p:spPr>
              <a:xfrm>
                <a:off x="1040337" y="4930495"/>
                <a:ext cx="1532389" cy="37277"/>
              </a:xfrm>
            </p:spPr>
          </p:sp>
        </mc:Fallback>
      </mc:AlternateContent>
      <mc:AlternateContent xmlns:mc="http://schemas.openxmlformats.org/markup-compatibility/2006">
        <mc:Choice xmlns:p14="http://schemas.microsoft.com/office/powerpoint/2010/main" Requires="p14">
          <p:contentPart p14:bwMode="auto" r:id="rId73">
            <p14:nvContentPartPr>
              <p14:cNvPr id="1048784" name=""/>
              <p14:cNvContentPartPr/>
              <p14:nvPr/>
            </p14:nvContentPartPr>
            <p14:xfrm>
              <a:off x="990035" y="5607763"/>
              <a:ext cx="733215" cy="20128"/>
            </p14:xfrm>
          </p:contentPart>
        </mc:Choice>
        <mc:Fallback>
          <p:sp>
            <p:nvSpPr>
              <p:cNvPr id="1048784" name=""/>
              <p:cNvSpPr/>
              <p:nvPr/>
            </p:nvSpPr>
            <p:spPr>
              <a:xfrm>
                <a:off x="990035" y="5607763"/>
                <a:ext cx="733215" cy="20128"/>
              </a:xfrm>
            </p:spPr>
          </p:sp>
        </mc:Fallback>
      </mc:AlternateContent>
      <mc:AlternateContent xmlns:mc="http://schemas.openxmlformats.org/markup-compatibility/2006">
        <mc:Choice xmlns:p14="http://schemas.microsoft.com/office/powerpoint/2010/main" Requires="p14">
          <p:contentPart p14:bwMode="auto" r:id="rId74">
            <p14:nvContentPartPr>
              <p14:cNvPr id="1048785" name=""/>
              <p14:cNvContentPartPr/>
              <p14:nvPr/>
            </p14:nvContentPartPr>
            <p14:xfrm>
              <a:off x="4351436" y="5543974"/>
              <a:ext cx="1304233" cy="56582"/>
            </p14:xfrm>
          </p:contentPart>
        </mc:Choice>
        <mc:Fallback>
          <p:sp>
            <p:nvSpPr>
              <p:cNvPr id="1048785" name=""/>
              <p:cNvSpPr/>
              <p:nvPr/>
            </p:nvSpPr>
            <p:spPr>
              <a:xfrm>
                <a:off x="4351436" y="5543974"/>
                <a:ext cx="1304233" cy="56582"/>
              </a:xfrm>
            </p:spPr>
          </p:sp>
        </mc:Fallback>
      </mc:AlternateContent>
      <mc:AlternateContent xmlns:mc="http://schemas.openxmlformats.org/markup-compatibility/2006">
        <mc:Choice xmlns:p14="http://schemas.microsoft.com/office/powerpoint/2010/main" Requires="p14">
          <p:contentPart p14:bwMode="auto" r:id="rId75">
            <p14:nvContentPartPr>
              <p14:cNvPr id="1048786" name=""/>
              <p14:cNvContentPartPr/>
              <p14:nvPr/>
            </p14:nvContentPartPr>
            <p14:xfrm>
              <a:off x="926054" y="6159758"/>
              <a:ext cx="1628291" cy="52116"/>
            </p14:xfrm>
          </p:contentPart>
        </mc:Choice>
        <mc:Fallback>
          <p:sp>
            <p:nvSpPr>
              <p:cNvPr id="1048786" name=""/>
              <p:cNvSpPr/>
              <p:nvPr/>
            </p:nvSpPr>
            <p:spPr>
              <a:xfrm>
                <a:off x="926054" y="6159758"/>
                <a:ext cx="1628291" cy="52116"/>
              </a:xfrm>
            </p:spPr>
          </p:sp>
        </mc:Fallback>
      </mc:AlternateContent>
      <mc:AlternateContent xmlns:mc="http://schemas.openxmlformats.org/markup-compatibility/2006">
        <mc:Choice xmlns:p14="http://schemas.microsoft.com/office/powerpoint/2010/main" Requires="p14">
          <p:contentPart p14:bwMode="auto" r:id="rId76">
            <p14:nvContentPartPr>
              <p14:cNvPr id="1048787" name=""/>
              <p14:cNvContentPartPr/>
              <p14:nvPr/>
            </p14:nvContentPartPr>
            <p14:xfrm>
              <a:off x="961795" y="6133888"/>
              <a:ext cx="1553951" cy="67439"/>
            </p14:xfrm>
          </p:contentPart>
        </mc:Choice>
        <mc:Fallback>
          <p:sp>
            <p:nvSpPr>
              <p:cNvPr id="1048787" name=""/>
              <p:cNvSpPr/>
              <p:nvPr/>
            </p:nvSpPr>
            <p:spPr>
              <a:xfrm>
                <a:off x="961795" y="6133888"/>
                <a:ext cx="1553951" cy="67439"/>
              </a:xfrm>
            </p:spPr>
          </p:sp>
        </mc:Fallback>
      </mc:AlternateContent>
      <mc:AlternateContent xmlns:mc="http://schemas.openxmlformats.org/markup-compatibility/2006">
        <mc:Choice xmlns:p14="http://schemas.microsoft.com/office/powerpoint/2010/main" Requires="p14">
          <p:contentPart p14:bwMode="auto" r:id="rId77">
            <p14:nvContentPartPr>
              <p14:cNvPr id="1048788" name=""/>
              <p14:cNvContentPartPr/>
              <p14:nvPr/>
            </p14:nvContentPartPr>
            <p14:xfrm>
              <a:off x="1897997" y="6355340"/>
              <a:ext cx="7620" cy="185242"/>
            </p14:xfrm>
          </p:contentPart>
        </mc:Choice>
        <mc:Fallback>
          <p:sp>
            <p:nvSpPr>
              <p:cNvPr id="1048788" name=""/>
              <p:cNvSpPr/>
              <p:nvPr/>
            </p:nvSpPr>
            <p:spPr>
              <a:xfrm>
                <a:off x="1897997" y="6355340"/>
                <a:ext cx="7620" cy="185242"/>
              </a:xfrm>
            </p:spPr>
          </p:sp>
        </mc:Fallback>
      </mc:AlternateContent>
      <mc:AlternateContent xmlns:mc="http://schemas.openxmlformats.org/markup-compatibility/2006">
        <mc:Choice xmlns:p14="http://schemas.microsoft.com/office/powerpoint/2010/main" Requires="p14">
          <p:contentPart p14:bwMode="auto" r:id="rId78">
            <p14:nvContentPartPr>
              <p14:cNvPr id="1048789" name=""/>
              <p14:cNvContentPartPr/>
              <p14:nvPr/>
            </p14:nvContentPartPr>
            <p14:xfrm>
              <a:off x="1870761" y="6253826"/>
              <a:ext cx="41916" cy="65631"/>
            </p14:xfrm>
          </p:contentPart>
        </mc:Choice>
        <mc:Fallback>
          <p:sp>
            <p:nvSpPr>
              <p:cNvPr id="1048789" name=""/>
              <p:cNvSpPr/>
              <p:nvPr/>
            </p:nvSpPr>
            <p:spPr>
              <a:xfrm>
                <a:off x="1870761" y="6253826"/>
                <a:ext cx="41916" cy="65631"/>
              </a:xfrm>
            </p:spPr>
          </p:sp>
        </mc:Fallback>
      </mc:AlternateContent>
      <mc:AlternateContent xmlns:mc="http://schemas.openxmlformats.org/markup-compatibility/2006">
        <mc:Choice xmlns:p14="http://schemas.microsoft.com/office/powerpoint/2010/main" Requires="p14">
          <p:contentPart p14:bwMode="auto" r:id="rId79">
            <p14:nvContentPartPr>
              <p14:cNvPr id="1048790" name=""/>
              <p14:cNvContentPartPr/>
              <p14:nvPr/>
            </p14:nvContentPartPr>
            <p14:xfrm>
              <a:off x="2018790" y="6351772"/>
              <a:ext cx="459121" cy="197435"/>
            </p14:xfrm>
          </p:contentPart>
        </mc:Choice>
        <mc:Fallback>
          <p:sp>
            <p:nvSpPr>
              <p:cNvPr id="1048790" name=""/>
              <p:cNvSpPr/>
              <p:nvPr/>
            </p:nvSpPr>
            <p:spPr>
              <a:xfrm>
                <a:off x="2018790" y="6351772"/>
                <a:ext cx="459121" cy="197435"/>
              </a:xfrm>
            </p:spPr>
          </p:sp>
        </mc:Fallback>
      </mc:AlternateContent>
      <mc:AlternateContent xmlns:mc="http://schemas.openxmlformats.org/markup-compatibility/2006">
        <mc:Choice xmlns:p14="http://schemas.microsoft.com/office/powerpoint/2010/main" Requires="p14">
          <p:contentPart p14:bwMode="auto" r:id="rId80">
            <p14:nvContentPartPr>
              <p14:cNvPr id="1048791" name=""/>
              <p14:cNvContentPartPr/>
              <p14:nvPr/>
            </p14:nvContentPartPr>
            <p14:xfrm>
              <a:off x="2492032" y="6253826"/>
              <a:ext cx="7012" cy="62129"/>
            </p14:xfrm>
          </p:contentPart>
        </mc:Choice>
        <mc:Fallback>
          <p:sp>
            <p:nvSpPr>
              <p:cNvPr id="1048791" name=""/>
              <p:cNvSpPr/>
              <p:nvPr/>
            </p:nvSpPr>
            <p:spPr>
              <a:xfrm>
                <a:off x="2492032" y="6253826"/>
                <a:ext cx="7012" cy="62129"/>
              </a:xfrm>
            </p:spPr>
          </p:sp>
        </mc:Fallback>
      </mc:AlternateContent>
      <mc:AlternateContent xmlns:mc="http://schemas.openxmlformats.org/markup-compatibility/2006">
        <mc:Choice xmlns:p14="http://schemas.microsoft.com/office/powerpoint/2010/main" Requires="p14">
          <p:contentPart p14:bwMode="auto" r:id="rId81">
            <p14:nvContentPartPr>
              <p14:cNvPr id="1048792" name=""/>
              <p14:cNvContentPartPr/>
              <p14:nvPr/>
            </p14:nvContentPartPr>
            <p14:xfrm>
              <a:off x="2570573" y="6352605"/>
              <a:ext cx="109667" cy="371596"/>
            </p14:xfrm>
          </p:contentPart>
        </mc:Choice>
        <mc:Fallback>
          <p:sp>
            <p:nvSpPr>
              <p:cNvPr id="1048792" name=""/>
              <p:cNvSpPr/>
              <p:nvPr/>
            </p:nvSpPr>
            <p:spPr>
              <a:xfrm>
                <a:off x="2570573" y="6352605"/>
                <a:ext cx="109667" cy="371596"/>
              </a:xfrm>
            </p:spPr>
          </p:sp>
        </mc:Fallback>
      </mc:AlternateContent>
      <mc:AlternateContent xmlns:mc="http://schemas.openxmlformats.org/markup-compatibility/2006">
        <mc:Choice xmlns:p14="http://schemas.microsoft.com/office/powerpoint/2010/main" Requires="p14">
          <p:contentPart p14:bwMode="auto" r:id="rId82">
            <p14:nvContentPartPr>
              <p14:cNvPr id="1048793" name=""/>
              <p14:cNvContentPartPr/>
              <p14:nvPr/>
            </p14:nvContentPartPr>
            <p14:xfrm>
              <a:off x="2721037" y="6355340"/>
              <a:ext cx="298230" cy="231719"/>
            </p14:xfrm>
          </p:contentPart>
        </mc:Choice>
        <mc:Fallback>
          <p:sp>
            <p:nvSpPr>
              <p:cNvPr id="1048793" name=""/>
              <p:cNvSpPr/>
              <p:nvPr/>
            </p:nvSpPr>
            <p:spPr>
              <a:xfrm>
                <a:off x="2721037" y="6355340"/>
                <a:ext cx="298230" cy="231719"/>
              </a:xfrm>
            </p:spPr>
          </p:sp>
        </mc:Fallback>
      </mc:AlternateContent>
      <mc:AlternateContent xmlns:mc="http://schemas.openxmlformats.org/markup-compatibility/2006">
        <mc:Choice xmlns:p14="http://schemas.microsoft.com/office/powerpoint/2010/main" Requires="p14">
          <p:contentPart p14:bwMode="auto" r:id="rId83">
            <p14:nvContentPartPr>
              <p14:cNvPr id="1048794" name=""/>
              <p14:cNvContentPartPr/>
              <p14:nvPr/>
            </p14:nvContentPartPr>
            <p14:xfrm>
              <a:off x="2463351" y="6420865"/>
              <a:ext cx="14185" cy="137733"/>
            </p14:xfrm>
          </p:contentPart>
        </mc:Choice>
        <mc:Fallback>
          <p:sp>
            <p:nvSpPr>
              <p:cNvPr id="1048794" name=""/>
              <p:cNvSpPr/>
              <p:nvPr/>
            </p:nvSpPr>
            <p:spPr>
              <a:xfrm>
                <a:off x="2463351" y="6420865"/>
                <a:ext cx="14185" cy="137733"/>
              </a:xfrm>
            </p:spPr>
          </p:sp>
        </mc:Fallback>
      </mc:AlternateContent>
      <mc:AlternateContent xmlns:mc="http://schemas.openxmlformats.org/markup-compatibility/2006">
        <mc:Choice xmlns:p14="http://schemas.microsoft.com/office/powerpoint/2010/main" Requires="p14">
          <p:contentPart p14:bwMode="auto" r:id="rId84">
            <p14:nvContentPartPr>
              <p14:cNvPr id="1048795" name=""/>
              <p14:cNvContentPartPr/>
              <p14:nvPr/>
            </p14:nvContentPartPr>
            <p14:xfrm>
              <a:off x="3367492" y="6362537"/>
              <a:ext cx="4381" cy="236073"/>
            </p14:xfrm>
          </p:contentPart>
        </mc:Choice>
        <mc:Fallback>
          <p:sp>
            <p:nvSpPr>
              <p:cNvPr id="1048795" name=""/>
              <p:cNvSpPr/>
              <p:nvPr/>
            </p:nvSpPr>
            <p:spPr>
              <a:xfrm>
                <a:off x="3367492" y="6362537"/>
                <a:ext cx="4381" cy="236073"/>
              </a:xfrm>
            </p:spPr>
          </p:sp>
        </mc:Fallback>
      </mc:AlternateContent>
      <mc:AlternateContent xmlns:mc="http://schemas.openxmlformats.org/markup-compatibility/2006">
        <mc:Choice xmlns:p14="http://schemas.microsoft.com/office/powerpoint/2010/main" Requires="p14">
          <p:contentPart p14:bwMode="auto" r:id="rId85">
            <p14:nvContentPartPr>
              <p14:cNvPr id="1048796" name=""/>
              <p14:cNvContentPartPr/>
              <p14:nvPr/>
            </p14:nvContentPartPr>
            <p14:xfrm>
              <a:off x="3371873" y="6295123"/>
              <a:ext cx="203884" cy="290941"/>
            </p14:xfrm>
          </p:contentPart>
        </mc:Choice>
        <mc:Fallback>
          <p:sp>
            <p:nvSpPr>
              <p:cNvPr id="1048796" name=""/>
              <p:cNvSpPr/>
              <p:nvPr/>
            </p:nvSpPr>
            <p:spPr>
              <a:xfrm>
                <a:off x="3371873" y="6295123"/>
                <a:ext cx="203884" cy="290941"/>
              </a:xfrm>
            </p:spPr>
          </p:sp>
        </mc:Fallback>
      </mc:AlternateContent>
      <mc:AlternateContent xmlns:mc="http://schemas.openxmlformats.org/markup-compatibility/2006">
        <mc:Choice xmlns:p14="http://schemas.microsoft.com/office/powerpoint/2010/main" Requires="p14">
          <p:contentPart p14:bwMode="auto" r:id="rId86">
            <p14:nvContentPartPr>
              <p14:cNvPr id="1048797" name=""/>
              <p14:cNvContentPartPr/>
              <p14:nvPr/>
            </p14:nvContentPartPr>
            <p14:xfrm>
              <a:off x="3604364" y="6518951"/>
              <a:ext cx="189339" cy="111642"/>
            </p14:xfrm>
          </p:contentPart>
        </mc:Choice>
        <mc:Fallback>
          <p:sp>
            <p:nvSpPr>
              <p:cNvPr id="1048797" name=""/>
              <p:cNvSpPr/>
              <p:nvPr/>
            </p:nvSpPr>
            <p:spPr>
              <a:xfrm>
                <a:off x="3604364" y="6518951"/>
                <a:ext cx="189339" cy="111642"/>
              </a:xfrm>
            </p:spPr>
          </p:sp>
        </mc:Fallback>
      </mc:AlternateContent>
      <mc:AlternateContent xmlns:mc="http://schemas.openxmlformats.org/markup-compatibility/2006">
        <mc:Choice xmlns:p14="http://schemas.microsoft.com/office/powerpoint/2010/main" Requires="p14">
          <p:contentPart p14:bwMode="auto" r:id="rId87">
            <p14:nvContentPartPr>
              <p14:cNvPr id="1048798" name=""/>
              <p14:cNvContentPartPr/>
              <p14:nvPr/>
            </p14:nvContentPartPr>
            <p14:xfrm>
              <a:off x="3700600" y="6239430"/>
              <a:ext cx="26490" cy="190356"/>
            </p14:xfrm>
          </p:contentPart>
        </mc:Choice>
        <mc:Fallback>
          <p:sp>
            <p:nvSpPr>
              <p:cNvPr id="1048798" name=""/>
              <p:cNvSpPr/>
              <p:nvPr/>
            </p:nvSpPr>
            <p:spPr>
              <a:xfrm>
                <a:off x="3700600" y="6239430"/>
                <a:ext cx="26490" cy="190356"/>
              </a:xfrm>
            </p:spPr>
          </p:sp>
        </mc:Fallback>
      </mc:AlternateContent>
      <mc:AlternateContent xmlns:mc="http://schemas.openxmlformats.org/markup-compatibility/2006">
        <mc:Choice xmlns:p14="http://schemas.microsoft.com/office/powerpoint/2010/main" Requires="p14">
          <p:contentPart p14:bwMode="auto" r:id="rId88">
            <p14:nvContentPartPr>
              <p14:cNvPr id="1048799" name=""/>
              <p14:cNvContentPartPr/>
              <p14:nvPr/>
            </p14:nvContentPartPr>
            <p14:xfrm>
              <a:off x="3672559" y="6309082"/>
              <a:ext cx="107024" cy="10020"/>
            </p14:xfrm>
          </p:contentPart>
        </mc:Choice>
        <mc:Fallback>
          <p:sp>
            <p:nvSpPr>
              <p:cNvPr id="1048799" name=""/>
              <p:cNvSpPr/>
              <p:nvPr/>
            </p:nvSpPr>
            <p:spPr>
              <a:xfrm>
                <a:off x="3672559" y="6309082"/>
                <a:ext cx="107024" cy="10020"/>
              </a:xfrm>
            </p:spPr>
          </p:sp>
        </mc:Fallback>
      </mc:AlternateContent>
      <mc:AlternateContent xmlns:mc="http://schemas.openxmlformats.org/markup-compatibility/2006">
        <mc:Choice xmlns:p14="http://schemas.microsoft.com/office/powerpoint/2010/main" Requires="p14">
          <p:contentPart p14:bwMode="auto" r:id="rId89">
            <p14:nvContentPartPr>
              <p14:cNvPr id="1048800" name=""/>
              <p14:cNvContentPartPr/>
              <p14:nvPr/>
            </p14:nvContentPartPr>
            <p14:xfrm>
              <a:off x="3881184" y="6529576"/>
              <a:ext cx="26801" cy="112384"/>
            </p14:xfrm>
          </p:contentPart>
        </mc:Choice>
        <mc:Fallback>
          <p:sp>
            <p:nvSpPr>
              <p:cNvPr id="1048800" name=""/>
              <p:cNvSpPr/>
              <p:nvPr/>
            </p:nvSpPr>
            <p:spPr>
              <a:xfrm>
                <a:off x="3881184" y="6529576"/>
                <a:ext cx="26801" cy="112384"/>
              </a:xfrm>
            </p:spPr>
          </p:sp>
        </mc:Fallback>
      </mc:AlternateContent>
      <mc:AlternateContent xmlns:mc="http://schemas.openxmlformats.org/markup-compatibility/2006">
        <mc:Choice xmlns:p14="http://schemas.microsoft.com/office/powerpoint/2010/main" Requires="p14">
          <p:contentPart p14:bwMode="auto" r:id="rId90">
            <p14:nvContentPartPr>
              <p14:cNvPr id="1048801" name=""/>
              <p14:cNvContentPartPr/>
              <p14:nvPr/>
            </p14:nvContentPartPr>
            <p14:xfrm>
              <a:off x="4012360" y="6273620"/>
              <a:ext cx="207005" cy="349774"/>
            </p14:xfrm>
          </p:contentPart>
        </mc:Choice>
        <mc:Fallback>
          <p:sp>
            <p:nvSpPr>
              <p:cNvPr id="1048801" name=""/>
              <p:cNvSpPr/>
              <p:nvPr/>
            </p:nvSpPr>
            <p:spPr>
              <a:xfrm>
                <a:off x="4012360" y="6273620"/>
                <a:ext cx="207005" cy="349774"/>
              </a:xfrm>
            </p:spPr>
          </p:sp>
        </mc:Fallback>
      </mc:AlternateContent>
      <mc:AlternateContent xmlns:mc="http://schemas.openxmlformats.org/markup-compatibility/2006">
        <mc:Choice xmlns:p14="http://schemas.microsoft.com/office/powerpoint/2010/main" Requires="p14">
          <p:contentPart p14:bwMode="auto" r:id="rId91">
            <p14:nvContentPartPr>
              <p14:cNvPr id="1048802" name=""/>
              <p14:cNvContentPartPr/>
              <p14:nvPr/>
            </p14:nvContentPartPr>
            <p14:xfrm>
              <a:off x="4308636" y="6377148"/>
              <a:ext cx="125500" cy="7479"/>
            </p14:xfrm>
          </p:contentPart>
        </mc:Choice>
        <mc:Fallback>
          <p:sp>
            <p:nvSpPr>
              <p:cNvPr id="1048802" name=""/>
              <p:cNvSpPr/>
              <p:nvPr/>
            </p:nvSpPr>
            <p:spPr>
              <a:xfrm>
                <a:off x="4308636" y="6377148"/>
                <a:ext cx="125500" cy="7479"/>
              </a:xfrm>
            </p:spPr>
          </p:sp>
        </mc:Fallback>
      </mc:AlternateContent>
      <mc:AlternateContent xmlns:mc="http://schemas.openxmlformats.org/markup-compatibility/2006">
        <mc:Choice xmlns:p14="http://schemas.microsoft.com/office/powerpoint/2010/main" Requires="p14">
          <p:contentPart p14:bwMode="auto" r:id="rId92">
            <p14:nvContentPartPr>
              <p14:cNvPr id="1048803" name=""/>
              <p14:cNvContentPartPr/>
              <p14:nvPr/>
            </p14:nvContentPartPr>
            <p14:xfrm>
              <a:off x="4273437" y="6276962"/>
              <a:ext cx="198425" cy="215331"/>
            </p14:xfrm>
          </p:contentPart>
        </mc:Choice>
        <mc:Fallback>
          <p:sp>
            <p:nvSpPr>
              <p:cNvPr id="1048803" name=""/>
              <p:cNvSpPr/>
              <p:nvPr/>
            </p:nvSpPr>
            <p:spPr>
              <a:xfrm>
                <a:off x="4273437" y="6276962"/>
                <a:ext cx="198425" cy="215331"/>
              </a:xfrm>
            </p:spPr>
          </p:sp>
        </mc:Fallback>
      </mc:AlternateContent>
      <mc:AlternateContent xmlns:mc="http://schemas.openxmlformats.org/markup-compatibility/2006">
        <mc:Choice xmlns:p14="http://schemas.microsoft.com/office/powerpoint/2010/main" Requires="p14">
          <p:contentPart p14:bwMode="auto" r:id="rId93">
            <p14:nvContentPartPr>
              <p14:cNvPr id="1048804" name=""/>
              <p14:cNvContentPartPr/>
              <p14:nvPr/>
            </p14:nvContentPartPr>
            <p14:xfrm>
              <a:off x="3632123" y="6193877"/>
              <a:ext cx="179025" cy="247547"/>
            </p14:xfrm>
          </p:contentPart>
        </mc:Choice>
        <mc:Fallback>
          <p:sp>
            <p:nvSpPr>
              <p:cNvPr id="1048804" name=""/>
              <p:cNvSpPr/>
              <p:nvPr/>
            </p:nvSpPr>
            <p:spPr>
              <a:xfrm>
                <a:off x="3632123" y="6193877"/>
                <a:ext cx="179025" cy="247547"/>
              </a:xfrm>
            </p:spPr>
          </p:sp>
        </mc:Fallback>
      </mc:AlternateContent>
      <mc:AlternateContent xmlns:mc="http://schemas.openxmlformats.org/markup-compatibility/2006">
        <mc:Choice xmlns:p14="http://schemas.microsoft.com/office/powerpoint/2010/main" Requires="p14">
          <p:contentPart p14:bwMode="auto" r:id="rId94">
            <p14:nvContentPartPr>
              <p14:cNvPr id="1048805" name=""/>
              <p14:cNvContentPartPr/>
              <p14:nvPr/>
            </p14:nvContentPartPr>
            <p14:xfrm>
              <a:off x="3216331" y="6189046"/>
              <a:ext cx="102127" cy="471808"/>
            </p14:xfrm>
          </p:contentPart>
        </mc:Choice>
        <mc:Fallback>
          <p:sp>
            <p:nvSpPr>
              <p:cNvPr id="1048805" name=""/>
              <p:cNvSpPr/>
              <p:nvPr/>
            </p:nvSpPr>
            <p:spPr>
              <a:xfrm>
                <a:off x="3216331" y="6189046"/>
                <a:ext cx="102127" cy="471808"/>
              </a:xfrm>
            </p:spPr>
          </p:sp>
        </mc:Fallback>
      </mc:AlternateContent>
      <mc:AlternateContent xmlns:mc="http://schemas.openxmlformats.org/markup-compatibility/2006">
        <mc:Choice xmlns:p14="http://schemas.microsoft.com/office/powerpoint/2010/main" Requires="p14">
          <p:contentPart p14:bwMode="auto" r:id="rId95">
            <p14:nvContentPartPr>
              <p14:cNvPr id="1048806" name=""/>
              <p14:cNvContentPartPr/>
              <p14:nvPr/>
            </p14:nvContentPartPr>
            <p14:xfrm>
              <a:off x="4500136" y="6264747"/>
              <a:ext cx="59135" cy="418848"/>
            </p14:xfrm>
          </p:contentPart>
        </mc:Choice>
        <mc:Fallback>
          <p:sp>
            <p:nvSpPr>
              <p:cNvPr id="1048806" name=""/>
              <p:cNvSpPr/>
              <p:nvPr/>
            </p:nvSpPr>
            <p:spPr>
              <a:xfrm>
                <a:off x="4500136" y="6264747"/>
                <a:ext cx="59135" cy="418848"/>
              </a:xfrm>
            </p:spPr>
          </p:sp>
        </mc:Fallback>
      </mc:AlternateContent>
      <mc:AlternateContent xmlns:mc="http://schemas.openxmlformats.org/markup-compatibility/2006">
        <mc:Choice xmlns:p14="http://schemas.microsoft.com/office/powerpoint/2010/main" Requires="p14">
          <p:contentPart p14:bwMode="auto" r:id="rId96">
            <p14:nvContentPartPr>
              <p14:cNvPr id="1048807" name=""/>
              <p14:cNvContentPartPr/>
              <p14:nvPr/>
            </p14:nvContentPartPr>
            <p14:xfrm>
              <a:off x="3851603" y="6237521"/>
              <a:ext cx="156545" cy="23999"/>
            </p14:xfrm>
          </p:contentPart>
        </mc:Choice>
        <mc:Fallback>
          <p:sp>
            <p:nvSpPr>
              <p:cNvPr id="1048807" name=""/>
              <p:cNvSpPr/>
              <p:nvPr/>
            </p:nvSpPr>
            <p:spPr>
              <a:xfrm>
                <a:off x="3851603" y="6237521"/>
                <a:ext cx="156545" cy="23999"/>
              </a:xfrm>
            </p:spPr>
          </p:sp>
        </mc:Fallback>
      </mc:AlternateContent>
      <mc:AlternateContent xmlns:mc="http://schemas.openxmlformats.org/markup-compatibility/2006">
        <mc:Choice xmlns:p14="http://schemas.microsoft.com/office/powerpoint/2010/main" Requires="p14">
          <p:contentPart p14:bwMode="auto" r:id="rId97">
            <p14:nvContentPartPr>
              <p14:cNvPr id="1048808" name=""/>
              <p14:cNvContentPartPr/>
              <p14:nvPr/>
            </p14:nvContentPartPr>
            <p14:xfrm>
              <a:off x="3844061" y="6196243"/>
              <a:ext cx="99244" cy="106699"/>
            </p14:xfrm>
          </p:contentPart>
        </mc:Choice>
        <mc:Fallback>
          <p:sp>
            <p:nvSpPr>
              <p:cNvPr id="1048808" name=""/>
              <p:cNvSpPr/>
              <p:nvPr/>
            </p:nvSpPr>
            <p:spPr>
              <a:xfrm>
                <a:off x="3844061" y="6196243"/>
                <a:ext cx="99244" cy="106699"/>
              </a:xfrm>
            </p:spPr>
          </p:sp>
        </mc:Fallback>
      </mc:AlternateContent>
      <mc:AlternateContent xmlns:mc="http://schemas.openxmlformats.org/markup-compatibility/2006">
        <mc:Choice xmlns:p14="http://schemas.microsoft.com/office/powerpoint/2010/main" Requires="p14">
          <p:contentPart p14:bwMode="auto" r:id="rId98">
            <p14:nvContentPartPr>
              <p14:cNvPr id="1048809" name=""/>
              <p14:cNvContentPartPr/>
              <p14:nvPr/>
            </p14:nvContentPartPr>
            <p14:xfrm>
              <a:off x="3951227" y="6174402"/>
              <a:ext cx="56782" cy="85248"/>
            </p14:xfrm>
          </p:contentPart>
        </mc:Choice>
        <mc:Fallback>
          <p:sp>
            <p:nvSpPr>
              <p:cNvPr id="1048809" name=""/>
              <p:cNvSpPr/>
              <p:nvPr/>
            </p:nvSpPr>
            <p:spPr>
              <a:xfrm>
                <a:off x="3951227" y="6174402"/>
                <a:ext cx="56782" cy="85248"/>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pic>
        <p:nvPicPr>
          <p:cNvPr id="2097154" name="Picture 2" descr="Electron - laradioactivite.com"/>
          <p:cNvPicPr>
            <a:picLocks noChangeAspect="1" noChangeArrowheads="1"/>
          </p:cNvPicPr>
          <p:nvPr/>
        </p:nvPicPr>
        <p:blipFill>
          <a:blip xmlns:r="http://schemas.openxmlformats.org/officeDocument/2006/relationships" r:embed="rId1"/>
          <a:srcRect/>
          <a:stretch>
            <a:fillRect/>
          </a:stretch>
        </p:blipFill>
        <p:spPr bwMode="auto">
          <a:xfrm>
            <a:off x="3714750" y="2238375"/>
            <a:ext cx="4762500" cy="2381250"/>
          </a:xfrm>
          <a:prstGeom prst="rect"/>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597" name="TextBox 2"/>
          <p:cNvSpPr txBox="1"/>
          <p:nvPr/>
        </p:nvSpPr>
        <p:spPr>
          <a:xfrm>
            <a:off x="596347" y="292413"/>
            <a:ext cx="2844859" cy="447040"/>
          </a:xfrm>
          <a:prstGeom prst="rect"/>
          <a:solidFill>
            <a:srgbClr val="92D050"/>
          </a:solidFill>
        </p:spPr>
        <p:txBody>
          <a:bodyPr wrap="square">
            <a:spAutoFit/>
          </a:bodyPr>
          <a:p>
            <a:r>
              <a:rPr b="1" dirty="0" sz="2400" lang="fr-FR"/>
              <a:t>I - ELECTRON </a:t>
            </a:r>
          </a:p>
        </p:txBody>
      </p:sp>
      <p:sp>
        <p:nvSpPr>
          <p:cNvPr id="1048598" name="TextBox 4"/>
          <p:cNvSpPr txBox="1"/>
          <p:nvPr/>
        </p:nvSpPr>
        <p:spPr>
          <a:xfrm>
            <a:off x="503582" y="862256"/>
            <a:ext cx="6096000" cy="400110"/>
          </a:xfrm>
          <a:prstGeom prst="rect"/>
          <a:noFill/>
        </p:spPr>
        <p:txBody>
          <a:bodyPr wrap="square">
            <a:spAutoFit/>
          </a:bodyPr>
          <a:p>
            <a:pPr indent="-342900" marL="342900">
              <a:buFont typeface="Arial" panose="020B0604020202020204" pitchFamily="34" charset="0"/>
              <a:buChar char="•"/>
            </a:pPr>
            <a:r>
              <a:rPr baseline="0" dirty="0" sz="2000" i="0" lang="fr-FR" strike="noStrike" u="none">
                <a:latin typeface="+mj-lt"/>
              </a:rPr>
              <a:t>Il a été mis en évidence </a:t>
            </a:r>
            <a:r>
              <a:rPr dirty="0" sz="2000" lang="fr-FR">
                <a:latin typeface="+mj-lt"/>
              </a:rPr>
              <a:t>par </a:t>
            </a:r>
            <a:r>
              <a:rPr baseline="0" dirty="0" sz="2000" i="0" lang="fr-FR" strike="noStrike" u="none">
                <a:latin typeface="+mj-lt"/>
              </a:rPr>
              <a:t>Thomson</a:t>
            </a:r>
            <a:endParaRPr dirty="0" sz="2000" lang="fr-FR">
              <a:latin typeface="+mj-lt"/>
            </a:endParaRPr>
          </a:p>
        </p:txBody>
      </p:sp>
      <p:sp>
        <p:nvSpPr>
          <p:cNvPr id="1048599" name="TextBox 8"/>
          <p:cNvSpPr txBox="1"/>
          <p:nvPr/>
        </p:nvSpPr>
        <p:spPr>
          <a:xfrm>
            <a:off x="503582" y="3028890"/>
            <a:ext cx="4664766" cy="701039"/>
          </a:xfrm>
          <a:prstGeom prst="rect"/>
          <a:noFill/>
        </p:spPr>
        <p:txBody>
          <a:bodyPr wrap="square">
            <a:spAutoFit/>
          </a:bodyPr>
          <a:p>
            <a:pPr indent="-285750" marL="285750">
              <a:buFont typeface="Arial" panose="020B0604020202020204" pitchFamily="34" charset="0"/>
              <a:buChar char="•"/>
            </a:pPr>
            <a:r>
              <a:rPr baseline="0" b="0" dirty="0" sz="2000" i="0" lang="fr-FR" strike="noStrike" u="none">
                <a:latin typeface="+mj-lt"/>
              </a:rPr>
              <a:t>1891, Stoney a donné le nom </a:t>
            </a:r>
            <a:r>
              <a:rPr baseline="0" b="1" dirty="0" sz="2000" i="0" lang="fr-FR" strike="noStrike" u="none">
                <a:latin typeface="+mj-lt"/>
              </a:rPr>
              <a:t>d'électron</a:t>
            </a:r>
            <a:endParaRPr dirty="0" sz="2000" lang="fr-FR">
              <a:latin typeface="+mj-lt"/>
            </a:endParaRPr>
          </a:p>
        </p:txBody>
      </p:sp>
      <p:sp>
        <p:nvSpPr>
          <p:cNvPr id="1048600" name="TextBox 10"/>
          <p:cNvSpPr txBox="1"/>
          <p:nvPr/>
        </p:nvSpPr>
        <p:spPr>
          <a:xfrm>
            <a:off x="503582" y="4222490"/>
            <a:ext cx="10283688" cy="707886"/>
          </a:xfrm>
          <a:prstGeom prst="rect"/>
          <a:noFill/>
        </p:spPr>
        <p:txBody>
          <a:bodyPr wrap="square">
            <a:spAutoFit/>
          </a:bodyPr>
          <a:p>
            <a:pPr indent="-285750" marL="285750">
              <a:buFont typeface="Arial" panose="020B0604020202020204" pitchFamily="34" charset="0"/>
              <a:buChar char="•"/>
            </a:pPr>
            <a:r>
              <a:rPr baseline="0" b="0" dirty="0" sz="2000" i="0" lang="fr-FR" strike="noStrike" u="none">
                <a:latin typeface="+mj-lt"/>
              </a:rPr>
              <a:t>Les expériences de Thomson et Millikan, ont permis de déterminer la masse et la charge électrique d’un électron.</a:t>
            </a:r>
            <a:endParaRPr dirty="0" sz="2000" lang="fr-FR">
              <a:latin typeface="+mj-lt"/>
            </a:endParaRPr>
          </a:p>
        </p:txBody>
      </p:sp>
      <p:sp>
        <p:nvSpPr>
          <p:cNvPr id="1048601" name="TextBox 12"/>
          <p:cNvSpPr txBox="1">
            <a:spLocks noChangeAspect="1" noMove="1" noResize="1" noRot="1" noAdjustHandles="1" noEditPoints="1" noChangeArrowheads="1" noChangeShapeType="1" noTextEdit="1"/>
          </p:cNvSpPr>
          <p:nvPr/>
        </p:nvSpPr>
        <p:spPr>
          <a:xfrm>
            <a:off x="3445565" y="4843384"/>
            <a:ext cx="4187687" cy="407099"/>
          </a:xfrm>
          <a:prstGeom prst="rect"/>
          <a:blipFill>
            <a:blip xmlns:r="http://schemas.openxmlformats.org/officeDocument/2006/relationships" r:embed="rId1"/>
            <a:stretch>
              <a:fillRect t="-7576" b="-27273"/>
            </a:stretch>
          </a:blipFill>
        </p:spPr>
        <p:txBody>
          <a:bodyPr/>
          <a:p>
            <a:r>
              <a:rPr dirty="0" lang="fr-FR">
                <a:noFill/>
              </a:rPr>
              <a:t> </a:t>
            </a:r>
          </a:p>
        </p:txBody>
      </p:sp>
      <p:sp>
        <p:nvSpPr>
          <p:cNvPr id="1048602" name="TextBox 14"/>
          <p:cNvSpPr txBox="1">
            <a:spLocks noChangeAspect="1" noMove="1" noResize="1" noRot="1" noAdjustHandles="1" noEditPoints="1" noChangeArrowheads="1" noChangeShapeType="1" noTextEdit="1"/>
          </p:cNvSpPr>
          <p:nvPr/>
        </p:nvSpPr>
        <p:spPr>
          <a:xfrm>
            <a:off x="3445565" y="5252953"/>
            <a:ext cx="2968487" cy="407099"/>
          </a:xfrm>
          <a:prstGeom prst="rect"/>
          <a:blipFill>
            <a:blip xmlns:r="http://schemas.openxmlformats.org/officeDocument/2006/relationships" r:embed="rId2"/>
            <a:stretch>
              <a:fillRect b="-16667"/>
            </a:stretch>
          </a:blipFill>
        </p:spPr>
        <p:txBody>
          <a:bodyPr/>
          <a:p>
            <a:r>
              <a:rPr lang="fr-FR">
                <a:noFill/>
              </a:rPr>
              <a:t> </a:t>
            </a:r>
          </a:p>
        </p:txBody>
      </p:sp>
      <p:pic>
        <p:nvPicPr>
          <p:cNvPr id="2097155" name="Picture 2" descr="Electron - laradioactivite.com"/>
          <p:cNvPicPr>
            <a:picLocks noChangeAspect="1" noChangeArrowheads="1"/>
          </p:cNvPicPr>
          <p:nvPr/>
        </p:nvPicPr>
        <p:blipFill>
          <a:blip xmlns:r="http://schemas.openxmlformats.org/officeDocument/2006/relationships" r:embed="rId3"/>
          <a:srcRect/>
          <a:stretch>
            <a:fillRect/>
          </a:stretch>
        </p:blipFill>
        <p:spPr bwMode="auto">
          <a:xfrm>
            <a:off x="5168348" y="362905"/>
            <a:ext cx="6626087" cy="3537007"/>
          </a:xfrm>
          <a:prstGeom prst="rect"/>
          <a:noFill/>
        </p:spPr>
      </p:pic>
      <mc:AlternateContent xmlns:mc="http://schemas.openxmlformats.org/markup-compatibility/2006">
        <mc:Choice xmlns:p14="http://schemas.microsoft.com/office/powerpoint/2010/main" Requires="p14">
          <p:contentPart p14:bwMode="auto" r:id="rId4">
            <p14:nvContentPartPr>
              <p14:cNvPr id="1048810" name=""/>
              <p14:cNvContentPartPr/>
              <p14:nvPr/>
            </p14:nvContentPartPr>
            <p14:xfrm>
              <a:off x="4008148" y="793882"/>
              <a:ext cx="1361229" cy="460546"/>
            </p14:xfrm>
          </p:contentPart>
        </mc:Choice>
        <mc:Fallback>
          <p:sp>
            <p:nvSpPr>
              <p:cNvPr id="1048810" name=""/>
              <p:cNvSpPr/>
              <p:nvPr/>
            </p:nvSpPr>
            <p:spPr>
              <a:xfrm>
                <a:off x="4008148" y="793882"/>
                <a:ext cx="1361229" cy="460546"/>
              </a:xfrm>
            </p:spPr>
          </p:sp>
        </mc:Fallback>
      </mc:AlternateContent>
      <mc:AlternateContent xmlns:mc="http://schemas.openxmlformats.org/markup-compatibility/2006">
        <mc:Choice xmlns:p14="http://schemas.microsoft.com/office/powerpoint/2010/main" Requires="p14">
          <p:contentPart p14:bwMode="auto" r:id="rId5">
            <p14:nvContentPartPr>
              <p14:cNvPr id="1048811" name=""/>
              <p14:cNvContentPartPr/>
              <p14:nvPr/>
            </p14:nvContentPartPr>
            <p14:xfrm>
              <a:off x="3406510" y="4848517"/>
              <a:ext cx="79645" cy="939810"/>
            </p14:xfrm>
          </p:contentPart>
        </mc:Choice>
        <mc:Fallback>
          <p:sp>
            <p:nvSpPr>
              <p:cNvPr id="1048811" name=""/>
              <p:cNvSpPr/>
              <p:nvPr/>
            </p:nvSpPr>
            <p:spPr>
              <a:xfrm>
                <a:off x="3406510" y="4848517"/>
                <a:ext cx="79645" cy="939810"/>
              </a:xfrm>
            </p:spPr>
          </p:sp>
        </mc:Fallback>
      </mc:AlternateContent>
      <mc:AlternateContent xmlns:mc="http://schemas.openxmlformats.org/markup-compatibility/2006">
        <mc:Choice xmlns:p14="http://schemas.microsoft.com/office/powerpoint/2010/main" Requires="p14">
          <p:contentPart p14:bwMode="auto" r:id="rId6">
            <p14:nvContentPartPr>
              <p14:cNvPr id="1048812" name=""/>
              <p14:cNvContentPartPr/>
              <p14:nvPr/>
            </p14:nvContentPartPr>
            <p14:xfrm>
              <a:off x="3414549" y="4815572"/>
              <a:ext cx="4078480" cy="1121563"/>
            </p14:xfrm>
          </p:contentPart>
        </mc:Choice>
        <mc:Fallback>
          <p:sp>
            <p:nvSpPr>
              <p:cNvPr id="1048812" name=""/>
              <p:cNvSpPr/>
              <p:nvPr/>
            </p:nvSpPr>
            <p:spPr>
              <a:xfrm>
                <a:off x="3414549" y="4815572"/>
                <a:ext cx="4078480" cy="1121563"/>
              </a:xfrm>
            </p:spPr>
          </p:sp>
        </mc:Fallback>
      </mc:AlternateContent>
      <mc:AlternateContent xmlns:mc="http://schemas.openxmlformats.org/markup-compatibility/2006">
        <mc:Choice xmlns:p14="http://schemas.microsoft.com/office/powerpoint/2010/main" Requires="p14">
          <p:contentPart p14:bwMode="auto" r:id="rId7">
            <p14:nvContentPartPr>
              <p14:cNvPr id="1048813" name=""/>
              <p14:cNvContentPartPr/>
              <p14:nvPr/>
            </p14:nvContentPartPr>
            <p14:xfrm>
              <a:off x="3408653" y="4877556"/>
              <a:ext cx="66752" cy="906741"/>
            </p14:xfrm>
          </p:contentPart>
        </mc:Choice>
        <mc:Fallback>
          <p:sp>
            <p:nvSpPr>
              <p:cNvPr id="1048813" name=""/>
              <p:cNvSpPr/>
              <p:nvPr/>
            </p:nvSpPr>
            <p:spPr>
              <a:xfrm>
                <a:off x="3408653" y="4877556"/>
                <a:ext cx="66752" cy="906741"/>
              </a:xfrm>
            </p:spPr>
          </p:sp>
        </mc:Fallback>
      </mc:AlternateContent>
      <mc:AlternateContent xmlns:mc="http://schemas.openxmlformats.org/markup-compatibility/2006">
        <mc:Choice xmlns:p14="http://schemas.microsoft.com/office/powerpoint/2010/main" Requires="p14">
          <p:contentPart p14:bwMode="auto" r:id="rId8">
            <p14:nvContentPartPr>
              <p14:cNvPr id="1048814" name=""/>
              <p14:cNvContentPartPr/>
              <p14:nvPr/>
            </p14:nvContentPartPr>
            <p14:xfrm>
              <a:off x="3364813" y="5768594"/>
              <a:ext cx="386089" cy="21842"/>
            </p14:xfrm>
          </p:contentPart>
        </mc:Choice>
        <mc:Fallback>
          <p:sp>
            <p:nvSpPr>
              <p:cNvPr id="1048814" name=""/>
              <p:cNvSpPr/>
              <p:nvPr/>
            </p:nvSpPr>
            <p:spPr>
              <a:xfrm>
                <a:off x="3364813" y="5768594"/>
                <a:ext cx="386089" cy="21842"/>
              </a:xfrm>
            </p:spPr>
          </p:sp>
        </mc:Fallback>
      </mc:AlternateContent>
      <mc:AlternateContent xmlns:mc="http://schemas.openxmlformats.org/markup-compatibility/2006">
        <mc:Choice xmlns:p14="http://schemas.microsoft.com/office/powerpoint/2010/main" Requires="p14">
          <p:contentPart p14:bwMode="auto" r:id="rId9">
            <p14:nvContentPartPr>
              <p14:cNvPr id="1048815" name=""/>
              <p14:cNvContentPartPr/>
              <p14:nvPr/>
            </p14:nvContentPartPr>
            <p14:xfrm>
              <a:off x="4451155" y="4186064"/>
              <a:ext cx="1049977" cy="460550"/>
            </p14:xfrm>
          </p:contentPart>
        </mc:Choice>
        <mc:Fallback>
          <p:sp>
            <p:nvSpPr>
              <p:cNvPr id="1048815" name=""/>
              <p:cNvSpPr/>
              <p:nvPr/>
            </p:nvSpPr>
            <p:spPr>
              <a:xfrm>
                <a:off x="4451155" y="4186064"/>
                <a:ext cx="1049977" cy="460550"/>
              </a:xfrm>
            </p:spPr>
          </p:sp>
        </mc:Fallback>
      </mc:AlternateContent>
      <mc:AlternateContent xmlns:mc="http://schemas.openxmlformats.org/markup-compatibility/2006">
        <mc:Choice xmlns:p14="http://schemas.microsoft.com/office/powerpoint/2010/main" Requires="p14">
          <p:contentPart p14:bwMode="auto" r:id="rId10">
            <p14:nvContentPartPr>
              <p14:cNvPr id="1048816" name=""/>
              <p14:cNvContentPartPr/>
              <p14:nvPr/>
            </p14:nvContentPartPr>
            <p14:xfrm>
              <a:off x="1026154" y="3361922"/>
              <a:ext cx="1051107" cy="424710"/>
            </p14:xfrm>
          </p:contentPart>
        </mc:Choice>
        <mc:Fallback>
          <p:sp>
            <p:nvSpPr>
              <p:cNvPr id="1048816" name=""/>
              <p:cNvSpPr/>
              <p:nvPr/>
            </p:nvSpPr>
            <p:spPr>
              <a:xfrm>
                <a:off x="1026154" y="3361922"/>
                <a:ext cx="1051107" cy="424710"/>
              </a:xfrm>
            </p:spPr>
          </p:sp>
        </mc:Fallback>
      </mc:AlternateContent>
      <mc:AlternateContent xmlns:mc="http://schemas.openxmlformats.org/markup-compatibility/2006">
        <mc:Choice xmlns:p14="http://schemas.microsoft.com/office/powerpoint/2010/main" Requires="p14">
          <p:contentPart p14:bwMode="auto" r:id="rId11">
            <p14:nvContentPartPr>
              <p14:cNvPr id="1048817" name=""/>
              <p14:cNvContentPartPr/>
              <p14:nvPr/>
            </p14:nvContentPartPr>
            <p14:xfrm>
              <a:off x="1504464" y="2908662"/>
              <a:ext cx="906086" cy="654582"/>
            </p14:xfrm>
          </p:contentPart>
        </mc:Choice>
        <mc:Fallback>
          <p:sp>
            <p:nvSpPr>
              <p:cNvPr id="1048817" name=""/>
              <p:cNvSpPr/>
              <p:nvPr/>
            </p:nvSpPr>
            <p:spPr>
              <a:xfrm>
                <a:off x="1504464" y="2908662"/>
                <a:ext cx="906086" cy="654582"/>
              </a:xfrm>
            </p:spPr>
          </p:sp>
        </mc:Fallback>
      </mc:AlternateContent>
      <mc:AlternateContent xmlns:mc="http://schemas.openxmlformats.org/markup-compatibility/2006">
        <mc:Choice xmlns:p14="http://schemas.microsoft.com/office/powerpoint/2010/main" Requires="p14">
          <p:contentPart p14:bwMode="auto" r:id="rId12">
            <p14:nvContentPartPr>
              <p14:cNvPr id="1048818" name=""/>
              <p14:cNvContentPartPr/>
              <p14:nvPr/>
            </p14:nvContentPartPr>
            <p14:xfrm>
              <a:off x="6189662" y="418975"/>
              <a:ext cx="81707" cy="91539"/>
            </p14:xfrm>
          </p:contentPart>
        </mc:Choice>
        <mc:Fallback>
          <p:sp>
            <p:nvSpPr>
              <p:cNvPr id="1048818" name=""/>
              <p:cNvSpPr/>
              <p:nvPr/>
            </p:nvSpPr>
            <p:spPr>
              <a:xfrm>
                <a:off x="6189662" y="418975"/>
                <a:ext cx="81707" cy="91539"/>
              </a:xfrm>
            </p:spPr>
          </p:sp>
        </mc:Fallback>
      </mc:AlternateContent>
      <mc:AlternateContent xmlns:mc="http://schemas.openxmlformats.org/markup-compatibility/2006">
        <mc:Choice xmlns:p14="http://schemas.microsoft.com/office/powerpoint/2010/main" Requires="p14">
          <p:contentPart p14:bwMode="auto" r:id="rId13">
            <p14:nvContentPartPr>
              <p14:cNvPr id="1048819" name=""/>
              <p14:cNvContentPartPr/>
              <p14:nvPr/>
            </p14:nvContentPartPr>
            <p14:xfrm>
              <a:off x="6102977" y="661629"/>
              <a:ext cx="115365" cy="273387"/>
            </p14:xfrm>
          </p:contentPart>
        </mc:Choice>
        <mc:Fallback>
          <p:sp>
            <p:nvSpPr>
              <p:cNvPr id="1048819" name=""/>
              <p:cNvSpPr/>
              <p:nvPr/>
            </p:nvSpPr>
            <p:spPr>
              <a:xfrm>
                <a:off x="6102977" y="661629"/>
                <a:ext cx="115365" cy="273387"/>
              </a:xfrm>
            </p:spPr>
          </p:sp>
        </mc:Fallback>
      </mc:AlternateContent>
      <mc:AlternateContent xmlns:mc="http://schemas.openxmlformats.org/markup-compatibility/2006">
        <mc:Choice xmlns:p14="http://schemas.microsoft.com/office/powerpoint/2010/main" Requires="p14">
          <p:contentPart p14:bwMode="auto" r:id="rId14">
            <p14:nvContentPartPr>
              <p14:cNvPr id="1048820" name=""/>
              <p14:cNvContentPartPr/>
              <p14:nvPr/>
            </p14:nvContentPartPr>
            <p14:xfrm>
              <a:off x="5583818" y="251602"/>
              <a:ext cx="60906" cy="487867"/>
            </p14:xfrm>
          </p:contentPart>
        </mc:Choice>
        <mc:Fallback>
          <p:sp>
            <p:nvSpPr>
              <p:cNvPr id="1048820" name=""/>
              <p:cNvSpPr/>
              <p:nvPr/>
            </p:nvSpPr>
            <p:spPr>
              <a:xfrm>
                <a:off x="5583818" y="251602"/>
                <a:ext cx="60906" cy="487867"/>
              </a:xfrm>
            </p:spPr>
          </p:sp>
        </mc:Fallback>
      </mc:AlternateContent>
      <mc:AlternateContent xmlns:mc="http://schemas.openxmlformats.org/markup-compatibility/2006">
        <mc:Choice xmlns:p14="http://schemas.microsoft.com/office/powerpoint/2010/main" Requires="p14">
          <p:contentPart p14:bwMode="auto" r:id="rId15">
            <p14:nvContentPartPr>
              <p14:cNvPr id="1048821" name=""/>
              <p14:cNvContentPartPr/>
              <p14:nvPr/>
            </p14:nvContentPartPr>
            <p14:xfrm>
              <a:off x="6734580" y="154556"/>
              <a:ext cx="63921" cy="550716"/>
            </p14:xfrm>
          </p:contentPart>
        </mc:Choice>
        <mc:Fallback>
          <p:sp>
            <p:nvSpPr>
              <p:cNvPr id="1048821" name=""/>
              <p:cNvSpPr/>
              <p:nvPr/>
            </p:nvSpPr>
            <p:spPr>
              <a:xfrm>
                <a:off x="6734580" y="154556"/>
                <a:ext cx="63921" cy="550716"/>
              </a:xfrm>
            </p:spPr>
          </p:sp>
        </mc:Fallback>
      </mc:AlternateContent>
      <mc:AlternateContent xmlns:mc="http://schemas.openxmlformats.org/markup-compatibility/2006">
        <mc:Choice xmlns:p14="http://schemas.microsoft.com/office/powerpoint/2010/main" Requires="p14">
          <p:contentPart p14:bwMode="auto" r:id="rId16">
            <p14:nvContentPartPr>
              <p14:cNvPr id="1048822" name=""/>
              <p14:cNvContentPartPr/>
              <p14:nvPr/>
            </p14:nvContentPartPr>
            <p14:xfrm>
              <a:off x="5829520" y="89031"/>
              <a:ext cx="846393" cy="118586"/>
            </p14:xfrm>
          </p:contentPart>
        </mc:Choice>
        <mc:Fallback>
          <p:sp>
            <p:nvSpPr>
              <p:cNvPr id="1048822" name=""/>
              <p:cNvSpPr/>
              <p:nvPr/>
            </p:nvSpPr>
            <p:spPr>
              <a:xfrm>
                <a:off x="5829520" y="89031"/>
                <a:ext cx="846393" cy="118586"/>
              </a:xfrm>
            </p:spPr>
          </p:sp>
        </mc:Fallback>
      </mc:AlternateContent>
      <mc:AlternateContent xmlns:mc="http://schemas.openxmlformats.org/markup-compatibility/2006">
        <mc:Choice xmlns:p14="http://schemas.microsoft.com/office/powerpoint/2010/main" Requires="p14">
          <p:contentPart p14:bwMode="auto" r:id="rId17">
            <p14:nvContentPartPr>
              <p14:cNvPr id="1048823" name=""/>
              <p14:cNvContentPartPr/>
              <p14:nvPr/>
            </p14:nvContentPartPr>
            <p14:xfrm>
              <a:off x="5802814" y="89031"/>
              <a:ext cx="164901" cy="163094"/>
            </p14:xfrm>
          </p:contentPart>
        </mc:Choice>
        <mc:Fallback>
          <p:sp>
            <p:nvSpPr>
              <p:cNvPr id="1048823" name=""/>
              <p:cNvSpPr/>
              <p:nvPr/>
            </p:nvSpPr>
            <p:spPr>
              <a:xfrm>
                <a:off x="5802814" y="89031"/>
                <a:ext cx="164901" cy="163094"/>
              </a:xfrm>
            </p:spPr>
          </p:sp>
        </mc:Fallback>
      </mc:AlternateContent>
      <mc:AlternateContent xmlns:mc="http://schemas.openxmlformats.org/markup-compatibility/2006">
        <mc:Choice xmlns:p14="http://schemas.microsoft.com/office/powerpoint/2010/main" Requires="p14">
          <p:contentPart p14:bwMode="auto" r:id="rId18">
            <p14:nvContentPartPr>
              <p14:cNvPr id="1048824" name=""/>
              <p14:cNvContentPartPr/>
              <p14:nvPr/>
            </p14:nvContentPartPr>
            <p14:xfrm>
              <a:off x="6110679" y="-1417"/>
              <a:ext cx="179201" cy="155987"/>
            </p14:xfrm>
          </p:contentPart>
        </mc:Choice>
        <mc:Fallback>
          <p:sp>
            <p:nvSpPr>
              <p:cNvPr id="1048824" name=""/>
              <p:cNvSpPr/>
              <p:nvPr/>
            </p:nvSpPr>
            <p:spPr>
              <a:xfrm>
                <a:off x="6110679" y="-1417"/>
                <a:ext cx="179201" cy="155987"/>
              </a:xfrm>
            </p:spPr>
          </p:sp>
        </mc:Fallback>
      </mc:AlternateContent>
      <mc:AlternateContent xmlns:mc="http://schemas.openxmlformats.org/markup-compatibility/2006">
        <mc:Choice xmlns:p14="http://schemas.microsoft.com/office/powerpoint/2010/main" Requires="p14">
          <p:contentPart p14:bwMode="auto" r:id="rId19">
            <p14:nvContentPartPr>
              <p14:cNvPr id="1048825" name=""/>
              <p14:cNvContentPartPr/>
              <p14:nvPr/>
            </p14:nvContentPartPr>
            <p14:xfrm>
              <a:off x="5765184" y="996947"/>
              <a:ext cx="911494" cy="25562"/>
            </p14:xfrm>
          </p:contentPart>
        </mc:Choice>
        <mc:Fallback>
          <p:sp>
            <p:nvSpPr>
              <p:cNvPr id="1048825" name=""/>
              <p:cNvSpPr/>
              <p:nvPr/>
            </p:nvSpPr>
            <p:spPr>
              <a:xfrm>
                <a:off x="5765184" y="996947"/>
                <a:ext cx="911494" cy="25562"/>
              </a:xfrm>
            </p:spPr>
          </p:sp>
        </mc:Fallback>
      </mc:AlternateContent>
      <mc:AlternateContent xmlns:mc="http://schemas.openxmlformats.org/markup-compatibility/2006">
        <mc:Choice xmlns:p14="http://schemas.microsoft.com/office/powerpoint/2010/main" Requires="p14">
          <p:contentPart p14:bwMode="auto" r:id="rId20">
            <p14:nvContentPartPr>
              <p14:cNvPr id="1048826" name=""/>
              <p14:cNvContentPartPr/>
              <p14:nvPr/>
            </p14:nvContentPartPr>
            <p14:xfrm>
              <a:off x="6547070" y="944081"/>
              <a:ext cx="124929" cy="152146"/>
            </p14:xfrm>
          </p:contentPart>
        </mc:Choice>
        <mc:Fallback>
          <p:sp>
            <p:nvSpPr>
              <p:cNvPr id="1048826" name=""/>
              <p:cNvSpPr/>
              <p:nvPr/>
            </p:nvSpPr>
            <p:spPr>
              <a:xfrm>
                <a:off x="6547070" y="944081"/>
                <a:ext cx="124929" cy="152146"/>
              </a:xfrm>
            </p:spPr>
          </p:sp>
        </mc:Fallback>
      </mc:AlternateContent>
      <mc:AlternateContent xmlns:mc="http://schemas.openxmlformats.org/markup-compatibility/2006">
        <mc:Choice xmlns:p14="http://schemas.microsoft.com/office/powerpoint/2010/main" Requires="p14">
          <p:contentPart p14:bwMode="auto" r:id="rId21">
            <p14:nvContentPartPr>
              <p14:cNvPr id="1048827" name=""/>
              <p14:cNvContentPartPr/>
              <p14:nvPr/>
            </p14:nvContentPartPr>
            <p14:xfrm>
              <a:off x="6434107" y="820974"/>
              <a:ext cx="120023" cy="145618"/>
            </p14:xfrm>
          </p:contentPart>
        </mc:Choice>
        <mc:Fallback>
          <p:sp>
            <p:nvSpPr>
              <p:cNvPr id="1048827" name=""/>
              <p:cNvSpPr/>
              <p:nvPr/>
            </p:nvSpPr>
            <p:spPr>
              <a:xfrm>
                <a:off x="6434107" y="820974"/>
                <a:ext cx="120023" cy="145618"/>
              </a:xfrm>
            </p:spPr>
          </p:sp>
        </mc:Fallback>
      </mc:AlternateContent>
      <mc:AlternateContent xmlns:mc="http://schemas.openxmlformats.org/markup-compatibility/2006">
        <mc:Choice xmlns:p14="http://schemas.microsoft.com/office/powerpoint/2010/main" Requires="p14">
          <p:contentPart p14:bwMode="auto" r:id="rId22">
            <p14:nvContentPartPr>
              <p14:cNvPr id="1048828" name=""/>
              <p14:cNvContentPartPr/>
              <p14:nvPr/>
            </p14:nvContentPartPr>
            <p14:xfrm>
              <a:off x="6411166" y="870679"/>
              <a:ext cx="153721" cy="29966"/>
            </p14:xfrm>
          </p:contentPart>
        </mc:Choice>
        <mc:Fallback>
          <p:sp>
            <p:nvSpPr>
              <p:cNvPr id="1048828" name=""/>
              <p:cNvSpPr/>
              <p:nvPr/>
            </p:nvSpPr>
            <p:spPr>
              <a:xfrm>
                <a:off x="6411166" y="870679"/>
                <a:ext cx="153721" cy="29966"/>
              </a:xfrm>
            </p:spPr>
          </p:sp>
        </mc:Fallback>
      </mc:AlternateContent>
      <mc:AlternateContent xmlns:mc="http://schemas.openxmlformats.org/markup-compatibility/2006">
        <mc:Choice xmlns:p14="http://schemas.microsoft.com/office/powerpoint/2010/main" Requires="p14">
          <p:contentPart p14:bwMode="auto" r:id="rId23">
            <p14:nvContentPartPr>
              <p14:cNvPr id="1048829" name=""/>
              <p14:cNvContentPartPr/>
              <p14:nvPr/>
            </p14:nvContentPartPr>
            <p14:xfrm>
              <a:off x="6411166" y="748499"/>
              <a:ext cx="162390" cy="6999"/>
            </p14:xfrm>
          </p:contentPart>
        </mc:Choice>
        <mc:Fallback>
          <p:sp>
            <p:nvSpPr>
              <p:cNvPr id="1048829" name=""/>
              <p:cNvSpPr/>
              <p:nvPr/>
            </p:nvSpPr>
            <p:spPr>
              <a:xfrm>
                <a:off x="6411166" y="748499"/>
                <a:ext cx="162390" cy="6999"/>
              </a:xfrm>
            </p:spPr>
          </p:sp>
        </mc:Fallback>
      </mc:AlternateContent>
      <mc:AlternateContent xmlns:mc="http://schemas.openxmlformats.org/markup-compatibility/2006">
        <mc:Choice xmlns:p14="http://schemas.microsoft.com/office/powerpoint/2010/main" Requires="p14">
          <p:contentPart p14:bwMode="auto" r:id="rId24">
            <p14:nvContentPartPr>
              <p14:cNvPr id="1048830" name=""/>
              <p14:cNvContentPartPr/>
              <p14:nvPr/>
            </p14:nvContentPartPr>
            <p14:xfrm>
              <a:off x="6554130" y="719956"/>
              <a:ext cx="69423" cy="108140"/>
            </p14:xfrm>
          </p:contentPart>
        </mc:Choice>
        <mc:Fallback>
          <p:sp>
            <p:nvSpPr>
              <p:cNvPr id="1048830" name=""/>
              <p:cNvSpPr/>
              <p:nvPr/>
            </p:nvSpPr>
            <p:spPr>
              <a:xfrm>
                <a:off x="6554130" y="719956"/>
                <a:ext cx="69423" cy="108140"/>
              </a:xfrm>
            </p:spPr>
          </p:sp>
        </mc:Fallback>
      </mc:AlternateContent>
      <mc:AlternateContent xmlns:mc="http://schemas.openxmlformats.org/markup-compatibility/2006">
        <mc:Choice xmlns:p14="http://schemas.microsoft.com/office/powerpoint/2010/main" Requires="p14">
          <p:contentPart p14:bwMode="auto" r:id="rId25">
            <p14:nvContentPartPr>
              <p14:cNvPr id="1048831" name=""/>
              <p14:cNvContentPartPr/>
              <p14:nvPr/>
            </p14:nvContentPartPr>
            <p14:xfrm>
              <a:off x="6225402" y="451689"/>
              <a:ext cx="452637" cy="14358"/>
            </p14:xfrm>
          </p:contentPart>
        </mc:Choice>
        <mc:Fallback>
          <p:sp>
            <p:nvSpPr>
              <p:cNvPr id="1048831" name=""/>
              <p:cNvSpPr/>
              <p:nvPr/>
            </p:nvSpPr>
            <p:spPr>
              <a:xfrm>
                <a:off x="6225402" y="451689"/>
                <a:ext cx="452637" cy="14358"/>
              </a:xfrm>
            </p:spPr>
          </p:sp>
        </mc:Fallback>
      </mc:AlternateContent>
      <mc:AlternateContent xmlns:mc="http://schemas.openxmlformats.org/markup-compatibility/2006">
        <mc:Choice xmlns:p14="http://schemas.microsoft.com/office/powerpoint/2010/main" Requires="p14">
          <p:contentPart p14:bwMode="auto" r:id="rId26">
            <p14:nvContentPartPr>
              <p14:cNvPr id="1048832" name=""/>
              <p14:cNvContentPartPr/>
              <p14:nvPr/>
            </p14:nvContentPartPr>
            <p14:xfrm>
              <a:off x="6743539" y="400771"/>
              <a:ext cx="87524" cy="106162"/>
            </p14:xfrm>
          </p:contentPart>
        </mc:Choice>
        <mc:Fallback>
          <p:sp>
            <p:nvSpPr>
              <p:cNvPr id="1048832" name=""/>
              <p:cNvSpPr/>
              <p:nvPr/>
            </p:nvSpPr>
            <p:spPr>
              <a:xfrm>
                <a:off x="6743539" y="400771"/>
                <a:ext cx="87524" cy="106162"/>
              </a:xfrm>
            </p:spPr>
          </p:sp>
        </mc:Fallback>
      </mc:AlternateContent>
      <mc:AlternateContent xmlns:mc="http://schemas.openxmlformats.org/markup-compatibility/2006">
        <mc:Choice xmlns:p14="http://schemas.microsoft.com/office/powerpoint/2010/main" Requires="p14">
          <p:contentPart p14:bwMode="auto" r:id="rId27">
            <p14:nvContentPartPr>
              <p14:cNvPr id="1048833" name=""/>
              <p14:cNvContentPartPr/>
              <p14:nvPr/>
            </p14:nvContentPartPr>
            <p14:xfrm>
              <a:off x="6633112" y="434841"/>
              <a:ext cx="888465" cy="42383"/>
            </p14:xfrm>
          </p:contentPart>
        </mc:Choice>
        <mc:Fallback>
          <p:sp>
            <p:nvSpPr>
              <p:cNvPr id="1048833" name=""/>
              <p:cNvSpPr/>
              <p:nvPr/>
            </p:nvSpPr>
            <p:spPr>
              <a:xfrm>
                <a:off x="6633112" y="434841"/>
                <a:ext cx="888465" cy="42383"/>
              </a:xfrm>
            </p:spPr>
          </p:sp>
        </mc:Fallback>
      </mc:AlternateContent>
      <mc:AlternateContent xmlns:mc="http://schemas.openxmlformats.org/markup-compatibility/2006">
        <mc:Choice xmlns:p14="http://schemas.microsoft.com/office/powerpoint/2010/main" Requires="p14">
          <p:contentPart p14:bwMode="auto" r:id="rId28">
            <p14:nvContentPartPr>
              <p14:cNvPr id="1048834" name=""/>
              <p14:cNvContentPartPr/>
              <p14:nvPr/>
            </p14:nvContentPartPr>
            <p14:xfrm>
              <a:off x="5019922" y="1987266"/>
              <a:ext cx="608215" cy="132793"/>
            </p14:xfrm>
          </p:contentPart>
        </mc:Choice>
        <mc:Fallback>
          <p:sp>
            <p:nvSpPr>
              <p:cNvPr id="1048834" name=""/>
              <p:cNvSpPr/>
              <p:nvPr/>
            </p:nvSpPr>
            <p:spPr>
              <a:xfrm>
                <a:off x="5019922" y="1987266"/>
                <a:ext cx="608215" cy="132793"/>
              </a:xfrm>
            </p:spPr>
          </p:sp>
        </mc:Fallback>
      </mc:AlternateContent>
      <mc:AlternateContent xmlns:mc="http://schemas.openxmlformats.org/markup-compatibility/2006">
        <mc:Choice xmlns:p14="http://schemas.microsoft.com/office/powerpoint/2010/main" Requires="p14">
          <p:contentPart p14:bwMode="auto" r:id="rId29">
            <p14:nvContentPartPr>
              <p14:cNvPr id="1048835" name=""/>
              <p14:cNvContentPartPr/>
              <p14:nvPr/>
            </p14:nvContentPartPr>
            <p14:xfrm>
              <a:off x="5600985" y="2066938"/>
              <a:ext cx="61125" cy="124966"/>
            </p14:xfrm>
          </p:contentPart>
        </mc:Choice>
        <mc:Fallback>
          <p:sp>
            <p:nvSpPr>
              <p:cNvPr id="1048835" name=""/>
              <p:cNvSpPr/>
              <p:nvPr/>
            </p:nvSpPr>
            <p:spPr>
              <a:xfrm>
                <a:off x="5600985" y="2066938"/>
                <a:ext cx="61125" cy="124966"/>
              </a:xfrm>
            </p:spPr>
          </p:sp>
        </mc:Fallback>
      </mc:AlternateContent>
      <mc:AlternateContent xmlns:mc="http://schemas.openxmlformats.org/markup-compatibility/2006">
        <mc:Choice xmlns:p14="http://schemas.microsoft.com/office/powerpoint/2010/main" Requires="p14">
          <p:contentPart p14:bwMode="auto" r:id="rId30">
            <p14:nvContentPartPr>
              <p14:cNvPr id="1048836" name=""/>
              <p14:cNvContentPartPr/>
              <p14:nvPr/>
            </p14:nvContentPartPr>
            <p14:xfrm>
              <a:off x="3847133" y="1724651"/>
              <a:ext cx="452827" cy="367306"/>
            </p14:xfrm>
          </p:contentPart>
        </mc:Choice>
        <mc:Fallback>
          <p:sp>
            <p:nvSpPr>
              <p:cNvPr id="1048836" name=""/>
              <p:cNvSpPr/>
              <p:nvPr/>
            </p:nvSpPr>
            <p:spPr>
              <a:xfrm>
                <a:off x="3847133" y="1724651"/>
                <a:ext cx="452827" cy="367306"/>
              </a:xfrm>
            </p:spPr>
          </p:sp>
        </mc:Fallback>
      </mc:AlternateContent>
      <mc:AlternateContent xmlns:mc="http://schemas.openxmlformats.org/markup-compatibility/2006">
        <mc:Choice xmlns:p14="http://schemas.microsoft.com/office/powerpoint/2010/main" Requires="p14">
          <p:contentPart p14:bwMode="auto" r:id="rId31">
            <p14:nvContentPartPr>
              <p14:cNvPr id="1048837" name=""/>
              <p14:cNvContentPartPr/>
              <p14:nvPr/>
            </p14:nvContentPartPr>
            <p14:xfrm>
              <a:off x="3424437" y="1957730"/>
              <a:ext cx="115550" cy="235790"/>
            </p14:xfrm>
          </p:contentPart>
        </mc:Choice>
        <mc:Fallback>
          <p:sp>
            <p:nvSpPr>
              <p:cNvPr id="1048837" name=""/>
              <p:cNvSpPr/>
              <p:nvPr/>
            </p:nvSpPr>
            <p:spPr>
              <a:xfrm>
                <a:off x="3424437" y="1957730"/>
                <a:ext cx="115550" cy="235790"/>
              </a:xfrm>
            </p:spPr>
          </p:sp>
        </mc:Fallback>
      </mc:AlternateContent>
      <mc:AlternateContent xmlns:mc="http://schemas.openxmlformats.org/markup-compatibility/2006">
        <mc:Choice xmlns:p14="http://schemas.microsoft.com/office/powerpoint/2010/main" Requires="p14">
          <p:contentPart p14:bwMode="auto" r:id="rId32">
            <p14:nvContentPartPr>
              <p14:cNvPr id="1048838" name=""/>
              <p14:cNvContentPartPr/>
              <p14:nvPr/>
            </p14:nvContentPartPr>
            <p14:xfrm>
              <a:off x="3598232" y="1871356"/>
              <a:ext cx="9707" cy="263983"/>
            </p14:xfrm>
          </p:contentPart>
        </mc:Choice>
        <mc:Fallback>
          <p:sp>
            <p:nvSpPr>
              <p:cNvPr id="1048838" name=""/>
              <p:cNvSpPr/>
              <p:nvPr/>
            </p:nvSpPr>
            <p:spPr>
              <a:xfrm>
                <a:off x="3598232" y="1871356"/>
                <a:ext cx="9707" cy="263983"/>
              </a:xfrm>
            </p:spPr>
          </p:sp>
        </mc:Fallback>
      </mc:AlternateContent>
      <mc:AlternateContent xmlns:mc="http://schemas.openxmlformats.org/markup-compatibility/2006">
        <mc:Choice xmlns:p14="http://schemas.microsoft.com/office/powerpoint/2010/main" Requires="p14">
          <p:contentPart p14:bwMode="auto" r:id="rId33">
            <p14:nvContentPartPr>
              <p14:cNvPr id="1048839" name=""/>
              <p14:cNvContentPartPr/>
              <p14:nvPr/>
            </p14:nvContentPartPr>
            <p14:xfrm>
              <a:off x="3579258" y="2022009"/>
              <a:ext cx="435270" cy="320182"/>
            </p14:xfrm>
          </p:contentPart>
        </mc:Choice>
        <mc:Fallback>
          <p:sp>
            <p:nvSpPr>
              <p:cNvPr id="1048839" name=""/>
              <p:cNvSpPr/>
              <p:nvPr/>
            </p:nvSpPr>
            <p:spPr>
              <a:xfrm>
                <a:off x="3579258" y="2022009"/>
                <a:ext cx="435270" cy="320182"/>
              </a:xfrm>
            </p:spPr>
          </p:sp>
        </mc:Fallback>
      </mc:AlternateContent>
      <mc:AlternateContent xmlns:mc="http://schemas.openxmlformats.org/markup-compatibility/2006">
        <mc:Choice xmlns:p14="http://schemas.microsoft.com/office/powerpoint/2010/main" Requires="p14">
          <p:contentPart p14:bwMode="auto" r:id="rId34">
            <p14:nvContentPartPr>
              <p14:cNvPr id="1048840" name=""/>
              <p14:cNvContentPartPr/>
              <p14:nvPr/>
            </p14:nvContentPartPr>
            <p14:xfrm>
              <a:off x="4187293" y="2146610"/>
              <a:ext cx="78541" cy="86870"/>
            </p14:xfrm>
          </p:contentPart>
        </mc:Choice>
        <mc:Fallback>
          <p:sp>
            <p:nvSpPr>
              <p:cNvPr id="1048840" name=""/>
              <p:cNvSpPr/>
              <p:nvPr/>
            </p:nvSpPr>
            <p:spPr>
              <a:xfrm>
                <a:off x="4187293" y="2146610"/>
                <a:ext cx="78541" cy="86870"/>
              </a:xfrm>
            </p:spPr>
          </p:sp>
        </mc:Fallback>
      </mc:AlternateContent>
      <mc:AlternateContent xmlns:mc="http://schemas.openxmlformats.org/markup-compatibility/2006">
        <mc:Choice xmlns:p14="http://schemas.microsoft.com/office/powerpoint/2010/main" Requires="p14">
          <p:contentPart p14:bwMode="auto" r:id="rId35">
            <p14:nvContentPartPr>
              <p14:cNvPr id="1048841" name=""/>
              <p14:cNvContentPartPr/>
              <p14:nvPr/>
            </p14:nvContentPartPr>
            <p14:xfrm>
              <a:off x="4230094" y="2103175"/>
              <a:ext cx="76960" cy="108425"/>
            </p14:xfrm>
          </p:contentPart>
        </mc:Choice>
        <mc:Fallback>
          <p:sp>
            <p:nvSpPr>
              <p:cNvPr id="1048841" name=""/>
              <p:cNvSpPr/>
              <p:nvPr/>
            </p:nvSpPr>
            <p:spPr>
              <a:xfrm>
                <a:off x="4230094" y="2103175"/>
                <a:ext cx="76960" cy="108425"/>
              </a:xfrm>
            </p:spPr>
          </p:sp>
        </mc:Fallback>
      </mc:AlternateContent>
      <mc:AlternateContent xmlns:mc="http://schemas.openxmlformats.org/markup-compatibility/2006">
        <mc:Choice xmlns:p14="http://schemas.microsoft.com/office/powerpoint/2010/main" Requires="p14">
          <p:contentPart p14:bwMode="auto" r:id="rId36">
            <p14:nvContentPartPr>
              <p14:cNvPr id="1048842" name=""/>
              <p14:cNvContentPartPr/>
              <p14:nvPr/>
            </p14:nvContentPartPr>
            <p14:xfrm>
              <a:off x="4290317" y="2297460"/>
              <a:ext cx="364237" cy="293368"/>
            </p14:xfrm>
          </p:contentPart>
        </mc:Choice>
        <mc:Fallback>
          <p:sp>
            <p:nvSpPr>
              <p:cNvPr id="1048842" name=""/>
              <p:cNvSpPr/>
              <p:nvPr/>
            </p:nvSpPr>
            <p:spPr>
              <a:xfrm>
                <a:off x="4290317" y="2297460"/>
                <a:ext cx="364237" cy="293368"/>
              </a:xfrm>
            </p:spPr>
          </p:sp>
        </mc:Fallback>
      </mc:AlternateContent>
      <mc:AlternateContent xmlns:mc="http://schemas.openxmlformats.org/markup-compatibility/2006">
        <mc:Choice xmlns:p14="http://schemas.microsoft.com/office/powerpoint/2010/main" Requires="p14">
          <p:contentPart p14:bwMode="auto" r:id="rId37">
            <p14:nvContentPartPr>
              <p14:cNvPr id="1048843" name=""/>
              <p14:cNvContentPartPr/>
              <p14:nvPr/>
            </p14:nvContentPartPr>
            <p14:xfrm>
              <a:off x="4694725" y="2458101"/>
              <a:ext cx="87615" cy="113211"/>
            </p14:xfrm>
          </p:contentPart>
        </mc:Choice>
        <mc:Fallback>
          <p:sp>
            <p:nvSpPr>
              <p:cNvPr id="1048843" name=""/>
              <p:cNvSpPr/>
              <p:nvPr/>
            </p:nvSpPr>
            <p:spPr>
              <a:xfrm>
                <a:off x="4694725" y="2458101"/>
                <a:ext cx="87615" cy="113211"/>
              </a:xfrm>
            </p:spPr>
          </p:sp>
        </mc:Fallback>
      </mc:AlternateContent>
      <mc:AlternateContent xmlns:mc="http://schemas.openxmlformats.org/markup-compatibility/2006">
        <mc:Choice xmlns:p14="http://schemas.microsoft.com/office/powerpoint/2010/main" Requires="p14">
          <p:contentPart p14:bwMode="auto" r:id="rId38">
            <p14:nvContentPartPr>
              <p14:cNvPr id="1048844" name=""/>
              <p14:cNvContentPartPr/>
              <p14:nvPr/>
            </p14:nvContentPartPr>
            <p14:xfrm>
              <a:off x="4664717" y="2465299"/>
              <a:ext cx="137230" cy="113374"/>
            </p14:xfrm>
          </p:contentPart>
        </mc:Choice>
        <mc:Fallback>
          <p:sp>
            <p:nvSpPr>
              <p:cNvPr id="1048844" name=""/>
              <p:cNvSpPr/>
              <p:nvPr/>
            </p:nvSpPr>
            <p:spPr>
              <a:xfrm>
                <a:off x="4664717" y="2465299"/>
                <a:ext cx="137230" cy="113374"/>
              </a:xfrm>
            </p:spPr>
          </p:sp>
        </mc:Fallback>
      </mc:AlternateContent>
      <mc:AlternateContent xmlns:mc="http://schemas.openxmlformats.org/markup-compatibility/2006">
        <mc:Choice xmlns:p14="http://schemas.microsoft.com/office/powerpoint/2010/main" Requires="p14">
          <p:contentPart p14:bwMode="auto" r:id="rId39">
            <p14:nvContentPartPr>
              <p14:cNvPr id="1048845" name=""/>
              <p14:cNvContentPartPr/>
              <p14:nvPr/>
            </p14:nvContentPartPr>
            <p14:xfrm>
              <a:off x="4644864" y="2769593"/>
              <a:ext cx="93102" cy="105236"/>
            </p14:xfrm>
          </p:contentPart>
        </mc:Choice>
        <mc:Fallback>
          <p:sp>
            <p:nvSpPr>
              <p:cNvPr id="1048845" name=""/>
              <p:cNvSpPr/>
              <p:nvPr/>
            </p:nvSpPr>
            <p:spPr>
              <a:xfrm>
                <a:off x="4644864" y="2769593"/>
                <a:ext cx="93102" cy="105236"/>
              </a:xfrm>
            </p:spPr>
          </p:sp>
        </mc:Fallback>
      </mc:AlternateContent>
      <mc:AlternateContent xmlns:mc="http://schemas.openxmlformats.org/markup-compatibility/2006">
        <mc:Choice xmlns:p14="http://schemas.microsoft.com/office/powerpoint/2010/main" Requires="p14">
          <p:contentPart p14:bwMode="auto" r:id="rId40">
            <p14:nvContentPartPr>
              <p14:cNvPr id="1048846" name=""/>
              <p14:cNvContentPartPr/>
              <p14:nvPr/>
            </p14:nvContentPartPr>
            <p14:xfrm>
              <a:off x="4578786" y="2762395"/>
              <a:ext cx="151680" cy="138244"/>
            </p14:xfrm>
          </p:contentPart>
        </mc:Choice>
        <mc:Fallback>
          <p:sp>
            <p:nvSpPr>
              <p:cNvPr id="1048846" name=""/>
              <p:cNvSpPr/>
              <p:nvPr/>
            </p:nvSpPr>
            <p:spPr>
              <a:xfrm>
                <a:off x="4578786" y="2762395"/>
                <a:ext cx="151680" cy="138244"/>
              </a:xfrm>
            </p:spPr>
          </p:sp>
        </mc:Fallback>
      </mc:AlternateContent>
      <mc:AlternateContent xmlns:mc="http://schemas.openxmlformats.org/markup-compatibility/2006">
        <mc:Choice xmlns:p14="http://schemas.microsoft.com/office/powerpoint/2010/main" Requires="p14">
          <p:contentPart p14:bwMode="auto" r:id="rId41">
            <p14:nvContentPartPr>
              <p14:cNvPr id="1048847" name=""/>
              <p14:cNvContentPartPr/>
              <p14:nvPr/>
            </p14:nvContentPartPr>
            <p14:xfrm>
              <a:off x="4766206" y="2933820"/>
              <a:ext cx="193974" cy="151674"/>
            </p14:xfrm>
          </p:contentPart>
        </mc:Choice>
        <mc:Fallback>
          <p:sp>
            <p:nvSpPr>
              <p:cNvPr id="1048847" name=""/>
              <p:cNvSpPr/>
              <p:nvPr/>
            </p:nvSpPr>
            <p:spPr>
              <a:xfrm>
                <a:off x="4766206" y="2933820"/>
                <a:ext cx="193974" cy="151674"/>
              </a:xfrm>
            </p:spPr>
          </p:sp>
        </mc:Fallback>
      </mc:AlternateContent>
      <mc:AlternateContent xmlns:mc="http://schemas.openxmlformats.org/markup-compatibility/2006">
        <mc:Choice xmlns:p14="http://schemas.microsoft.com/office/powerpoint/2010/main" Requires="p14">
          <p:contentPart p14:bwMode="auto" r:id="rId42">
            <p14:nvContentPartPr>
              <p14:cNvPr id="1048848" name=""/>
              <p14:cNvContentPartPr/>
              <p14:nvPr/>
            </p14:nvContentPartPr>
            <p14:xfrm>
              <a:off x="4872640" y="3061062"/>
              <a:ext cx="154566" cy="152673"/>
            </p14:xfrm>
          </p:contentPart>
        </mc:Choice>
        <mc:Fallback>
          <p:sp>
            <p:nvSpPr>
              <p:cNvPr id="1048848" name=""/>
              <p:cNvSpPr/>
              <p:nvPr/>
            </p:nvSpPr>
            <p:spPr>
              <a:xfrm>
                <a:off x="4872640" y="3061062"/>
                <a:ext cx="154566" cy="152673"/>
              </a:xfrm>
            </p:spPr>
          </p:sp>
        </mc:Fallback>
      </mc:AlternateContent>
      <mc:AlternateContent xmlns:mc="http://schemas.openxmlformats.org/markup-compatibility/2006">
        <mc:Choice xmlns:p14="http://schemas.microsoft.com/office/powerpoint/2010/main" Requires="p14">
          <p:contentPart p14:bwMode="auto" r:id="rId43">
            <p14:nvContentPartPr>
              <p14:cNvPr id="1048849" name=""/>
              <p14:cNvContentPartPr/>
              <p14:nvPr/>
            </p14:nvContentPartPr>
            <p14:xfrm>
              <a:off x="5052574" y="3103173"/>
              <a:ext cx="112348" cy="77422"/>
            </p14:xfrm>
          </p:contentPart>
        </mc:Choice>
        <mc:Fallback>
          <p:sp>
            <p:nvSpPr>
              <p:cNvPr id="1048849" name=""/>
              <p:cNvSpPr/>
              <p:nvPr/>
            </p:nvSpPr>
            <p:spPr>
              <a:xfrm>
                <a:off x="5052574" y="3103173"/>
                <a:ext cx="112348" cy="77422"/>
              </a:xfrm>
            </p:spPr>
          </p:sp>
        </mc:Fallback>
      </mc:AlternateContent>
      <mc:AlternateContent xmlns:mc="http://schemas.openxmlformats.org/markup-compatibility/2006">
        <mc:Choice xmlns:p14="http://schemas.microsoft.com/office/powerpoint/2010/main" Requires="p14">
          <p:contentPart p14:bwMode="auto" r:id="rId44">
            <p14:nvContentPartPr>
              <p14:cNvPr id="1048850" name=""/>
              <p14:cNvContentPartPr/>
              <p14:nvPr/>
            </p14:nvContentPartPr>
            <p14:xfrm>
              <a:off x="3304534" y="1582987"/>
              <a:ext cx="2015701" cy="1903903"/>
            </p14:xfrm>
          </p:contentPart>
        </mc:Choice>
        <mc:Fallback>
          <p:sp>
            <p:nvSpPr>
              <p:cNvPr id="1048850" name=""/>
              <p:cNvSpPr/>
              <p:nvPr/>
            </p:nvSpPr>
            <p:spPr>
              <a:xfrm>
                <a:off x="3304534" y="1582987"/>
                <a:ext cx="2015701" cy="1903903"/>
              </a:xfrm>
            </p:spPr>
          </p:sp>
        </mc:Fallback>
      </mc:AlternateContent>
      <mc:AlternateContent xmlns:mc="http://schemas.openxmlformats.org/markup-compatibility/2006">
        <mc:Choice xmlns:p14="http://schemas.microsoft.com/office/powerpoint/2010/main" Requires="p14">
          <p:contentPart p14:bwMode="auto" r:id="rId45">
            <p14:nvContentPartPr>
              <p14:cNvPr id="1048851" name=""/>
              <p14:cNvContentPartPr/>
              <p14:nvPr/>
            </p14:nvContentPartPr>
            <p14:xfrm>
              <a:off x="4665623" y="2792665"/>
              <a:ext cx="628623" cy="598742"/>
            </p14:xfrm>
          </p:contentPart>
        </mc:Choice>
        <mc:Fallback>
          <p:sp>
            <p:nvSpPr>
              <p:cNvPr id="1048851" name=""/>
              <p:cNvSpPr/>
              <p:nvPr/>
            </p:nvSpPr>
            <p:spPr>
              <a:xfrm>
                <a:off x="4665623" y="2792665"/>
                <a:ext cx="628623" cy="598742"/>
              </a:xfrm>
            </p:spPr>
          </p:sp>
        </mc:Fallback>
      </mc:AlternateContent>
      <mc:AlternateContent xmlns:mc="http://schemas.openxmlformats.org/markup-compatibility/2006">
        <mc:Choice xmlns:p14="http://schemas.microsoft.com/office/powerpoint/2010/main" Requires="p14">
          <p:contentPart p14:bwMode="auto" r:id="rId46">
            <p14:nvContentPartPr>
              <p14:cNvPr id="1048852" name=""/>
              <p14:cNvContentPartPr/>
              <p14:nvPr/>
            </p14:nvContentPartPr>
            <p14:xfrm>
              <a:off x="3351788" y="4884754"/>
              <a:ext cx="85797" cy="837846"/>
            </p14:xfrm>
          </p:contentPart>
        </mc:Choice>
        <mc:Fallback>
          <p:sp>
            <p:nvSpPr>
              <p:cNvPr id="1048852" name=""/>
              <p:cNvSpPr/>
              <p:nvPr/>
            </p:nvSpPr>
            <p:spPr>
              <a:xfrm>
                <a:off x="3351788" y="4884754"/>
                <a:ext cx="85797" cy="837846"/>
              </a:xfrm>
            </p:spPr>
          </p:sp>
        </mc:Fallback>
      </mc:AlternateContent>
      <mc:AlternateContent xmlns:mc="http://schemas.openxmlformats.org/markup-compatibility/2006">
        <mc:Choice xmlns:p14="http://schemas.microsoft.com/office/powerpoint/2010/main" Requires="p14">
          <p:contentPart p14:bwMode="auto" r:id="rId47">
            <p14:nvContentPartPr>
              <p14:cNvPr id="1048853" name=""/>
              <p14:cNvContentPartPr/>
              <p14:nvPr/>
            </p14:nvContentPartPr>
            <p14:xfrm>
              <a:off x="3348149" y="4892448"/>
              <a:ext cx="130947" cy="313471"/>
            </p14:xfrm>
          </p:contentPart>
        </mc:Choice>
        <mc:Fallback>
          <p:sp>
            <p:nvSpPr>
              <p:cNvPr id="1048853" name=""/>
              <p:cNvSpPr/>
              <p:nvPr/>
            </p:nvSpPr>
            <p:spPr>
              <a:xfrm>
                <a:off x="3348149" y="4892448"/>
                <a:ext cx="130947" cy="313471"/>
              </a:xfrm>
            </p:spPr>
          </p:sp>
        </mc:Fallback>
      </mc:AlternateContent>
      <mc:AlternateContent xmlns:mc="http://schemas.openxmlformats.org/markup-compatibility/2006">
        <mc:Choice xmlns:p14="http://schemas.microsoft.com/office/powerpoint/2010/main" Requires="p14">
          <p:contentPart p14:bwMode="auto" r:id="rId48">
            <p14:nvContentPartPr>
              <p14:cNvPr id="1048854" name=""/>
              <p14:cNvContentPartPr/>
              <p14:nvPr/>
            </p14:nvContentPartPr>
            <p14:xfrm>
              <a:off x="3337451" y="5225533"/>
              <a:ext cx="112963" cy="296082"/>
            </p14:xfrm>
          </p:contentPart>
        </mc:Choice>
        <mc:Fallback>
          <p:sp>
            <p:nvSpPr>
              <p:cNvPr id="1048854" name=""/>
              <p:cNvSpPr/>
              <p:nvPr/>
            </p:nvSpPr>
            <p:spPr>
              <a:xfrm>
                <a:off x="3337451" y="5225533"/>
                <a:ext cx="112963" cy="296082"/>
              </a:xfrm>
            </p:spPr>
          </p:sp>
        </mc:Fallback>
      </mc:AlternateContent>
      <mc:AlternateContent xmlns:mc="http://schemas.openxmlformats.org/markup-compatibility/2006">
        <mc:Choice xmlns:p14="http://schemas.microsoft.com/office/powerpoint/2010/main" Requires="p14">
          <p:contentPart p14:bwMode="auto" r:id="rId49">
            <p14:nvContentPartPr>
              <p14:cNvPr id="1048855" name=""/>
              <p14:cNvContentPartPr/>
              <p14:nvPr/>
            </p14:nvContentPartPr>
            <p14:xfrm>
              <a:off x="3379438" y="5602052"/>
              <a:ext cx="78037" cy="119835"/>
            </p14:xfrm>
          </p:contentPart>
        </mc:Choice>
        <mc:Fallback>
          <p:sp>
            <p:nvSpPr>
              <p:cNvPr id="1048855" name=""/>
              <p:cNvSpPr/>
              <p:nvPr/>
            </p:nvSpPr>
            <p:spPr>
              <a:xfrm>
                <a:off x="3379438" y="5602052"/>
                <a:ext cx="78037" cy="119835"/>
              </a:xfrm>
            </p:spPr>
          </p:sp>
        </mc:Fallback>
      </mc:AlternateContent>
      <mc:AlternateContent xmlns:mc="http://schemas.openxmlformats.org/markup-compatibility/2006">
        <mc:Choice xmlns:p14="http://schemas.microsoft.com/office/powerpoint/2010/main" Requires="p14">
          <p:contentPart p14:bwMode="auto" r:id="rId50">
            <p14:nvContentPartPr>
              <p14:cNvPr id="1048856" name=""/>
              <p14:cNvContentPartPr/>
              <p14:nvPr/>
            </p14:nvContentPartPr>
            <p14:xfrm>
              <a:off x="3436295" y="5768595"/>
              <a:ext cx="28239" cy="72722"/>
            </p14:xfrm>
          </p:contentPart>
        </mc:Choice>
        <mc:Fallback>
          <p:sp>
            <p:nvSpPr>
              <p:cNvPr id="1048856" name=""/>
              <p:cNvSpPr/>
              <p:nvPr/>
            </p:nvSpPr>
            <p:spPr>
              <a:xfrm>
                <a:off x="3436295" y="5768595"/>
                <a:ext cx="28239" cy="72722"/>
              </a:xfrm>
            </p:spPr>
          </p:sp>
        </mc:Fallback>
      </mc:AlternateContent>
      <mc:AlternateContent xmlns:mc="http://schemas.openxmlformats.org/markup-compatibility/2006">
        <mc:Choice xmlns:p14="http://schemas.microsoft.com/office/powerpoint/2010/main" Requires="p14">
          <p:contentPart p14:bwMode="auto" r:id="rId51">
            <p14:nvContentPartPr>
              <p14:cNvPr id="1048857" name=""/>
              <p14:cNvContentPartPr/>
              <p14:nvPr/>
            </p14:nvContentPartPr>
            <p14:xfrm>
              <a:off x="375585" y="1850011"/>
              <a:ext cx="128198" cy="319580"/>
            </p14:xfrm>
          </p:contentPart>
        </mc:Choice>
        <mc:Fallback>
          <p:sp>
            <p:nvSpPr>
              <p:cNvPr id="1048857" name=""/>
              <p:cNvSpPr/>
              <p:nvPr/>
            </p:nvSpPr>
            <p:spPr>
              <a:xfrm>
                <a:off x="375585" y="1850011"/>
                <a:ext cx="128198" cy="319580"/>
              </a:xfrm>
            </p:spPr>
          </p:sp>
        </mc:Fallback>
      </mc:AlternateContent>
      <mc:AlternateContent xmlns:mc="http://schemas.openxmlformats.org/markup-compatibility/2006">
        <mc:Choice xmlns:p14="http://schemas.microsoft.com/office/powerpoint/2010/main" Requires="p14">
          <p:contentPart p14:bwMode="auto" r:id="rId52">
            <p14:nvContentPartPr>
              <p14:cNvPr id="1048858" name=""/>
              <p14:cNvContentPartPr/>
              <p14:nvPr/>
            </p14:nvContentPartPr>
            <p14:xfrm>
              <a:off x="468013" y="1885752"/>
              <a:ext cx="14590" cy="282948"/>
            </p14:xfrm>
          </p:contentPart>
        </mc:Choice>
        <mc:Fallback>
          <p:sp>
            <p:nvSpPr>
              <p:cNvPr id="1048858" name=""/>
              <p:cNvSpPr/>
              <p:nvPr/>
            </p:nvSpPr>
            <p:spPr>
              <a:xfrm>
                <a:off x="468013" y="1885752"/>
                <a:ext cx="14590" cy="282948"/>
              </a:xfrm>
            </p:spPr>
          </p:sp>
        </mc:Fallback>
      </mc:AlternateContent>
      <mc:AlternateContent xmlns:mc="http://schemas.openxmlformats.org/markup-compatibility/2006">
        <mc:Choice xmlns:p14="http://schemas.microsoft.com/office/powerpoint/2010/main" Requires="p14">
          <p:contentPart p14:bwMode="auto" r:id="rId53">
            <p14:nvContentPartPr>
              <p14:cNvPr id="1048859" name=""/>
              <p14:cNvContentPartPr/>
              <p14:nvPr/>
            </p14:nvContentPartPr>
            <p14:xfrm>
              <a:off x="367880" y="2023503"/>
              <a:ext cx="186205" cy="79672"/>
            </p14:xfrm>
          </p:contentPart>
        </mc:Choice>
        <mc:Fallback>
          <p:sp>
            <p:nvSpPr>
              <p:cNvPr id="1048859" name=""/>
              <p:cNvSpPr/>
              <p:nvPr/>
            </p:nvSpPr>
            <p:spPr>
              <a:xfrm>
                <a:off x="367880" y="2023503"/>
                <a:ext cx="186205" cy="79672"/>
              </a:xfrm>
            </p:spPr>
          </p:sp>
        </mc:Fallback>
      </mc:AlternateContent>
      <mc:AlternateContent xmlns:mc="http://schemas.openxmlformats.org/markup-compatibility/2006">
        <mc:Choice xmlns:p14="http://schemas.microsoft.com/office/powerpoint/2010/main" Requires="p14">
          <p:contentPart p14:bwMode="auto" r:id="rId54">
            <p14:nvContentPartPr>
              <p14:cNvPr id="1048860" name=""/>
              <p14:cNvContentPartPr/>
              <p14:nvPr/>
            </p14:nvContentPartPr>
            <p14:xfrm>
              <a:off x="569996" y="1835367"/>
              <a:ext cx="26890" cy="306945"/>
            </p14:xfrm>
          </p:contentPart>
        </mc:Choice>
        <mc:Fallback>
          <p:sp>
            <p:nvSpPr>
              <p:cNvPr id="1048860" name=""/>
              <p:cNvSpPr/>
              <p:nvPr/>
            </p:nvSpPr>
            <p:spPr>
              <a:xfrm>
                <a:off x="569996" y="1835367"/>
                <a:ext cx="26890" cy="306945"/>
              </a:xfrm>
            </p:spPr>
          </p:sp>
        </mc:Fallback>
      </mc:AlternateContent>
      <mc:AlternateContent xmlns:mc="http://schemas.openxmlformats.org/markup-compatibility/2006">
        <mc:Choice xmlns:p14="http://schemas.microsoft.com/office/powerpoint/2010/main" Requires="p14">
          <p:contentPart p14:bwMode="auto" r:id="rId55">
            <p14:nvContentPartPr>
              <p14:cNvPr id="1048861" name=""/>
              <p14:cNvContentPartPr/>
              <p14:nvPr/>
            </p14:nvContentPartPr>
            <p14:xfrm>
              <a:off x="554085" y="2037899"/>
              <a:ext cx="176986" cy="82675"/>
            </p14:xfrm>
          </p:contentPart>
        </mc:Choice>
        <mc:Fallback>
          <p:sp>
            <p:nvSpPr>
              <p:cNvPr id="1048861" name=""/>
              <p:cNvSpPr/>
              <p:nvPr/>
            </p:nvSpPr>
            <p:spPr>
              <a:xfrm>
                <a:off x="554085" y="2037899"/>
                <a:ext cx="176986" cy="82675"/>
              </a:xfrm>
            </p:spPr>
          </p:sp>
        </mc:Fallback>
      </mc:AlternateContent>
      <mc:AlternateContent xmlns:mc="http://schemas.openxmlformats.org/markup-compatibility/2006">
        <mc:Choice xmlns:p14="http://schemas.microsoft.com/office/powerpoint/2010/main" Requires="p14">
          <p:contentPart p14:bwMode="auto" r:id="rId56">
            <p14:nvContentPartPr>
              <p14:cNvPr id="1048862" name=""/>
              <p14:cNvContentPartPr/>
              <p14:nvPr/>
            </p14:nvContentPartPr>
            <p14:xfrm>
              <a:off x="768530" y="2009107"/>
              <a:ext cx="329509" cy="108573"/>
            </p14:xfrm>
          </p:contentPart>
        </mc:Choice>
        <mc:Fallback>
          <p:sp>
            <p:nvSpPr>
              <p:cNvPr id="1048862" name=""/>
              <p:cNvSpPr/>
              <p:nvPr/>
            </p:nvSpPr>
            <p:spPr>
              <a:xfrm>
                <a:off x="768530" y="2009107"/>
                <a:ext cx="329509" cy="108573"/>
              </a:xfrm>
            </p:spPr>
          </p:sp>
        </mc:Fallback>
      </mc:AlternateContent>
      <mc:AlternateContent xmlns:mc="http://schemas.openxmlformats.org/markup-compatibility/2006">
        <mc:Choice xmlns:p14="http://schemas.microsoft.com/office/powerpoint/2010/main" Requires="p14">
          <p:contentPart p14:bwMode="auto" r:id="rId57">
            <p14:nvContentPartPr>
              <p14:cNvPr id="1048863" name=""/>
              <p14:cNvContentPartPr/>
              <p14:nvPr/>
            </p14:nvContentPartPr>
            <p14:xfrm>
              <a:off x="1305083" y="2032369"/>
              <a:ext cx="159903" cy="133014"/>
            </p14:xfrm>
          </p:contentPart>
        </mc:Choice>
        <mc:Fallback>
          <p:sp>
            <p:nvSpPr>
              <p:cNvPr id="1048863" name=""/>
              <p:cNvSpPr/>
              <p:nvPr/>
            </p:nvSpPr>
            <p:spPr>
              <a:xfrm>
                <a:off x="1305083" y="2032369"/>
                <a:ext cx="159903" cy="133014"/>
              </a:xfrm>
            </p:spPr>
          </p:sp>
        </mc:Fallback>
      </mc:AlternateContent>
      <mc:AlternateContent xmlns:mc="http://schemas.openxmlformats.org/markup-compatibility/2006">
        <mc:Choice xmlns:p14="http://schemas.microsoft.com/office/powerpoint/2010/main" Requires="p14">
          <p:contentPart p14:bwMode="auto" r:id="rId58">
            <p14:nvContentPartPr>
              <p14:cNvPr id="1048864" name=""/>
              <p14:cNvContentPartPr/>
              <p14:nvPr/>
            </p14:nvContentPartPr>
            <p14:xfrm>
              <a:off x="1494772" y="1885752"/>
              <a:ext cx="160659" cy="246685"/>
            </p14:xfrm>
          </p:contentPart>
        </mc:Choice>
        <mc:Fallback>
          <p:sp>
            <p:nvSpPr>
              <p:cNvPr id="1048864" name=""/>
              <p:cNvSpPr/>
              <p:nvPr/>
            </p:nvSpPr>
            <p:spPr>
              <a:xfrm>
                <a:off x="1494772" y="1885752"/>
                <a:ext cx="160659" cy="246685"/>
              </a:xfrm>
            </p:spPr>
          </p:sp>
        </mc:Fallback>
      </mc:AlternateContent>
      <mc:AlternateContent xmlns:mc="http://schemas.openxmlformats.org/markup-compatibility/2006">
        <mc:Choice xmlns:p14="http://schemas.microsoft.com/office/powerpoint/2010/main" Requires="p14">
          <p:contentPart p14:bwMode="auto" r:id="rId59">
            <p14:nvContentPartPr>
              <p14:cNvPr id="1048865" name=""/>
              <p14:cNvContentPartPr/>
              <p14:nvPr/>
            </p14:nvContentPartPr>
            <p14:xfrm>
              <a:off x="651895" y="2211887"/>
              <a:ext cx="874693" cy="446348"/>
            </p14:xfrm>
          </p:contentPart>
        </mc:Choice>
        <mc:Fallback>
          <p:sp>
            <p:nvSpPr>
              <p:cNvPr id="1048865" name=""/>
              <p:cNvSpPr/>
              <p:nvPr/>
            </p:nvSpPr>
            <p:spPr>
              <a:xfrm>
                <a:off x="651895" y="2211887"/>
                <a:ext cx="874693" cy="446348"/>
              </a:xfrm>
            </p:spPr>
          </p:sp>
        </mc:Fallback>
      </mc:AlternateContent>
      <mc:AlternateContent xmlns:mc="http://schemas.openxmlformats.org/markup-compatibility/2006">
        <mc:Choice xmlns:p14="http://schemas.microsoft.com/office/powerpoint/2010/main" Requires="p14">
          <p:contentPart p14:bwMode="auto" r:id="rId60">
            <p14:nvContentPartPr>
              <p14:cNvPr id="1048866" name=""/>
              <p14:cNvContentPartPr/>
              <p14:nvPr/>
            </p14:nvContentPartPr>
            <p14:xfrm>
              <a:off x="1434935" y="2248372"/>
              <a:ext cx="113274" cy="104897"/>
            </p14:xfrm>
          </p:contentPart>
        </mc:Choice>
        <mc:Fallback>
          <p:sp>
            <p:nvSpPr>
              <p:cNvPr id="1048866" name=""/>
              <p:cNvSpPr/>
              <p:nvPr/>
            </p:nvSpPr>
            <p:spPr>
              <a:xfrm>
                <a:off x="1434935" y="2248372"/>
                <a:ext cx="113274" cy="104897"/>
              </a:xfrm>
            </p:spPr>
          </p:sp>
        </mc:Fallback>
      </mc:AlternateContent>
      <mc:AlternateContent xmlns:mc="http://schemas.openxmlformats.org/markup-compatibility/2006">
        <mc:Choice xmlns:p14="http://schemas.microsoft.com/office/powerpoint/2010/main" Requires="p14">
          <p:contentPart p14:bwMode="auto" r:id="rId61">
            <p14:nvContentPartPr>
              <p14:cNvPr id="1048867" name=""/>
              <p14:cNvContentPartPr/>
              <p14:nvPr/>
            </p14:nvContentPartPr>
            <p14:xfrm>
              <a:off x="1671474" y="2335906"/>
              <a:ext cx="250511" cy="243330"/>
            </p14:xfrm>
          </p:contentPart>
        </mc:Choice>
        <mc:Fallback>
          <p:sp>
            <p:nvSpPr>
              <p:cNvPr id="1048867" name=""/>
              <p:cNvSpPr/>
              <p:nvPr/>
            </p:nvSpPr>
            <p:spPr>
              <a:xfrm>
                <a:off x="1671474" y="2335906"/>
                <a:ext cx="250511" cy="243330"/>
              </a:xfrm>
            </p:spPr>
          </p:sp>
        </mc:Fallback>
      </mc:AlternateContent>
      <mc:AlternateContent xmlns:mc="http://schemas.openxmlformats.org/markup-compatibility/2006">
        <mc:Choice xmlns:p14="http://schemas.microsoft.com/office/powerpoint/2010/main" Requires="p14">
          <p:contentPart p14:bwMode="auto" r:id="rId62">
            <p14:nvContentPartPr>
              <p14:cNvPr id="1048868" name=""/>
              <p14:cNvContentPartPr/>
              <p14:nvPr/>
            </p14:nvContentPartPr>
            <p14:xfrm>
              <a:off x="1991660" y="2320599"/>
              <a:ext cx="42800" cy="72226"/>
            </p14:xfrm>
          </p:contentPart>
        </mc:Choice>
        <mc:Fallback>
          <p:sp>
            <p:nvSpPr>
              <p:cNvPr id="1048868" name=""/>
              <p:cNvSpPr/>
              <p:nvPr/>
            </p:nvSpPr>
            <p:spPr>
              <a:xfrm>
                <a:off x="1991660" y="2320599"/>
                <a:ext cx="42800" cy="72226"/>
              </a:xfrm>
            </p:spPr>
          </p:sp>
        </mc:Fallback>
      </mc:AlternateContent>
      <mc:AlternateContent xmlns:mc="http://schemas.openxmlformats.org/markup-compatibility/2006">
        <mc:Choice xmlns:p14="http://schemas.microsoft.com/office/powerpoint/2010/main" Requires="p14">
          <p:contentPart p14:bwMode="auto" r:id="rId63">
            <p14:nvContentPartPr>
              <p14:cNvPr id="1048869" name=""/>
              <p14:cNvContentPartPr/>
              <p14:nvPr/>
            </p14:nvContentPartPr>
            <p14:xfrm>
              <a:off x="2049910" y="2479701"/>
              <a:ext cx="155606" cy="127506"/>
            </p14:xfrm>
          </p:contentPart>
        </mc:Choice>
        <mc:Fallback>
          <p:sp>
            <p:nvSpPr>
              <p:cNvPr id="1048869" name=""/>
              <p:cNvSpPr/>
              <p:nvPr/>
            </p:nvSpPr>
            <p:spPr>
              <a:xfrm>
                <a:off x="2049910" y="2479701"/>
                <a:ext cx="155606" cy="127506"/>
              </a:xfrm>
            </p:spPr>
          </p:sp>
        </mc:Fallback>
      </mc:AlternateContent>
      <mc:AlternateContent xmlns:mc="http://schemas.openxmlformats.org/markup-compatibility/2006">
        <mc:Choice xmlns:p14="http://schemas.microsoft.com/office/powerpoint/2010/main" Requires="p14">
          <p:contentPart p14:bwMode="auto" r:id="rId64">
            <p14:nvContentPartPr>
              <p14:cNvPr id="1048870" name=""/>
              <p14:cNvContentPartPr/>
              <p14:nvPr/>
            </p14:nvContentPartPr>
            <p14:xfrm>
              <a:off x="2177424" y="2392825"/>
              <a:ext cx="127178" cy="20019"/>
            </p14:xfrm>
          </p:contentPart>
        </mc:Choice>
        <mc:Fallback>
          <p:sp>
            <p:nvSpPr>
              <p:cNvPr id="1048870" name=""/>
              <p:cNvSpPr/>
              <p:nvPr/>
            </p:nvSpPr>
            <p:spPr>
              <a:xfrm>
                <a:off x="2177424" y="2392825"/>
                <a:ext cx="127178" cy="20019"/>
              </a:xfrm>
            </p:spPr>
          </p:sp>
        </mc:Fallback>
      </mc:AlternateContent>
      <mc:AlternateContent xmlns:mc="http://schemas.openxmlformats.org/markup-compatibility/2006">
        <mc:Choice xmlns:p14="http://schemas.microsoft.com/office/powerpoint/2010/main" Requires="p14">
          <p:contentPart p14:bwMode="auto" r:id="rId65">
            <p14:nvContentPartPr>
              <p14:cNvPr id="1048871" name=""/>
              <p14:cNvContentPartPr/>
              <p14:nvPr/>
            </p14:nvContentPartPr>
            <p14:xfrm>
              <a:off x="2363188" y="2566813"/>
              <a:ext cx="207385" cy="32902"/>
            </p14:xfrm>
          </p:contentPart>
        </mc:Choice>
        <mc:Fallback>
          <p:sp>
            <p:nvSpPr>
              <p:cNvPr id="1048871" name=""/>
              <p:cNvSpPr/>
              <p:nvPr/>
            </p:nvSpPr>
            <p:spPr>
              <a:xfrm>
                <a:off x="2363188" y="2566813"/>
                <a:ext cx="207385" cy="32902"/>
              </a:xfrm>
            </p:spPr>
          </p:sp>
        </mc:Fallback>
      </mc:AlternateContent>
      <mc:AlternateContent xmlns:mc="http://schemas.openxmlformats.org/markup-compatibility/2006">
        <mc:Choice xmlns:p14="http://schemas.microsoft.com/office/powerpoint/2010/main" Requires="p14">
          <p:contentPart p14:bwMode="auto" r:id="rId66">
            <p14:nvContentPartPr>
              <p14:cNvPr id="1048872" name=""/>
              <p14:cNvContentPartPr/>
              <p14:nvPr/>
            </p14:nvContentPartPr>
            <p14:xfrm>
              <a:off x="2431915" y="2501536"/>
              <a:ext cx="38937" cy="173699"/>
            </p14:xfrm>
          </p:contentPart>
        </mc:Choice>
        <mc:Fallback>
          <p:sp>
            <p:nvSpPr>
              <p:cNvPr id="1048872" name=""/>
              <p:cNvSpPr/>
              <p:nvPr/>
            </p:nvSpPr>
            <p:spPr>
              <a:xfrm>
                <a:off x="2431915" y="2501536"/>
                <a:ext cx="38937" cy="173699"/>
              </a:xfrm>
            </p:spPr>
          </p:sp>
        </mc:Fallback>
      </mc:AlternateContent>
      <mc:AlternateContent xmlns:mc="http://schemas.openxmlformats.org/markup-compatibility/2006">
        <mc:Choice xmlns:p14="http://schemas.microsoft.com/office/powerpoint/2010/main" Requires="p14">
          <p:contentPart p14:bwMode="auto" r:id="rId67">
            <p14:nvContentPartPr>
              <p14:cNvPr id="1048873" name=""/>
              <p14:cNvContentPartPr/>
              <p14:nvPr/>
            </p14:nvContentPartPr>
            <p14:xfrm>
              <a:off x="2670736" y="2457765"/>
              <a:ext cx="261250" cy="432205"/>
            </p14:xfrm>
          </p:contentPart>
        </mc:Choice>
        <mc:Fallback>
          <p:sp>
            <p:nvSpPr>
              <p:cNvPr id="1048873" name=""/>
              <p:cNvSpPr/>
              <p:nvPr/>
            </p:nvSpPr>
            <p:spPr>
              <a:xfrm>
                <a:off x="2670736" y="2457765"/>
                <a:ext cx="261250" cy="432205"/>
              </a:xfrm>
            </p:spPr>
          </p:sp>
        </mc:Fallback>
      </mc:AlternateContent>
      <mc:AlternateContent xmlns:mc="http://schemas.openxmlformats.org/markup-compatibility/2006">
        <mc:Choice xmlns:p14="http://schemas.microsoft.com/office/powerpoint/2010/main" Requires="p14">
          <p:contentPart p14:bwMode="auto" r:id="rId68">
            <p14:nvContentPartPr>
              <p14:cNvPr id="1048874" name=""/>
              <p14:cNvContentPartPr/>
              <p14:nvPr/>
            </p14:nvContentPartPr>
            <p14:xfrm>
              <a:off x="2885316" y="2559863"/>
              <a:ext cx="150810" cy="330434"/>
            </p14:xfrm>
          </p:contentPart>
        </mc:Choice>
        <mc:Fallback>
          <p:sp>
            <p:nvSpPr>
              <p:cNvPr id="1048874" name=""/>
              <p:cNvSpPr/>
              <p:nvPr/>
            </p:nvSpPr>
            <p:spPr>
              <a:xfrm>
                <a:off x="2885316" y="2559863"/>
                <a:ext cx="150810" cy="330434"/>
              </a:xfrm>
            </p:spPr>
          </p:sp>
        </mc:Fallback>
      </mc:AlternateContent>
      <mc:AlternateContent xmlns:mc="http://schemas.openxmlformats.org/markup-compatibility/2006">
        <mc:Choice xmlns:p14="http://schemas.microsoft.com/office/powerpoint/2010/main" Requires="p14">
          <p:contentPart p14:bwMode="auto" r:id="rId69">
            <p14:nvContentPartPr>
              <p14:cNvPr id="1048875" name=""/>
              <p14:cNvContentPartPr/>
              <p14:nvPr/>
            </p14:nvContentPartPr>
            <p14:xfrm>
              <a:off x="3077949" y="2577722"/>
              <a:ext cx="461652" cy="338570"/>
            </p14:xfrm>
          </p:contentPart>
        </mc:Choice>
        <mc:Fallback>
          <p:sp>
            <p:nvSpPr>
              <p:cNvPr id="1048875" name=""/>
              <p:cNvSpPr/>
              <p:nvPr/>
            </p:nvSpPr>
            <p:spPr>
              <a:xfrm>
                <a:off x="3077949" y="2577722"/>
                <a:ext cx="461652" cy="338570"/>
              </a:xfrm>
            </p:spPr>
          </p:sp>
        </mc:Fallback>
      </mc:AlternateContent>
      <mc:AlternateContent xmlns:mc="http://schemas.openxmlformats.org/markup-compatibility/2006">
        <mc:Choice xmlns:p14="http://schemas.microsoft.com/office/powerpoint/2010/main" Requires="p14">
          <p:contentPart p14:bwMode="auto" r:id="rId70">
            <p14:nvContentPartPr>
              <p14:cNvPr id="1048876" name=""/>
              <p14:cNvContentPartPr/>
              <p14:nvPr/>
            </p14:nvContentPartPr>
            <p14:xfrm>
              <a:off x="3514286" y="2776790"/>
              <a:ext cx="257100" cy="206329"/>
            </p14:xfrm>
          </p:contentPart>
        </mc:Choice>
        <mc:Fallback>
          <p:sp>
            <p:nvSpPr>
              <p:cNvPr id="1048876" name=""/>
              <p:cNvSpPr/>
              <p:nvPr/>
            </p:nvSpPr>
            <p:spPr>
              <a:xfrm>
                <a:off x="3514286" y="2776790"/>
                <a:ext cx="257100" cy="206329"/>
              </a:xfrm>
            </p:spPr>
          </p:sp>
        </mc:Fallback>
      </mc:AlternateContent>
      <mc:AlternateContent xmlns:mc="http://schemas.openxmlformats.org/markup-compatibility/2006">
        <mc:Choice xmlns:p14="http://schemas.microsoft.com/office/powerpoint/2010/main" Requires="p14">
          <p:contentPart p14:bwMode="auto" r:id="rId71">
            <p14:nvContentPartPr>
              <p14:cNvPr id="1048877" name=""/>
              <p14:cNvContentPartPr/>
              <p14:nvPr/>
            </p14:nvContentPartPr>
            <p14:xfrm>
              <a:off x="2735157" y="2726406"/>
              <a:ext cx="823188" cy="264721"/>
            </p14:xfrm>
          </p:contentPart>
        </mc:Choice>
        <mc:Fallback>
          <p:sp>
            <p:nvSpPr>
              <p:cNvPr id="1048877" name=""/>
              <p:cNvSpPr/>
              <p:nvPr/>
            </p:nvSpPr>
            <p:spPr>
              <a:xfrm>
                <a:off x="2735157" y="2726406"/>
                <a:ext cx="823188" cy="264721"/>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3" name="TextBox 1"/>
          <p:cNvSpPr txBox="1"/>
          <p:nvPr/>
        </p:nvSpPr>
        <p:spPr>
          <a:xfrm>
            <a:off x="384312" y="252656"/>
            <a:ext cx="1948069" cy="461665"/>
          </a:xfrm>
          <a:prstGeom prst="rect"/>
          <a:solidFill>
            <a:srgbClr val="92D050"/>
          </a:solidFill>
        </p:spPr>
        <p:txBody>
          <a:bodyPr wrap="square">
            <a:spAutoFit/>
          </a:bodyPr>
          <a:p>
            <a:r>
              <a:rPr b="1" dirty="0" sz="2400" lang="fr-FR"/>
              <a:t>II - </a:t>
            </a:r>
            <a:r>
              <a:rPr baseline="0" b="1" dirty="0" sz="2400" i="0" lang="fr-FR" strike="noStrike" u="none">
                <a:latin typeface="Arial" panose="020B0604020202020204" pitchFamily="34" charset="0"/>
              </a:rPr>
              <a:t>NOYAU</a:t>
            </a:r>
            <a:r>
              <a:rPr b="1" dirty="0" sz="2400" lang="fr-FR"/>
              <a:t> </a:t>
            </a:r>
          </a:p>
        </p:txBody>
      </p:sp>
      <p:sp>
        <p:nvSpPr>
          <p:cNvPr id="1048604" name="TextBox 2"/>
          <p:cNvSpPr txBox="1"/>
          <p:nvPr/>
        </p:nvSpPr>
        <p:spPr>
          <a:xfrm>
            <a:off x="384312" y="835982"/>
            <a:ext cx="6096000" cy="400110"/>
          </a:xfrm>
          <a:prstGeom prst="rect"/>
          <a:noFill/>
        </p:spPr>
        <p:txBody>
          <a:bodyPr wrap="square">
            <a:spAutoFit/>
          </a:bodyPr>
          <a:p>
            <a:pPr indent="-342900" marL="342900">
              <a:buFont typeface="Arial" panose="020B0604020202020204" pitchFamily="34" charset="0"/>
              <a:buChar char="•"/>
            </a:pPr>
            <a:r>
              <a:rPr baseline="0" dirty="0" sz="2000" i="0" lang="fr-FR" strike="noStrike" u="none">
                <a:latin typeface="+mj-lt"/>
              </a:rPr>
              <a:t>Il a été mis en évidence </a:t>
            </a:r>
            <a:r>
              <a:rPr dirty="0" sz="2000" lang="fr-FR">
                <a:latin typeface="+mj-lt"/>
              </a:rPr>
              <a:t>par </a:t>
            </a:r>
            <a:r>
              <a:rPr baseline="0" dirty="0" sz="2000" i="0" lang="fr-FR" strike="noStrike" u="none">
                <a:latin typeface="+mj-lt"/>
              </a:rPr>
              <a:t>Rutherford 1909</a:t>
            </a:r>
            <a:endParaRPr dirty="0" sz="2000" lang="fr-FR">
              <a:latin typeface="+mj-lt"/>
            </a:endParaRPr>
          </a:p>
        </p:txBody>
      </p:sp>
      <p:pic>
        <p:nvPicPr>
          <p:cNvPr id="2097156" name="Picture 3"/>
          <p:cNvPicPr>
            <a:picLocks noChangeAspect="1"/>
          </p:cNvPicPr>
          <p:nvPr/>
        </p:nvPicPr>
        <p:blipFill>
          <a:blip xmlns:r="http://schemas.openxmlformats.org/officeDocument/2006/relationships" r:embed="rId1"/>
          <a:stretch>
            <a:fillRect/>
          </a:stretch>
        </p:blipFill>
        <p:spPr>
          <a:xfrm>
            <a:off x="6798366" y="152184"/>
            <a:ext cx="5393634" cy="4238230"/>
          </a:xfrm>
          <a:prstGeom prst="rect"/>
        </p:spPr>
      </p:pic>
      <p:sp>
        <p:nvSpPr>
          <p:cNvPr id="1048605" name="TextBox 5"/>
          <p:cNvSpPr txBox="1"/>
          <p:nvPr/>
        </p:nvSpPr>
        <p:spPr>
          <a:xfrm>
            <a:off x="384312" y="1357753"/>
            <a:ext cx="6414053" cy="5577840"/>
          </a:xfrm>
          <a:prstGeom prst="rect"/>
          <a:noFill/>
        </p:spPr>
        <p:txBody>
          <a:bodyPr wrap="square">
            <a:spAutoFit/>
          </a:bodyPr>
          <a:p>
            <a:pPr algn="just" indent="-285750" marL="285750">
              <a:buFont typeface="Arial" panose="020B0604020202020204" pitchFamily="34" charset="0"/>
              <a:buChar char="•"/>
            </a:pPr>
            <a:r>
              <a:rPr baseline="0" b="0" dirty="0" sz="2000" i="0" lang="fr-FR" strike="noStrike" u="none">
                <a:latin typeface="+mj-lt"/>
              </a:rPr>
              <a:t>La matière de la feuille d'or est constituée essentiellement du vide.</a:t>
            </a:r>
          </a:p>
          <a:p>
            <a:pPr algn="just" indent="-285750" marL="285750">
              <a:buFont typeface="Arial" panose="020B0604020202020204" pitchFamily="34" charset="0"/>
              <a:buChar char="•"/>
            </a:pPr>
            <a:endParaRPr baseline="0" b="0" dirty="0" sz="2000" i="0" lang="fr-FR" strike="noStrike" u="none">
              <a:latin typeface="+mj-lt"/>
            </a:endParaRPr>
          </a:p>
          <a:p>
            <a:pPr algn="just" indent="-285750" marL="285750">
              <a:buFont typeface="Arial" panose="020B0604020202020204" pitchFamily="34" charset="0"/>
              <a:buChar char="•"/>
            </a:pPr>
            <a:r>
              <a:rPr baseline="0" b="0" dirty="0" sz="2000" i="0" lang="fr-FR" strike="noStrike" u="none">
                <a:latin typeface="+mj-lt"/>
              </a:rPr>
              <a:t>Sa masse se trouve donc concentrée en certains points.</a:t>
            </a:r>
          </a:p>
          <a:p>
            <a:pPr algn="just" indent="-285750" marL="285750">
              <a:buFont typeface="Arial" panose="020B0604020202020204" pitchFamily="34" charset="0"/>
              <a:buChar char="•"/>
            </a:pPr>
            <a:endParaRPr baseline="0" b="0" dirty="0" sz="2000" i="0" lang="fr-FR" strike="noStrike" u="none">
              <a:latin typeface="+mj-lt"/>
            </a:endParaRPr>
          </a:p>
          <a:p>
            <a:pPr algn="just" indent="-285750" marL="285750">
              <a:buFont typeface="Arial" panose="020B0604020202020204" pitchFamily="34" charset="0"/>
              <a:buChar char="•"/>
            </a:pPr>
            <a:r>
              <a:rPr baseline="0" b="0" dirty="0" sz="2000" i="0" lang="fr-FR" strike="noStrike" u="none">
                <a:latin typeface="+mj-lt"/>
              </a:rPr>
              <a:t>Les particules passent dans leur grande majorité, entre ces points de matière condensée que sont les </a:t>
            </a:r>
            <a:r>
              <a:rPr baseline="0" b="1" dirty="0" sz="2000" i="0" lang="fr-FR" strike="noStrike" u="none">
                <a:latin typeface="+mj-lt"/>
              </a:rPr>
              <a:t>noyaux atomiques</a:t>
            </a:r>
            <a:r>
              <a:rPr baseline="0" b="0" dirty="0" sz="2000" i="0" lang="fr-FR" strike="noStrike" u="none">
                <a:latin typeface="+mj-lt"/>
              </a:rPr>
              <a:t>.</a:t>
            </a:r>
          </a:p>
          <a:p>
            <a:pPr algn="just" indent="-285750" marL="285750">
              <a:buFont typeface="Arial" panose="020B0604020202020204" pitchFamily="34" charset="0"/>
              <a:buChar char="•"/>
            </a:pPr>
            <a:endParaRPr baseline="0" b="0" dirty="0" sz="2000" i="0" lang="fr-FR" strike="noStrike" u="none">
              <a:latin typeface="+mj-lt"/>
            </a:endParaRPr>
          </a:p>
          <a:p>
            <a:pPr algn="just" indent="-285750" marL="285750">
              <a:buFont typeface="Arial" panose="020B0604020202020204" pitchFamily="34" charset="0"/>
              <a:buChar char="•"/>
            </a:pPr>
            <a:r>
              <a:rPr baseline="0" b="0" dirty="0" sz="2000" i="0" lang="fr-FR" strike="noStrike" u="none">
                <a:latin typeface="+mj-lt"/>
              </a:rPr>
              <a:t>La quasi-totalité des noyaux traversent la feuille d'or sans être déviés.</a:t>
            </a:r>
          </a:p>
          <a:p>
            <a:pPr algn="just" indent="-285750" marL="285750">
              <a:buFont typeface="Arial" panose="020B0604020202020204" pitchFamily="34" charset="0"/>
              <a:buChar char="•"/>
            </a:pPr>
            <a:endParaRPr baseline="0" b="0" dirty="0" sz="2000" i="0" lang="fr-FR" strike="noStrike" u="none">
              <a:latin typeface="+mj-lt"/>
            </a:endParaRPr>
          </a:p>
          <a:p>
            <a:pPr algn="just" indent="-285750" marL="285750">
              <a:buFont typeface="Arial" panose="020B0604020202020204" pitchFamily="34" charset="0"/>
              <a:buChar char="•"/>
            </a:pPr>
            <a:r>
              <a:rPr baseline="0" b="0" dirty="0" sz="2000" i="0" lang="fr-FR" strike="noStrike" u="none">
                <a:latin typeface="+mj-lt"/>
              </a:rPr>
              <a:t>D'autres la traversent en étant simplement déviés (1/100).</a:t>
            </a:r>
          </a:p>
          <a:p>
            <a:pPr algn="just" indent="-285750" marL="285750">
              <a:buFont typeface="Arial" panose="020B0604020202020204" pitchFamily="34" charset="0"/>
              <a:buChar char="•"/>
            </a:pPr>
            <a:endParaRPr baseline="0" b="0" dirty="0" sz="2000" i="0" lang="fr-FR" strike="noStrike" u="none">
              <a:latin typeface="+mj-lt"/>
            </a:endParaRPr>
          </a:p>
          <a:p>
            <a:pPr algn="just" indent="-285750" marL="285750">
              <a:buFont typeface="Arial" panose="020B0604020202020204" pitchFamily="34" charset="0"/>
              <a:buChar char="•"/>
            </a:pPr>
            <a:r>
              <a:rPr baseline="0" b="0" dirty="0" sz="2000" i="0" lang="fr-FR" strike="noStrike" u="none">
                <a:latin typeface="+mj-lt"/>
              </a:rPr>
              <a:t>En fin, très peu de noyaux sont repoussés par la feuille (1/20000).</a:t>
            </a:r>
            <a:endParaRPr dirty="0" sz="2000" lang="fr-FR">
              <a:latin typeface="+mj-lt"/>
            </a:endParaRPr>
          </a:p>
        </p:txBody>
      </p:sp>
      <p:pic>
        <p:nvPicPr>
          <p:cNvPr id="2097157" name="Picture 2" descr="L'or : l'élément et le métal | Dossier"/>
          <p:cNvPicPr>
            <a:picLocks noChangeAspect="1" noChangeArrowheads="1"/>
          </p:cNvPicPr>
          <p:nvPr/>
        </p:nvPicPr>
        <p:blipFill>
          <a:blip xmlns:r="http://schemas.openxmlformats.org/officeDocument/2006/relationships" r:embed="rId2"/>
          <a:srcRect/>
          <a:stretch>
            <a:fillRect/>
          </a:stretch>
        </p:blipFill>
        <p:spPr bwMode="auto">
          <a:xfrm>
            <a:off x="7931426" y="4509898"/>
            <a:ext cx="3127513" cy="2195918"/>
          </a:xfrm>
          <a:prstGeom prst="rect"/>
          <a:noFill/>
        </p:spPr>
      </p:pic>
      <mc:AlternateContent xmlns:mc="http://schemas.openxmlformats.org/markup-compatibility/2006">
        <mc:Choice xmlns:p14="http://schemas.microsoft.com/office/powerpoint/2010/main" Requires="p14">
          <p:contentPart p14:bwMode="auto" r:id="rId3">
            <p14:nvContentPartPr>
              <p14:cNvPr id="1048878" name=""/>
              <p14:cNvContentPartPr/>
              <p14:nvPr/>
            </p14:nvContentPartPr>
            <p14:xfrm>
              <a:off x="5209657" y="1253903"/>
              <a:ext cx="704059" cy="32529"/>
            </p14:xfrm>
          </p:contentPart>
        </mc:Choice>
        <mc:Fallback>
          <p:sp>
            <p:nvSpPr>
              <p:cNvPr id="1048878" name=""/>
              <p:cNvSpPr/>
              <p:nvPr/>
            </p:nvSpPr>
            <p:spPr>
              <a:xfrm>
                <a:off x="5209657" y="1253903"/>
                <a:ext cx="704059" cy="32529"/>
              </a:xfrm>
            </p:spPr>
          </p:sp>
        </mc:Fallback>
      </mc:AlternateContent>
      <mc:AlternateContent xmlns:mc="http://schemas.openxmlformats.org/markup-compatibility/2006">
        <mc:Choice xmlns:p14="http://schemas.microsoft.com/office/powerpoint/2010/main" Requires="p14">
          <p:contentPart p14:bwMode="auto" r:id="rId4">
            <p14:nvContentPartPr>
              <p14:cNvPr id="1048879" name=""/>
              <p14:cNvContentPartPr/>
              <p14:nvPr/>
            </p14:nvContentPartPr>
            <p14:xfrm>
              <a:off x="3998467" y="1237748"/>
              <a:ext cx="1118528" cy="46863"/>
            </p14:xfrm>
          </p:contentPart>
        </mc:Choice>
        <mc:Fallback>
          <p:sp>
            <p:nvSpPr>
              <p:cNvPr id="1048879" name=""/>
              <p:cNvSpPr/>
              <p:nvPr/>
            </p:nvSpPr>
            <p:spPr>
              <a:xfrm>
                <a:off x="3998467" y="1237748"/>
                <a:ext cx="1118528" cy="46863"/>
              </a:xfrm>
            </p:spPr>
          </p:sp>
        </mc:Fallback>
      </mc:AlternateContent>
      <mc:AlternateContent xmlns:mc="http://schemas.openxmlformats.org/markup-compatibility/2006">
        <mc:Choice xmlns:p14="http://schemas.microsoft.com/office/powerpoint/2010/main" Requires="p14">
          <p:contentPart p14:bwMode="auto" r:id="rId5">
            <p14:nvContentPartPr>
              <p14:cNvPr id="1048880" name=""/>
              <p14:cNvContentPartPr/>
              <p14:nvPr/>
            </p14:nvContentPartPr>
            <p14:xfrm>
              <a:off x="8977388" y="2694219"/>
              <a:ext cx="230844" cy="179374"/>
            </p14:xfrm>
          </p:contentPart>
        </mc:Choice>
        <mc:Fallback>
          <p:sp>
            <p:nvSpPr>
              <p:cNvPr id="1048880" name=""/>
              <p:cNvSpPr/>
              <p:nvPr/>
            </p:nvSpPr>
            <p:spPr>
              <a:xfrm>
                <a:off x="8977388" y="2694219"/>
                <a:ext cx="230844" cy="179374"/>
              </a:xfrm>
            </p:spPr>
          </p:sp>
        </mc:Fallback>
      </mc:AlternateContent>
      <mc:AlternateContent xmlns:mc="http://schemas.openxmlformats.org/markup-compatibility/2006">
        <mc:Choice xmlns:p14="http://schemas.microsoft.com/office/powerpoint/2010/main" Requires="p14">
          <p:contentPart p14:bwMode="auto" r:id="rId6">
            <p14:nvContentPartPr>
              <p14:cNvPr id="1048929" name=""/>
              <p14:cNvContentPartPr/>
              <p14:nvPr/>
            </p14:nvContentPartPr>
            <p14:xfrm>
              <a:off x="9134739" y="1485782"/>
              <a:ext cx="550784" cy="264395"/>
            </p14:xfrm>
          </p:contentPart>
        </mc:Choice>
        <mc:Fallback>
          <p:sp>
            <p:nvSpPr>
              <p:cNvPr id="1048929" name=""/>
              <p:cNvSpPr/>
              <p:nvPr/>
            </p:nvSpPr>
            <p:spPr>
              <a:xfrm>
                <a:off x="9134739" y="1485782"/>
                <a:ext cx="550784" cy="264395"/>
              </a:xfrm>
            </p:spPr>
          </p:sp>
        </mc:Fallback>
      </mc:AlternateContent>
      <mc:AlternateContent xmlns:mc="http://schemas.openxmlformats.org/markup-compatibility/2006">
        <mc:Choice xmlns:p14="http://schemas.microsoft.com/office/powerpoint/2010/main" Requires="p14">
          <p:contentPart p14:bwMode="auto" r:id="rId7">
            <p14:nvContentPartPr>
              <p14:cNvPr id="1048930" name=""/>
              <p14:cNvContentPartPr/>
              <p14:nvPr/>
            </p14:nvContentPartPr>
            <p14:xfrm>
              <a:off x="9415160" y="1276761"/>
              <a:ext cx="201451" cy="254064"/>
            </p14:xfrm>
          </p:contentPart>
        </mc:Choice>
        <mc:Fallback>
          <p:sp>
            <p:nvSpPr>
              <p:cNvPr id="1048930" name=""/>
              <p:cNvSpPr/>
              <p:nvPr/>
            </p:nvSpPr>
            <p:spPr>
              <a:xfrm>
                <a:off x="9415160" y="1276761"/>
                <a:ext cx="201451" cy="254064"/>
              </a:xfrm>
            </p:spPr>
          </p:sp>
        </mc:Fallback>
      </mc:AlternateContent>
      <mc:AlternateContent xmlns:mc="http://schemas.openxmlformats.org/markup-compatibility/2006">
        <mc:Choice xmlns:p14="http://schemas.microsoft.com/office/powerpoint/2010/main" Requires="p14">
          <p:contentPart p14:bwMode="auto" r:id="rId8">
            <p14:nvContentPartPr>
              <p14:cNvPr id="1048931" name=""/>
              <p14:cNvContentPartPr/>
              <p14:nvPr/>
            </p14:nvContentPartPr>
            <p14:xfrm>
              <a:off x="9735698" y="987516"/>
              <a:ext cx="29810" cy="308960"/>
            </p14:xfrm>
          </p:contentPart>
        </mc:Choice>
        <mc:Fallback>
          <p:sp>
            <p:nvSpPr>
              <p:cNvPr id="1048931" name=""/>
              <p:cNvSpPr/>
              <p:nvPr/>
            </p:nvSpPr>
            <p:spPr>
              <a:xfrm>
                <a:off x="9735698" y="987516"/>
                <a:ext cx="29810" cy="308960"/>
              </a:xfrm>
            </p:spPr>
          </p:sp>
        </mc:Fallback>
      </mc:AlternateContent>
      <mc:AlternateContent xmlns:mc="http://schemas.openxmlformats.org/markup-compatibility/2006">
        <mc:Choice xmlns:p14="http://schemas.microsoft.com/office/powerpoint/2010/main" Requires="p14">
          <p:contentPart p14:bwMode="auto" r:id="rId9">
            <p14:nvContentPartPr>
              <p14:cNvPr id="1048932" name=""/>
              <p14:cNvContentPartPr/>
              <p14:nvPr/>
            </p14:nvContentPartPr>
            <p14:xfrm>
              <a:off x="9822429" y="958725"/>
              <a:ext cx="28681" cy="304293"/>
            </p14:xfrm>
          </p:contentPart>
        </mc:Choice>
        <mc:Fallback>
          <p:sp>
            <p:nvSpPr>
              <p:cNvPr id="1048932" name=""/>
              <p:cNvSpPr/>
              <p:nvPr/>
            </p:nvSpPr>
            <p:spPr>
              <a:xfrm>
                <a:off x="9822429" y="958725"/>
                <a:ext cx="28681" cy="304293"/>
              </a:xfrm>
            </p:spPr>
          </p:sp>
        </mc:Fallback>
      </mc:AlternateContent>
      <mc:AlternateContent xmlns:mc="http://schemas.openxmlformats.org/markup-compatibility/2006">
        <mc:Choice xmlns:p14="http://schemas.microsoft.com/office/powerpoint/2010/main" Requires="p14">
          <p:contentPart p14:bwMode="auto" r:id="rId10">
            <p14:nvContentPartPr>
              <p14:cNvPr id="1048933" name=""/>
              <p14:cNvContentPartPr/>
              <p14:nvPr/>
            </p14:nvContentPartPr>
            <p14:xfrm>
              <a:off x="9708146" y="1092159"/>
              <a:ext cx="301688" cy="125728"/>
            </p14:xfrm>
          </p:contentPart>
        </mc:Choice>
        <mc:Fallback>
          <p:sp>
            <p:nvSpPr>
              <p:cNvPr id="1048933" name=""/>
              <p:cNvSpPr/>
              <p:nvPr/>
            </p:nvSpPr>
            <p:spPr>
              <a:xfrm>
                <a:off x="9708146" y="1092159"/>
                <a:ext cx="301688" cy="125728"/>
              </a:xfrm>
            </p:spPr>
          </p:sp>
        </mc:Fallback>
      </mc:AlternateContent>
      <mc:AlternateContent xmlns:mc="http://schemas.openxmlformats.org/markup-compatibility/2006">
        <mc:Choice xmlns:p14="http://schemas.microsoft.com/office/powerpoint/2010/main" Requires="p14">
          <p:contentPart p14:bwMode="auto" r:id="rId11">
            <p14:nvContentPartPr>
              <p14:cNvPr id="1048934" name=""/>
              <p14:cNvContentPartPr/>
              <p14:nvPr/>
            </p14:nvContentPartPr>
            <p14:xfrm>
              <a:off x="9556218" y="922487"/>
              <a:ext cx="113520" cy="108929"/>
            </p14:xfrm>
          </p:contentPart>
        </mc:Choice>
        <mc:Fallback>
          <p:sp>
            <p:nvSpPr>
              <p:cNvPr id="1048934" name=""/>
              <p:cNvSpPr/>
              <p:nvPr/>
            </p:nvSpPr>
            <p:spPr>
              <a:xfrm>
                <a:off x="9556218" y="922487"/>
                <a:ext cx="113520" cy="108929"/>
              </a:xfrm>
            </p:spPr>
          </p:sp>
        </mc:Fallback>
      </mc:AlternateContent>
      <mc:AlternateContent xmlns:mc="http://schemas.openxmlformats.org/markup-compatibility/2006">
        <mc:Choice xmlns:p14="http://schemas.microsoft.com/office/powerpoint/2010/main" Requires="p14">
          <p:contentPart p14:bwMode="auto" r:id="rId12">
            <p14:nvContentPartPr>
              <p14:cNvPr id="1048935" name=""/>
              <p14:cNvContentPartPr/>
              <p14:nvPr/>
            </p14:nvContentPartPr>
            <p14:xfrm>
              <a:off x="9598234" y="936883"/>
              <a:ext cx="38431" cy="187372"/>
            </p14:xfrm>
          </p:contentPart>
        </mc:Choice>
        <mc:Fallback>
          <p:sp>
            <p:nvSpPr>
              <p:cNvPr id="1048935" name=""/>
              <p:cNvSpPr/>
              <p:nvPr/>
            </p:nvSpPr>
            <p:spPr>
              <a:xfrm>
                <a:off x="9598234" y="936883"/>
                <a:ext cx="38431" cy="187372"/>
              </a:xfrm>
            </p:spPr>
          </p:sp>
        </mc:Fallback>
      </mc:AlternateContent>
      <mc:AlternateContent xmlns:mc="http://schemas.openxmlformats.org/markup-compatibility/2006">
        <mc:Choice xmlns:p14="http://schemas.microsoft.com/office/powerpoint/2010/main" Requires="p14">
          <p:contentPart p14:bwMode="auto" r:id="rId13">
            <p14:nvContentPartPr>
              <p14:cNvPr id="1048936" name=""/>
              <p14:cNvContentPartPr/>
              <p14:nvPr/>
            </p14:nvContentPartPr>
            <p14:xfrm>
              <a:off x="9565448" y="1201333"/>
              <a:ext cx="128724" cy="140819"/>
            </p14:xfrm>
          </p:contentPart>
        </mc:Choice>
        <mc:Fallback>
          <p:sp>
            <p:nvSpPr>
              <p:cNvPr id="1048936" name=""/>
              <p:cNvSpPr/>
              <p:nvPr/>
            </p:nvSpPr>
            <p:spPr>
              <a:xfrm>
                <a:off x="9565448" y="1201333"/>
                <a:ext cx="128724" cy="140819"/>
              </a:xfrm>
            </p:spPr>
          </p:sp>
        </mc:Fallback>
      </mc:AlternateContent>
      <mc:AlternateContent xmlns:mc="http://schemas.openxmlformats.org/markup-compatibility/2006">
        <mc:Choice xmlns:p14="http://schemas.microsoft.com/office/powerpoint/2010/main" Requires="p14">
          <p:contentPart p14:bwMode="auto" r:id="rId14">
            <p14:nvContentPartPr>
              <p14:cNvPr id="1048937" name=""/>
              <p14:cNvContentPartPr/>
              <p14:nvPr/>
            </p14:nvContentPartPr>
            <p14:xfrm>
              <a:off x="10084488" y="965922"/>
              <a:ext cx="81229" cy="315520"/>
            </p14:xfrm>
          </p:contentPart>
        </mc:Choice>
        <mc:Fallback>
          <p:sp>
            <p:nvSpPr>
              <p:cNvPr id="1048937" name=""/>
              <p:cNvSpPr/>
              <p:nvPr/>
            </p:nvSpPr>
            <p:spPr>
              <a:xfrm>
                <a:off x="10084488" y="965922"/>
                <a:ext cx="81229" cy="315520"/>
              </a:xfrm>
            </p:spPr>
          </p:sp>
        </mc:Fallback>
      </mc:AlternateContent>
      <mc:AlternateContent xmlns:mc="http://schemas.openxmlformats.org/markup-compatibility/2006">
        <mc:Choice xmlns:p14="http://schemas.microsoft.com/office/powerpoint/2010/main" Requires="p14">
          <p:contentPart p14:bwMode="auto" r:id="rId15">
            <p14:nvContentPartPr>
              <p14:cNvPr id="1048938" name=""/>
              <p14:cNvContentPartPr/>
              <p14:nvPr/>
            </p14:nvContentPartPr>
            <p14:xfrm>
              <a:off x="10223999" y="1079002"/>
              <a:ext cx="124622" cy="144303"/>
            </p14:xfrm>
          </p:contentPart>
        </mc:Choice>
        <mc:Fallback>
          <p:sp>
            <p:nvSpPr>
              <p:cNvPr id="1048938" name=""/>
              <p:cNvSpPr/>
              <p:nvPr/>
            </p:nvSpPr>
            <p:spPr>
              <a:xfrm>
                <a:off x="10223999" y="1079002"/>
                <a:ext cx="124622" cy="144303"/>
              </a:xfrm>
            </p:spPr>
          </p:sp>
        </mc:Fallback>
      </mc:AlternateContent>
      <mc:AlternateContent xmlns:mc="http://schemas.openxmlformats.org/markup-compatibility/2006">
        <mc:Choice xmlns:p14="http://schemas.microsoft.com/office/powerpoint/2010/main" Requires="p14">
          <p:contentPart p14:bwMode="auto" r:id="rId16">
            <p14:nvContentPartPr>
              <p14:cNvPr id="1048939" name=""/>
              <p14:cNvContentPartPr/>
              <p14:nvPr/>
            </p14:nvContentPartPr>
            <p14:xfrm>
              <a:off x="10403414" y="1067261"/>
              <a:ext cx="240443" cy="222930"/>
            </p14:xfrm>
          </p:contentPart>
        </mc:Choice>
        <mc:Fallback>
          <p:sp>
            <p:nvSpPr>
              <p:cNvPr id="1048939" name=""/>
              <p:cNvSpPr/>
              <p:nvPr/>
            </p:nvSpPr>
            <p:spPr>
              <a:xfrm>
                <a:off x="10403414" y="1067261"/>
                <a:ext cx="240443" cy="222930"/>
              </a:xfrm>
            </p:spPr>
          </p:sp>
        </mc:Fallback>
      </mc:AlternateContent>
      <mc:AlternateContent xmlns:mc="http://schemas.openxmlformats.org/markup-compatibility/2006">
        <mc:Choice xmlns:p14="http://schemas.microsoft.com/office/powerpoint/2010/main" Requires="p14">
          <p:contentPart p14:bwMode="auto" r:id="rId17">
            <p14:nvContentPartPr>
              <p14:cNvPr id="1048940" name=""/>
              <p14:cNvContentPartPr/>
              <p14:nvPr/>
            </p14:nvContentPartPr>
            <p14:xfrm>
              <a:off x="10677877" y="1075382"/>
              <a:ext cx="289140" cy="158597"/>
            </p14:xfrm>
          </p:contentPart>
        </mc:Choice>
        <mc:Fallback>
          <p:sp>
            <p:nvSpPr>
              <p:cNvPr id="1048940" name=""/>
              <p:cNvSpPr/>
              <p:nvPr/>
            </p:nvSpPr>
            <p:spPr>
              <a:xfrm>
                <a:off x="10677877" y="1075382"/>
                <a:ext cx="289140" cy="158597"/>
              </a:xfrm>
            </p:spPr>
          </p:sp>
        </mc:Fallback>
      </mc:AlternateContent>
      <mc:AlternateContent xmlns:mc="http://schemas.openxmlformats.org/markup-compatibility/2006">
        <mc:Choice xmlns:p14="http://schemas.microsoft.com/office/powerpoint/2010/main" Requires="p14">
          <p:contentPart p14:bwMode="auto" r:id="rId18">
            <p14:nvContentPartPr>
              <p14:cNvPr id="1048941" name=""/>
              <p14:cNvContentPartPr/>
              <p14:nvPr/>
            </p14:nvContentPartPr>
            <p14:xfrm>
              <a:off x="9135852" y="1458162"/>
              <a:ext cx="163738" cy="2279"/>
            </p14:xfrm>
          </p:contentPart>
        </mc:Choice>
        <mc:Fallback>
          <p:sp>
            <p:nvSpPr>
              <p:cNvPr id="1048941" name=""/>
              <p:cNvSpPr/>
              <p:nvPr/>
            </p:nvSpPr>
            <p:spPr>
              <a:xfrm>
                <a:off x="9135852" y="1458162"/>
                <a:ext cx="163738" cy="2279"/>
              </a:xfrm>
            </p:spPr>
          </p:sp>
        </mc:Fallback>
      </mc:AlternateContent>
      <mc:AlternateContent xmlns:mc="http://schemas.openxmlformats.org/markup-compatibility/2006">
        <mc:Choice xmlns:p14="http://schemas.microsoft.com/office/powerpoint/2010/main" Requires="p14">
          <p:contentPart p14:bwMode="auto" r:id="rId19">
            <p14:nvContentPartPr>
              <p14:cNvPr id="1048942" name=""/>
              <p14:cNvContentPartPr/>
              <p14:nvPr/>
            </p14:nvContentPartPr>
            <p14:xfrm>
              <a:off x="9191947" y="1400521"/>
              <a:ext cx="4077" cy="127394"/>
            </p14:xfrm>
          </p:contentPart>
        </mc:Choice>
        <mc:Fallback>
          <p:sp>
            <p:nvSpPr>
              <p:cNvPr id="1048942" name=""/>
              <p:cNvSpPr/>
              <p:nvPr/>
            </p:nvSpPr>
            <p:spPr>
              <a:xfrm>
                <a:off x="9191947" y="1400521"/>
                <a:ext cx="4077" cy="127394"/>
              </a:xfrm>
            </p:spPr>
          </p:sp>
        </mc:Fallback>
      </mc:AlternateContent>
      <mc:AlternateContent xmlns:mc="http://schemas.openxmlformats.org/markup-compatibility/2006">
        <mc:Choice xmlns:p14="http://schemas.microsoft.com/office/powerpoint/2010/main" Requires="p14">
          <p:contentPart p14:bwMode="auto" r:id="rId20">
            <p14:nvContentPartPr>
              <p14:cNvPr id="1048943" name=""/>
              <p14:cNvContentPartPr/>
              <p14:nvPr/>
            </p14:nvContentPartPr>
            <p14:xfrm>
              <a:off x="9078576" y="1371481"/>
              <a:ext cx="229091" cy="183536"/>
            </p14:xfrm>
          </p:contentPart>
        </mc:Choice>
        <mc:Fallback>
          <p:sp>
            <p:nvSpPr>
              <p:cNvPr id="1048943" name=""/>
              <p:cNvSpPr/>
              <p:nvPr/>
            </p:nvSpPr>
            <p:spPr>
              <a:xfrm>
                <a:off x="9078576" y="1371481"/>
                <a:ext cx="229091" cy="183536"/>
              </a:xfrm>
            </p:spPr>
          </p:sp>
        </mc:Fallback>
      </mc:AlternateContent>
      <mc:AlternateContent xmlns:mc="http://schemas.openxmlformats.org/markup-compatibility/2006">
        <mc:Choice xmlns:p14="http://schemas.microsoft.com/office/powerpoint/2010/main" Requires="p14">
          <p:contentPart p14:bwMode="auto" r:id="rId21">
            <p14:nvContentPartPr>
              <p14:cNvPr id="1048944" name=""/>
              <p14:cNvContentPartPr/>
              <p14:nvPr/>
            </p14:nvContentPartPr>
            <p14:xfrm>
              <a:off x="11029886" y="965922"/>
              <a:ext cx="58287" cy="356096"/>
            </p14:xfrm>
          </p:contentPart>
        </mc:Choice>
        <mc:Fallback>
          <p:sp>
            <p:nvSpPr>
              <p:cNvPr id="1048944" name=""/>
              <p:cNvSpPr/>
              <p:nvPr/>
            </p:nvSpPr>
            <p:spPr>
              <a:xfrm>
                <a:off x="11029886" y="965922"/>
                <a:ext cx="58287" cy="356096"/>
              </a:xfrm>
            </p:spPr>
          </p:sp>
        </mc:Fallback>
      </mc:AlternateContent>
      <mc:AlternateContent xmlns:mc="http://schemas.openxmlformats.org/markup-compatibility/2006">
        <mc:Choice xmlns:p14="http://schemas.microsoft.com/office/powerpoint/2010/main" Requires="p14">
          <p:contentPart p14:bwMode="auto" r:id="rId22">
            <p14:nvContentPartPr>
              <p14:cNvPr id="1048945" name=""/>
              <p14:cNvContentPartPr/>
              <p14:nvPr/>
            </p14:nvContentPartPr>
            <p14:xfrm>
              <a:off x="9076110" y="1397686"/>
              <a:ext cx="69134" cy="136885"/>
            </p14:xfrm>
          </p:contentPart>
        </mc:Choice>
        <mc:Fallback>
          <p:sp>
            <p:nvSpPr>
              <p:cNvPr id="1048945" name=""/>
              <p:cNvSpPr/>
              <p:nvPr/>
            </p:nvSpPr>
            <p:spPr>
              <a:xfrm>
                <a:off x="9076110" y="1397686"/>
                <a:ext cx="69134" cy="136885"/>
              </a:xfrm>
            </p:spPr>
          </p:sp>
        </mc:Fallback>
      </mc:AlternateContent>
      <mc:AlternateContent xmlns:mc="http://schemas.openxmlformats.org/markup-compatibility/2006">
        <mc:Choice xmlns:p14="http://schemas.microsoft.com/office/powerpoint/2010/main" Requires="p14">
          <p:contentPart p14:bwMode="auto" r:id="rId23">
            <p14:nvContentPartPr>
              <p14:cNvPr id="1048946" name=""/>
              <p14:cNvContentPartPr/>
              <p14:nvPr/>
            </p14:nvContentPartPr>
            <p14:xfrm>
              <a:off x="7988187" y="2242389"/>
              <a:ext cx="637339" cy="469038"/>
            </p14:xfrm>
          </p:contentPart>
        </mc:Choice>
        <mc:Fallback>
          <p:sp>
            <p:nvSpPr>
              <p:cNvPr id="1048946" name=""/>
              <p:cNvSpPr/>
              <p:nvPr/>
            </p:nvSpPr>
            <p:spPr>
              <a:xfrm>
                <a:off x="7988187" y="2242389"/>
                <a:ext cx="637339" cy="469038"/>
              </a:xfrm>
            </p:spPr>
          </p:sp>
        </mc:Fallback>
      </mc:AlternateContent>
      <mc:AlternateContent xmlns:mc="http://schemas.openxmlformats.org/markup-compatibility/2006">
        <mc:Choice xmlns:p14="http://schemas.microsoft.com/office/powerpoint/2010/main" Requires="p14">
          <p:contentPart p14:bwMode="auto" r:id="rId24">
            <p14:nvContentPartPr>
              <p14:cNvPr id="1048947" name=""/>
              <p14:cNvContentPartPr/>
              <p14:nvPr/>
            </p14:nvContentPartPr>
            <p14:xfrm>
              <a:off x="7280746" y="2305558"/>
              <a:ext cx="696838" cy="152543"/>
            </p14:xfrm>
          </p:contentPart>
        </mc:Choice>
        <mc:Fallback>
          <p:sp>
            <p:nvSpPr>
              <p:cNvPr id="1048947" name=""/>
              <p:cNvSpPr/>
              <p:nvPr/>
            </p:nvSpPr>
            <p:spPr>
              <a:xfrm>
                <a:off x="7280746" y="2305558"/>
                <a:ext cx="696838" cy="152543"/>
              </a:xfrm>
            </p:spPr>
          </p:sp>
        </mc:Fallback>
      </mc:AlternateContent>
      <mc:AlternateContent xmlns:mc="http://schemas.openxmlformats.org/markup-compatibility/2006">
        <mc:Choice xmlns:p14="http://schemas.microsoft.com/office/powerpoint/2010/main" Requires="p14">
          <p:contentPart p14:bwMode="auto" r:id="rId25">
            <p14:nvContentPartPr>
              <p14:cNvPr id="1048948" name=""/>
              <p14:cNvContentPartPr/>
              <p14:nvPr/>
            </p14:nvContentPartPr>
            <p14:xfrm>
              <a:off x="7804194" y="2305955"/>
              <a:ext cx="188467" cy="313409"/>
            </p14:xfrm>
          </p:contentPart>
        </mc:Choice>
        <mc:Fallback>
          <p:sp>
            <p:nvSpPr>
              <p:cNvPr id="1048948" name=""/>
              <p:cNvSpPr/>
              <p:nvPr/>
            </p:nvSpPr>
            <p:spPr>
              <a:xfrm>
                <a:off x="7804194" y="2305955"/>
                <a:ext cx="188467" cy="313409"/>
              </a:xfrm>
            </p:spPr>
          </p:sp>
        </mc:Fallback>
      </mc:AlternateContent>
      <mc:AlternateContent xmlns:mc="http://schemas.openxmlformats.org/markup-compatibility/2006">
        <mc:Choice xmlns:p14="http://schemas.microsoft.com/office/powerpoint/2010/main" Requires="p14">
          <p:contentPart p14:bwMode="auto" r:id="rId26">
            <p14:nvContentPartPr>
              <p14:cNvPr id="1048949" name=""/>
              <p14:cNvContentPartPr/>
              <p14:nvPr/>
            </p14:nvContentPartPr>
            <p14:xfrm>
              <a:off x="6795778" y="2195009"/>
              <a:ext cx="27070" cy="285850"/>
            </p14:xfrm>
          </p:contentPart>
        </mc:Choice>
        <mc:Fallback>
          <p:sp>
            <p:nvSpPr>
              <p:cNvPr id="1048949" name=""/>
              <p:cNvSpPr/>
              <p:nvPr/>
            </p:nvSpPr>
            <p:spPr>
              <a:xfrm>
                <a:off x="6795778" y="2195009"/>
                <a:ext cx="27070" cy="285850"/>
              </a:xfrm>
            </p:spPr>
          </p:sp>
        </mc:Fallback>
      </mc:AlternateContent>
      <mc:AlternateContent xmlns:mc="http://schemas.openxmlformats.org/markup-compatibility/2006">
        <mc:Choice xmlns:p14="http://schemas.microsoft.com/office/powerpoint/2010/main" Requires="p14">
          <p:contentPart p14:bwMode="auto" r:id="rId27">
            <p14:nvContentPartPr>
              <p14:cNvPr id="1048950" name=""/>
              <p14:cNvContentPartPr/>
              <p14:nvPr/>
            </p14:nvContentPartPr>
            <p14:xfrm>
              <a:off x="6757985" y="2092173"/>
              <a:ext cx="198442" cy="193922"/>
            </p14:xfrm>
          </p:contentPart>
        </mc:Choice>
        <mc:Fallback>
          <p:sp>
            <p:nvSpPr>
              <p:cNvPr id="1048950" name=""/>
              <p:cNvSpPr/>
              <p:nvPr/>
            </p:nvSpPr>
            <p:spPr>
              <a:xfrm>
                <a:off x="6757985" y="2092173"/>
                <a:ext cx="198442" cy="193922"/>
              </a:xfrm>
            </p:spPr>
          </p:sp>
        </mc:Fallback>
      </mc:AlternateContent>
      <mc:AlternateContent xmlns:mc="http://schemas.openxmlformats.org/markup-compatibility/2006">
        <mc:Choice xmlns:p14="http://schemas.microsoft.com/office/powerpoint/2010/main" Requires="p14">
          <p:contentPart p14:bwMode="auto" r:id="rId28">
            <p14:nvContentPartPr>
              <p14:cNvPr id="1048951" name=""/>
              <p14:cNvContentPartPr/>
              <p14:nvPr/>
            </p14:nvContentPartPr>
            <p14:xfrm>
              <a:off x="6981042" y="2048343"/>
              <a:ext cx="118236" cy="174958"/>
            </p14:xfrm>
          </p:contentPart>
        </mc:Choice>
        <mc:Fallback>
          <p:sp>
            <p:nvSpPr>
              <p:cNvPr id="1048951" name=""/>
              <p:cNvSpPr/>
              <p:nvPr/>
            </p:nvSpPr>
            <p:spPr>
              <a:xfrm>
                <a:off x="6981042" y="2048343"/>
                <a:ext cx="118236" cy="174958"/>
              </a:xfrm>
            </p:spPr>
          </p:sp>
        </mc:Fallback>
      </mc:AlternateContent>
      <mc:AlternateContent xmlns:mc="http://schemas.openxmlformats.org/markup-compatibility/2006">
        <mc:Choice xmlns:p14="http://schemas.microsoft.com/office/powerpoint/2010/main" Requires="p14">
          <p:contentPart p14:bwMode="auto" r:id="rId29">
            <p14:nvContentPartPr>
              <p14:cNvPr id="1048952" name=""/>
              <p14:cNvContentPartPr/>
              <p14:nvPr/>
            </p14:nvContentPartPr>
            <p14:xfrm>
              <a:off x="7071461" y="2125619"/>
              <a:ext cx="162389" cy="106602"/>
            </p14:xfrm>
          </p:contentPart>
        </mc:Choice>
        <mc:Fallback>
          <p:sp>
            <p:nvSpPr>
              <p:cNvPr id="1048952" name=""/>
              <p:cNvSpPr/>
              <p:nvPr/>
            </p:nvSpPr>
            <p:spPr>
              <a:xfrm>
                <a:off x="7071461" y="2125619"/>
                <a:ext cx="162389" cy="106602"/>
              </a:xfrm>
            </p:spPr>
          </p:sp>
        </mc:Fallback>
      </mc:AlternateContent>
      <mc:AlternateContent xmlns:mc="http://schemas.openxmlformats.org/markup-compatibility/2006">
        <mc:Choice xmlns:p14="http://schemas.microsoft.com/office/powerpoint/2010/main" Requires="p14">
          <p:contentPart p14:bwMode="auto" r:id="rId30">
            <p14:nvContentPartPr>
              <p14:cNvPr id="1048953" name=""/>
              <p14:cNvContentPartPr/>
              <p14:nvPr/>
            </p14:nvContentPartPr>
            <p14:xfrm>
              <a:off x="7291008" y="1842317"/>
              <a:ext cx="3439" cy="435094"/>
            </p14:xfrm>
          </p:contentPart>
        </mc:Choice>
        <mc:Fallback>
          <p:sp>
            <p:nvSpPr>
              <p:cNvPr id="1048953" name=""/>
              <p:cNvSpPr/>
              <p:nvPr/>
            </p:nvSpPr>
            <p:spPr>
              <a:xfrm>
                <a:off x="7291008" y="1842317"/>
                <a:ext cx="3439" cy="435094"/>
              </a:xfrm>
            </p:spPr>
          </p:sp>
        </mc:Fallback>
      </mc:AlternateContent>
      <mc:AlternateContent xmlns:mc="http://schemas.openxmlformats.org/markup-compatibility/2006">
        <mc:Choice xmlns:p14="http://schemas.microsoft.com/office/powerpoint/2010/main" Requires="p14">
          <p:contentPart p14:bwMode="auto" r:id="rId31">
            <p14:nvContentPartPr>
              <p14:cNvPr id="1048954" name=""/>
              <p14:cNvContentPartPr/>
              <p14:nvPr/>
            </p14:nvContentPartPr>
            <p14:xfrm>
              <a:off x="7204965" y="1994463"/>
              <a:ext cx="207385" cy="36485"/>
            </p14:xfrm>
          </p:contentPart>
        </mc:Choice>
        <mc:Fallback>
          <p:sp>
            <p:nvSpPr>
              <p:cNvPr id="1048954" name=""/>
              <p:cNvSpPr/>
              <p:nvPr/>
            </p:nvSpPr>
            <p:spPr>
              <a:xfrm>
                <a:off x="7204965" y="1994463"/>
                <a:ext cx="207385" cy="36485"/>
              </a:xfrm>
            </p:spPr>
          </p:sp>
        </mc:Fallback>
      </mc:AlternateContent>
      <mc:AlternateContent xmlns:mc="http://schemas.openxmlformats.org/markup-compatibility/2006">
        <mc:Choice xmlns:p14="http://schemas.microsoft.com/office/powerpoint/2010/main" Requires="p14">
          <p:contentPart p14:bwMode="auto" r:id="rId32">
            <p14:nvContentPartPr>
              <p14:cNvPr id="1048955" name=""/>
              <p14:cNvContentPartPr/>
              <p14:nvPr/>
            </p14:nvContentPartPr>
            <p14:xfrm>
              <a:off x="7302277" y="2079501"/>
              <a:ext cx="190675" cy="138407"/>
            </p14:xfrm>
          </p:contentPart>
        </mc:Choice>
        <mc:Fallback>
          <p:sp>
            <p:nvSpPr>
              <p:cNvPr id="1048955" name=""/>
              <p:cNvSpPr/>
              <p:nvPr/>
            </p:nvSpPr>
            <p:spPr>
              <a:xfrm>
                <a:off x="7302277" y="2079501"/>
                <a:ext cx="190675" cy="138407"/>
              </a:xfrm>
            </p:spPr>
          </p:sp>
        </mc:Fallback>
      </mc:AlternateContent>
      <mc:AlternateContent xmlns:mc="http://schemas.openxmlformats.org/markup-compatibility/2006">
        <mc:Choice xmlns:p14="http://schemas.microsoft.com/office/powerpoint/2010/main" Requires="p14">
          <p:contentPart p14:bwMode="auto" r:id="rId33">
            <p14:nvContentPartPr>
              <p14:cNvPr id="1048956" name=""/>
              <p14:cNvContentPartPr/>
              <p14:nvPr/>
            </p14:nvContentPartPr>
            <p14:xfrm>
              <a:off x="7503762" y="2125017"/>
              <a:ext cx="153971" cy="117243"/>
            </p14:xfrm>
          </p:contentPart>
        </mc:Choice>
        <mc:Fallback>
          <p:sp>
            <p:nvSpPr>
              <p:cNvPr id="1048956" name=""/>
              <p:cNvSpPr/>
              <p:nvPr/>
            </p:nvSpPr>
            <p:spPr>
              <a:xfrm>
                <a:off x="7503762" y="2125017"/>
                <a:ext cx="153971" cy="117243"/>
              </a:xfrm>
            </p:spPr>
          </p:sp>
        </mc:Fallback>
      </mc:AlternateContent>
      <mc:AlternateContent xmlns:mc="http://schemas.openxmlformats.org/markup-compatibility/2006">
        <mc:Choice xmlns:p14="http://schemas.microsoft.com/office/powerpoint/2010/main" Requires="p14">
          <p:contentPart p14:bwMode="auto" r:id="rId34">
            <p14:nvContentPartPr>
              <p14:cNvPr id="1048957" name=""/>
              <p14:cNvContentPartPr/>
              <p14:nvPr/>
            </p14:nvContentPartPr>
            <p14:xfrm>
              <a:off x="7662977" y="1907594"/>
              <a:ext cx="26654" cy="340778"/>
            </p14:xfrm>
          </p:contentPart>
        </mc:Choice>
        <mc:Fallback>
          <p:sp>
            <p:nvSpPr>
              <p:cNvPr id="1048957" name=""/>
              <p:cNvSpPr/>
              <p:nvPr/>
            </p:nvSpPr>
            <p:spPr>
              <a:xfrm>
                <a:off x="7662977" y="1907594"/>
                <a:ext cx="26654" cy="340778"/>
              </a:xfrm>
            </p:spPr>
          </p:sp>
        </mc:Fallback>
      </mc:AlternateContent>
      <mc:AlternateContent xmlns:mc="http://schemas.openxmlformats.org/markup-compatibility/2006">
        <mc:Choice xmlns:p14="http://schemas.microsoft.com/office/powerpoint/2010/main" Requires="p14">
          <p:contentPart p14:bwMode="auto" r:id="rId35">
            <p14:nvContentPartPr>
              <p14:cNvPr id="1048958" name=""/>
              <p14:cNvContentPartPr/>
              <p14:nvPr/>
            </p14:nvContentPartPr>
            <p14:xfrm>
              <a:off x="7673126" y="2106719"/>
              <a:ext cx="138148" cy="144965"/>
            </p14:xfrm>
          </p:contentPart>
        </mc:Choice>
        <mc:Fallback>
          <p:sp>
            <p:nvSpPr>
              <p:cNvPr id="1048958" name=""/>
              <p:cNvSpPr/>
              <p:nvPr/>
            </p:nvSpPr>
            <p:spPr>
              <a:xfrm>
                <a:off x="7673126" y="2106719"/>
                <a:ext cx="138148" cy="144965"/>
              </a:xfrm>
            </p:spPr>
          </p:sp>
        </mc:Fallback>
      </mc:AlternateContent>
      <mc:AlternateContent xmlns:mc="http://schemas.openxmlformats.org/markup-compatibility/2006">
        <mc:Choice xmlns:p14="http://schemas.microsoft.com/office/powerpoint/2010/main" Requires="p14">
          <p:contentPart p14:bwMode="auto" r:id="rId36">
            <p14:nvContentPartPr>
              <p14:cNvPr id="1048959" name=""/>
              <p14:cNvContentPartPr/>
              <p14:nvPr/>
            </p14:nvContentPartPr>
            <p14:xfrm>
              <a:off x="7774578" y="1980068"/>
              <a:ext cx="24303" cy="62866"/>
            </p14:xfrm>
          </p:contentPart>
        </mc:Choice>
        <mc:Fallback>
          <p:sp>
            <p:nvSpPr>
              <p:cNvPr id="1048959" name=""/>
              <p:cNvSpPr/>
              <p:nvPr/>
            </p:nvSpPr>
            <p:spPr>
              <a:xfrm>
                <a:off x="7774578" y="1980068"/>
                <a:ext cx="24303" cy="62866"/>
              </a:xfrm>
            </p:spPr>
          </p:sp>
        </mc:Fallback>
      </mc:AlternateContent>
      <mc:AlternateContent xmlns:mc="http://schemas.openxmlformats.org/markup-compatibility/2006">
        <mc:Choice xmlns:p14="http://schemas.microsoft.com/office/powerpoint/2010/main" Requires="p14">
          <p:contentPart p14:bwMode="auto" r:id="rId37">
            <p14:nvContentPartPr>
              <p14:cNvPr id="1048960" name=""/>
              <p14:cNvContentPartPr/>
              <p14:nvPr/>
            </p14:nvContentPartPr>
            <p14:xfrm>
              <a:off x="7868185" y="2120465"/>
              <a:ext cx="220106" cy="159446"/>
            </p14:xfrm>
          </p:contentPart>
        </mc:Choice>
        <mc:Fallback>
          <p:sp>
            <p:nvSpPr>
              <p:cNvPr id="1048960" name=""/>
              <p:cNvSpPr/>
              <p:nvPr/>
            </p:nvSpPr>
            <p:spPr>
              <a:xfrm>
                <a:off x="7868185" y="2120465"/>
                <a:ext cx="220106" cy="159446"/>
              </a:xfrm>
            </p:spPr>
          </p:sp>
        </mc:Fallback>
      </mc:AlternateContent>
      <mc:AlternateContent xmlns:mc="http://schemas.openxmlformats.org/markup-compatibility/2006">
        <mc:Choice xmlns:p14="http://schemas.microsoft.com/office/powerpoint/2010/main" Requires="p14">
          <p:contentPart p14:bwMode="auto" r:id="rId38">
            <p14:nvContentPartPr>
              <p14:cNvPr id="1048961" name=""/>
              <p14:cNvContentPartPr/>
              <p14:nvPr/>
            </p14:nvContentPartPr>
            <p14:xfrm>
              <a:off x="6580692" y="1690486"/>
              <a:ext cx="1583750" cy="877339"/>
            </p14:xfrm>
          </p:contentPart>
        </mc:Choice>
        <mc:Fallback>
          <p:sp>
            <p:nvSpPr>
              <p:cNvPr id="1048961" name=""/>
              <p:cNvSpPr/>
              <p:nvPr/>
            </p:nvSpPr>
            <p:spPr>
              <a:xfrm>
                <a:off x="6580692" y="1690486"/>
                <a:ext cx="1583750" cy="877339"/>
              </a:xfrm>
            </p:spPr>
          </p:sp>
        </mc:Fallback>
      </mc:AlternateContent>
      <mc:AlternateContent xmlns:mc="http://schemas.openxmlformats.org/markup-compatibility/2006">
        <mc:Choice xmlns:p14="http://schemas.microsoft.com/office/powerpoint/2010/main" Requires="p14">
          <p:contentPart p14:bwMode="auto" r:id="rId39">
            <p14:nvContentPartPr>
              <p14:cNvPr id="1048962" name=""/>
              <p14:cNvContentPartPr/>
              <p14:nvPr/>
            </p14:nvContentPartPr>
            <p14:xfrm>
              <a:off x="9110701" y="6693885"/>
              <a:ext cx="68118" cy="35352"/>
            </p14:xfrm>
          </p:contentPart>
        </mc:Choice>
        <mc:Fallback>
          <p:sp>
            <p:nvSpPr>
              <p:cNvPr id="1048962" name=""/>
              <p:cNvSpPr/>
              <p:nvPr/>
            </p:nvSpPr>
            <p:spPr>
              <a:xfrm>
                <a:off x="9110701" y="6693885"/>
                <a:ext cx="68118" cy="35352"/>
              </a:xfrm>
            </p:spPr>
          </p:sp>
        </mc:Fallback>
      </mc:AlternateContent>
      <mc:AlternateContent xmlns:mc="http://schemas.openxmlformats.org/markup-compatibility/2006">
        <mc:Choice xmlns:p14="http://schemas.microsoft.com/office/powerpoint/2010/main" Requires="p14">
          <p:contentPart p14:bwMode="auto" r:id="rId40">
            <p14:nvContentPartPr>
              <p14:cNvPr id="1048963" name=""/>
              <p14:cNvContentPartPr/>
              <p14:nvPr/>
            </p14:nvContentPartPr>
            <p14:xfrm>
              <a:off x="11739301" y="4797884"/>
              <a:ext cx="135798" cy="330954"/>
            </p14:xfrm>
          </p:contentPart>
        </mc:Choice>
        <mc:Fallback>
          <p:sp>
            <p:nvSpPr>
              <p:cNvPr id="1048963" name=""/>
              <p:cNvSpPr/>
              <p:nvPr/>
            </p:nvSpPr>
            <p:spPr>
              <a:xfrm>
                <a:off x="11739301" y="4797884"/>
                <a:ext cx="135798" cy="330954"/>
              </a:xfrm>
            </p:spPr>
          </p:sp>
        </mc:Fallback>
      </mc:AlternateContent>
      <mc:AlternateContent xmlns:mc="http://schemas.openxmlformats.org/markup-compatibility/2006">
        <mc:Choice xmlns:p14="http://schemas.microsoft.com/office/powerpoint/2010/main" Requires="p14">
          <p:contentPart p14:bwMode="auto" r:id="rId41">
            <p14:nvContentPartPr>
              <p14:cNvPr id="1048964" name=""/>
              <p14:cNvContentPartPr/>
              <p14:nvPr/>
            </p14:nvContentPartPr>
            <p14:xfrm>
              <a:off x="11863975" y="2573822"/>
              <a:ext cx="397213" cy="173146"/>
            </p14:xfrm>
          </p:contentPart>
        </mc:Choice>
        <mc:Fallback>
          <p:sp>
            <p:nvSpPr>
              <p:cNvPr id="1048964" name=""/>
              <p:cNvSpPr/>
              <p:nvPr/>
            </p:nvSpPr>
            <p:spPr>
              <a:xfrm>
                <a:off x="11863975" y="2573822"/>
                <a:ext cx="397213" cy="173146"/>
              </a:xfrm>
            </p:spPr>
          </p:sp>
        </mc:Fallback>
      </mc:AlternateContent>
      <mc:AlternateContent xmlns:mc="http://schemas.openxmlformats.org/markup-compatibility/2006">
        <mc:Choice xmlns:p14="http://schemas.microsoft.com/office/powerpoint/2010/main" Requires="p14">
          <p:contentPart p14:bwMode="auto" r:id="rId42">
            <p14:nvContentPartPr>
              <p14:cNvPr id="1048965" name=""/>
              <p14:cNvContentPartPr/>
              <p14:nvPr/>
            </p14:nvContentPartPr>
            <p14:xfrm>
              <a:off x="12211327" y="2487141"/>
              <a:ext cx="66598" cy="8938"/>
            </p14:xfrm>
          </p:contentPart>
        </mc:Choice>
        <mc:Fallback>
          <p:sp>
            <p:nvSpPr>
              <p:cNvPr id="1048965" name=""/>
              <p:cNvSpPr/>
              <p:nvPr/>
            </p:nvSpPr>
            <p:spPr>
              <a:xfrm>
                <a:off x="12211327" y="2487141"/>
                <a:ext cx="66598" cy="8938"/>
              </a:xfrm>
            </p:spPr>
          </p:sp>
        </mc:Fallback>
      </mc:AlternateContent>
      <mc:AlternateContent xmlns:mc="http://schemas.openxmlformats.org/markup-compatibility/2006">
        <mc:Choice xmlns:p14="http://schemas.microsoft.com/office/powerpoint/2010/main" Requires="p14">
          <p:contentPart p14:bwMode="auto" r:id="rId43">
            <p14:nvContentPartPr>
              <p14:cNvPr id="1048966" name=""/>
              <p14:cNvContentPartPr/>
              <p14:nvPr/>
            </p14:nvContentPartPr>
            <p14:xfrm>
              <a:off x="12194938" y="2537774"/>
              <a:ext cx="68570" cy="763589"/>
            </p14:xfrm>
          </p:contentPart>
        </mc:Choice>
        <mc:Fallback>
          <p:sp>
            <p:nvSpPr>
              <p:cNvPr id="1048966" name=""/>
              <p:cNvSpPr/>
              <p:nvPr/>
            </p:nvSpPr>
            <p:spPr>
              <a:xfrm>
                <a:off x="12194938" y="2537774"/>
                <a:ext cx="68570" cy="763589"/>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8883" name=""/>
              <p14:cNvContentPartPr/>
              <p14:nvPr/>
            </p14:nvContentPartPr>
            <p14:xfrm>
              <a:off x="1072457" y="690917"/>
              <a:ext cx="2678011" cy="2848646"/>
            </p14:xfrm>
          </p:contentPart>
        </mc:Choice>
        <mc:Fallback>
          <p:sp>
            <p:nvSpPr>
              <p:cNvPr id="1048883" name=""/>
              <p:cNvSpPr/>
              <p:nvPr/>
            </p:nvSpPr>
            <p:spPr>
              <a:xfrm>
                <a:off x="1072457" y="690917"/>
                <a:ext cx="2678011" cy="2848646"/>
              </a:xfrm>
            </p:spPr>
          </p:sp>
        </mc:Fallback>
      </mc:AlternateContent>
      <mc:AlternateContent xmlns:mc="http://schemas.openxmlformats.org/markup-compatibility/2006">
        <mc:Choice xmlns:p14="http://schemas.microsoft.com/office/powerpoint/2010/main" Requires="p14">
          <p:contentPart p14:bwMode="auto" r:id="rId2">
            <p14:nvContentPartPr>
              <p14:cNvPr id="1048884" name=""/>
              <p14:cNvContentPartPr/>
              <p14:nvPr/>
            </p14:nvContentPartPr>
            <p14:xfrm>
              <a:off x="1104758" y="623984"/>
              <a:ext cx="3029175" cy="2883672"/>
            </p14:xfrm>
          </p:contentPart>
        </mc:Choice>
        <mc:Fallback>
          <p:sp>
            <p:nvSpPr>
              <p:cNvPr id="1048884" name=""/>
              <p:cNvSpPr/>
              <p:nvPr/>
            </p:nvSpPr>
            <p:spPr>
              <a:xfrm>
                <a:off x="1104758" y="623984"/>
                <a:ext cx="3029175" cy="2883672"/>
              </a:xfrm>
            </p:spPr>
          </p:sp>
        </mc:Fallback>
      </mc:AlternateContent>
      <mc:AlternateContent xmlns:mc="http://schemas.openxmlformats.org/markup-compatibility/2006">
        <mc:Choice xmlns:p14="http://schemas.microsoft.com/office/powerpoint/2010/main" Requires="p14">
          <p:contentPart p14:bwMode="auto" r:id="rId3">
            <p14:nvContentPartPr>
              <p14:cNvPr id="1048885" name=""/>
              <p14:cNvContentPartPr/>
              <p14:nvPr/>
            </p14:nvContentPartPr>
            <p14:xfrm>
              <a:off x="1803423" y="3693863"/>
              <a:ext cx="619098" cy="337401"/>
            </p14:xfrm>
          </p:contentPart>
        </mc:Choice>
        <mc:Fallback>
          <p:sp>
            <p:nvSpPr>
              <p:cNvPr id="1048885" name=""/>
              <p:cNvSpPr/>
              <p:nvPr/>
            </p:nvSpPr>
            <p:spPr>
              <a:xfrm>
                <a:off x="1803423" y="3693863"/>
                <a:ext cx="619098" cy="337401"/>
              </a:xfrm>
            </p:spPr>
          </p:sp>
        </mc:Fallback>
      </mc:AlternateContent>
      <mc:AlternateContent xmlns:mc="http://schemas.openxmlformats.org/markup-compatibility/2006">
        <mc:Choice xmlns:p14="http://schemas.microsoft.com/office/powerpoint/2010/main" Requires="p14">
          <p:contentPart p14:bwMode="auto" r:id="rId4">
            <p14:nvContentPartPr>
              <p14:cNvPr id="1048886" name=""/>
              <p14:cNvContentPartPr/>
              <p14:nvPr/>
            </p14:nvContentPartPr>
            <p14:xfrm>
              <a:off x="1333072" y="4131466"/>
              <a:ext cx="272058" cy="492677"/>
            </p14:xfrm>
          </p:contentPart>
        </mc:Choice>
        <mc:Fallback>
          <p:sp>
            <p:nvSpPr>
              <p:cNvPr id="1048886" name=""/>
              <p:cNvSpPr/>
              <p:nvPr/>
            </p:nvSpPr>
            <p:spPr>
              <a:xfrm>
                <a:off x="1333072" y="4131466"/>
                <a:ext cx="272058" cy="492677"/>
              </a:xfrm>
            </p:spPr>
          </p:sp>
        </mc:Fallback>
      </mc:AlternateContent>
      <mc:AlternateContent xmlns:mc="http://schemas.openxmlformats.org/markup-compatibility/2006">
        <mc:Choice xmlns:p14="http://schemas.microsoft.com/office/powerpoint/2010/main" Requires="p14">
          <p:contentPart p14:bwMode="auto" r:id="rId5">
            <p14:nvContentPartPr>
              <p14:cNvPr id="1048887" name=""/>
              <p14:cNvContentPartPr/>
              <p14:nvPr/>
            </p14:nvContentPartPr>
            <p14:xfrm>
              <a:off x="1651753" y="4377681"/>
              <a:ext cx="732805" cy="240939"/>
            </p14:xfrm>
          </p:contentPart>
        </mc:Choice>
        <mc:Fallback>
          <p:sp>
            <p:nvSpPr>
              <p:cNvPr id="1048887" name=""/>
              <p:cNvSpPr/>
              <p:nvPr/>
            </p:nvSpPr>
            <p:spPr>
              <a:xfrm>
                <a:off x="1651753" y="4377681"/>
                <a:ext cx="732805" cy="240939"/>
              </a:xfrm>
            </p:spPr>
          </p:sp>
        </mc:Fallback>
      </mc:AlternateContent>
      <mc:AlternateContent xmlns:mc="http://schemas.openxmlformats.org/markup-compatibility/2006">
        <mc:Choice xmlns:p14="http://schemas.microsoft.com/office/powerpoint/2010/main" Requires="p14">
          <p:contentPart p14:bwMode="auto" r:id="rId6">
            <p14:nvContentPartPr>
              <p14:cNvPr id="1048888" name=""/>
              <p14:cNvContentPartPr/>
              <p14:nvPr/>
            </p14:nvContentPartPr>
            <p14:xfrm>
              <a:off x="2135303" y="4261772"/>
              <a:ext cx="20500" cy="31360"/>
            </p14:xfrm>
          </p:contentPart>
        </mc:Choice>
        <mc:Fallback>
          <p:sp>
            <p:nvSpPr>
              <p:cNvPr id="1048888" name=""/>
              <p:cNvSpPr/>
              <p:nvPr/>
            </p:nvSpPr>
            <p:spPr>
              <a:xfrm>
                <a:off x="2135303" y="4261772"/>
                <a:ext cx="20500" cy="31360"/>
              </a:xfrm>
            </p:spPr>
          </p:sp>
        </mc:Fallback>
      </mc:AlternateContent>
      <mc:AlternateContent xmlns:mc="http://schemas.openxmlformats.org/markup-compatibility/2006">
        <mc:Choice xmlns:p14="http://schemas.microsoft.com/office/powerpoint/2010/main" Requires="p14">
          <p:contentPart p14:bwMode="auto" r:id="rId7">
            <p14:nvContentPartPr>
              <p14:cNvPr id="1048889" name=""/>
              <p14:cNvContentPartPr/>
              <p14:nvPr/>
            </p14:nvContentPartPr>
            <p14:xfrm>
              <a:off x="2450876" y="4254822"/>
              <a:ext cx="32301" cy="383032"/>
            </p14:xfrm>
          </p:contentPart>
        </mc:Choice>
        <mc:Fallback>
          <p:sp>
            <p:nvSpPr>
              <p:cNvPr id="1048889" name=""/>
              <p:cNvSpPr/>
              <p:nvPr/>
            </p:nvSpPr>
            <p:spPr>
              <a:xfrm>
                <a:off x="2450876" y="4254822"/>
                <a:ext cx="32301" cy="383032"/>
              </a:xfrm>
            </p:spPr>
          </p:sp>
        </mc:Fallback>
      </mc:AlternateContent>
      <mc:AlternateContent xmlns:mc="http://schemas.openxmlformats.org/markup-compatibility/2006">
        <mc:Choice xmlns:p14="http://schemas.microsoft.com/office/powerpoint/2010/main" Requires="p14">
          <p:contentPart p14:bwMode="auto" r:id="rId8">
            <p14:nvContentPartPr>
              <p14:cNvPr id="1048890" name=""/>
              <p14:cNvContentPartPr/>
              <p14:nvPr/>
            </p14:nvContentPartPr>
            <p14:xfrm>
              <a:off x="2420550" y="4457354"/>
              <a:ext cx="259579" cy="25844"/>
            </p14:xfrm>
          </p:contentPart>
        </mc:Choice>
        <mc:Fallback>
          <p:sp>
            <p:nvSpPr>
              <p:cNvPr id="1048890" name=""/>
              <p:cNvSpPr/>
              <p:nvPr/>
            </p:nvSpPr>
            <p:spPr>
              <a:xfrm>
                <a:off x="2420550" y="4457354"/>
                <a:ext cx="259579" cy="25844"/>
              </a:xfrm>
            </p:spPr>
          </p:sp>
        </mc:Fallback>
      </mc:AlternateContent>
      <mc:AlternateContent xmlns:mc="http://schemas.openxmlformats.org/markup-compatibility/2006">
        <mc:Choice xmlns:p14="http://schemas.microsoft.com/office/powerpoint/2010/main" Requires="p14">
          <p:contentPart p14:bwMode="auto" r:id="rId9">
            <p14:nvContentPartPr>
              <p14:cNvPr id="1048891" name=""/>
              <p14:cNvContentPartPr/>
              <p14:nvPr/>
            </p14:nvContentPartPr>
            <p14:xfrm>
              <a:off x="2595216" y="4464652"/>
              <a:ext cx="251006" cy="152423"/>
            </p14:xfrm>
          </p:contentPart>
        </mc:Choice>
        <mc:Fallback>
          <p:sp>
            <p:nvSpPr>
              <p:cNvPr id="1048891" name=""/>
              <p:cNvSpPr/>
              <p:nvPr/>
            </p:nvSpPr>
            <p:spPr>
              <a:xfrm>
                <a:off x="2595216" y="4464652"/>
                <a:ext cx="251006" cy="152423"/>
              </a:xfrm>
            </p:spPr>
          </p:sp>
        </mc:Fallback>
      </mc:AlternateContent>
      <mc:AlternateContent xmlns:mc="http://schemas.openxmlformats.org/markup-compatibility/2006">
        <mc:Choice xmlns:p14="http://schemas.microsoft.com/office/powerpoint/2010/main" Requires="p14">
          <p:contentPart p14:bwMode="auto" r:id="rId10">
            <p14:nvContentPartPr>
              <p14:cNvPr id="1048892" name=""/>
              <p14:cNvContentPartPr/>
              <p14:nvPr/>
            </p14:nvContentPartPr>
            <p14:xfrm>
              <a:off x="2906801" y="4124269"/>
              <a:ext cx="6597" cy="551906"/>
            </p14:xfrm>
          </p:contentPart>
        </mc:Choice>
        <mc:Fallback>
          <p:sp>
            <p:nvSpPr>
              <p:cNvPr id="1048892" name=""/>
              <p:cNvSpPr/>
              <p:nvPr/>
            </p:nvSpPr>
            <p:spPr>
              <a:xfrm>
                <a:off x="2906801" y="4124269"/>
                <a:ext cx="6597" cy="551906"/>
              </a:xfrm>
            </p:spPr>
          </p:sp>
        </mc:Fallback>
      </mc:AlternateContent>
      <mc:AlternateContent xmlns:mc="http://schemas.openxmlformats.org/markup-compatibility/2006">
        <mc:Choice xmlns:p14="http://schemas.microsoft.com/office/powerpoint/2010/main" Requires="p14">
          <p:contentPart p14:bwMode="auto" r:id="rId11">
            <p14:nvContentPartPr>
              <p14:cNvPr id="1048893" name=""/>
              <p14:cNvContentPartPr/>
              <p14:nvPr/>
            </p14:nvContentPartPr>
            <p14:xfrm>
              <a:off x="3024684" y="4180859"/>
              <a:ext cx="227942" cy="742033"/>
            </p14:xfrm>
          </p:contentPart>
        </mc:Choice>
        <mc:Fallback>
          <p:sp>
            <p:nvSpPr>
              <p:cNvPr id="1048893" name=""/>
              <p:cNvSpPr/>
              <p:nvPr/>
            </p:nvSpPr>
            <p:spPr>
              <a:xfrm>
                <a:off x="3024684" y="4180859"/>
                <a:ext cx="227942" cy="742033"/>
              </a:xfrm>
            </p:spPr>
          </p:sp>
        </mc:Fallback>
      </mc:AlternateContent>
      <mc:AlternateContent xmlns:mc="http://schemas.openxmlformats.org/markup-compatibility/2006">
        <mc:Choice xmlns:p14="http://schemas.microsoft.com/office/powerpoint/2010/main" Requires="p14">
          <p:contentPart p14:bwMode="auto" r:id="rId12">
            <p14:nvContentPartPr>
              <p14:cNvPr id="1048894" name=""/>
              <p14:cNvContentPartPr/>
              <p14:nvPr/>
            </p14:nvContentPartPr>
            <p14:xfrm>
              <a:off x="1626751" y="4834370"/>
              <a:ext cx="531254" cy="259639"/>
            </p14:xfrm>
          </p:contentPart>
        </mc:Choice>
        <mc:Fallback>
          <p:sp>
            <p:nvSpPr>
              <p:cNvPr id="1048894" name=""/>
              <p:cNvSpPr/>
              <p:nvPr/>
            </p:nvSpPr>
            <p:spPr>
              <a:xfrm>
                <a:off x="1626751" y="4834370"/>
                <a:ext cx="531254" cy="259639"/>
              </a:xfrm>
            </p:spPr>
          </p:sp>
        </mc:Fallback>
      </mc:AlternateContent>
      <mc:AlternateContent xmlns:mc="http://schemas.openxmlformats.org/markup-compatibility/2006">
        <mc:Choice xmlns:p14="http://schemas.microsoft.com/office/powerpoint/2010/main" Requires="p14">
          <p:contentPart p14:bwMode="auto" r:id="rId13">
            <p14:nvContentPartPr>
              <p14:cNvPr id="1048895" name=""/>
              <p14:cNvContentPartPr/>
              <p14:nvPr/>
            </p14:nvContentPartPr>
            <p14:xfrm>
              <a:off x="1981283" y="4790686"/>
              <a:ext cx="95978" cy="25700"/>
            </p14:xfrm>
          </p:contentPart>
        </mc:Choice>
        <mc:Fallback>
          <p:sp>
            <p:nvSpPr>
              <p:cNvPr id="1048895" name=""/>
              <p:cNvSpPr/>
              <p:nvPr/>
            </p:nvSpPr>
            <p:spPr>
              <a:xfrm>
                <a:off x="1981283" y="4790686"/>
                <a:ext cx="95978" cy="25700"/>
              </a:xfrm>
            </p:spPr>
          </p:sp>
        </mc:Fallback>
      </mc:AlternateContent>
      <mc:AlternateContent xmlns:mc="http://schemas.openxmlformats.org/markup-compatibility/2006">
        <mc:Choice xmlns:p14="http://schemas.microsoft.com/office/powerpoint/2010/main" Requires="p14">
          <p:contentPart p14:bwMode="auto" r:id="rId14">
            <p14:nvContentPartPr>
              <p14:cNvPr id="1048896" name=""/>
              <p14:cNvContentPartPr/>
              <p14:nvPr/>
            </p14:nvContentPartPr>
            <p14:xfrm>
              <a:off x="2163304" y="4797884"/>
              <a:ext cx="29448" cy="334511"/>
            </p14:xfrm>
          </p:contentPart>
        </mc:Choice>
        <mc:Fallback>
          <p:sp>
            <p:nvSpPr>
              <p:cNvPr id="1048896" name=""/>
              <p:cNvSpPr/>
              <p:nvPr/>
            </p:nvSpPr>
            <p:spPr>
              <a:xfrm>
                <a:off x="2163304" y="4797884"/>
                <a:ext cx="29448" cy="334511"/>
              </a:xfrm>
            </p:spPr>
          </p:sp>
        </mc:Fallback>
      </mc:AlternateContent>
      <mc:AlternateContent xmlns:mc="http://schemas.openxmlformats.org/markup-compatibility/2006">
        <mc:Choice xmlns:p14="http://schemas.microsoft.com/office/powerpoint/2010/main" Requires="p14">
          <p:contentPart p14:bwMode="auto" r:id="rId15">
            <p14:nvContentPartPr>
              <p14:cNvPr id="1048897" name=""/>
              <p14:cNvContentPartPr/>
              <p14:nvPr/>
            </p14:nvContentPartPr>
            <p14:xfrm>
              <a:off x="2172129" y="4906034"/>
              <a:ext cx="199841" cy="17191"/>
            </p14:xfrm>
          </p:contentPart>
        </mc:Choice>
        <mc:Fallback>
          <p:sp>
            <p:nvSpPr>
              <p:cNvPr id="1048897" name=""/>
              <p:cNvSpPr/>
              <p:nvPr/>
            </p:nvSpPr>
            <p:spPr>
              <a:xfrm>
                <a:off x="2172129" y="4906034"/>
                <a:ext cx="199841" cy="17191"/>
              </a:xfrm>
            </p:spPr>
          </p:sp>
        </mc:Fallback>
      </mc:AlternateContent>
      <mc:AlternateContent xmlns:mc="http://schemas.openxmlformats.org/markup-compatibility/2006">
        <mc:Choice xmlns:p14="http://schemas.microsoft.com/office/powerpoint/2010/main" Requires="p14">
          <p:contentPart p14:bwMode="auto" r:id="rId16">
            <p14:nvContentPartPr>
              <p14:cNvPr id="1048898" name=""/>
              <p14:cNvContentPartPr/>
              <p14:nvPr/>
            </p14:nvContentPartPr>
            <p14:xfrm>
              <a:off x="2282465" y="4950419"/>
              <a:ext cx="224127" cy="155279"/>
            </p14:xfrm>
          </p:contentPart>
        </mc:Choice>
        <mc:Fallback>
          <p:sp>
            <p:nvSpPr>
              <p:cNvPr id="1048898" name=""/>
              <p:cNvSpPr/>
              <p:nvPr/>
            </p:nvSpPr>
            <p:spPr>
              <a:xfrm>
                <a:off x="2282465" y="4950419"/>
                <a:ext cx="224127" cy="155279"/>
              </a:xfrm>
            </p:spPr>
          </p:sp>
        </mc:Fallback>
      </mc:AlternateContent>
      <mc:AlternateContent xmlns:mc="http://schemas.openxmlformats.org/markup-compatibility/2006">
        <mc:Choice xmlns:p14="http://schemas.microsoft.com/office/powerpoint/2010/main" Requires="p14">
          <p:contentPart p14:bwMode="auto" r:id="rId17">
            <p14:nvContentPartPr>
              <p14:cNvPr id="1048899" name=""/>
              <p14:cNvContentPartPr/>
              <p14:nvPr/>
            </p14:nvContentPartPr>
            <p14:xfrm>
              <a:off x="2529467" y="4761647"/>
              <a:ext cx="45639" cy="377811"/>
            </p14:xfrm>
          </p:contentPart>
        </mc:Choice>
        <mc:Fallback>
          <p:sp>
            <p:nvSpPr>
              <p:cNvPr id="1048899" name=""/>
              <p:cNvSpPr/>
              <p:nvPr/>
            </p:nvSpPr>
            <p:spPr>
              <a:xfrm>
                <a:off x="2529467" y="4761647"/>
                <a:ext cx="45639" cy="377811"/>
              </a:xfrm>
            </p:spPr>
          </p:sp>
        </mc:Fallback>
      </mc:AlternateContent>
      <mc:AlternateContent xmlns:mc="http://schemas.openxmlformats.org/markup-compatibility/2006">
        <mc:Choice xmlns:p14="http://schemas.microsoft.com/office/powerpoint/2010/main" Requires="p14">
          <p:contentPart p14:bwMode="auto" r:id="rId18">
            <p14:nvContentPartPr>
              <p14:cNvPr id="1048900" name=""/>
              <p14:cNvContentPartPr/>
              <p14:nvPr/>
            </p14:nvContentPartPr>
            <p14:xfrm>
              <a:off x="2613815" y="4790686"/>
              <a:ext cx="164228" cy="378968"/>
            </p14:xfrm>
          </p:contentPart>
        </mc:Choice>
        <mc:Fallback>
          <p:sp>
            <p:nvSpPr>
              <p:cNvPr id="1048900" name=""/>
              <p:cNvSpPr/>
              <p:nvPr/>
            </p:nvSpPr>
            <p:spPr>
              <a:xfrm>
                <a:off x="2613815" y="4790686"/>
                <a:ext cx="164228" cy="378968"/>
              </a:xfrm>
            </p:spPr>
          </p:sp>
        </mc:Fallback>
      </mc:AlternateContent>
      <mc:AlternateContent xmlns:mc="http://schemas.openxmlformats.org/markup-compatibility/2006">
        <mc:Choice xmlns:p14="http://schemas.microsoft.com/office/powerpoint/2010/main" Requires="p14">
          <p:contentPart p14:bwMode="auto" r:id="rId19">
            <p14:nvContentPartPr>
              <p14:cNvPr id="1048901" name=""/>
              <p14:cNvContentPartPr/>
              <p14:nvPr/>
            </p14:nvContentPartPr>
            <p14:xfrm>
              <a:off x="2763838" y="4892448"/>
              <a:ext cx="7060" cy="86869"/>
            </p14:xfrm>
          </p:contentPart>
        </mc:Choice>
        <mc:Fallback>
          <p:sp>
            <p:nvSpPr>
              <p:cNvPr id="1048901" name=""/>
              <p:cNvSpPr/>
              <p:nvPr/>
            </p:nvSpPr>
            <p:spPr>
              <a:xfrm>
                <a:off x="2763838" y="4892448"/>
                <a:ext cx="7060" cy="86869"/>
              </a:xfrm>
            </p:spPr>
          </p:sp>
        </mc:Fallback>
      </mc:AlternateContent>
      <mc:AlternateContent xmlns:mc="http://schemas.openxmlformats.org/markup-compatibility/2006">
        <mc:Choice xmlns:p14="http://schemas.microsoft.com/office/powerpoint/2010/main" Requires="p14">
          <p:contentPart p14:bwMode="auto" r:id="rId20">
            <p14:nvContentPartPr>
              <p14:cNvPr id="1048902" name=""/>
              <p14:cNvContentPartPr/>
              <p14:nvPr/>
            </p14:nvContentPartPr>
            <p14:xfrm>
              <a:off x="2849881" y="4999336"/>
              <a:ext cx="104540" cy="384647"/>
            </p14:xfrm>
          </p:contentPart>
        </mc:Choice>
        <mc:Fallback>
          <p:sp>
            <p:nvSpPr>
              <p:cNvPr id="1048902" name=""/>
              <p:cNvSpPr/>
              <p:nvPr/>
            </p:nvSpPr>
            <p:spPr>
              <a:xfrm>
                <a:off x="2849881" y="4999336"/>
                <a:ext cx="104540" cy="384647"/>
              </a:xfrm>
            </p:spPr>
          </p:sp>
        </mc:Fallback>
      </mc:AlternateContent>
      <mc:AlternateContent xmlns:mc="http://schemas.openxmlformats.org/markup-compatibility/2006">
        <mc:Choice xmlns:p14="http://schemas.microsoft.com/office/powerpoint/2010/main" Requires="p14">
          <p:contentPart p14:bwMode="auto" r:id="rId21">
            <p14:nvContentPartPr>
              <p14:cNvPr id="1048903" name=""/>
              <p14:cNvContentPartPr/>
              <p14:nvPr/>
            </p14:nvContentPartPr>
            <p14:xfrm>
              <a:off x="2978283" y="5015307"/>
              <a:ext cx="251578" cy="219740"/>
            </p14:xfrm>
          </p:contentPart>
        </mc:Choice>
        <mc:Fallback>
          <p:sp>
            <p:nvSpPr>
              <p:cNvPr id="1048903" name=""/>
              <p:cNvSpPr/>
              <p:nvPr/>
            </p:nvSpPr>
            <p:spPr>
              <a:xfrm>
                <a:off x="2978283" y="5015307"/>
                <a:ext cx="251578" cy="219740"/>
              </a:xfrm>
            </p:spPr>
          </p:sp>
        </mc:Fallback>
      </mc:AlternateContent>
      <mc:AlternateContent xmlns:mc="http://schemas.openxmlformats.org/markup-compatibility/2006">
        <mc:Choice xmlns:p14="http://schemas.microsoft.com/office/powerpoint/2010/main" Requires="p14">
          <p:contentPart p14:bwMode="auto" r:id="rId22">
            <p14:nvContentPartPr>
              <p14:cNvPr id="1048904" name=""/>
              <p14:cNvContentPartPr/>
              <p14:nvPr/>
            </p14:nvContentPartPr>
            <p14:xfrm>
              <a:off x="1287116" y="770341"/>
              <a:ext cx="487852" cy="483739"/>
            </p14:xfrm>
          </p:contentPart>
        </mc:Choice>
        <mc:Fallback>
          <p:sp>
            <p:nvSpPr>
              <p:cNvPr id="1048904" name=""/>
              <p:cNvSpPr/>
              <p:nvPr/>
            </p:nvSpPr>
            <p:spPr>
              <a:xfrm>
                <a:off x="1287116" y="770341"/>
                <a:ext cx="487852" cy="483739"/>
              </a:xfrm>
            </p:spPr>
          </p:sp>
        </mc:Fallback>
      </mc:AlternateContent>
      <mc:AlternateContent xmlns:mc="http://schemas.openxmlformats.org/markup-compatibility/2006">
        <mc:Choice xmlns:p14="http://schemas.microsoft.com/office/powerpoint/2010/main" Requires="p14">
          <p:contentPart p14:bwMode="auto" r:id="rId23">
            <p14:nvContentPartPr>
              <p14:cNvPr id="1048905" name=""/>
              <p14:cNvContentPartPr/>
              <p14:nvPr/>
            </p14:nvContentPartPr>
            <p14:xfrm>
              <a:off x="1889334" y="770341"/>
              <a:ext cx="476518" cy="426076"/>
            </p14:xfrm>
          </p:contentPart>
        </mc:Choice>
        <mc:Fallback>
          <p:sp>
            <p:nvSpPr>
              <p:cNvPr id="1048905" name=""/>
              <p:cNvSpPr/>
              <p:nvPr/>
            </p:nvSpPr>
            <p:spPr>
              <a:xfrm>
                <a:off x="1889334" y="770341"/>
                <a:ext cx="476518" cy="426076"/>
              </a:xfrm>
            </p:spPr>
          </p:sp>
        </mc:Fallback>
      </mc:AlternateContent>
      <mc:AlternateContent xmlns:mc="http://schemas.openxmlformats.org/markup-compatibility/2006">
        <mc:Choice xmlns:p14="http://schemas.microsoft.com/office/powerpoint/2010/main" Requires="p14">
          <p:contentPart p14:bwMode="auto" r:id="rId24">
            <p14:nvContentPartPr>
              <p14:cNvPr id="1048906" name=""/>
              <p14:cNvContentPartPr/>
              <p14:nvPr/>
            </p14:nvContentPartPr>
            <p14:xfrm>
              <a:off x="2517553" y="766785"/>
              <a:ext cx="484052" cy="370673"/>
            </p14:xfrm>
          </p:contentPart>
        </mc:Choice>
        <mc:Fallback>
          <p:sp>
            <p:nvSpPr>
              <p:cNvPr id="1048906" name=""/>
              <p:cNvSpPr/>
              <p:nvPr/>
            </p:nvSpPr>
            <p:spPr>
              <a:xfrm>
                <a:off x="2517553" y="766785"/>
                <a:ext cx="484052" cy="370673"/>
              </a:xfrm>
            </p:spPr>
          </p:sp>
        </mc:Fallback>
      </mc:AlternateContent>
      <mc:AlternateContent xmlns:mc="http://schemas.openxmlformats.org/markup-compatibility/2006">
        <mc:Choice xmlns:p14="http://schemas.microsoft.com/office/powerpoint/2010/main" Requires="p14">
          <p:contentPart p14:bwMode="auto" r:id="rId25">
            <p14:nvContentPartPr>
              <p14:cNvPr id="1048907" name=""/>
              <p14:cNvContentPartPr/>
              <p14:nvPr/>
            </p14:nvContentPartPr>
            <p14:xfrm>
              <a:off x="3144355" y="765370"/>
              <a:ext cx="472503" cy="356327"/>
            </p14:xfrm>
          </p:contentPart>
        </mc:Choice>
        <mc:Fallback>
          <p:sp>
            <p:nvSpPr>
              <p:cNvPr id="1048907" name=""/>
              <p:cNvSpPr/>
              <p:nvPr/>
            </p:nvSpPr>
            <p:spPr>
              <a:xfrm>
                <a:off x="3144355" y="765370"/>
                <a:ext cx="472503" cy="356327"/>
              </a:xfrm>
            </p:spPr>
          </p:sp>
        </mc:Fallback>
      </mc:AlternateContent>
      <mc:AlternateContent xmlns:mc="http://schemas.openxmlformats.org/markup-compatibility/2006">
        <mc:Choice xmlns:p14="http://schemas.microsoft.com/office/powerpoint/2010/main" Requires="p14">
          <p:contentPart p14:bwMode="auto" r:id="rId26">
            <p14:nvContentPartPr>
              <p14:cNvPr id="1048908" name=""/>
              <p14:cNvContentPartPr/>
              <p14:nvPr/>
            </p14:nvContentPartPr>
            <p14:xfrm>
              <a:off x="3684508" y="767712"/>
              <a:ext cx="428425" cy="356253"/>
            </p14:xfrm>
          </p:contentPart>
        </mc:Choice>
        <mc:Fallback>
          <p:sp>
            <p:nvSpPr>
              <p:cNvPr id="1048908" name=""/>
              <p:cNvSpPr/>
              <p:nvPr/>
            </p:nvSpPr>
            <p:spPr>
              <a:xfrm>
                <a:off x="3684508" y="767712"/>
                <a:ext cx="428425" cy="356253"/>
              </a:xfrm>
            </p:spPr>
          </p:sp>
        </mc:Fallback>
      </mc:AlternateContent>
      <mc:AlternateContent xmlns:mc="http://schemas.openxmlformats.org/markup-compatibility/2006">
        <mc:Choice xmlns:p14="http://schemas.microsoft.com/office/powerpoint/2010/main" Requires="p14">
          <p:contentPart p14:bwMode="auto" r:id="rId27">
            <p14:nvContentPartPr>
              <p14:cNvPr id="1048909" name=""/>
              <p14:cNvContentPartPr/>
              <p14:nvPr/>
            </p14:nvContentPartPr>
            <p14:xfrm>
              <a:off x="1241293" y="1374669"/>
              <a:ext cx="474852" cy="406524"/>
            </p14:xfrm>
          </p:contentPart>
        </mc:Choice>
        <mc:Fallback>
          <p:sp>
            <p:nvSpPr>
              <p:cNvPr id="1048909" name=""/>
              <p:cNvSpPr/>
              <p:nvPr/>
            </p:nvSpPr>
            <p:spPr>
              <a:xfrm>
                <a:off x="1241293" y="1374669"/>
                <a:ext cx="474852" cy="406524"/>
              </a:xfrm>
            </p:spPr>
          </p:sp>
        </mc:Fallback>
      </mc:AlternateContent>
      <mc:AlternateContent xmlns:mc="http://schemas.openxmlformats.org/markup-compatibility/2006">
        <mc:Choice xmlns:p14="http://schemas.microsoft.com/office/powerpoint/2010/main" Requires="p14">
          <p:contentPart p14:bwMode="auto" r:id="rId28">
            <p14:nvContentPartPr>
              <p14:cNvPr id="1048910" name=""/>
              <p14:cNvContentPartPr/>
              <p14:nvPr/>
            </p14:nvContentPartPr>
            <p14:xfrm>
              <a:off x="1839934" y="1361724"/>
              <a:ext cx="530754" cy="383356"/>
            </p14:xfrm>
          </p:contentPart>
        </mc:Choice>
        <mc:Fallback>
          <p:sp>
            <p:nvSpPr>
              <p:cNvPr id="1048910" name=""/>
              <p:cNvSpPr/>
              <p:nvPr/>
            </p:nvSpPr>
            <p:spPr>
              <a:xfrm>
                <a:off x="1839934" y="1361724"/>
                <a:ext cx="530754" cy="383356"/>
              </a:xfrm>
            </p:spPr>
          </p:sp>
        </mc:Fallback>
      </mc:AlternateContent>
      <mc:AlternateContent xmlns:mc="http://schemas.openxmlformats.org/markup-compatibility/2006">
        <mc:Choice xmlns:p14="http://schemas.microsoft.com/office/powerpoint/2010/main" Requires="p14">
          <p:contentPart p14:bwMode="auto" r:id="rId29">
            <p14:nvContentPartPr>
              <p14:cNvPr id="1048911" name=""/>
              <p14:cNvContentPartPr/>
              <p14:nvPr/>
            </p14:nvContentPartPr>
            <p14:xfrm>
              <a:off x="2520134" y="1348878"/>
              <a:ext cx="451113" cy="351891"/>
            </p14:xfrm>
          </p:contentPart>
        </mc:Choice>
        <mc:Fallback>
          <p:sp>
            <p:nvSpPr>
              <p:cNvPr id="1048911" name=""/>
              <p:cNvSpPr/>
              <p:nvPr/>
            </p:nvSpPr>
            <p:spPr>
              <a:xfrm>
                <a:off x="2520134" y="1348878"/>
                <a:ext cx="451113" cy="351891"/>
              </a:xfrm>
            </p:spPr>
          </p:sp>
        </mc:Fallback>
      </mc:AlternateContent>
      <mc:AlternateContent xmlns:mc="http://schemas.openxmlformats.org/markup-compatibility/2006">
        <mc:Choice xmlns:p14="http://schemas.microsoft.com/office/powerpoint/2010/main" Requires="p14">
          <p:contentPart p14:bwMode="auto" r:id="rId30">
            <p14:nvContentPartPr>
              <p14:cNvPr id="1048912" name=""/>
              <p14:cNvContentPartPr/>
              <p14:nvPr/>
            </p14:nvContentPartPr>
            <p14:xfrm>
              <a:off x="3098545" y="1317300"/>
              <a:ext cx="429747" cy="382014"/>
            </p14:xfrm>
          </p:contentPart>
        </mc:Choice>
        <mc:Fallback>
          <p:sp>
            <p:nvSpPr>
              <p:cNvPr id="1048912" name=""/>
              <p:cNvSpPr/>
              <p:nvPr/>
            </p:nvSpPr>
            <p:spPr>
              <a:xfrm>
                <a:off x="3098545" y="1317300"/>
                <a:ext cx="429747" cy="382014"/>
              </a:xfrm>
            </p:spPr>
          </p:sp>
        </mc:Fallback>
      </mc:AlternateContent>
      <mc:AlternateContent xmlns:mc="http://schemas.openxmlformats.org/markup-compatibility/2006">
        <mc:Choice xmlns:p14="http://schemas.microsoft.com/office/powerpoint/2010/main" Requires="p14">
          <p:contentPart p14:bwMode="auto" r:id="rId31">
            <p14:nvContentPartPr>
              <p14:cNvPr id="1048913" name=""/>
              <p14:cNvContentPartPr/>
              <p14:nvPr/>
            </p14:nvContentPartPr>
            <p14:xfrm>
              <a:off x="3623061" y="1334888"/>
              <a:ext cx="389415" cy="316611"/>
            </p14:xfrm>
          </p:contentPart>
        </mc:Choice>
        <mc:Fallback>
          <p:sp>
            <p:nvSpPr>
              <p:cNvPr id="1048913" name=""/>
              <p:cNvSpPr/>
              <p:nvPr/>
            </p:nvSpPr>
            <p:spPr>
              <a:xfrm>
                <a:off x="3623061" y="1334888"/>
                <a:ext cx="389415" cy="316611"/>
              </a:xfrm>
            </p:spPr>
          </p:sp>
        </mc:Fallback>
      </mc:AlternateContent>
      <mc:AlternateContent xmlns:mc="http://schemas.openxmlformats.org/markup-compatibility/2006">
        <mc:Choice xmlns:p14="http://schemas.microsoft.com/office/powerpoint/2010/main" Requires="p14">
          <p:contentPart p14:bwMode="auto" r:id="rId32">
            <p14:nvContentPartPr>
              <p14:cNvPr id="1048914" name=""/>
              <p14:cNvContentPartPr/>
              <p14:nvPr/>
            </p14:nvContentPartPr>
            <p14:xfrm>
              <a:off x="1256469" y="1880967"/>
              <a:ext cx="409140" cy="427945"/>
            </p14:xfrm>
          </p:contentPart>
        </mc:Choice>
        <mc:Fallback>
          <p:sp>
            <p:nvSpPr>
              <p:cNvPr id="1048914" name=""/>
              <p:cNvSpPr/>
              <p:nvPr/>
            </p:nvSpPr>
            <p:spPr>
              <a:xfrm>
                <a:off x="1256469" y="1880967"/>
                <a:ext cx="409140" cy="427945"/>
              </a:xfrm>
            </p:spPr>
          </p:sp>
        </mc:Fallback>
      </mc:AlternateContent>
      <mc:AlternateContent xmlns:mc="http://schemas.openxmlformats.org/markup-compatibility/2006">
        <mc:Choice xmlns:p14="http://schemas.microsoft.com/office/powerpoint/2010/main" Requires="p14">
          <p:contentPart p14:bwMode="auto" r:id="rId33">
            <p14:nvContentPartPr>
              <p14:cNvPr id="1048915" name=""/>
              <p14:cNvContentPartPr/>
              <p14:nvPr/>
            </p14:nvContentPartPr>
            <p14:xfrm>
              <a:off x="1813293" y="1860556"/>
              <a:ext cx="511215" cy="450533"/>
            </p14:xfrm>
          </p:contentPart>
        </mc:Choice>
        <mc:Fallback>
          <p:sp>
            <p:nvSpPr>
              <p:cNvPr id="1048915" name=""/>
              <p:cNvSpPr/>
              <p:nvPr/>
            </p:nvSpPr>
            <p:spPr>
              <a:xfrm>
                <a:off x="1813293" y="1860556"/>
                <a:ext cx="511215" cy="450533"/>
              </a:xfrm>
            </p:spPr>
          </p:sp>
        </mc:Fallback>
      </mc:AlternateContent>
      <mc:AlternateContent xmlns:mc="http://schemas.openxmlformats.org/markup-compatibility/2006">
        <mc:Choice xmlns:p14="http://schemas.microsoft.com/office/powerpoint/2010/main" Requires="p14">
          <p:contentPart p14:bwMode="auto" r:id="rId34">
            <p14:nvContentPartPr>
              <p14:cNvPr id="1048916" name=""/>
              <p14:cNvContentPartPr/>
              <p14:nvPr/>
            </p14:nvContentPartPr>
            <p14:xfrm>
              <a:off x="2496231" y="1867702"/>
              <a:ext cx="442376" cy="393159"/>
            </p14:xfrm>
          </p:contentPart>
        </mc:Choice>
        <mc:Fallback>
          <p:sp>
            <p:nvSpPr>
              <p:cNvPr id="1048916" name=""/>
              <p:cNvSpPr/>
              <p:nvPr/>
            </p:nvSpPr>
            <p:spPr>
              <a:xfrm>
                <a:off x="2496231" y="1867702"/>
                <a:ext cx="442376" cy="393159"/>
              </a:xfrm>
            </p:spPr>
          </p:sp>
        </mc:Fallback>
      </mc:AlternateContent>
      <mc:AlternateContent xmlns:mc="http://schemas.openxmlformats.org/markup-compatibility/2006">
        <mc:Choice xmlns:p14="http://schemas.microsoft.com/office/powerpoint/2010/main" Requires="p14">
          <p:contentPart p14:bwMode="auto" r:id="rId35">
            <p14:nvContentPartPr>
              <p14:cNvPr id="1048917" name=""/>
              <p14:cNvContentPartPr/>
              <p14:nvPr/>
            </p14:nvContentPartPr>
            <p14:xfrm>
              <a:off x="3056846" y="1846781"/>
              <a:ext cx="450786" cy="401190"/>
            </p14:xfrm>
          </p:contentPart>
        </mc:Choice>
        <mc:Fallback>
          <p:sp>
            <p:nvSpPr>
              <p:cNvPr id="1048917" name=""/>
              <p:cNvSpPr/>
              <p:nvPr/>
            </p:nvSpPr>
            <p:spPr>
              <a:xfrm>
                <a:off x="3056846" y="1846781"/>
                <a:ext cx="450786" cy="401190"/>
              </a:xfrm>
            </p:spPr>
          </p:sp>
        </mc:Fallback>
      </mc:AlternateContent>
      <mc:AlternateContent xmlns:mc="http://schemas.openxmlformats.org/markup-compatibility/2006">
        <mc:Choice xmlns:p14="http://schemas.microsoft.com/office/powerpoint/2010/main" Requires="p14">
          <p:contentPart p14:bwMode="auto" r:id="rId36">
            <p14:nvContentPartPr>
              <p14:cNvPr id="1048918" name=""/>
              <p14:cNvContentPartPr/>
              <p14:nvPr/>
            </p14:nvContentPartPr>
            <p14:xfrm>
              <a:off x="3583945" y="1842317"/>
              <a:ext cx="369017" cy="379676"/>
            </p14:xfrm>
          </p:contentPart>
        </mc:Choice>
        <mc:Fallback>
          <p:sp>
            <p:nvSpPr>
              <p:cNvPr id="1048918" name=""/>
              <p:cNvSpPr/>
              <p:nvPr/>
            </p:nvSpPr>
            <p:spPr>
              <a:xfrm>
                <a:off x="3583945" y="1842317"/>
                <a:ext cx="369017" cy="379676"/>
              </a:xfrm>
            </p:spPr>
          </p:sp>
        </mc:Fallback>
      </mc:AlternateContent>
      <mc:AlternateContent xmlns:mc="http://schemas.openxmlformats.org/markup-compatibility/2006">
        <mc:Choice xmlns:p14="http://schemas.microsoft.com/office/powerpoint/2010/main" Requires="p14">
          <p:contentPart p14:bwMode="auto" r:id="rId37">
            <p14:nvContentPartPr>
              <p14:cNvPr id="1048919" name=""/>
              <p14:cNvContentPartPr/>
              <p14:nvPr/>
            </p14:nvContentPartPr>
            <p14:xfrm>
              <a:off x="1262371" y="2394385"/>
              <a:ext cx="409674" cy="373278"/>
            </p14:xfrm>
          </p:contentPart>
        </mc:Choice>
        <mc:Fallback>
          <p:sp>
            <p:nvSpPr>
              <p:cNvPr id="1048919" name=""/>
              <p:cNvSpPr/>
              <p:nvPr/>
            </p:nvSpPr>
            <p:spPr>
              <a:xfrm>
                <a:off x="1262371" y="2394385"/>
                <a:ext cx="409674" cy="373278"/>
              </a:xfrm>
            </p:spPr>
          </p:sp>
        </mc:Fallback>
      </mc:AlternateContent>
      <mc:AlternateContent xmlns:mc="http://schemas.openxmlformats.org/markup-compatibility/2006">
        <mc:Choice xmlns:p14="http://schemas.microsoft.com/office/powerpoint/2010/main" Requires="p14">
          <p:contentPart p14:bwMode="auto" r:id="rId38">
            <p14:nvContentPartPr>
              <p14:cNvPr id="1048920" name=""/>
              <p14:cNvContentPartPr/>
              <p14:nvPr/>
            </p14:nvContentPartPr>
            <p14:xfrm>
              <a:off x="1830392" y="2385627"/>
              <a:ext cx="429695" cy="388083"/>
            </p14:xfrm>
          </p:contentPart>
        </mc:Choice>
        <mc:Fallback>
          <p:sp>
            <p:nvSpPr>
              <p:cNvPr id="1048920" name=""/>
              <p:cNvSpPr/>
              <p:nvPr/>
            </p:nvSpPr>
            <p:spPr>
              <a:xfrm>
                <a:off x="1830392" y="2385627"/>
                <a:ext cx="429695" cy="388083"/>
              </a:xfrm>
            </p:spPr>
          </p:sp>
        </mc:Fallback>
      </mc:AlternateContent>
      <mc:AlternateContent xmlns:mc="http://schemas.openxmlformats.org/markup-compatibility/2006">
        <mc:Choice xmlns:p14="http://schemas.microsoft.com/office/powerpoint/2010/main" Requires="p14">
          <p:contentPart p14:bwMode="auto" r:id="rId39">
            <p14:nvContentPartPr>
              <p14:cNvPr id="1048921" name=""/>
              <p14:cNvContentPartPr/>
              <p14:nvPr/>
            </p14:nvContentPartPr>
            <p14:xfrm>
              <a:off x="2500105" y="2378342"/>
              <a:ext cx="453124" cy="381369"/>
            </p14:xfrm>
          </p:contentPart>
        </mc:Choice>
        <mc:Fallback>
          <p:sp>
            <p:nvSpPr>
              <p:cNvPr id="1048921" name=""/>
              <p:cNvSpPr/>
              <p:nvPr/>
            </p:nvSpPr>
            <p:spPr>
              <a:xfrm>
                <a:off x="2500105" y="2378342"/>
                <a:ext cx="453124" cy="381369"/>
              </a:xfrm>
            </p:spPr>
          </p:sp>
        </mc:Fallback>
      </mc:AlternateContent>
      <mc:AlternateContent xmlns:mc="http://schemas.openxmlformats.org/markup-compatibility/2006">
        <mc:Choice xmlns:p14="http://schemas.microsoft.com/office/powerpoint/2010/main" Requires="p14">
          <p:contentPart p14:bwMode="auto" r:id="rId40">
            <p14:nvContentPartPr>
              <p14:cNvPr id="1048922" name=""/>
              <p14:cNvContentPartPr/>
              <p14:nvPr/>
            </p14:nvContentPartPr>
            <p14:xfrm>
              <a:off x="3092051" y="2377279"/>
              <a:ext cx="444967" cy="352752"/>
            </p14:xfrm>
          </p:contentPart>
        </mc:Choice>
        <mc:Fallback>
          <p:sp>
            <p:nvSpPr>
              <p:cNvPr id="1048922" name=""/>
              <p:cNvSpPr/>
              <p:nvPr/>
            </p:nvSpPr>
            <p:spPr>
              <a:xfrm>
                <a:off x="3092051" y="2377279"/>
                <a:ext cx="444967" cy="352752"/>
              </a:xfrm>
            </p:spPr>
          </p:sp>
        </mc:Fallback>
      </mc:AlternateContent>
      <mc:AlternateContent xmlns:mc="http://schemas.openxmlformats.org/markup-compatibility/2006">
        <mc:Choice xmlns:p14="http://schemas.microsoft.com/office/powerpoint/2010/main" Requires="p14">
          <p:contentPart p14:bwMode="auto" r:id="rId41">
            <p14:nvContentPartPr>
              <p14:cNvPr id="1048923" name=""/>
              <p14:cNvContentPartPr/>
              <p14:nvPr/>
            </p14:nvContentPartPr>
            <p14:xfrm>
              <a:off x="3592128" y="2347406"/>
              <a:ext cx="317353" cy="379816"/>
            </p14:xfrm>
          </p:contentPart>
        </mc:Choice>
        <mc:Fallback>
          <p:sp>
            <p:nvSpPr>
              <p:cNvPr id="1048923" name=""/>
              <p:cNvSpPr/>
              <p:nvPr/>
            </p:nvSpPr>
            <p:spPr>
              <a:xfrm>
                <a:off x="3592128" y="2347406"/>
                <a:ext cx="317353" cy="379816"/>
              </a:xfrm>
            </p:spPr>
          </p:sp>
        </mc:Fallback>
      </mc:AlternateContent>
      <mc:AlternateContent xmlns:mc="http://schemas.openxmlformats.org/markup-compatibility/2006">
        <mc:Choice xmlns:p14="http://schemas.microsoft.com/office/powerpoint/2010/main" Requires="p14">
          <p:contentPart p14:bwMode="auto" r:id="rId42">
            <p14:nvContentPartPr>
              <p14:cNvPr id="1048924" name=""/>
              <p14:cNvContentPartPr/>
              <p14:nvPr/>
            </p14:nvContentPartPr>
            <p14:xfrm>
              <a:off x="1282136" y="2817287"/>
              <a:ext cx="396143" cy="375697"/>
            </p14:xfrm>
          </p:contentPart>
        </mc:Choice>
        <mc:Fallback>
          <p:sp>
            <p:nvSpPr>
              <p:cNvPr id="1048924" name=""/>
              <p:cNvSpPr/>
              <p:nvPr/>
            </p:nvSpPr>
            <p:spPr>
              <a:xfrm>
                <a:off x="1282136" y="2817287"/>
                <a:ext cx="396143" cy="375697"/>
              </a:xfrm>
            </p:spPr>
          </p:sp>
        </mc:Fallback>
      </mc:AlternateContent>
      <mc:AlternateContent xmlns:mc="http://schemas.openxmlformats.org/markup-compatibility/2006">
        <mc:Choice xmlns:p14="http://schemas.microsoft.com/office/powerpoint/2010/main" Requires="p14">
          <p:contentPart p14:bwMode="auto" r:id="rId43">
            <p14:nvContentPartPr>
              <p14:cNvPr id="1048925" name=""/>
              <p14:cNvContentPartPr/>
              <p14:nvPr/>
            </p14:nvContentPartPr>
            <p14:xfrm>
              <a:off x="1823732" y="2864157"/>
              <a:ext cx="384497" cy="333743"/>
            </p14:xfrm>
          </p:contentPart>
        </mc:Choice>
        <mc:Fallback>
          <p:sp>
            <p:nvSpPr>
              <p:cNvPr id="1048925" name=""/>
              <p:cNvSpPr/>
              <p:nvPr/>
            </p:nvSpPr>
            <p:spPr>
              <a:xfrm>
                <a:off x="1823732" y="2864157"/>
                <a:ext cx="384497" cy="333743"/>
              </a:xfrm>
            </p:spPr>
          </p:sp>
        </mc:Fallback>
      </mc:AlternateContent>
      <mc:AlternateContent xmlns:mc="http://schemas.openxmlformats.org/markup-compatibility/2006">
        <mc:Choice xmlns:p14="http://schemas.microsoft.com/office/powerpoint/2010/main" Requires="p14">
          <p:contentPart p14:bwMode="auto" r:id="rId44">
            <p14:nvContentPartPr>
              <p14:cNvPr id="1048926" name=""/>
              <p14:cNvContentPartPr/>
              <p14:nvPr/>
            </p14:nvContentPartPr>
            <p14:xfrm>
              <a:off x="2479248" y="2867099"/>
              <a:ext cx="467268" cy="353652"/>
            </p14:xfrm>
          </p:contentPart>
        </mc:Choice>
        <mc:Fallback>
          <p:sp>
            <p:nvSpPr>
              <p:cNvPr id="1048926" name=""/>
              <p:cNvSpPr/>
              <p:nvPr/>
            </p:nvSpPr>
            <p:spPr>
              <a:xfrm>
                <a:off x="2479248" y="2867099"/>
                <a:ext cx="467268" cy="353652"/>
              </a:xfrm>
            </p:spPr>
          </p:sp>
        </mc:Fallback>
      </mc:AlternateContent>
      <mc:AlternateContent xmlns:mc="http://schemas.openxmlformats.org/markup-compatibility/2006">
        <mc:Choice xmlns:p14="http://schemas.microsoft.com/office/powerpoint/2010/main" Requires="p14">
          <p:contentPart p14:bwMode="auto" r:id="rId45">
            <p14:nvContentPartPr>
              <p14:cNvPr id="1048927" name=""/>
              <p14:cNvContentPartPr/>
              <p14:nvPr/>
            </p14:nvContentPartPr>
            <p14:xfrm>
              <a:off x="3113355" y="2893171"/>
              <a:ext cx="451254" cy="338057"/>
            </p14:xfrm>
          </p:contentPart>
        </mc:Choice>
        <mc:Fallback>
          <p:sp>
            <p:nvSpPr>
              <p:cNvPr id="1048927" name=""/>
              <p:cNvSpPr/>
              <p:nvPr/>
            </p:nvSpPr>
            <p:spPr>
              <a:xfrm>
                <a:off x="3113355" y="2893171"/>
                <a:ext cx="451254" cy="338057"/>
              </a:xfrm>
            </p:spPr>
          </p:sp>
        </mc:Fallback>
      </mc:AlternateContent>
      <mc:AlternateContent xmlns:mc="http://schemas.openxmlformats.org/markup-compatibility/2006">
        <mc:Choice xmlns:p14="http://schemas.microsoft.com/office/powerpoint/2010/main" Requires="p14">
          <p:contentPart p14:bwMode="auto" r:id="rId46">
            <p14:nvContentPartPr>
              <p14:cNvPr id="1048928" name=""/>
              <p14:cNvContentPartPr/>
              <p14:nvPr/>
            </p14:nvContentPartPr>
            <p14:xfrm>
              <a:off x="3631803" y="2879481"/>
              <a:ext cx="284007" cy="353759"/>
            </p14:xfrm>
          </p:contentPart>
        </mc:Choice>
        <mc:Fallback>
          <p:sp>
            <p:nvSpPr>
              <p:cNvPr id="1048928" name=""/>
              <p:cNvSpPr/>
              <p:nvPr/>
            </p:nvSpPr>
            <p:spPr>
              <a:xfrm>
                <a:off x="3631803" y="2879481"/>
                <a:ext cx="284007" cy="353759"/>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06" name="TextBox 2"/>
          <p:cNvSpPr txBox="1">
            <a:spLocks noChangeAspect="1" noMove="1" noResize="1" noRot="1" noAdjustHandles="1" noEditPoints="1" noChangeArrowheads="1" noChangeShapeType="1" noTextEdit="1"/>
          </p:cNvSpPr>
          <p:nvPr/>
        </p:nvSpPr>
        <p:spPr>
          <a:xfrm>
            <a:off x="145773" y="211268"/>
            <a:ext cx="7871792" cy="5384294"/>
          </a:xfrm>
          <a:prstGeom prst="rect"/>
          <a:blipFill>
            <a:blip xmlns:r="http://schemas.openxmlformats.org/officeDocument/2006/relationships" r:embed="rId1"/>
            <a:stretch>
              <a:fillRect l="-852" t="-566" r="-775" b="-1019"/>
            </a:stretch>
          </a:blipFill>
        </p:spPr>
        <p:txBody>
          <a:bodyPr/>
          <a:p>
            <a:r>
              <a:rPr dirty="0" lang="fr-FR">
                <a:noFill/>
              </a:rPr>
              <a:t> </a:t>
            </a:r>
          </a:p>
        </p:txBody>
      </p:sp>
      <mc:AlternateContent xmlns:mc="http://schemas.openxmlformats.org/markup-compatibility/2006">
        <mc:Choice xmlns:p14="http://schemas.microsoft.com/office/powerpoint/2010/main" Requires="p14">
          <p:contentPart p14:bwMode="auto" r:id="rId2">
            <p14:nvContentPartPr>
              <p14:cNvPr id="1048607" name=""/>
              <p14:cNvContentPartPr/>
              <p14:nvPr/>
            </p14:nvContentPartPr>
            <p14:xfrm>
              <a:off x="8556883" y="3796953"/>
              <a:ext cx="67125" cy="7634"/>
            </p14:xfrm>
          </p:contentPart>
        </mc:Choice>
        <mc:Fallback>
          <p:sp>
            <p:nvSpPr>
              <p:cNvPr id="1048607" name=""/>
              <p:cNvSpPr/>
              <p:nvPr/>
            </p:nvSpPr>
            <p:spPr>
              <a:xfrm>
                <a:off x="8556883" y="3796953"/>
                <a:ext cx="67125" cy="7634"/>
              </a:xfrm>
            </p:spPr>
          </p:sp>
        </mc:Fallback>
      </mc:AlternateContent>
      <mc:AlternateContent xmlns:mc="http://schemas.openxmlformats.org/markup-compatibility/2006">
        <mc:Choice xmlns:p14="http://schemas.microsoft.com/office/powerpoint/2010/main" Requires="p14">
          <p:contentPart p14:bwMode="auto" r:id="rId3">
            <p14:nvContentPartPr>
              <p14:cNvPr id="1048608" name=""/>
              <p14:cNvContentPartPr/>
              <p14:nvPr/>
            </p14:nvContentPartPr>
            <p14:xfrm>
              <a:off x="10641995" y="3114563"/>
              <a:ext cx="17475" cy="31797"/>
            </p14:xfrm>
          </p:contentPart>
        </mc:Choice>
        <mc:Fallback>
          <p:sp>
            <p:nvSpPr>
              <p:cNvPr id="1048608" name=""/>
              <p:cNvSpPr/>
              <p:nvPr/>
            </p:nvSpPr>
            <p:spPr>
              <a:xfrm>
                <a:off x="10641995" y="3114563"/>
                <a:ext cx="17475" cy="31797"/>
              </a:xfrm>
            </p:spPr>
          </p:sp>
        </mc:Fallback>
      </mc:AlternateContent>
      <mc:AlternateContent xmlns:mc="http://schemas.openxmlformats.org/markup-compatibility/2006">
        <mc:Choice xmlns:p14="http://schemas.microsoft.com/office/powerpoint/2010/main" Requires="p14">
          <p:contentPart p14:bwMode="auto" r:id="rId4">
            <p14:nvContentPartPr>
              <p14:cNvPr id="1048609" name=""/>
              <p14:cNvContentPartPr/>
              <p14:nvPr/>
            </p14:nvContentPartPr>
            <p14:xfrm>
              <a:off x="9783158" y="4316376"/>
              <a:ext cx="11031" cy="32514"/>
            </p14:xfrm>
          </p:contentPart>
        </mc:Choice>
        <mc:Fallback>
          <p:sp>
            <p:nvSpPr>
              <p:cNvPr id="1048609" name=""/>
              <p:cNvSpPr/>
              <p:nvPr/>
            </p:nvSpPr>
            <p:spPr>
              <a:xfrm>
                <a:off x="9783158" y="4316376"/>
                <a:ext cx="11031" cy="32514"/>
              </a:xfrm>
            </p:spPr>
          </p:sp>
        </mc:Fallback>
      </mc:AlternateContent>
      <p:pic>
        <p:nvPicPr>
          <p:cNvPr id="2097158" name="Picture 2"/>
          <p:cNvPicPr>
            <a:picLocks noChangeAspect="1"/>
          </p:cNvPicPr>
          <p:nvPr/>
        </p:nvPicPr>
        <p:blipFill>
          <a:blip xmlns:r="http://schemas.openxmlformats.org/officeDocument/2006/relationships" r:embed="rId5"/>
          <a:stretch>
            <a:fillRect/>
          </a:stretch>
        </p:blipFill>
        <p:spPr>
          <a:xfrm>
            <a:off x="9228132" y="698069"/>
            <a:ext cx="2038436" cy="1920567"/>
          </a:xfrm>
          <a:prstGeom prst="rect"/>
        </p:spPr>
      </p:pic>
      <p:pic>
        <p:nvPicPr>
          <p:cNvPr id="2097159" name="Picture 2" descr="L'atome (collège) – Franck FRESNEL"/>
          <p:cNvPicPr>
            <a:picLocks noChangeAspect="1" noChangeArrowheads="1"/>
          </p:cNvPicPr>
          <p:nvPr/>
        </p:nvPicPr>
        <p:blipFill>
          <a:blip xmlns:r="http://schemas.openxmlformats.org/officeDocument/2006/relationships" r:embed="rId6"/>
          <a:srcRect/>
          <a:stretch>
            <a:fillRect/>
          </a:stretch>
        </p:blipFill>
        <p:spPr bwMode="auto">
          <a:xfrm>
            <a:off x="8624007" y="4064101"/>
            <a:ext cx="3249003" cy="2641499"/>
          </a:xfrm>
          <a:prstGeom prst="rect"/>
          <a:noFill/>
        </p:spPr>
      </p:pic>
      <mc:AlternateContent xmlns:mc="http://schemas.openxmlformats.org/markup-compatibility/2006">
        <mc:Choice xmlns:p14="http://schemas.microsoft.com/office/powerpoint/2010/main" Requires="p14">
          <p:contentPart p14:bwMode="auto" r:id="rId7">
            <p14:nvContentPartPr>
              <p14:cNvPr id="1048967" name=""/>
              <p14:cNvContentPartPr/>
              <p14:nvPr/>
            </p14:nvContentPartPr>
            <p14:xfrm>
              <a:off x="12269415" y="2732676"/>
              <a:ext cx="12511" cy="64715"/>
            </p14:xfrm>
          </p:contentPart>
        </mc:Choice>
        <mc:Fallback>
          <p:sp>
            <p:nvSpPr>
              <p:cNvPr id="1048967" name=""/>
              <p:cNvSpPr/>
              <p:nvPr/>
            </p:nvSpPr>
            <p:spPr>
              <a:xfrm>
                <a:off x="12269415" y="2732676"/>
                <a:ext cx="12511" cy="64715"/>
              </a:xfrm>
            </p:spPr>
          </p:sp>
        </mc:Fallback>
      </mc:AlternateContent>
      <mc:AlternateContent xmlns:mc="http://schemas.openxmlformats.org/markup-compatibility/2006">
        <mc:Choice xmlns:p14="http://schemas.microsoft.com/office/powerpoint/2010/main" Requires="p14">
          <p:contentPart p14:bwMode="auto" r:id="rId8">
            <p14:nvContentPartPr>
              <p14:cNvPr id="1048968" name=""/>
              <p14:cNvContentPartPr/>
              <p14:nvPr/>
            </p14:nvContentPartPr>
            <p14:xfrm>
              <a:off x="349039" y="4645986"/>
              <a:ext cx="29141" cy="1062066"/>
            </p14:xfrm>
          </p:contentPart>
        </mc:Choice>
        <mc:Fallback>
          <p:sp>
            <p:nvSpPr>
              <p:cNvPr id="1048968" name=""/>
              <p:cNvSpPr/>
              <p:nvPr/>
            </p:nvSpPr>
            <p:spPr>
              <a:xfrm>
                <a:off x="349039" y="4645986"/>
                <a:ext cx="29141" cy="1062066"/>
              </a:xfrm>
            </p:spPr>
          </p:sp>
        </mc:Fallback>
      </mc:AlternateContent>
      <mc:AlternateContent xmlns:mc="http://schemas.openxmlformats.org/markup-compatibility/2006">
        <mc:Choice xmlns:p14="http://schemas.microsoft.com/office/powerpoint/2010/main" Requires="p14">
          <p:contentPart p14:bwMode="auto" r:id="rId9">
            <p14:nvContentPartPr>
              <p14:cNvPr id="1048969" name=""/>
              <p14:cNvContentPartPr/>
              <p14:nvPr/>
            </p14:nvContentPartPr>
            <p14:xfrm>
              <a:off x="260657" y="4611123"/>
              <a:ext cx="7860533" cy="1291391"/>
            </p14:xfrm>
          </p:contentPart>
        </mc:Choice>
        <mc:Fallback>
          <p:sp>
            <p:nvSpPr>
              <p:cNvPr id="1048969" name=""/>
              <p:cNvSpPr/>
              <p:nvPr/>
            </p:nvSpPr>
            <p:spPr>
              <a:xfrm>
                <a:off x="260657" y="4611123"/>
                <a:ext cx="7860533" cy="1291391"/>
              </a:xfrm>
            </p:spPr>
          </p:sp>
        </mc:Fallback>
      </mc:AlternateContent>
      <mc:AlternateContent xmlns:mc="http://schemas.openxmlformats.org/markup-compatibility/2006">
        <mc:Choice xmlns:p14="http://schemas.microsoft.com/office/powerpoint/2010/main" Requires="p14">
          <p:contentPart p14:bwMode="auto" r:id="rId10">
            <p14:nvContentPartPr>
              <p14:cNvPr id="1048970" name=""/>
              <p14:cNvContentPartPr/>
              <p14:nvPr/>
            </p14:nvContentPartPr>
            <p14:xfrm>
              <a:off x="4393384" y="5164073"/>
              <a:ext cx="2339891" cy="135372"/>
            </p14:xfrm>
          </p:contentPart>
        </mc:Choice>
        <mc:Fallback>
          <p:sp>
            <p:nvSpPr>
              <p:cNvPr id="1048970" name=""/>
              <p:cNvSpPr/>
              <p:nvPr/>
            </p:nvSpPr>
            <p:spPr>
              <a:xfrm>
                <a:off x="4393384" y="5164073"/>
                <a:ext cx="2339891" cy="135372"/>
              </a:xfrm>
            </p:spPr>
          </p:sp>
        </mc:Fallback>
      </mc:AlternateContent>
      <mc:AlternateContent xmlns:mc="http://schemas.openxmlformats.org/markup-compatibility/2006">
        <mc:Choice xmlns:p14="http://schemas.microsoft.com/office/powerpoint/2010/main" Requires="p14">
          <p:contentPart p14:bwMode="auto" r:id="rId11">
            <p14:nvContentPartPr>
              <p14:cNvPr id="1048971" name=""/>
              <p14:cNvContentPartPr/>
              <p14:nvPr/>
            </p14:nvContentPartPr>
            <p14:xfrm>
              <a:off x="501379" y="5476186"/>
              <a:ext cx="636472" cy="47473"/>
            </p14:xfrm>
          </p:contentPart>
        </mc:Choice>
        <mc:Fallback>
          <p:sp>
            <p:nvSpPr>
              <p:cNvPr id="1048971" name=""/>
              <p:cNvSpPr/>
              <p:nvPr/>
            </p:nvSpPr>
            <p:spPr>
              <a:xfrm>
                <a:off x="501379" y="5476186"/>
                <a:ext cx="636472" cy="47473"/>
              </a:xfrm>
            </p:spPr>
          </p:sp>
        </mc:Fallback>
      </mc:AlternateContent>
      <mc:AlternateContent xmlns:mc="http://schemas.openxmlformats.org/markup-compatibility/2006">
        <mc:Choice xmlns:p14="http://schemas.microsoft.com/office/powerpoint/2010/main" Requires="p14">
          <p:contentPart p14:bwMode="auto" r:id="rId12">
            <p14:nvContentPartPr>
              <p14:cNvPr id="1048972" name=""/>
              <p14:cNvContentPartPr/>
              <p14:nvPr/>
            </p14:nvContentPartPr>
            <p14:xfrm>
              <a:off x="378765" y="697866"/>
              <a:ext cx="295675" cy="1239391"/>
            </p14:xfrm>
          </p:contentPart>
        </mc:Choice>
        <mc:Fallback>
          <p:sp>
            <p:nvSpPr>
              <p:cNvPr id="1048972" name=""/>
              <p:cNvSpPr/>
              <p:nvPr/>
            </p:nvSpPr>
            <p:spPr>
              <a:xfrm>
                <a:off x="378765" y="697866"/>
                <a:ext cx="295675" cy="1239391"/>
              </a:xfrm>
            </p:spPr>
          </p:sp>
        </mc:Fallback>
      </mc:AlternateContent>
      <mc:AlternateContent xmlns:mc="http://schemas.openxmlformats.org/markup-compatibility/2006">
        <mc:Choice xmlns:p14="http://schemas.microsoft.com/office/powerpoint/2010/main" Requires="p14">
          <p:contentPart p14:bwMode="auto" r:id="rId13">
            <p14:nvContentPartPr>
              <p14:cNvPr id="1048973" name=""/>
              <p14:cNvContentPartPr/>
              <p14:nvPr/>
            </p14:nvContentPartPr>
            <p14:xfrm>
              <a:off x="403621" y="691116"/>
              <a:ext cx="243567" cy="13948"/>
            </p14:xfrm>
          </p:contentPart>
        </mc:Choice>
        <mc:Fallback>
          <p:sp>
            <p:nvSpPr>
              <p:cNvPr id="1048973" name=""/>
              <p:cNvSpPr/>
              <p:nvPr/>
            </p:nvSpPr>
            <p:spPr>
              <a:xfrm>
                <a:off x="403621" y="691116"/>
                <a:ext cx="243567" cy="13948"/>
              </a:xfrm>
            </p:spPr>
          </p:sp>
        </mc:Fallback>
      </mc:AlternateContent>
      <mc:AlternateContent xmlns:mc="http://schemas.openxmlformats.org/markup-compatibility/2006">
        <mc:Choice xmlns:p14="http://schemas.microsoft.com/office/powerpoint/2010/main" Requires="p14">
          <p:contentPart p14:bwMode="auto" r:id="rId14">
            <p14:nvContentPartPr>
              <p14:cNvPr id="1048974" name=""/>
              <p14:cNvContentPartPr/>
              <p14:nvPr/>
            </p14:nvContentPartPr>
            <p14:xfrm>
              <a:off x="5960318" y="4173718"/>
              <a:ext cx="722655" cy="485043"/>
            </p14:xfrm>
          </p:contentPart>
        </mc:Choice>
        <mc:Fallback>
          <p:sp>
            <p:nvSpPr>
              <p:cNvPr id="1048974" name=""/>
              <p:cNvSpPr/>
              <p:nvPr/>
            </p:nvSpPr>
            <p:spPr>
              <a:xfrm>
                <a:off x="5960318" y="4173718"/>
                <a:ext cx="722655" cy="485043"/>
              </a:xfrm>
            </p:spPr>
          </p:sp>
        </mc:Fallback>
      </mc:AlternateContent>
      <mc:AlternateContent xmlns:mc="http://schemas.openxmlformats.org/markup-compatibility/2006">
        <mc:Choice xmlns:p14="http://schemas.microsoft.com/office/powerpoint/2010/main" Requires="p14">
          <p:contentPart p14:bwMode="auto" r:id="rId15">
            <p14:nvContentPartPr>
              <p14:cNvPr id="1048975" name=""/>
              <p14:cNvContentPartPr/>
              <p14:nvPr/>
            </p14:nvContentPartPr>
            <p14:xfrm>
              <a:off x="4887990" y="4523128"/>
              <a:ext cx="972628" cy="94158"/>
            </p14:xfrm>
          </p:contentPart>
        </mc:Choice>
        <mc:Fallback>
          <p:sp>
            <p:nvSpPr>
              <p:cNvPr id="1048975" name=""/>
              <p:cNvSpPr/>
              <p:nvPr/>
            </p:nvSpPr>
            <p:spPr>
              <a:xfrm>
                <a:off x="4887990" y="4523128"/>
                <a:ext cx="972628" cy="94158"/>
              </a:xfrm>
            </p:spPr>
          </p:sp>
        </mc:Fallback>
      </mc:AlternateContent>
      <mc:AlternateContent xmlns:mc="http://schemas.openxmlformats.org/markup-compatibility/2006">
        <mc:Choice xmlns:p14="http://schemas.microsoft.com/office/powerpoint/2010/main" Requires="p14">
          <p:contentPart p14:bwMode="auto" r:id="rId16">
            <p14:nvContentPartPr>
              <p14:cNvPr id="1048976" name=""/>
              <p14:cNvContentPartPr/>
              <p14:nvPr/>
            </p14:nvContentPartPr>
            <p14:xfrm>
              <a:off x="10573427" y="1560948"/>
              <a:ext cx="186205" cy="324803"/>
            </p14:xfrm>
          </p:contentPart>
        </mc:Choice>
        <mc:Fallback>
          <p:sp>
            <p:nvSpPr>
              <p:cNvPr id="1048976" name=""/>
              <p:cNvSpPr/>
              <p:nvPr/>
            </p:nvSpPr>
            <p:spPr>
              <a:xfrm>
                <a:off x="10573427" y="1560948"/>
                <a:ext cx="186205" cy="324803"/>
              </a:xfrm>
            </p:spPr>
          </p:sp>
        </mc:Fallback>
      </mc:AlternateContent>
      <mc:AlternateContent xmlns:mc="http://schemas.openxmlformats.org/markup-compatibility/2006">
        <mc:Choice xmlns:p14="http://schemas.microsoft.com/office/powerpoint/2010/main" Requires="p14">
          <p:contentPart p14:bwMode="auto" r:id="rId17">
            <p14:nvContentPartPr>
              <p14:cNvPr id="1048977" name=""/>
              <p14:cNvContentPartPr/>
              <p14:nvPr/>
            </p14:nvContentPartPr>
            <p14:xfrm>
              <a:off x="10344862" y="1487391"/>
              <a:ext cx="135504" cy="199973"/>
            </p14:xfrm>
          </p:contentPart>
        </mc:Choice>
        <mc:Fallback>
          <p:sp>
            <p:nvSpPr>
              <p:cNvPr id="1048977" name=""/>
              <p:cNvSpPr/>
              <p:nvPr/>
            </p:nvSpPr>
            <p:spPr>
              <a:xfrm>
                <a:off x="10344862" y="1487391"/>
                <a:ext cx="135504" cy="199973"/>
              </a:xfrm>
            </p:spPr>
          </p:sp>
        </mc:Fallback>
      </mc:AlternateContent>
      <mc:AlternateContent xmlns:mc="http://schemas.openxmlformats.org/markup-compatibility/2006">
        <mc:Choice xmlns:p14="http://schemas.microsoft.com/office/powerpoint/2010/main" Requires="p14">
          <p:contentPart p14:bwMode="auto" r:id="rId18">
            <p14:nvContentPartPr>
              <p14:cNvPr id="1048978" name=""/>
              <p14:cNvContentPartPr/>
              <p14:nvPr/>
            </p14:nvContentPartPr>
            <p14:xfrm>
              <a:off x="10187338" y="1701284"/>
              <a:ext cx="219370" cy="35555"/>
            </p14:xfrm>
          </p:contentPart>
        </mc:Choice>
        <mc:Fallback>
          <p:sp>
            <p:nvSpPr>
              <p:cNvPr id="1048978" name=""/>
              <p:cNvSpPr/>
              <p:nvPr/>
            </p:nvSpPr>
            <p:spPr>
              <a:xfrm>
                <a:off x="10187338" y="1701284"/>
                <a:ext cx="219370" cy="35555"/>
              </a:xfrm>
            </p:spPr>
          </p:sp>
        </mc:Fallback>
      </mc:AlternateContent>
      <mc:AlternateContent xmlns:mc="http://schemas.openxmlformats.org/markup-compatibility/2006">
        <mc:Choice xmlns:p14="http://schemas.microsoft.com/office/powerpoint/2010/main" Requires="p14">
          <p:contentPart p14:bwMode="auto" r:id="rId19">
            <p14:nvContentPartPr>
              <p14:cNvPr id="1048979" name=""/>
              <p14:cNvContentPartPr/>
              <p14:nvPr/>
            </p14:nvContentPartPr>
            <p14:xfrm>
              <a:off x="10730951" y="1682972"/>
              <a:ext cx="112754" cy="219341"/>
            </p14:xfrm>
          </p:contentPart>
        </mc:Choice>
        <mc:Fallback>
          <p:sp>
            <p:nvSpPr>
              <p:cNvPr id="1048979" name=""/>
              <p:cNvSpPr/>
              <p:nvPr/>
            </p:nvSpPr>
            <p:spPr>
              <a:xfrm>
                <a:off x="10730951" y="1682972"/>
                <a:ext cx="112754" cy="219341"/>
              </a:xfrm>
            </p:spPr>
          </p:sp>
        </mc:Fallback>
      </mc:AlternateContent>
      <mc:AlternateContent xmlns:mc="http://schemas.openxmlformats.org/markup-compatibility/2006">
        <mc:Choice xmlns:p14="http://schemas.microsoft.com/office/powerpoint/2010/main" Requires="p14">
          <p:contentPart p14:bwMode="auto" r:id="rId20">
            <p14:nvContentPartPr>
              <p14:cNvPr id="1048980" name=""/>
              <p14:cNvContentPartPr/>
              <p14:nvPr/>
            </p14:nvContentPartPr>
            <p14:xfrm>
              <a:off x="11181462" y="1538272"/>
              <a:ext cx="21934" cy="237005"/>
            </p14:xfrm>
          </p:contentPart>
        </mc:Choice>
        <mc:Fallback>
          <p:sp>
            <p:nvSpPr>
              <p:cNvPr id="1048980" name=""/>
              <p:cNvSpPr/>
              <p:nvPr/>
            </p:nvSpPr>
            <p:spPr>
              <a:xfrm>
                <a:off x="11181462" y="1538272"/>
                <a:ext cx="21934" cy="237005"/>
              </a:xfrm>
            </p:spPr>
          </p:sp>
        </mc:Fallback>
      </mc:AlternateContent>
      <mc:AlternateContent xmlns:mc="http://schemas.openxmlformats.org/markup-compatibility/2006">
        <mc:Choice xmlns:p14="http://schemas.microsoft.com/office/powerpoint/2010/main" Requires="p14">
          <p:contentPart p14:bwMode="auto" r:id="rId21">
            <p14:nvContentPartPr>
              <p14:cNvPr id="1048981" name=""/>
              <p14:cNvContentPartPr/>
              <p14:nvPr/>
            </p14:nvContentPartPr>
            <p14:xfrm>
              <a:off x="11294836" y="1605082"/>
              <a:ext cx="90006" cy="111618"/>
            </p14:xfrm>
          </p:contentPart>
        </mc:Choice>
        <mc:Fallback>
          <p:sp>
            <p:nvSpPr>
              <p:cNvPr id="1048981" name=""/>
              <p:cNvSpPr/>
              <p:nvPr/>
            </p:nvSpPr>
            <p:spPr>
              <a:xfrm>
                <a:off x="11294836" y="1605082"/>
                <a:ext cx="90006" cy="111618"/>
              </a:xfrm>
            </p:spPr>
          </p:sp>
        </mc:Fallback>
      </mc:AlternateContent>
      <mc:AlternateContent xmlns:mc="http://schemas.openxmlformats.org/markup-compatibility/2006">
        <mc:Choice xmlns:p14="http://schemas.microsoft.com/office/powerpoint/2010/main" Requires="p14">
          <p:contentPart p14:bwMode="auto" r:id="rId22">
            <p14:nvContentPartPr>
              <p14:cNvPr id="1048982" name=""/>
              <p14:cNvContentPartPr/>
              <p14:nvPr/>
            </p14:nvContentPartPr>
            <p14:xfrm>
              <a:off x="11171883" y="1414916"/>
              <a:ext cx="2519" cy="70029"/>
            </p14:xfrm>
          </p:contentPart>
        </mc:Choice>
        <mc:Fallback>
          <p:sp>
            <p:nvSpPr>
              <p:cNvPr id="1048982" name=""/>
              <p:cNvSpPr/>
              <p:nvPr/>
            </p:nvSpPr>
            <p:spPr>
              <a:xfrm>
                <a:off x="11171883" y="1414916"/>
                <a:ext cx="2519" cy="70029"/>
              </a:xfrm>
            </p:spPr>
          </p:sp>
        </mc:Fallback>
      </mc:AlternateContent>
      <mc:AlternateContent xmlns:mc="http://schemas.openxmlformats.org/markup-compatibility/2006">
        <mc:Choice xmlns:p14="http://schemas.microsoft.com/office/powerpoint/2010/main" Requires="p14">
          <p:contentPart p14:bwMode="auto" r:id="rId23">
            <p14:nvContentPartPr>
              <p14:cNvPr id="1048983" name=""/>
              <p14:cNvContentPartPr/>
              <p14:nvPr/>
            </p14:nvContentPartPr>
            <p14:xfrm>
              <a:off x="11455781" y="1331273"/>
              <a:ext cx="4548" cy="409954"/>
            </p14:xfrm>
          </p:contentPart>
        </mc:Choice>
        <mc:Fallback>
          <p:sp>
            <p:nvSpPr>
              <p:cNvPr id="1048983" name=""/>
              <p:cNvSpPr/>
              <p:nvPr/>
            </p:nvSpPr>
            <p:spPr>
              <a:xfrm>
                <a:off x="11455781" y="1331273"/>
                <a:ext cx="4548" cy="409954"/>
              </a:xfrm>
            </p:spPr>
          </p:sp>
        </mc:Fallback>
      </mc:AlternateContent>
      <mc:AlternateContent xmlns:mc="http://schemas.openxmlformats.org/markup-compatibility/2006">
        <mc:Choice xmlns:p14="http://schemas.microsoft.com/office/powerpoint/2010/main" Requires="p14">
          <p:contentPart p14:bwMode="auto" r:id="rId24">
            <p14:nvContentPartPr>
              <p14:cNvPr id="1048984" name=""/>
              <p14:cNvContentPartPr/>
              <p14:nvPr/>
            </p14:nvContentPartPr>
            <p14:xfrm>
              <a:off x="11381787" y="1511636"/>
              <a:ext cx="334097" cy="195424"/>
            </p14:xfrm>
          </p:contentPart>
        </mc:Choice>
        <mc:Fallback>
          <p:sp>
            <p:nvSpPr>
              <p:cNvPr id="1048984" name=""/>
              <p:cNvSpPr/>
              <p:nvPr/>
            </p:nvSpPr>
            <p:spPr>
              <a:xfrm>
                <a:off x="11381787" y="1511636"/>
                <a:ext cx="334097" cy="195424"/>
              </a:xfrm>
            </p:spPr>
          </p:sp>
        </mc:Fallback>
      </mc:AlternateContent>
      <mc:AlternateContent xmlns:mc="http://schemas.openxmlformats.org/markup-compatibility/2006">
        <mc:Choice xmlns:p14="http://schemas.microsoft.com/office/powerpoint/2010/main" Requires="p14">
          <p:contentPart p14:bwMode="auto" r:id="rId25">
            <p14:nvContentPartPr>
              <p14:cNvPr id="1048985" name=""/>
              <p14:cNvContentPartPr/>
              <p14:nvPr/>
            </p14:nvContentPartPr>
            <p14:xfrm>
              <a:off x="11747353" y="1559865"/>
              <a:ext cx="59186" cy="151185"/>
            </p14:xfrm>
          </p:contentPart>
        </mc:Choice>
        <mc:Fallback>
          <p:sp>
            <p:nvSpPr>
              <p:cNvPr id="1048985" name=""/>
              <p:cNvSpPr/>
              <p:nvPr/>
            </p:nvSpPr>
            <p:spPr>
              <a:xfrm>
                <a:off x="11747353" y="1559865"/>
                <a:ext cx="59186" cy="151185"/>
              </a:xfrm>
            </p:spPr>
          </p:sp>
        </mc:Fallback>
      </mc:AlternateContent>
      <mc:AlternateContent xmlns:mc="http://schemas.openxmlformats.org/markup-compatibility/2006">
        <mc:Choice xmlns:p14="http://schemas.microsoft.com/office/powerpoint/2010/main" Requires="p14">
          <p:contentPart p14:bwMode="auto" r:id="rId26">
            <p14:nvContentPartPr>
              <p14:cNvPr id="1048986" name=""/>
              <p14:cNvContentPartPr/>
              <p14:nvPr/>
            </p14:nvContentPartPr>
            <p14:xfrm>
              <a:off x="11886254" y="1538272"/>
              <a:ext cx="63461" cy="166494"/>
            </p14:xfrm>
          </p:contentPart>
        </mc:Choice>
        <mc:Fallback>
          <p:sp>
            <p:nvSpPr>
              <p:cNvPr id="1048986" name=""/>
              <p:cNvSpPr/>
              <p:nvPr/>
            </p:nvSpPr>
            <p:spPr>
              <a:xfrm>
                <a:off x="11886254" y="1538272"/>
                <a:ext cx="63461" cy="166494"/>
              </a:xfrm>
            </p:spPr>
          </p:sp>
        </mc:Fallback>
      </mc:AlternateContent>
      <mc:AlternateContent xmlns:mc="http://schemas.openxmlformats.org/markup-compatibility/2006">
        <mc:Choice xmlns:p14="http://schemas.microsoft.com/office/powerpoint/2010/main" Requires="p14">
          <p:contentPart p14:bwMode="auto" r:id="rId27">
            <p14:nvContentPartPr>
              <p14:cNvPr id="1048987" name=""/>
              <p14:cNvContentPartPr/>
              <p14:nvPr/>
            </p14:nvContentPartPr>
            <p14:xfrm>
              <a:off x="11935531" y="1335244"/>
              <a:ext cx="46790" cy="384884"/>
            </p14:xfrm>
          </p:contentPart>
        </mc:Choice>
        <mc:Fallback>
          <p:sp>
            <p:nvSpPr>
              <p:cNvPr id="1048987" name=""/>
              <p:cNvSpPr/>
              <p:nvPr/>
            </p:nvSpPr>
            <p:spPr>
              <a:xfrm>
                <a:off x="11935531" y="1335244"/>
                <a:ext cx="46790" cy="384884"/>
              </a:xfrm>
            </p:spPr>
          </p:sp>
        </mc:Fallback>
      </mc:AlternateContent>
      <mc:AlternateContent xmlns:mc="http://schemas.openxmlformats.org/markup-compatibility/2006">
        <mc:Choice xmlns:p14="http://schemas.microsoft.com/office/powerpoint/2010/main" Requires="p14">
          <p:contentPart p14:bwMode="auto" r:id="rId28">
            <p14:nvContentPartPr>
              <p14:cNvPr id="1048988" name=""/>
              <p14:cNvContentPartPr/>
              <p14:nvPr/>
            </p14:nvContentPartPr>
            <p14:xfrm>
              <a:off x="11946580" y="1591352"/>
              <a:ext cx="91548" cy="125676"/>
            </p14:xfrm>
          </p:contentPart>
        </mc:Choice>
        <mc:Fallback>
          <p:sp>
            <p:nvSpPr>
              <p:cNvPr id="1048988" name=""/>
              <p:cNvSpPr/>
              <p:nvPr/>
            </p:nvSpPr>
            <p:spPr>
              <a:xfrm>
                <a:off x="11946580" y="1591352"/>
                <a:ext cx="91548" cy="125676"/>
              </a:xfrm>
            </p:spPr>
          </p:sp>
        </mc:Fallback>
      </mc:AlternateContent>
      <mc:AlternateContent xmlns:mc="http://schemas.openxmlformats.org/markup-compatibility/2006">
        <mc:Choice xmlns:p14="http://schemas.microsoft.com/office/powerpoint/2010/main" Requires="p14">
          <p:contentPart p14:bwMode="auto" r:id="rId29">
            <p14:nvContentPartPr>
              <p14:cNvPr id="1048989" name=""/>
              <p14:cNvContentPartPr/>
              <p14:nvPr/>
            </p14:nvContentPartPr>
            <p14:xfrm>
              <a:off x="12031225" y="1494589"/>
              <a:ext cx="8458" cy="63633"/>
            </p14:xfrm>
          </p:contentPart>
        </mc:Choice>
        <mc:Fallback>
          <p:sp>
            <p:nvSpPr>
              <p:cNvPr id="1048989" name=""/>
              <p:cNvSpPr/>
              <p:nvPr/>
            </p:nvSpPr>
            <p:spPr>
              <a:xfrm>
                <a:off x="12031225" y="1494589"/>
                <a:ext cx="8458" cy="63633"/>
              </a:xfrm>
            </p:spPr>
          </p:sp>
        </mc:Fallback>
      </mc:AlternateContent>
      <mc:AlternateContent xmlns:mc="http://schemas.openxmlformats.org/markup-compatibility/2006">
        <mc:Choice xmlns:p14="http://schemas.microsoft.com/office/powerpoint/2010/main" Requires="p14">
          <p:contentPart p14:bwMode="auto" r:id="rId30">
            <p14:nvContentPartPr>
              <p14:cNvPr id="1048990" name=""/>
              <p14:cNvContentPartPr/>
              <p14:nvPr/>
            </p14:nvContentPartPr>
            <p14:xfrm>
              <a:off x="12046420" y="1734632"/>
              <a:ext cx="114166" cy="117199"/>
            </p14:xfrm>
          </p:contentPart>
        </mc:Choice>
        <mc:Fallback>
          <p:sp>
            <p:nvSpPr>
              <p:cNvPr id="1048990" name=""/>
              <p:cNvSpPr/>
              <p:nvPr/>
            </p:nvSpPr>
            <p:spPr>
              <a:xfrm>
                <a:off x="12046420" y="1734632"/>
                <a:ext cx="114166" cy="117199"/>
              </a:xfrm>
            </p:spPr>
          </p:sp>
        </mc:Fallback>
      </mc:AlternateContent>
      <mc:AlternateContent xmlns:mc="http://schemas.openxmlformats.org/markup-compatibility/2006">
        <mc:Choice xmlns:p14="http://schemas.microsoft.com/office/powerpoint/2010/main" Requires="p14">
          <p:contentPart p14:bwMode="auto" r:id="rId31">
            <p14:nvContentPartPr>
              <p14:cNvPr id="1048991" name=""/>
              <p14:cNvContentPartPr/>
              <p14:nvPr/>
            </p14:nvContentPartPr>
            <p14:xfrm>
              <a:off x="11396024" y="1905516"/>
              <a:ext cx="286495" cy="457101"/>
            </p14:xfrm>
          </p:contentPart>
        </mc:Choice>
        <mc:Fallback>
          <p:sp>
            <p:nvSpPr>
              <p:cNvPr id="1048991" name=""/>
              <p:cNvSpPr/>
              <p:nvPr/>
            </p:nvSpPr>
            <p:spPr>
              <a:xfrm>
                <a:off x="11396024" y="1905516"/>
                <a:ext cx="286495" cy="457101"/>
              </a:xfrm>
            </p:spPr>
          </p:sp>
        </mc:Fallback>
      </mc:AlternateContent>
      <mc:AlternateContent xmlns:mc="http://schemas.openxmlformats.org/markup-compatibility/2006">
        <mc:Choice xmlns:p14="http://schemas.microsoft.com/office/powerpoint/2010/main" Requires="p14">
          <p:contentPart p14:bwMode="auto" r:id="rId32">
            <p14:nvContentPartPr>
              <p14:cNvPr id="1048992" name=""/>
              <p14:cNvContentPartPr/>
              <p14:nvPr/>
            </p14:nvContentPartPr>
            <p14:xfrm>
              <a:off x="11701853" y="1842317"/>
              <a:ext cx="202657" cy="370201"/>
            </p14:xfrm>
          </p:contentPart>
        </mc:Choice>
        <mc:Fallback>
          <p:sp>
            <p:nvSpPr>
              <p:cNvPr id="1048992" name=""/>
              <p:cNvSpPr/>
              <p:nvPr/>
            </p:nvSpPr>
            <p:spPr>
              <a:xfrm>
                <a:off x="11701853" y="1842317"/>
                <a:ext cx="202657" cy="370201"/>
              </a:xfrm>
            </p:spPr>
          </p:sp>
        </mc:Fallback>
      </mc:AlternateContent>
      <mc:AlternateContent xmlns:mc="http://schemas.openxmlformats.org/markup-compatibility/2006">
        <mc:Choice xmlns:p14="http://schemas.microsoft.com/office/powerpoint/2010/main" Requires="p14">
          <p:contentPart p14:bwMode="auto" r:id="rId33">
            <p14:nvContentPartPr>
              <p14:cNvPr id="1048993" name=""/>
              <p14:cNvContentPartPr/>
              <p14:nvPr/>
            </p14:nvContentPartPr>
            <p14:xfrm>
              <a:off x="11674774" y="1926758"/>
              <a:ext cx="192788" cy="74903"/>
            </p14:xfrm>
          </p:contentPart>
        </mc:Choice>
        <mc:Fallback>
          <p:sp>
            <p:nvSpPr>
              <p:cNvPr id="1048993" name=""/>
              <p:cNvSpPr/>
              <p:nvPr/>
            </p:nvSpPr>
            <p:spPr>
              <a:xfrm>
                <a:off x="11674774" y="1926758"/>
                <a:ext cx="192788" cy="74903"/>
              </a:xfrm>
            </p:spPr>
          </p:sp>
        </mc:Fallback>
      </mc:AlternateContent>
      <mc:AlternateContent xmlns:mc="http://schemas.openxmlformats.org/markup-compatibility/2006">
        <mc:Choice xmlns:p14="http://schemas.microsoft.com/office/powerpoint/2010/main" Requires="p14">
          <p:contentPart p14:bwMode="auto" r:id="rId34">
            <p14:nvContentPartPr>
              <p14:cNvPr id="1048994" name=""/>
              <p14:cNvContentPartPr/>
              <p14:nvPr/>
            </p14:nvContentPartPr>
            <p14:xfrm>
              <a:off x="11039761" y="1091089"/>
              <a:ext cx="1023749" cy="1397718"/>
            </p14:xfrm>
          </p:contentPart>
        </mc:Choice>
        <mc:Fallback>
          <p:sp>
            <p:nvSpPr>
              <p:cNvPr id="1048994" name=""/>
              <p:cNvSpPr/>
              <p:nvPr/>
            </p:nvSpPr>
            <p:spPr>
              <a:xfrm>
                <a:off x="11039761" y="1091089"/>
                <a:ext cx="1023749" cy="1397718"/>
              </a:xfrm>
            </p:spPr>
          </p:sp>
        </mc:Fallback>
      </mc:AlternateContent>
      <mc:AlternateContent xmlns:mc="http://schemas.openxmlformats.org/markup-compatibility/2006">
        <mc:Choice xmlns:p14="http://schemas.microsoft.com/office/powerpoint/2010/main" Requires="p14">
          <p:contentPart p14:bwMode="auto" r:id="rId35">
            <p14:nvContentPartPr>
              <p14:cNvPr id="1048995" name=""/>
              <p14:cNvContentPartPr/>
              <p14:nvPr/>
            </p14:nvContentPartPr>
            <p14:xfrm>
              <a:off x="11938334" y="1233979"/>
              <a:ext cx="304039" cy="1311999"/>
            </p14:xfrm>
          </p:contentPart>
        </mc:Choice>
        <mc:Fallback>
          <p:sp>
            <p:nvSpPr>
              <p:cNvPr id="1048995" name=""/>
              <p:cNvSpPr/>
              <p:nvPr/>
            </p:nvSpPr>
            <p:spPr>
              <a:xfrm>
                <a:off x="11938334" y="1233979"/>
                <a:ext cx="304039" cy="1311999"/>
              </a:xfrm>
            </p:spPr>
          </p:sp>
        </mc:Fallback>
      </mc:AlternateContent>
      <mc:AlternateContent xmlns:mc="http://schemas.openxmlformats.org/markup-compatibility/2006">
        <mc:Choice xmlns:p14="http://schemas.microsoft.com/office/powerpoint/2010/main" Requires="p14">
          <p:contentPart p14:bwMode="auto" r:id="rId36">
            <p14:nvContentPartPr>
              <p14:cNvPr id="1048996" name=""/>
              <p14:cNvContentPartPr/>
              <p14:nvPr/>
            </p14:nvContentPartPr>
            <p14:xfrm>
              <a:off x="4866369" y="2426659"/>
              <a:ext cx="2923372" cy="55252"/>
            </p14:xfrm>
          </p:contentPart>
        </mc:Choice>
        <mc:Fallback>
          <p:sp>
            <p:nvSpPr>
              <p:cNvPr id="1048996" name=""/>
              <p:cNvSpPr/>
              <p:nvPr/>
            </p:nvSpPr>
            <p:spPr>
              <a:xfrm>
                <a:off x="4866369" y="2426659"/>
                <a:ext cx="2923372" cy="55252"/>
              </a:xfrm>
            </p:spPr>
          </p:sp>
        </mc:Fallback>
      </mc:AlternateContent>
      <mc:AlternateContent xmlns:mc="http://schemas.openxmlformats.org/markup-compatibility/2006">
        <mc:Choice xmlns:p14="http://schemas.microsoft.com/office/powerpoint/2010/main" Requires="p14">
          <p:contentPart p14:bwMode="auto" r:id="rId37">
            <p14:nvContentPartPr>
              <p14:cNvPr id="1048997" name=""/>
              <p14:cNvContentPartPr/>
              <p14:nvPr/>
            </p14:nvContentPartPr>
            <p14:xfrm>
              <a:off x="2971223" y="3030714"/>
              <a:ext cx="3084784" cy="52367"/>
            </p14:xfrm>
          </p:contentPart>
        </mc:Choice>
        <mc:Fallback>
          <p:sp>
            <p:nvSpPr>
              <p:cNvPr id="1048997" name=""/>
              <p:cNvSpPr/>
              <p:nvPr/>
            </p:nvSpPr>
            <p:spPr>
              <a:xfrm>
                <a:off x="2971223" y="3030714"/>
                <a:ext cx="3084784" cy="52367"/>
              </a:xfrm>
            </p:spPr>
          </p:sp>
        </mc:Fallback>
      </mc:AlternateContent>
      <mc:AlternateContent xmlns:mc="http://schemas.openxmlformats.org/markup-compatibility/2006">
        <mc:Choice xmlns:p14="http://schemas.microsoft.com/office/powerpoint/2010/main" Requires="p14">
          <p:contentPart p14:bwMode="auto" r:id="rId38">
            <p14:nvContentPartPr>
              <p14:cNvPr id="1048998" name=""/>
              <p14:cNvContentPartPr/>
              <p14:nvPr/>
            </p14:nvContentPartPr>
            <p14:xfrm>
              <a:off x="518344" y="3994212"/>
              <a:ext cx="1210406" cy="82436"/>
            </p14:xfrm>
          </p:contentPart>
        </mc:Choice>
        <mc:Fallback>
          <p:sp>
            <p:nvSpPr>
              <p:cNvPr id="1048998" name=""/>
              <p:cNvSpPr/>
              <p:nvPr/>
            </p:nvSpPr>
            <p:spPr>
              <a:xfrm>
                <a:off x="518344" y="3994212"/>
                <a:ext cx="1210406" cy="82436"/>
              </a:xfrm>
            </p:spPr>
          </p:sp>
        </mc:Fallback>
      </mc:AlternateContent>
      <mc:AlternateContent xmlns:mc="http://schemas.openxmlformats.org/markup-compatibility/2006">
        <mc:Choice xmlns:p14="http://schemas.microsoft.com/office/powerpoint/2010/main" Requires="p14">
          <p:contentPart p14:bwMode="auto" r:id="rId39">
            <p14:nvContentPartPr>
              <p14:cNvPr id="1048999" name=""/>
              <p14:cNvContentPartPr/>
              <p14:nvPr/>
            </p14:nvContentPartPr>
            <p14:xfrm>
              <a:off x="4118451" y="2711019"/>
              <a:ext cx="211805" cy="377728"/>
            </p14:xfrm>
          </p:contentPart>
        </mc:Choice>
        <mc:Fallback>
          <p:sp>
            <p:nvSpPr>
              <p:cNvPr id="1048999" name=""/>
              <p:cNvSpPr/>
              <p:nvPr/>
            </p:nvSpPr>
            <p:spPr>
              <a:xfrm>
                <a:off x="4118451" y="2711019"/>
                <a:ext cx="211805" cy="377728"/>
              </a:xfrm>
            </p:spPr>
          </p:sp>
        </mc:Fallback>
      </mc:AlternateContent>
      <mc:AlternateContent xmlns:mc="http://schemas.openxmlformats.org/markup-compatibility/2006">
        <mc:Choice xmlns:p14="http://schemas.microsoft.com/office/powerpoint/2010/main" Requires="p14">
          <p:contentPart p14:bwMode="auto" r:id="rId40">
            <p14:nvContentPartPr>
              <p14:cNvPr id="1049000" name=""/>
              <p14:cNvContentPartPr/>
              <p14:nvPr/>
            </p14:nvContentPartPr>
            <p14:xfrm>
              <a:off x="4247310" y="2769593"/>
              <a:ext cx="104126" cy="379520"/>
            </p14:xfrm>
          </p:contentPart>
        </mc:Choice>
        <mc:Fallback>
          <p:sp>
            <p:nvSpPr>
              <p:cNvPr id="1049000" name=""/>
              <p:cNvSpPr/>
              <p:nvPr/>
            </p:nvSpPr>
            <p:spPr>
              <a:xfrm>
                <a:off x="4247310" y="2769593"/>
                <a:ext cx="104126" cy="379520"/>
              </a:xfrm>
            </p:spPr>
          </p:sp>
        </mc:Fallback>
      </mc:AlternateContent>
      <mc:AlternateContent xmlns:mc="http://schemas.openxmlformats.org/markup-compatibility/2006">
        <mc:Choice xmlns:p14="http://schemas.microsoft.com/office/powerpoint/2010/main" Requires="p14">
          <p:contentPart p14:bwMode="auto" r:id="rId41">
            <p14:nvContentPartPr>
              <p14:cNvPr id="1049001" name=""/>
              <p14:cNvContentPartPr/>
              <p14:nvPr/>
            </p14:nvContentPartPr>
            <p14:xfrm>
              <a:off x="987458" y="3681252"/>
              <a:ext cx="158563" cy="352647"/>
            </p14:xfrm>
          </p:contentPart>
        </mc:Choice>
        <mc:Fallback>
          <p:sp>
            <p:nvSpPr>
              <p:cNvPr id="1049001" name=""/>
              <p:cNvSpPr/>
              <p:nvPr/>
            </p:nvSpPr>
            <p:spPr>
              <a:xfrm>
                <a:off x="987458" y="3681252"/>
                <a:ext cx="158563" cy="352647"/>
              </a:xfrm>
            </p:spPr>
          </p:sp>
        </mc:Fallback>
      </mc:AlternateContent>
      <mc:AlternateContent xmlns:mc="http://schemas.openxmlformats.org/markup-compatibility/2006">
        <mc:Choice xmlns:p14="http://schemas.microsoft.com/office/powerpoint/2010/main" Requires="p14">
          <p:contentPart p14:bwMode="auto" r:id="rId42">
            <p14:nvContentPartPr>
              <p14:cNvPr id="1049002" name=""/>
              <p14:cNvContentPartPr/>
              <p14:nvPr/>
            </p14:nvContentPartPr>
            <p14:xfrm>
              <a:off x="1139168" y="3697116"/>
              <a:ext cx="30012" cy="304292"/>
            </p14:xfrm>
          </p:contentPart>
        </mc:Choice>
        <mc:Fallback>
          <p:sp>
            <p:nvSpPr>
              <p:cNvPr id="1049002" name=""/>
              <p:cNvSpPr/>
              <p:nvPr/>
            </p:nvSpPr>
            <p:spPr>
              <a:xfrm>
                <a:off x="1139168" y="3697116"/>
                <a:ext cx="30012" cy="304292"/>
              </a:xfrm>
            </p:spPr>
          </p:sp>
        </mc:Fallback>
      </mc:AlternateContent>
      <mc:AlternateContent xmlns:mc="http://schemas.openxmlformats.org/markup-compatibility/2006">
        <mc:Choice xmlns:p14="http://schemas.microsoft.com/office/powerpoint/2010/main" Requires="p14">
          <p:contentPart p14:bwMode="auto" r:id="rId43">
            <p14:nvContentPartPr>
              <p14:cNvPr id="1049003" name=""/>
              <p14:cNvContentPartPr/>
              <p14:nvPr/>
            </p14:nvContentPartPr>
            <p14:xfrm>
              <a:off x="1060405" y="3692554"/>
              <a:ext cx="104610" cy="327352"/>
            </p14:xfrm>
          </p:contentPart>
        </mc:Choice>
        <mc:Fallback>
          <p:sp>
            <p:nvSpPr>
              <p:cNvPr id="1049003" name=""/>
              <p:cNvSpPr/>
              <p:nvPr/>
            </p:nvSpPr>
            <p:spPr>
              <a:xfrm>
                <a:off x="1060405" y="3692554"/>
                <a:ext cx="104610" cy="327352"/>
              </a:xfrm>
            </p:spPr>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0" name="TextBox 4"/>
          <p:cNvSpPr txBox="1"/>
          <p:nvPr/>
        </p:nvSpPr>
        <p:spPr>
          <a:xfrm>
            <a:off x="152400" y="1044912"/>
            <a:ext cx="11323981" cy="4053840"/>
          </a:xfrm>
          <a:prstGeom prst="rect"/>
          <a:noFill/>
        </p:spPr>
        <p:txBody>
          <a:bodyPr wrap="square">
            <a:spAutoFit/>
          </a:bodyPr>
          <a:p>
            <a:pPr algn="just"/>
            <a:r>
              <a:rPr baseline="0" dirty="0" sz="2000" i="0" lang="fr-FR" strike="noStrike" u="none"/>
              <a:t>Pour expliquer les observations expérimentales Rutherford propose un nouveau modèle dans lequel :</a:t>
            </a:r>
          </a:p>
          <a:p>
            <a:pPr algn="just"/>
            <a:endParaRPr baseline="0" dirty="0" sz="2000" i="0" lang="fr-FR" strike="noStrike" u="none"/>
          </a:p>
          <a:p>
            <a:pPr algn="just" indent="-342900" marL="342900">
              <a:buFont typeface="Wingdings" panose="05000000000000000000" pitchFamily="2" charset="2"/>
              <a:buChar char="Ø"/>
            </a:pPr>
            <a:r>
              <a:rPr baseline="0" dirty="0" sz="2000" i="0" lang="fr-FR" strike="noStrike" u="none"/>
              <a:t>l'atome n'est pas plein (structure lacunaire (Vide)) c'est pour cela que la plupart des particules ne sont pas déviées.</a:t>
            </a:r>
          </a:p>
          <a:p>
            <a:pPr algn="just" indent="-342900" marL="342900">
              <a:buFont typeface="Wingdings" panose="05000000000000000000" pitchFamily="2" charset="2"/>
              <a:buChar char="Ø"/>
            </a:pPr>
            <a:endParaRPr dirty="0" sz="2000" lang="fr-FR"/>
          </a:p>
          <a:p>
            <a:pPr algn="just" indent="-342900" marL="342900">
              <a:buFont typeface="Wingdings" panose="05000000000000000000" pitchFamily="2" charset="2"/>
              <a:buChar char="Ø"/>
            </a:pPr>
            <a:r>
              <a:rPr baseline="0" dirty="0" sz="2000" i="0" lang="fr-FR" strike="noStrike" u="none"/>
              <a:t>Pour Rutherford, Il existe de même des ilots de charge positive qui repoussent les particules α.</a:t>
            </a:r>
          </a:p>
          <a:p>
            <a:pPr algn="just" indent="-342900" marL="342900">
              <a:buFont typeface="Wingdings" panose="05000000000000000000" pitchFamily="2" charset="2"/>
              <a:buChar char="Ø"/>
            </a:pPr>
            <a:endParaRPr dirty="0" sz="2000" lang="fr-FR"/>
          </a:p>
          <a:p>
            <a:pPr algn="just" indent="-342900" marL="342900">
              <a:buFont typeface="Wingdings" panose="05000000000000000000" pitchFamily="2" charset="2"/>
              <a:buChar char="Ø"/>
            </a:pPr>
            <a:r>
              <a:rPr baseline="0" dirty="0" sz="2000" i="0" lang="fr-FR" strike="noStrike" u="none"/>
              <a:t>L'atome est donc constitue d'un noyau charge positivement et qui contient la majorité de la masse de l'atome.</a:t>
            </a:r>
          </a:p>
          <a:p>
            <a:pPr algn="just" indent="-342900" marL="342900">
              <a:buFont typeface="Wingdings" panose="05000000000000000000" pitchFamily="2" charset="2"/>
              <a:buChar char="Ø"/>
            </a:pPr>
            <a:endParaRPr dirty="0" sz="2000" lang="fr-FR"/>
          </a:p>
          <a:p>
            <a:pPr algn="just" indent="-342900" marL="342900">
              <a:buFont typeface="Wingdings" panose="05000000000000000000" pitchFamily="2" charset="2"/>
              <a:buChar char="Ø"/>
            </a:pPr>
            <a:r>
              <a:rPr baseline="0" dirty="0" sz="2000" i="0" lang="fr-FR" strike="noStrike" u="none"/>
              <a:t>Et des </a:t>
            </a:r>
            <a:r>
              <a:rPr dirty="0" sz="2000" lang="fr-FR"/>
              <a:t>é</a:t>
            </a:r>
            <a:r>
              <a:rPr baseline="0" dirty="0" sz="2000" i="0" lang="fr-FR" strike="noStrike" u="none"/>
              <a:t>lectrons qui tournent autour tels les planètes autour du Soleil. Entre le noyau et les </a:t>
            </a:r>
            <a:r>
              <a:rPr dirty="0" sz="2000" lang="fr-FR"/>
              <a:t>é</a:t>
            </a:r>
            <a:r>
              <a:rPr baseline="0" dirty="0" sz="2000" i="0" lang="fr-FR" strike="noStrike" u="none"/>
              <a:t>lectrons, il y a du vide.</a:t>
            </a:r>
            <a:endParaRPr dirty="0" sz="2000" lang="fr-FR"/>
          </a:p>
        </p:txBody>
      </p:sp>
      <p:sp>
        <p:nvSpPr>
          <p:cNvPr id="1048611" name="TextBox 5"/>
          <p:cNvSpPr txBox="1"/>
          <p:nvPr/>
        </p:nvSpPr>
        <p:spPr>
          <a:xfrm>
            <a:off x="271670" y="278296"/>
            <a:ext cx="4208780" cy="574040"/>
          </a:xfrm>
          <a:prstGeom prst="rect"/>
          <a:noFill/>
        </p:spPr>
        <p:txBody>
          <a:bodyPr rtlCol="0" wrap="none">
            <a:spAutoFit/>
          </a:bodyPr>
          <a:p>
            <a:r>
              <a:rPr b="1" dirty="0" sz="3200" i="1" lang="fr-FR" u="sng">
                <a:effectLst>
                  <a:outerShdw algn="tl" blurRad="38100" dir="2700000" dist="38100">
                    <a:srgbClr val="000000">
                      <a:alpha val="43137"/>
                    </a:srgbClr>
                  </a:outerShdw>
                </a:effectLst>
              </a:rPr>
              <a:t>Modèle de Rutherford</a:t>
            </a:r>
          </a:p>
        </p:txBody>
      </p:sp>
      <mc:AlternateContent xmlns:mc="http://schemas.openxmlformats.org/markup-compatibility/2006">
        <mc:Choice xmlns:p14="http://schemas.microsoft.com/office/powerpoint/2010/main" Requires="p14">
          <p:contentPart p14:bwMode="auto" r:id="rId1">
            <p14:nvContentPartPr>
              <p14:cNvPr id="1049004" name=""/>
              <p14:cNvContentPartPr/>
              <p14:nvPr/>
            </p14:nvContentPartPr>
            <p14:xfrm>
              <a:off x="445606" y="1842317"/>
              <a:ext cx="478207" cy="897414"/>
            </p14:xfrm>
          </p:contentPart>
        </mc:Choice>
        <mc:Fallback>
          <p:sp>
            <p:nvSpPr>
              <p:cNvPr id="1049004" name=""/>
              <p:cNvSpPr/>
              <p:nvPr/>
            </p:nvSpPr>
            <p:spPr>
              <a:xfrm>
                <a:off x="445606" y="1842317"/>
                <a:ext cx="478207" cy="897414"/>
              </a:xfrm>
            </p:spPr>
          </p:sp>
        </mc:Fallback>
      </mc:AlternateContent>
      <mc:AlternateContent xmlns:mc="http://schemas.openxmlformats.org/markup-compatibility/2006">
        <mc:Choice xmlns:p14="http://schemas.microsoft.com/office/powerpoint/2010/main" Requires="p14">
          <p:contentPart p14:bwMode="auto" r:id="rId2">
            <p14:nvContentPartPr>
              <p14:cNvPr id="1049005" name=""/>
              <p14:cNvContentPartPr/>
              <p14:nvPr/>
            </p14:nvContentPartPr>
            <p14:xfrm>
              <a:off x="4809448" y="3226281"/>
              <a:ext cx="2617355" cy="90028"/>
            </p14:xfrm>
          </p:contentPart>
        </mc:Choice>
        <mc:Fallback>
          <p:sp>
            <p:nvSpPr>
              <p:cNvPr id="1049005" name=""/>
              <p:cNvSpPr/>
              <p:nvPr/>
            </p:nvSpPr>
            <p:spPr>
              <a:xfrm>
                <a:off x="4809448" y="3226281"/>
                <a:ext cx="2617355" cy="90028"/>
              </a:xfrm>
            </p:spPr>
          </p:sp>
        </mc:Fallback>
      </mc:AlternateContent>
      <mc:AlternateContent xmlns:mc="http://schemas.openxmlformats.org/markup-compatibility/2006">
        <mc:Choice xmlns:p14="http://schemas.microsoft.com/office/powerpoint/2010/main" Requires="p14">
          <p:contentPart p14:bwMode="auto" r:id="rId3">
            <p14:nvContentPartPr>
              <p14:cNvPr id="1049006" name=""/>
              <p14:cNvContentPartPr/>
              <p14:nvPr/>
            </p14:nvContentPartPr>
            <p14:xfrm>
              <a:off x="5878150" y="5530480"/>
              <a:ext cx="192312" cy="205129"/>
            </p14:xfrm>
          </p:contentPart>
        </mc:Choice>
        <mc:Fallback>
          <p:sp>
            <p:nvSpPr>
              <p:cNvPr id="1049006" name=""/>
              <p:cNvSpPr/>
              <p:nvPr/>
            </p:nvSpPr>
            <p:spPr>
              <a:xfrm>
                <a:off x="5878150" y="5530480"/>
                <a:ext cx="192312" cy="205129"/>
              </a:xfrm>
            </p:spPr>
          </p:sp>
        </mc:Fallback>
      </mc:AlternateContent>
      <mc:AlternateContent xmlns:mc="http://schemas.openxmlformats.org/markup-compatibility/2006">
        <mc:Choice xmlns:p14="http://schemas.microsoft.com/office/powerpoint/2010/main" Requires="p14">
          <p:contentPart p14:bwMode="auto" r:id="rId4">
            <p14:nvContentPartPr>
              <p14:cNvPr id="1049007" name=""/>
              <p14:cNvContentPartPr/>
              <p14:nvPr/>
            </p14:nvContentPartPr>
            <p14:xfrm>
              <a:off x="5828639" y="5591665"/>
              <a:ext cx="332341" cy="75416"/>
            </p14:xfrm>
          </p:contentPart>
        </mc:Choice>
        <mc:Fallback>
          <p:sp>
            <p:nvSpPr>
              <p:cNvPr id="1049007" name=""/>
              <p:cNvSpPr/>
              <p:nvPr/>
            </p:nvSpPr>
            <p:spPr>
              <a:xfrm>
                <a:off x="5828639" y="5591665"/>
                <a:ext cx="332341" cy="75416"/>
              </a:xfrm>
            </p:spPr>
          </p:sp>
        </mc:Fallback>
      </mc:AlternateContent>
      <mc:AlternateContent xmlns:mc="http://schemas.openxmlformats.org/markup-compatibility/2006">
        <mc:Choice xmlns:p14="http://schemas.microsoft.com/office/powerpoint/2010/main" Requires="p14">
          <p:contentPart p14:bwMode="auto" r:id="rId5">
            <p14:nvContentPartPr>
              <p14:cNvPr id="1049008" name=""/>
              <p14:cNvContentPartPr/>
              <p14:nvPr/>
            </p14:nvContentPartPr>
            <p14:xfrm>
              <a:off x="5950227" y="5413917"/>
              <a:ext cx="11319" cy="421912"/>
            </p14:xfrm>
          </p:contentPart>
        </mc:Choice>
        <mc:Fallback>
          <p:sp>
            <p:nvSpPr>
              <p:cNvPr id="1049008" name=""/>
              <p:cNvSpPr/>
              <p:nvPr/>
            </p:nvSpPr>
            <p:spPr>
              <a:xfrm>
                <a:off x="5950227" y="5413917"/>
                <a:ext cx="11319" cy="421912"/>
              </a:xfrm>
            </p:spPr>
          </p:sp>
        </mc:Fallback>
      </mc:AlternateContent>
      <mc:AlternateContent xmlns:mc="http://schemas.openxmlformats.org/markup-compatibility/2006">
        <mc:Choice xmlns:p14="http://schemas.microsoft.com/office/powerpoint/2010/main" Requires="p14">
          <p:contentPart p14:bwMode="auto" r:id="rId6">
            <p14:nvContentPartPr>
              <p14:cNvPr id="1049009" name=""/>
              <p14:cNvContentPartPr/>
              <p14:nvPr/>
            </p14:nvContentPartPr>
            <p14:xfrm>
              <a:off x="5443101" y="5070036"/>
              <a:ext cx="1036207" cy="1244506"/>
            </p14:xfrm>
          </p:contentPart>
        </mc:Choice>
        <mc:Fallback>
          <p:sp>
            <p:nvSpPr>
              <p:cNvPr id="1049009" name=""/>
              <p:cNvSpPr/>
              <p:nvPr/>
            </p:nvSpPr>
            <p:spPr>
              <a:xfrm>
                <a:off x="5443101" y="5070036"/>
                <a:ext cx="1036207" cy="1244506"/>
              </a:xfrm>
            </p:spPr>
          </p:sp>
        </mc:Fallback>
      </mc:AlternateContent>
      <mc:AlternateContent xmlns:mc="http://schemas.openxmlformats.org/markup-compatibility/2006">
        <mc:Choice xmlns:p14="http://schemas.microsoft.com/office/powerpoint/2010/main" Requires="p14">
          <p:contentPart p14:bwMode="auto" r:id="rId7">
            <p14:nvContentPartPr>
              <p14:cNvPr id="1049010" name=""/>
              <p14:cNvContentPartPr/>
              <p14:nvPr/>
            </p14:nvContentPartPr>
            <p14:xfrm>
              <a:off x="5132478" y="4754118"/>
              <a:ext cx="1582755" cy="1823074"/>
            </p14:xfrm>
          </p:contentPart>
        </mc:Choice>
        <mc:Fallback>
          <p:sp>
            <p:nvSpPr>
              <p:cNvPr id="1049010" name=""/>
              <p:cNvSpPr/>
              <p:nvPr/>
            </p:nvSpPr>
            <p:spPr>
              <a:xfrm>
                <a:off x="5132478" y="4754118"/>
                <a:ext cx="1582755" cy="1823074"/>
              </a:xfrm>
            </p:spPr>
          </p:sp>
        </mc:Fallback>
      </mc:AlternateContent>
      <mc:AlternateContent xmlns:mc="http://schemas.openxmlformats.org/markup-compatibility/2006">
        <mc:Choice xmlns:p14="http://schemas.microsoft.com/office/powerpoint/2010/main" Requires="p14">
          <p:contentPart p14:bwMode="auto" r:id="rId8">
            <p14:nvContentPartPr>
              <p14:cNvPr id="1049011" name=""/>
              <p14:cNvContentPartPr/>
              <p14:nvPr/>
            </p14:nvContentPartPr>
            <p14:xfrm>
              <a:off x="6140539" y="5164610"/>
              <a:ext cx="116005" cy="145003"/>
            </p14:xfrm>
          </p:contentPart>
        </mc:Choice>
        <mc:Fallback>
          <p:sp>
            <p:nvSpPr>
              <p:cNvPr id="1049011" name=""/>
              <p:cNvSpPr/>
              <p:nvPr/>
            </p:nvSpPr>
            <p:spPr>
              <a:xfrm>
                <a:off x="6140539" y="5164610"/>
                <a:ext cx="116005" cy="145003"/>
              </a:xfrm>
            </p:spPr>
          </p:sp>
        </mc:Fallback>
      </mc:AlternateContent>
      <mc:AlternateContent xmlns:mc="http://schemas.openxmlformats.org/markup-compatibility/2006">
        <mc:Choice xmlns:p14="http://schemas.microsoft.com/office/powerpoint/2010/main" Requires="p14">
          <p:contentPart p14:bwMode="auto" r:id="rId9">
            <p14:nvContentPartPr>
              <p14:cNvPr id="1049012" name=""/>
              <p14:cNvContentPartPr/>
              <p14:nvPr/>
            </p14:nvContentPartPr>
            <p14:xfrm>
              <a:off x="6084835" y="5386108"/>
              <a:ext cx="111452" cy="141591"/>
            </p14:xfrm>
          </p:contentPart>
        </mc:Choice>
        <mc:Fallback>
          <p:sp>
            <p:nvSpPr>
              <p:cNvPr id="1049012" name=""/>
              <p:cNvSpPr/>
              <p:nvPr/>
            </p:nvSpPr>
            <p:spPr>
              <a:xfrm>
                <a:off x="6084835" y="5386108"/>
                <a:ext cx="111452" cy="141591"/>
              </a:xfrm>
            </p:spPr>
          </p:sp>
        </mc:Fallback>
      </mc:AlternateContent>
      <mc:AlternateContent xmlns:mc="http://schemas.openxmlformats.org/markup-compatibility/2006">
        <mc:Choice xmlns:p14="http://schemas.microsoft.com/office/powerpoint/2010/main" Requires="p14">
          <p:contentPart p14:bwMode="auto" r:id="rId10">
            <p14:nvContentPartPr>
              <p14:cNvPr id="1049013" name=""/>
              <p14:cNvContentPartPr/>
              <p14:nvPr/>
            </p14:nvContentPartPr>
            <p14:xfrm>
              <a:off x="6182602" y="5435262"/>
              <a:ext cx="85601" cy="43931"/>
            </p14:xfrm>
          </p:contentPart>
        </mc:Choice>
        <mc:Fallback>
          <p:sp>
            <p:nvSpPr>
              <p:cNvPr id="1049013" name=""/>
              <p:cNvSpPr/>
              <p:nvPr/>
            </p:nvSpPr>
            <p:spPr>
              <a:xfrm>
                <a:off x="6182602" y="5435262"/>
                <a:ext cx="85601" cy="43931"/>
              </a:xfrm>
            </p:spPr>
          </p:sp>
        </mc:Fallback>
      </mc:AlternateContent>
      <mc:AlternateContent xmlns:mc="http://schemas.openxmlformats.org/markup-compatibility/2006">
        <mc:Choice xmlns:p14="http://schemas.microsoft.com/office/powerpoint/2010/main" Requires="p14">
          <p:contentPart p14:bwMode="auto" r:id="rId11">
            <p14:nvContentPartPr>
              <p14:cNvPr id="1049014" name=""/>
              <p14:cNvContentPartPr/>
              <p14:nvPr/>
            </p14:nvContentPartPr>
            <p14:xfrm>
              <a:off x="6331032" y="4953255"/>
              <a:ext cx="106212" cy="120366"/>
            </p14:xfrm>
          </p:contentPart>
        </mc:Choice>
        <mc:Fallback>
          <p:sp>
            <p:nvSpPr>
              <p:cNvPr id="1049014" name=""/>
              <p:cNvSpPr/>
              <p:nvPr/>
            </p:nvSpPr>
            <p:spPr>
              <a:xfrm>
                <a:off x="6331032" y="4953255"/>
                <a:ext cx="106212" cy="120366"/>
              </a:xfrm>
            </p:spPr>
          </p:sp>
        </mc:Fallback>
      </mc:AlternateContent>
      <mc:AlternateContent xmlns:mc="http://schemas.openxmlformats.org/markup-compatibility/2006">
        <mc:Choice xmlns:p14="http://schemas.microsoft.com/office/powerpoint/2010/main" Requires="p14">
          <p:contentPart p14:bwMode="auto" r:id="rId12">
            <p14:nvContentPartPr>
              <p14:cNvPr id="1049015" name=""/>
              <p14:cNvContentPartPr/>
              <p14:nvPr/>
            </p14:nvContentPartPr>
            <p14:xfrm>
              <a:off x="6532950" y="5028098"/>
              <a:ext cx="143007" cy="163226"/>
            </p14:xfrm>
          </p:contentPart>
        </mc:Choice>
        <mc:Fallback>
          <p:sp>
            <p:nvSpPr>
              <p:cNvPr id="1049015" name=""/>
              <p:cNvSpPr/>
              <p:nvPr/>
            </p:nvSpPr>
            <p:spPr>
              <a:xfrm>
                <a:off x="6532950" y="5028098"/>
                <a:ext cx="143007" cy="163226"/>
              </a:xfrm>
            </p:spPr>
          </p:sp>
        </mc:Fallback>
      </mc:AlternateContent>
      <mc:AlternateContent xmlns:mc="http://schemas.openxmlformats.org/markup-compatibility/2006">
        <mc:Choice xmlns:p14="http://schemas.microsoft.com/office/powerpoint/2010/main" Requires="p14">
          <p:contentPart p14:bwMode="auto" r:id="rId13">
            <p14:nvContentPartPr>
              <p14:cNvPr id="1049016" name=""/>
              <p14:cNvContentPartPr/>
              <p14:nvPr/>
            </p14:nvContentPartPr>
            <p14:xfrm>
              <a:off x="6682973" y="5050724"/>
              <a:ext cx="93103" cy="1069"/>
            </p14:xfrm>
          </p:contentPart>
        </mc:Choice>
        <mc:Fallback>
          <p:sp>
            <p:nvSpPr>
              <p:cNvPr id="1049016" name=""/>
              <p:cNvSpPr/>
              <p:nvPr/>
            </p:nvSpPr>
            <p:spPr>
              <a:xfrm>
                <a:off x="6682973" y="5050724"/>
                <a:ext cx="93103" cy="1069"/>
              </a:xfrm>
            </p:spPr>
          </p:sp>
        </mc:Fallback>
      </mc:AlternateContent>
      <mc:AlternateContent xmlns:mc="http://schemas.openxmlformats.org/markup-compatibility/2006">
        <mc:Choice xmlns:p14="http://schemas.microsoft.com/office/powerpoint/2010/main" Requires="p14">
          <p:contentPart p14:bwMode="auto" r:id="rId14">
            <p14:nvContentPartPr>
              <p14:cNvPr id="1049017" name=""/>
              <p14:cNvContentPartPr/>
              <p14:nvPr/>
            </p14:nvContentPartPr>
            <p14:xfrm>
              <a:off x="6080336" y="4679733"/>
              <a:ext cx="345391" cy="357168"/>
            </p14:xfrm>
          </p:contentPart>
        </mc:Choice>
        <mc:Fallback>
          <p:sp>
            <p:nvSpPr>
              <p:cNvPr id="1049017" name=""/>
              <p:cNvSpPr/>
              <p:nvPr/>
            </p:nvSpPr>
            <p:spPr>
              <a:xfrm>
                <a:off x="6080336" y="4679733"/>
                <a:ext cx="345391" cy="357168"/>
              </a:xfrm>
            </p:spPr>
          </p:sp>
        </mc:Fallback>
      </mc:AlternateContent>
      <mc:AlternateContent xmlns:mc="http://schemas.openxmlformats.org/markup-compatibility/2006">
        <mc:Choice xmlns:p14="http://schemas.microsoft.com/office/powerpoint/2010/main" Requires="p14">
          <p:contentPart p14:bwMode="auto" r:id="rId15">
            <p14:nvContentPartPr>
              <p14:cNvPr id="1049018" name=""/>
              <p14:cNvContentPartPr/>
              <p14:nvPr/>
            </p14:nvContentPartPr>
            <p14:xfrm>
              <a:off x="6028487" y="4623851"/>
              <a:ext cx="115285" cy="152688"/>
            </p14:xfrm>
          </p:contentPart>
        </mc:Choice>
        <mc:Fallback>
          <p:sp>
            <p:nvSpPr>
              <p:cNvPr id="1049018" name=""/>
              <p:cNvSpPr/>
              <p:nvPr/>
            </p:nvSpPr>
            <p:spPr>
              <a:xfrm>
                <a:off x="6028487" y="4623851"/>
                <a:ext cx="115285" cy="152688"/>
              </a:xfrm>
            </p:spPr>
          </p:sp>
        </mc:Fallback>
      </mc:AlternateContent>
      <mc:AlternateContent xmlns:mc="http://schemas.openxmlformats.org/markup-compatibility/2006">
        <mc:Choice xmlns:p14="http://schemas.microsoft.com/office/powerpoint/2010/main" Requires="p14">
          <p:contentPart p14:bwMode="auto" r:id="rId16">
            <p14:nvContentPartPr>
              <p14:cNvPr id="1049019" name=""/>
              <p14:cNvContentPartPr/>
              <p14:nvPr/>
            </p14:nvContentPartPr>
            <p14:xfrm>
              <a:off x="6296884" y="4783737"/>
              <a:ext cx="192824" cy="114320"/>
            </p14:xfrm>
          </p:contentPart>
        </mc:Choice>
        <mc:Fallback>
          <p:sp>
            <p:nvSpPr>
              <p:cNvPr id="1049019" name=""/>
              <p:cNvSpPr/>
              <p:nvPr/>
            </p:nvSpPr>
            <p:spPr>
              <a:xfrm>
                <a:off x="6296884" y="4783737"/>
                <a:ext cx="192824" cy="114320"/>
              </a:xfrm>
            </p:spPr>
          </p:sp>
        </mc:Fallback>
      </mc:AlternateContent>
      <mc:AlternateContent xmlns:mc="http://schemas.openxmlformats.org/markup-compatibility/2006">
        <mc:Choice xmlns:p14="http://schemas.microsoft.com/office/powerpoint/2010/main" Requires="p14">
          <p:contentPart p14:bwMode="auto" r:id="rId17">
            <p14:nvContentPartPr>
              <p14:cNvPr id="1049020" name=""/>
              <p14:cNvContentPartPr/>
              <p14:nvPr/>
            </p14:nvContentPartPr>
            <p14:xfrm>
              <a:off x="6311004" y="4703816"/>
              <a:ext cx="194458" cy="144700"/>
            </p14:xfrm>
          </p:contentPart>
        </mc:Choice>
        <mc:Fallback>
          <p:sp>
            <p:nvSpPr>
              <p:cNvPr id="1049020" name=""/>
              <p:cNvSpPr/>
              <p:nvPr/>
            </p:nvSpPr>
            <p:spPr>
              <a:xfrm>
                <a:off x="6311004" y="4703816"/>
                <a:ext cx="194458" cy="144700"/>
              </a:xfrm>
            </p:spPr>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2" name="TextBox 1"/>
          <p:cNvSpPr txBox="1"/>
          <p:nvPr/>
        </p:nvSpPr>
        <p:spPr>
          <a:xfrm>
            <a:off x="410818" y="274290"/>
            <a:ext cx="6811618" cy="5247640"/>
          </a:xfrm>
          <a:prstGeom prst="rect"/>
          <a:noFill/>
        </p:spPr>
        <p:txBody>
          <a:bodyPr wrap="square">
            <a:spAutoFit/>
          </a:bodyPr>
          <a:p>
            <a:pPr algn="l"/>
            <a:r>
              <a:rPr baseline="0" b="1" dirty="0" sz="3200" i="1" lang="fr-FR" strike="noStrike" u="none">
                <a:effectLst>
                  <a:outerShdw algn="tl" blurRad="38100" dir="2700000" dist="38100">
                    <a:srgbClr val="000000">
                      <a:alpha val="43137"/>
                    </a:srgbClr>
                  </a:outerShdw>
                </a:effectLst>
              </a:rPr>
              <a:t>Inconvénients du modèle de Rutherford</a:t>
            </a:r>
            <a:endParaRPr baseline="0" b="1" dirty="0" sz="1800" i="1" lang="fr-FR" strike="noStrike" u="none">
              <a:effectLst>
                <a:outerShdw algn="tl" blurRad="38100" dir="2700000" dist="38100">
                  <a:srgbClr val="000000">
                    <a:alpha val="43137"/>
                  </a:srgbClr>
                </a:outerShdw>
              </a:effectLst>
            </a:endParaRPr>
          </a:p>
          <a:p>
            <a:pPr algn="l"/>
            <a:endParaRPr dirty="0" lang="fr-FR"/>
          </a:p>
          <a:p>
            <a:pPr algn="l"/>
            <a:endParaRPr baseline="0" dirty="0" sz="1800" i="0" lang="fr-FR" strike="noStrike" u="none"/>
          </a:p>
          <a:p>
            <a:pPr algn="just"/>
            <a:r>
              <a:rPr baseline="0" dirty="0" sz="2000" i="0" lang="fr-FR" strike="noStrike" u="none"/>
              <a:t>L’atome selon le modèle de Rutherford est instable. pourquoi?</a:t>
            </a:r>
          </a:p>
          <a:p>
            <a:pPr algn="just"/>
            <a:endParaRPr dirty="0" sz="2000" lang="fr-FR"/>
          </a:p>
          <a:p>
            <a:pPr algn="just" indent="-342900" marL="342900">
              <a:buFont typeface="Wingdings" panose="05000000000000000000" pitchFamily="2" charset="2"/>
              <a:buChar char="Ø"/>
            </a:pPr>
            <a:r>
              <a:rPr baseline="0" dirty="0" sz="2000" i="0" lang="fr-FR" strike="noStrike" u="none"/>
              <a:t>Si les </a:t>
            </a:r>
            <a:r>
              <a:rPr dirty="0" sz="2000" lang="fr-FR"/>
              <a:t>é</a:t>
            </a:r>
            <a:r>
              <a:rPr baseline="0" dirty="0" sz="2000" i="0" lang="fr-FR" strike="noStrike" u="none"/>
              <a:t>lectrons sont stationnaires, ils seront attirés vers le noyau.</a:t>
            </a:r>
          </a:p>
          <a:p>
            <a:pPr algn="just" indent="-342900" marL="342900">
              <a:buFont typeface="Wingdings" panose="05000000000000000000" pitchFamily="2" charset="2"/>
              <a:buChar char="Ø"/>
            </a:pPr>
            <a:endParaRPr dirty="0" sz="2000" lang="fr-FR"/>
          </a:p>
          <a:p>
            <a:pPr algn="just" indent="-342900" marL="342900">
              <a:buFont typeface="Wingdings" panose="05000000000000000000" pitchFamily="2" charset="2"/>
              <a:buChar char="Ø"/>
            </a:pPr>
            <a:r>
              <a:rPr baseline="0" dirty="0" sz="2000" i="0" lang="fr-FR" strike="noStrike" u="none"/>
              <a:t>Les principes de la théorie </a:t>
            </a:r>
            <a:r>
              <a:rPr dirty="0" sz="2000" lang="fr-FR"/>
              <a:t>é</a:t>
            </a:r>
            <a:r>
              <a:rPr baseline="0" dirty="0" sz="2000" i="0" lang="fr-FR" strike="noStrike" u="none"/>
              <a:t>lectromagnétique connues à l’</a:t>
            </a:r>
            <a:r>
              <a:rPr dirty="0" sz="2000" lang="fr-FR"/>
              <a:t>é</a:t>
            </a:r>
            <a:r>
              <a:rPr baseline="0" dirty="0" sz="2000" i="0" lang="fr-FR" strike="noStrike" u="none"/>
              <a:t>poque affirmaient que tout mouvement de charge électrique s’accompagne d’une </a:t>
            </a:r>
            <a:r>
              <a:rPr dirty="0" sz="2000" lang="fr-FR"/>
              <a:t>é</a:t>
            </a:r>
            <a:r>
              <a:rPr baseline="0" dirty="0" sz="2000" i="0" lang="fr-FR" strike="noStrike" u="none"/>
              <a:t>mission de radiations électromagnétiques, laquelle entraine une diminution de l’énergie. Les </a:t>
            </a:r>
            <a:r>
              <a:rPr dirty="0" sz="2000" lang="fr-FR"/>
              <a:t>é</a:t>
            </a:r>
            <a:r>
              <a:rPr baseline="0" dirty="0" sz="2000" i="0" lang="fr-FR" strike="noStrike" u="none"/>
              <a:t>lectrons devraient donc se rapprocher du noyau.</a:t>
            </a:r>
            <a:endParaRPr dirty="0" sz="2000" lang="fr-FR"/>
          </a:p>
        </p:txBody>
      </p:sp>
      <p:pic>
        <p:nvPicPr>
          <p:cNvPr id="2097160" name="Picture 2" descr="inconvénient de de Rutherford atomique modèle 27798542 Art vectoriel chez  Vecteezy"/>
          <p:cNvPicPr>
            <a:picLocks noChangeAspect="1" noChangeArrowheads="1"/>
          </p:cNvPicPr>
          <p:nvPr/>
        </p:nvPicPr>
        <p:blipFill>
          <a:blip xmlns:r="http://schemas.openxmlformats.org/officeDocument/2006/relationships" r:embed="rId1"/>
          <a:srcRect/>
          <a:stretch>
            <a:fillRect/>
          </a:stretch>
        </p:blipFill>
        <p:spPr bwMode="auto">
          <a:xfrm>
            <a:off x="7222436" y="865450"/>
            <a:ext cx="4558746" cy="4183628"/>
          </a:xfrm>
          <a:prstGeom prst="rect"/>
          <a:noFill/>
        </p:spPr>
      </p:pic>
      <p:sp>
        <p:nvSpPr>
          <p:cNvPr id="1048613" name="TextBox 4"/>
          <p:cNvSpPr txBox="1"/>
          <p:nvPr/>
        </p:nvSpPr>
        <p:spPr>
          <a:xfrm>
            <a:off x="410818" y="5640238"/>
            <a:ext cx="6811618" cy="400110"/>
          </a:xfrm>
          <a:prstGeom prst="rect"/>
          <a:noFill/>
        </p:spPr>
        <p:txBody>
          <a:bodyPr wrap="square">
            <a:spAutoFit/>
          </a:bodyPr>
          <a:p>
            <a:pPr indent="-285750" marL="285750">
              <a:buFont typeface="Wingdings" panose="05000000000000000000" pitchFamily="2" charset="2"/>
              <a:buChar char="Ø"/>
            </a:pPr>
            <a:r>
              <a:rPr baseline="0" b="0" dirty="0" sz="2000" i="0" lang="fr-FR" strike="noStrike" u="none"/>
              <a:t>Ces conclusions sont en contradiction avec l'expérience.</a:t>
            </a:r>
            <a:endParaRPr dirty="0" sz="2000" lang="fr-FR"/>
          </a:p>
        </p:txBody>
      </p:sp>
      <mc:AlternateContent xmlns:mc="http://schemas.openxmlformats.org/markup-compatibility/2006">
        <mc:Choice xmlns:p14="http://schemas.microsoft.com/office/powerpoint/2010/main" Requires="p14">
          <p:contentPart p14:bwMode="auto" r:id="rId2">
            <p14:nvContentPartPr>
              <p14:cNvPr id="1049021" name=""/>
              <p14:cNvContentPartPr/>
              <p14:nvPr/>
            </p14:nvContentPartPr>
            <p14:xfrm>
              <a:off x="9763106" y="1442763"/>
              <a:ext cx="1032532" cy="740632"/>
            </p14:xfrm>
          </p:contentPart>
        </mc:Choice>
        <mc:Fallback>
          <p:sp>
            <p:nvSpPr>
              <p:cNvPr id="1049021" name=""/>
              <p:cNvSpPr/>
              <p:nvPr/>
            </p:nvSpPr>
            <p:spPr>
              <a:xfrm>
                <a:off x="9763106" y="1442763"/>
                <a:ext cx="1032532" cy="740632"/>
              </a:xfrm>
            </p:spPr>
          </p:sp>
        </mc:Fallback>
      </mc:AlternateContent>
      <mc:AlternateContent xmlns:mc="http://schemas.openxmlformats.org/markup-compatibility/2006">
        <mc:Choice xmlns:p14="http://schemas.microsoft.com/office/powerpoint/2010/main" Requires="p14">
          <p:contentPart p14:bwMode="auto" r:id="rId3">
            <p14:nvContentPartPr>
              <p14:cNvPr id="1049022" name=""/>
              <p14:cNvContentPartPr/>
              <p14:nvPr/>
            </p14:nvContentPartPr>
            <p14:xfrm>
              <a:off x="3550577" y="5565220"/>
              <a:ext cx="3607379" cy="682536"/>
            </p14:xfrm>
          </p:contentPart>
        </mc:Choice>
        <mc:Fallback>
          <p:sp>
            <p:nvSpPr>
              <p:cNvPr id="1049022" name=""/>
              <p:cNvSpPr/>
              <p:nvPr/>
            </p:nvSpPr>
            <p:spPr>
              <a:xfrm>
                <a:off x="3550577" y="5565220"/>
                <a:ext cx="3607379" cy="682536"/>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14" name="TextBox 2"/>
          <p:cNvSpPr txBox="1"/>
          <p:nvPr/>
        </p:nvSpPr>
        <p:spPr>
          <a:xfrm>
            <a:off x="331304" y="173142"/>
            <a:ext cx="5579165" cy="461665"/>
          </a:xfrm>
          <a:prstGeom prst="rect"/>
          <a:solidFill>
            <a:srgbClr val="92D050"/>
          </a:solidFill>
        </p:spPr>
        <p:txBody>
          <a:bodyPr wrap="square">
            <a:spAutoFit/>
          </a:bodyPr>
          <a:p>
            <a:r>
              <a:rPr baseline="0" b="1" dirty="0" sz="2400" i="0" lang="fr-FR" strike="noStrike" u="none">
                <a:latin typeface="Arial" panose="020B0604020202020204" pitchFamily="34" charset="0"/>
              </a:rPr>
              <a:t>III- IDENTIFICATION DES ELEMENTS</a:t>
            </a:r>
            <a:endParaRPr dirty="0" sz="2400" lang="fr-FR"/>
          </a:p>
        </p:txBody>
      </p:sp>
      <p:sp>
        <p:nvSpPr>
          <p:cNvPr id="1048615" name="TextBox 4"/>
          <p:cNvSpPr txBox="1"/>
          <p:nvPr/>
        </p:nvSpPr>
        <p:spPr>
          <a:xfrm>
            <a:off x="331304" y="862255"/>
            <a:ext cx="2385392" cy="400110"/>
          </a:xfrm>
          <a:prstGeom prst="rect"/>
          <a:solidFill>
            <a:srgbClr val="FFFF00"/>
          </a:solidFill>
        </p:spPr>
        <p:txBody>
          <a:bodyPr wrap="square">
            <a:spAutoFit/>
          </a:bodyPr>
          <a:p>
            <a:r>
              <a:rPr baseline="0" b="1" dirty="0" sz="2000" i="0" lang="fr-FR" strike="noStrike" u="none">
                <a:latin typeface="Arial" panose="020B0604020202020204" pitchFamily="34" charset="0"/>
              </a:rPr>
              <a:t>1- Représentation</a:t>
            </a:r>
            <a:endParaRPr dirty="0" sz="2000" lang="fr-FR"/>
          </a:p>
        </p:txBody>
      </p:sp>
      <p:pic>
        <p:nvPicPr>
          <p:cNvPr id="2097161" name="Picture 5"/>
          <p:cNvPicPr>
            <a:picLocks noChangeAspect="1"/>
          </p:cNvPicPr>
          <p:nvPr/>
        </p:nvPicPr>
        <p:blipFill>
          <a:blip xmlns:r="http://schemas.openxmlformats.org/officeDocument/2006/relationships" r:embed="rId1"/>
          <a:stretch>
            <a:fillRect/>
          </a:stretch>
        </p:blipFill>
        <p:spPr>
          <a:xfrm>
            <a:off x="5327374" y="403974"/>
            <a:ext cx="6864626" cy="3996179"/>
          </a:xfrm>
          <a:prstGeom prst="rect"/>
        </p:spPr>
      </p:pic>
      <p:sp>
        <p:nvSpPr>
          <p:cNvPr id="1048616" name="TextBox 7"/>
          <p:cNvSpPr txBox="1"/>
          <p:nvPr/>
        </p:nvSpPr>
        <p:spPr>
          <a:xfrm>
            <a:off x="331304" y="1489813"/>
            <a:ext cx="4996070" cy="1310640"/>
          </a:xfrm>
          <a:prstGeom prst="rect"/>
          <a:noFill/>
        </p:spPr>
        <p:txBody>
          <a:bodyPr wrap="square">
            <a:spAutoFit/>
          </a:bodyPr>
          <a:p>
            <a:pPr algn="just" indent="-285750" marL="285750">
              <a:buFont typeface="Arial" panose="020B0604020202020204" pitchFamily="34" charset="0"/>
              <a:buChar char="•"/>
            </a:pPr>
            <a:r>
              <a:rPr baseline="0" b="1" dirty="0" sz="2000" i="0" lang="fr-FR" strike="noStrike" u="none">
                <a:latin typeface="Arial" panose="020B0604020202020204" pitchFamily="34" charset="0"/>
              </a:rPr>
              <a:t>Z</a:t>
            </a:r>
            <a:r>
              <a:rPr baseline="0" b="0" dirty="0" sz="2000" i="0" lang="fr-FR" strike="noStrike" u="none">
                <a:latin typeface="Arial" panose="020B0604020202020204" pitchFamily="34" charset="0"/>
              </a:rPr>
              <a:t> est appelé </a:t>
            </a:r>
            <a:r>
              <a:rPr baseline="0" b="1" dirty="0" sz="2000" i="1" lang="fr-FR" strike="noStrike" u="none">
                <a:latin typeface="Arial" panose="020B0604020202020204" pitchFamily="34" charset="0"/>
              </a:rPr>
              <a:t>numéro atomique ou nombre de charge, </a:t>
            </a:r>
            <a:r>
              <a:rPr baseline="0" b="0" dirty="0" sz="2000" i="0" lang="fr-FR" strike="noStrike" u="none">
                <a:latin typeface="Arial" panose="020B0604020202020204" pitchFamily="34" charset="0"/>
              </a:rPr>
              <a:t>il désigne le nombre de protons ( c'est aussi le nombre d'électrons pour un atome neutre).</a:t>
            </a:r>
            <a:endParaRPr dirty="0" sz="2000" lang="fr-FR"/>
          </a:p>
        </p:txBody>
      </p:sp>
      <p:sp>
        <p:nvSpPr>
          <p:cNvPr id="1048617" name="TextBox 9"/>
          <p:cNvSpPr txBox="1"/>
          <p:nvPr/>
        </p:nvSpPr>
        <p:spPr>
          <a:xfrm>
            <a:off x="331304" y="3252760"/>
            <a:ext cx="5473148" cy="707886"/>
          </a:xfrm>
          <a:prstGeom prst="rect"/>
          <a:noFill/>
        </p:spPr>
        <p:txBody>
          <a:bodyPr wrap="square">
            <a:spAutoFit/>
          </a:bodyPr>
          <a:p>
            <a:pPr algn="just" indent="-342900" marL="342900">
              <a:buFont typeface="Arial" panose="020B0604020202020204" pitchFamily="34" charset="0"/>
              <a:buChar char="•"/>
            </a:pPr>
            <a:r>
              <a:rPr baseline="0" b="1" dirty="0" sz="2000" i="0" lang="fr-FR" strike="noStrike" u="none">
                <a:latin typeface="Arial" panose="020B0604020202020204" pitchFamily="34" charset="0"/>
              </a:rPr>
              <a:t>A</a:t>
            </a:r>
            <a:r>
              <a:rPr baseline="0" b="0" dirty="0" sz="2000" i="0" lang="fr-FR" strike="noStrike" u="none">
                <a:latin typeface="Arial" panose="020B0604020202020204" pitchFamily="34" charset="0"/>
              </a:rPr>
              <a:t> est appelé </a:t>
            </a:r>
            <a:r>
              <a:rPr baseline="0" b="1" dirty="0" sz="2000" i="1" lang="fr-FR" strike="noStrike" u="none">
                <a:latin typeface="Arial" panose="020B0604020202020204" pitchFamily="34" charset="0"/>
              </a:rPr>
              <a:t>nombre de masse</a:t>
            </a:r>
            <a:r>
              <a:rPr baseline="0" b="0" dirty="0" sz="2000" i="0" lang="fr-FR" strike="noStrike" u="none">
                <a:latin typeface="Arial" panose="020B0604020202020204" pitchFamily="34" charset="0"/>
              </a:rPr>
              <a:t>, il désigne le nombre de nucléons (protons + </a:t>
            </a:r>
            <a:r>
              <a:rPr baseline="0" b="0" dirty="0" sz="2000" i="0" lang="fr-FR" err="1" strike="noStrike" u="none">
                <a:latin typeface="Arial" panose="020B0604020202020204" pitchFamily="34" charset="0"/>
              </a:rPr>
              <a:t>neutons</a:t>
            </a:r>
            <a:r>
              <a:rPr baseline="0" b="0" dirty="0" sz="2000" i="0" lang="fr-FR" strike="noStrike" u="none">
                <a:latin typeface="Arial" panose="020B0604020202020204" pitchFamily="34" charset="0"/>
              </a:rPr>
              <a:t>).</a:t>
            </a:r>
            <a:endParaRPr dirty="0" sz="2000" lang="fr-FR"/>
          </a:p>
        </p:txBody>
      </p:sp>
      <p:sp>
        <p:nvSpPr>
          <p:cNvPr id="1048618" name="TextBox 11"/>
          <p:cNvSpPr txBox="1"/>
          <p:nvPr/>
        </p:nvSpPr>
        <p:spPr>
          <a:xfrm>
            <a:off x="543340" y="4400154"/>
            <a:ext cx="6096000" cy="400110"/>
          </a:xfrm>
          <a:prstGeom prst="rect"/>
          <a:noFill/>
        </p:spPr>
        <p:txBody>
          <a:bodyPr wrap="square">
            <a:spAutoFit/>
          </a:bodyPr>
          <a:p>
            <a:pPr indent="-285750" marL="285750">
              <a:buFont typeface="Arial" panose="020B0604020202020204" pitchFamily="34" charset="0"/>
              <a:buChar char="•"/>
            </a:pPr>
            <a:r>
              <a:rPr baseline="0" b="1" dirty="0" sz="2000" i="0" lang="fr-FR" strike="noStrike" u="none">
                <a:latin typeface="Arial" panose="020B0604020202020204" pitchFamily="34" charset="0"/>
              </a:rPr>
              <a:t>N</a:t>
            </a:r>
            <a:r>
              <a:rPr baseline="0" b="0" dirty="0" sz="2000" i="0" lang="fr-FR" strike="noStrike" u="none">
                <a:latin typeface="Arial" panose="020B0604020202020204" pitchFamily="34" charset="0"/>
              </a:rPr>
              <a:t> représente le nombre de neutrons</a:t>
            </a:r>
            <a:endParaRPr dirty="0" sz="2000" lang="fr-FR"/>
          </a:p>
        </p:txBody>
      </p:sp>
      <p:sp>
        <p:nvSpPr>
          <p:cNvPr id="1048619" name="TextBox 13"/>
          <p:cNvSpPr txBox="1">
            <a:spLocks noChangeAspect="1" noMove="1" noResize="1" noRot="1" noAdjustHandles="1" noEditPoints="1" noChangeArrowheads="1" noChangeShapeType="1" noTextEdit="1"/>
          </p:cNvSpPr>
          <p:nvPr/>
        </p:nvSpPr>
        <p:spPr>
          <a:xfrm>
            <a:off x="2027582" y="5041289"/>
            <a:ext cx="1842053" cy="461665"/>
          </a:xfrm>
          <a:prstGeom prst="rect"/>
          <a:blipFill>
            <a:blip xmlns:r="http://schemas.openxmlformats.org/officeDocument/2006/relationships" r:embed="rId2"/>
            <a:stretch>
              <a:fillRect/>
            </a:stretch>
          </a:blipFill>
        </p:spPr>
        <p:txBody>
          <a:bodyPr/>
          <a:p>
            <a:r>
              <a:rPr lang="fr-FR">
                <a:noFill/>
              </a:rPr>
              <a:t> </a:t>
            </a:r>
          </a:p>
        </p:txBody>
      </p:sp>
      <p:sp>
        <p:nvSpPr>
          <p:cNvPr id="1048620" name="TextBox 2"/>
          <p:cNvSpPr txBox="1"/>
          <p:nvPr/>
        </p:nvSpPr>
        <p:spPr>
          <a:xfrm>
            <a:off x="543340" y="5743979"/>
            <a:ext cx="1744979" cy="396240"/>
          </a:xfrm>
          <a:prstGeom prst="rect"/>
          <a:noFill/>
        </p:spPr>
        <p:txBody>
          <a:bodyPr rtlCol="0" wrap="none">
            <a:spAutoFit/>
          </a:bodyPr>
          <a:p>
            <a:r>
              <a:rPr b="1" dirty="0" sz="2000" lang="fr-FR" u="sng"/>
              <a:t>Par exemple :</a:t>
            </a:r>
          </a:p>
        </p:txBody>
      </p:sp>
      <p:sp>
        <p:nvSpPr>
          <p:cNvPr id="1048621" name="TextBox 3"/>
          <p:cNvSpPr txBox="1">
            <a:spLocks noChangeAspect="1" noMove="1" noResize="1" noRot="1" noAdjustHandles="1" noEditPoints="1" noChangeArrowheads="1" noChangeShapeType="1" noTextEdit="1"/>
          </p:cNvSpPr>
          <p:nvPr/>
        </p:nvSpPr>
        <p:spPr>
          <a:xfrm>
            <a:off x="2352246" y="5743979"/>
            <a:ext cx="1601336" cy="394916"/>
          </a:xfrm>
          <a:prstGeom prst="rect"/>
          <a:blipFill>
            <a:blip xmlns:r="http://schemas.openxmlformats.org/officeDocument/2006/relationships" r:embed="rId3"/>
            <a:stretch>
              <a:fillRect t="-16923" r="-9886" b="-46154"/>
            </a:stretch>
          </a:blipFill>
        </p:spPr>
        <p:txBody>
          <a:bodyPr/>
          <a:p>
            <a:r>
              <a:rPr lang="fr-FR">
                <a:noFill/>
              </a:rPr>
              <a:t> </a:t>
            </a:r>
          </a:p>
        </p:txBody>
      </p:sp>
      <p:sp>
        <p:nvSpPr>
          <p:cNvPr id="1048622" name="TextBox 12"/>
          <p:cNvSpPr txBox="1">
            <a:spLocks noChangeAspect="1" noMove="1" noResize="1" noRot="1" noAdjustHandles="1" noEditPoints="1" noChangeArrowheads="1" noChangeShapeType="1" noTextEdit="1"/>
          </p:cNvSpPr>
          <p:nvPr/>
        </p:nvSpPr>
        <p:spPr>
          <a:xfrm>
            <a:off x="4606557" y="5743979"/>
            <a:ext cx="1658787" cy="396775"/>
          </a:xfrm>
          <a:prstGeom prst="rect"/>
          <a:blipFill>
            <a:blip xmlns:r="http://schemas.openxmlformats.org/officeDocument/2006/relationships" r:embed="rId4"/>
            <a:stretch>
              <a:fillRect t="-16923" r="-10662" b="-46154"/>
            </a:stretch>
          </a:blipFill>
        </p:spPr>
        <p:txBody>
          <a:bodyPr/>
          <a:p>
            <a:r>
              <a:rPr lang="fr-FR">
                <a:noFill/>
              </a:rPr>
              <a:t> </a:t>
            </a:r>
          </a:p>
        </p:txBody>
      </p:sp>
      <p:sp>
        <p:nvSpPr>
          <p:cNvPr id="1048623" name="TextBox 13"/>
          <p:cNvSpPr txBox="1">
            <a:spLocks noChangeAspect="1" noMove="1" noResize="1" noRot="1" noAdjustHandles="1" noEditPoints="1" noChangeArrowheads="1" noChangeShapeType="1" noTextEdit="1"/>
          </p:cNvSpPr>
          <p:nvPr/>
        </p:nvSpPr>
        <p:spPr>
          <a:xfrm>
            <a:off x="7471547" y="5736515"/>
            <a:ext cx="1824282" cy="393185"/>
          </a:xfrm>
          <a:prstGeom prst="rect"/>
          <a:blipFill>
            <a:blip xmlns:r="http://schemas.openxmlformats.org/officeDocument/2006/relationships" r:embed="rId5"/>
            <a:stretch>
              <a:fillRect t="-16923" r="-8696" b="-46154"/>
            </a:stretch>
          </a:blipFill>
        </p:spPr>
        <p:txBody>
          <a:bodyPr/>
          <a:p>
            <a:r>
              <a:rPr lang="fr-FR">
                <a:noFill/>
              </a:rPr>
              <a:t> </a:t>
            </a:r>
          </a:p>
        </p:txBody>
      </p:sp>
      <p:sp>
        <p:nvSpPr>
          <p:cNvPr id="1048624" name="TextBox 14"/>
          <p:cNvSpPr txBox="1">
            <a:spLocks noChangeAspect="1" noMove="1" noResize="1" noRot="1" noAdjustHandles="1" noEditPoints="1" noChangeArrowheads="1" noChangeShapeType="1" noTextEdit="1"/>
          </p:cNvSpPr>
          <p:nvPr/>
        </p:nvSpPr>
        <p:spPr>
          <a:xfrm>
            <a:off x="1446664" y="6214541"/>
            <a:ext cx="7572907" cy="394916"/>
          </a:xfrm>
          <a:prstGeom prst="rect"/>
          <a:blipFill>
            <a:blip xmlns:r="http://schemas.openxmlformats.org/officeDocument/2006/relationships" r:embed="rId6"/>
            <a:stretch>
              <a:fillRect t="-16923" r="-1448" b="-46154"/>
            </a:stretch>
          </a:blipFill>
        </p:spPr>
        <p:txBody>
          <a:bodyPr/>
          <a:p>
            <a:r>
              <a:rPr lang="fr-FR">
                <a:noFill/>
              </a:rPr>
              <a:t> </a:t>
            </a:r>
          </a:p>
        </p:txBody>
      </p:sp>
      <mc:AlternateContent xmlns:mc="http://schemas.openxmlformats.org/markup-compatibility/2006">
        <mc:Choice xmlns:p14="http://schemas.microsoft.com/office/powerpoint/2010/main" Requires="p14">
          <p:contentPart p14:bwMode="auto" r:id="rId7">
            <p14:nvContentPartPr>
              <p14:cNvPr id="1049024" name=""/>
              <p14:cNvContentPartPr/>
              <p14:nvPr/>
            </p14:nvContentPartPr>
            <p14:xfrm>
              <a:off x="1988530" y="4903198"/>
              <a:ext cx="39270" cy="654469"/>
            </p14:xfrm>
          </p:contentPart>
        </mc:Choice>
        <mc:Fallback>
          <p:sp>
            <p:nvSpPr>
              <p:cNvPr id="1049024" name=""/>
              <p:cNvSpPr/>
              <p:nvPr/>
            </p:nvSpPr>
            <p:spPr>
              <a:xfrm>
                <a:off x="1988530" y="4903198"/>
                <a:ext cx="39270" cy="654469"/>
              </a:xfrm>
            </p:spPr>
          </p:sp>
        </mc:Fallback>
      </mc:AlternateContent>
      <mc:AlternateContent xmlns:mc="http://schemas.openxmlformats.org/markup-compatibility/2006">
        <mc:Choice xmlns:p14="http://schemas.microsoft.com/office/powerpoint/2010/main" Requires="p14">
          <p:contentPart p14:bwMode="auto" r:id="rId8">
            <p14:nvContentPartPr>
              <p14:cNvPr id="1049025" name=""/>
              <p14:cNvContentPartPr/>
              <p14:nvPr/>
            </p14:nvContentPartPr>
            <p14:xfrm>
              <a:off x="1855505" y="4872193"/>
              <a:ext cx="2073779" cy="712331"/>
            </p14:xfrm>
          </p:contentPart>
        </mc:Choice>
        <mc:Fallback>
          <p:sp>
            <p:nvSpPr>
              <p:cNvPr id="1049025" name=""/>
              <p:cNvSpPr/>
              <p:nvPr/>
            </p:nvSpPr>
            <p:spPr>
              <a:xfrm>
                <a:off x="1855505" y="4872193"/>
                <a:ext cx="2073779" cy="712331"/>
              </a:xfrm>
            </p:spPr>
          </p:sp>
        </mc:Fallback>
      </mc:AlternateContent>
      <mc:AlternateContent xmlns:mc="http://schemas.openxmlformats.org/markup-compatibility/2006">
        <mc:Choice xmlns:p14="http://schemas.microsoft.com/office/powerpoint/2010/main" Requires="p14">
          <p:contentPart p14:bwMode="auto" r:id="rId9">
            <p14:nvContentPartPr>
              <p14:cNvPr id="1049026" name=""/>
              <p14:cNvContentPartPr/>
              <p14:nvPr/>
            </p14:nvContentPartPr>
            <p14:xfrm>
              <a:off x="7252665" y="5447226"/>
              <a:ext cx="1851712" cy="449274"/>
            </p14:xfrm>
          </p:contentPart>
        </mc:Choice>
        <mc:Fallback>
          <p:sp>
            <p:nvSpPr>
              <p:cNvPr id="1049026" name=""/>
              <p:cNvSpPr/>
              <p:nvPr/>
            </p:nvSpPr>
            <p:spPr>
              <a:xfrm>
                <a:off x="7252665" y="5447226"/>
                <a:ext cx="1851712" cy="449274"/>
              </a:xfrm>
            </p:spPr>
          </p:sp>
        </mc:Fallback>
      </mc:AlternateContent>
      <mc:AlternateContent xmlns:mc="http://schemas.openxmlformats.org/markup-compatibility/2006">
        <mc:Choice xmlns:p14="http://schemas.microsoft.com/office/powerpoint/2010/main" Requires="p14">
          <p:contentPart p14:bwMode="auto" r:id="rId10">
            <p14:nvContentPartPr>
              <p14:cNvPr id="1049027" name=""/>
              <p14:cNvContentPartPr/>
              <p14:nvPr/>
            </p14:nvContentPartPr>
            <p14:xfrm>
              <a:off x="7254336" y="5670956"/>
              <a:ext cx="2077067" cy="588685"/>
            </p14:xfrm>
          </p:contentPart>
        </mc:Choice>
        <mc:Fallback>
          <p:sp>
            <p:nvSpPr>
              <p:cNvPr id="1049027" name=""/>
              <p:cNvSpPr/>
              <p:nvPr/>
            </p:nvSpPr>
            <p:spPr>
              <a:xfrm>
                <a:off x="7254336" y="5670956"/>
                <a:ext cx="2077067" cy="588685"/>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25" name="TextBox 4"/>
          <p:cNvSpPr txBox="1"/>
          <p:nvPr/>
        </p:nvSpPr>
        <p:spPr>
          <a:xfrm>
            <a:off x="437320" y="252655"/>
            <a:ext cx="1550506" cy="400110"/>
          </a:xfrm>
          <a:prstGeom prst="rect"/>
          <a:solidFill>
            <a:srgbClr val="FFFF00"/>
          </a:solidFill>
        </p:spPr>
        <p:txBody>
          <a:bodyPr wrap="square">
            <a:spAutoFit/>
          </a:bodyPr>
          <a:p>
            <a:pPr algn="l"/>
            <a:r>
              <a:rPr baseline="0" b="1" dirty="0" sz="2000" i="0" lang="fr-FR" strike="noStrike" u="none">
                <a:latin typeface="Arial" panose="020B0604020202020204" pitchFamily="34" charset="0"/>
              </a:rPr>
              <a:t>2- Isotopes</a:t>
            </a:r>
          </a:p>
        </p:txBody>
      </p:sp>
      <p:sp>
        <p:nvSpPr>
          <p:cNvPr id="1048626" name="TextBox 6"/>
          <p:cNvSpPr txBox="1">
            <a:spLocks noChangeAspect="1" noMove="1" noResize="1" noRot="1" noAdjustHandles="1" noEditPoints="1" noChangeArrowheads="1" noChangeShapeType="1" noTextEdit="1"/>
          </p:cNvSpPr>
          <p:nvPr/>
        </p:nvSpPr>
        <p:spPr>
          <a:xfrm>
            <a:off x="437319" y="652765"/>
            <a:ext cx="11092071" cy="2912849"/>
          </a:xfrm>
          <a:prstGeom prst="rect"/>
          <a:blipFill>
            <a:blip xmlns:r="http://schemas.openxmlformats.org/officeDocument/2006/relationships" r:embed="rId1"/>
            <a:stretch>
              <a:fillRect l="-495" t="-1046" r="-440" b="-1255"/>
            </a:stretch>
          </a:blipFill>
        </p:spPr>
        <p:txBody>
          <a:bodyPr/>
          <a:p>
            <a:r>
              <a:rPr lang="fr-FR">
                <a:noFill/>
              </a:rPr>
              <a:t> </a:t>
            </a:r>
          </a:p>
        </p:txBody>
      </p:sp>
      <p:pic>
        <p:nvPicPr>
          <p:cNvPr id="2097162" name="Picture 1"/>
          <p:cNvPicPr>
            <a:picLocks noChangeAspect="1"/>
          </p:cNvPicPr>
          <p:nvPr/>
        </p:nvPicPr>
        <p:blipFill>
          <a:blip xmlns:r="http://schemas.openxmlformats.org/officeDocument/2006/relationships" r:embed="rId2"/>
          <a:stretch>
            <a:fillRect/>
          </a:stretch>
        </p:blipFill>
        <p:spPr>
          <a:xfrm>
            <a:off x="6997977" y="2883126"/>
            <a:ext cx="4531413" cy="3564834"/>
          </a:xfrm>
          <a:prstGeom prst="rect"/>
        </p:spPr>
      </p:pic>
      <p:sp>
        <p:nvSpPr>
          <p:cNvPr id="1048627" name="TextBox 3"/>
          <p:cNvSpPr txBox="1"/>
          <p:nvPr/>
        </p:nvSpPr>
        <p:spPr>
          <a:xfrm>
            <a:off x="291548" y="3755769"/>
            <a:ext cx="6710680" cy="2275840"/>
          </a:xfrm>
          <a:prstGeom prst="rect"/>
          <a:noFill/>
        </p:spPr>
        <p:txBody>
          <a:bodyPr rtlCol="0" wrap="none">
            <a:spAutoFit/>
          </a:bodyPr>
          <a:p>
            <a:r>
              <a:rPr b="1" dirty="0" sz="2400" lang="fr-FR" u="sng">
                <a:effectLst>
                  <a:outerShdw algn="tl" blurRad="38100" dir="2700000" dist="38100">
                    <a:srgbClr val="000000">
                      <a:alpha val="43137"/>
                    </a:srgbClr>
                  </a:outerShdw>
                </a:effectLst>
              </a:rPr>
              <a:t>Spectrographe de masse :</a:t>
            </a:r>
          </a:p>
          <a:p>
            <a:endParaRPr dirty="0" sz="2000" lang="fr-FR"/>
          </a:p>
          <a:p>
            <a:r>
              <a:rPr dirty="0" sz="2000" lang="fr-FR"/>
              <a:t>Zone 1 : Vaporisation et ionisation de l’échantillon.</a:t>
            </a:r>
          </a:p>
          <a:p>
            <a:endParaRPr dirty="0" sz="2000" lang="fr-FR"/>
          </a:p>
          <a:p>
            <a:r>
              <a:rPr dirty="0" sz="2000" lang="fr-FR"/>
              <a:t>Zone 2 : Accélération dans un champ électrique uniforme.</a:t>
            </a:r>
          </a:p>
          <a:p>
            <a:endParaRPr dirty="0" sz="2000" lang="fr-FR"/>
          </a:p>
          <a:p>
            <a:r>
              <a:rPr dirty="0" sz="2000" lang="fr-FR"/>
              <a:t>Zone 3 : Déviation par un champ magnétique uniforme.</a:t>
            </a:r>
          </a:p>
        </p:txBody>
      </p:sp>
      <mc:AlternateContent xmlns:mc="http://schemas.openxmlformats.org/markup-compatibility/2006">
        <mc:Choice xmlns:p14="http://schemas.microsoft.com/office/powerpoint/2010/main" Requires="p14">
          <p:contentPart p14:bwMode="auto" r:id="rId3">
            <p14:nvContentPartPr>
              <p14:cNvPr id="1049028" name=""/>
              <p14:cNvContentPartPr/>
              <p14:nvPr/>
            </p14:nvContentPartPr>
            <p14:xfrm>
              <a:off x="422833" y="237960"/>
              <a:ext cx="1636344" cy="459391"/>
            </p14:xfrm>
          </p:contentPart>
        </mc:Choice>
        <mc:Fallback>
          <p:sp>
            <p:nvSpPr>
              <p:cNvPr id="1049028" name=""/>
              <p:cNvSpPr/>
              <p:nvPr/>
            </p:nvSpPr>
            <p:spPr>
              <a:xfrm>
                <a:off x="422833" y="237960"/>
                <a:ext cx="1636344" cy="459391"/>
              </a:xfrm>
            </p:spPr>
          </p:sp>
        </mc:Fallback>
      </mc:AlternateContent>
      <mc:AlternateContent xmlns:mc="http://schemas.openxmlformats.org/markup-compatibility/2006">
        <mc:Choice xmlns:p14="http://schemas.microsoft.com/office/powerpoint/2010/main" Requires="p14">
          <p:contentPart p14:bwMode="auto" r:id="rId4">
            <p14:nvContentPartPr>
              <p14:cNvPr id="1049029" name=""/>
              <p14:cNvContentPartPr/>
              <p14:nvPr/>
            </p14:nvContentPartPr>
            <p14:xfrm>
              <a:off x="3110875" y="2793437"/>
              <a:ext cx="237271" cy="179379"/>
            </p14:xfrm>
          </p:contentPart>
        </mc:Choice>
        <mc:Fallback>
          <p:sp>
            <p:nvSpPr>
              <p:cNvPr id="1049029" name=""/>
              <p:cNvSpPr/>
              <p:nvPr/>
            </p:nvSpPr>
            <p:spPr>
              <a:xfrm>
                <a:off x="3110875" y="2793437"/>
                <a:ext cx="237271" cy="179379"/>
              </a:xfrm>
            </p:spPr>
          </p:sp>
        </mc:Fallback>
      </mc:AlternateContent>
      <mc:AlternateContent xmlns:mc="http://schemas.openxmlformats.org/markup-compatibility/2006">
        <mc:Choice xmlns:p14="http://schemas.microsoft.com/office/powerpoint/2010/main" Requires="p14">
          <p:contentPart p14:bwMode="auto" r:id="rId5">
            <p14:nvContentPartPr>
              <p14:cNvPr id="1049030" name=""/>
              <p14:cNvContentPartPr/>
              <p14:nvPr/>
            </p14:nvContentPartPr>
            <p14:xfrm>
              <a:off x="3596057" y="2787126"/>
              <a:ext cx="224817" cy="202463"/>
            </p14:xfrm>
          </p:contentPart>
        </mc:Choice>
        <mc:Fallback>
          <p:sp>
            <p:nvSpPr>
              <p:cNvPr id="1049030" name=""/>
              <p:cNvSpPr/>
              <p:nvPr/>
            </p:nvSpPr>
            <p:spPr>
              <a:xfrm>
                <a:off x="3596057" y="2787126"/>
                <a:ext cx="224817" cy="202463"/>
              </a:xfrm>
            </p:spPr>
          </p:sp>
        </mc:Fallback>
      </mc:AlternateContent>
      <mc:AlternateContent xmlns:mc="http://schemas.openxmlformats.org/markup-compatibility/2006">
        <mc:Choice xmlns:p14="http://schemas.microsoft.com/office/powerpoint/2010/main" Requires="p14">
          <p:contentPart p14:bwMode="auto" r:id="rId6">
            <p14:nvContentPartPr>
              <p14:cNvPr id="1049031" name=""/>
              <p14:cNvContentPartPr/>
              <p14:nvPr/>
            </p14:nvContentPartPr>
            <p14:xfrm>
              <a:off x="4274921" y="2776001"/>
              <a:ext cx="227421" cy="201738"/>
            </p14:xfrm>
          </p:contentPart>
        </mc:Choice>
        <mc:Fallback>
          <p:sp>
            <p:nvSpPr>
              <p:cNvPr id="1049031" name=""/>
              <p:cNvSpPr/>
              <p:nvPr/>
            </p:nvSpPr>
            <p:spPr>
              <a:xfrm>
                <a:off x="4274921" y="2776001"/>
                <a:ext cx="227421" cy="201738"/>
              </a:xfrm>
            </p:spPr>
          </p:sp>
        </mc:Fallback>
      </mc:AlternateContent>
      <mc:AlternateContent xmlns:mc="http://schemas.openxmlformats.org/markup-compatibility/2006">
        <mc:Choice xmlns:p14="http://schemas.microsoft.com/office/powerpoint/2010/main" Requires="p14">
          <p:contentPart p14:bwMode="auto" r:id="rId7">
            <p14:nvContentPartPr>
              <p14:cNvPr id="1049032" name=""/>
              <p14:cNvContentPartPr/>
              <p14:nvPr/>
            </p14:nvContentPartPr>
            <p14:xfrm>
              <a:off x="440060" y="200278"/>
              <a:ext cx="1601988" cy="485064"/>
            </p14:xfrm>
          </p:contentPart>
        </mc:Choice>
        <mc:Fallback>
          <p:sp>
            <p:nvSpPr>
              <p:cNvPr id="1049032" name=""/>
              <p:cNvSpPr/>
              <p:nvPr/>
            </p:nvSpPr>
            <p:spPr>
              <a:xfrm>
                <a:off x="440060" y="200278"/>
                <a:ext cx="1601988" cy="485064"/>
              </a:xfrm>
            </p:spPr>
          </p:sp>
        </mc:Fallback>
      </mc:AlternateContent>
      <mc:AlternateContent xmlns:mc="http://schemas.openxmlformats.org/markup-compatibility/2006">
        <mc:Choice xmlns:p14="http://schemas.microsoft.com/office/powerpoint/2010/main" Requires="p14">
          <p:contentPart p14:bwMode="auto" r:id="rId8">
            <p14:nvContentPartPr>
              <p14:cNvPr id="1049033" name=""/>
              <p14:cNvContentPartPr/>
              <p14:nvPr/>
            </p14:nvContentPartPr>
            <p14:xfrm>
              <a:off x="766054" y="556712"/>
              <a:ext cx="404159" cy="76282"/>
            </p14:xfrm>
          </p:contentPart>
        </mc:Choice>
        <mc:Fallback>
          <p:sp>
            <p:nvSpPr>
              <p:cNvPr id="1049033" name=""/>
              <p:cNvSpPr/>
              <p:nvPr/>
            </p:nvSpPr>
            <p:spPr>
              <a:xfrm>
                <a:off x="766054" y="556712"/>
                <a:ext cx="404159" cy="76282"/>
              </a:xfrm>
            </p:spPr>
          </p:sp>
        </mc:Fallback>
      </mc:AlternateContent>
      <mc:AlternateContent xmlns:mc="http://schemas.openxmlformats.org/markup-compatibility/2006">
        <mc:Choice xmlns:p14="http://schemas.microsoft.com/office/powerpoint/2010/main" Requires="p14">
          <p:contentPart p14:bwMode="auto" r:id="rId9">
            <p14:nvContentPartPr>
              <p14:cNvPr id="1049034" name=""/>
              <p14:cNvContentPartPr/>
              <p14:nvPr/>
            </p14:nvContentPartPr>
            <p14:xfrm>
              <a:off x="8370193" y="198201"/>
              <a:ext cx="228359" cy="277312"/>
            </p14:xfrm>
          </p:contentPart>
        </mc:Choice>
        <mc:Fallback>
          <p:sp>
            <p:nvSpPr>
              <p:cNvPr id="1049034" name=""/>
              <p:cNvSpPr/>
              <p:nvPr/>
            </p:nvSpPr>
            <p:spPr>
              <a:xfrm>
                <a:off x="8370193" y="198201"/>
                <a:ext cx="228359" cy="277312"/>
              </a:xfrm>
            </p:spPr>
          </p:sp>
        </mc:Fallback>
      </mc:AlternateContent>
      <mc:AlternateContent xmlns:mc="http://schemas.openxmlformats.org/markup-compatibility/2006">
        <mc:Choice xmlns:p14="http://schemas.microsoft.com/office/powerpoint/2010/main" Requires="p14">
          <p:contentPart p14:bwMode="auto" r:id="rId10">
            <p14:nvContentPartPr>
              <p14:cNvPr id="1049035" name=""/>
              <p14:cNvContentPartPr/>
              <p14:nvPr/>
            </p14:nvContentPartPr>
            <p14:xfrm>
              <a:off x="8438839" y="245083"/>
              <a:ext cx="85468" cy="232513"/>
            </p14:xfrm>
          </p:contentPart>
        </mc:Choice>
        <mc:Fallback>
          <p:sp>
            <p:nvSpPr>
              <p:cNvPr id="1049035" name=""/>
              <p:cNvSpPr/>
              <p:nvPr/>
            </p:nvSpPr>
            <p:spPr>
              <a:xfrm>
                <a:off x="8438839" y="245083"/>
                <a:ext cx="85468" cy="232513"/>
              </a:xfrm>
            </p:spPr>
          </p:sp>
        </mc:Fallback>
      </mc:AlternateContent>
      <mc:AlternateContent xmlns:mc="http://schemas.openxmlformats.org/markup-compatibility/2006">
        <mc:Choice xmlns:p14="http://schemas.microsoft.com/office/powerpoint/2010/main" Requires="p14">
          <p:contentPart p14:bwMode="auto" r:id="rId11">
            <p14:nvContentPartPr>
              <p14:cNvPr id="1049036" name=""/>
              <p14:cNvContentPartPr/>
              <p14:nvPr/>
            </p14:nvContentPartPr>
            <p14:xfrm>
              <a:off x="8209142" y="153859"/>
              <a:ext cx="62183" cy="197880"/>
            </p14:xfrm>
          </p:contentPart>
        </mc:Choice>
        <mc:Fallback>
          <p:sp>
            <p:nvSpPr>
              <p:cNvPr id="1049036" name=""/>
              <p:cNvSpPr/>
              <p:nvPr/>
            </p:nvSpPr>
            <p:spPr>
              <a:xfrm>
                <a:off x="8209142" y="153859"/>
                <a:ext cx="62183" cy="197880"/>
              </a:xfrm>
            </p:spPr>
          </p:sp>
        </mc:Fallback>
      </mc:AlternateContent>
      <mc:AlternateContent xmlns:mc="http://schemas.openxmlformats.org/markup-compatibility/2006">
        <mc:Choice xmlns:p14="http://schemas.microsoft.com/office/powerpoint/2010/main" Requires="p14">
          <p:contentPart p14:bwMode="auto" r:id="rId12">
            <p14:nvContentPartPr>
              <p14:cNvPr id="1049037" name=""/>
              <p14:cNvContentPartPr/>
              <p14:nvPr/>
            </p14:nvContentPartPr>
            <p14:xfrm>
              <a:off x="8285696" y="130764"/>
              <a:ext cx="20860" cy="200175"/>
            </p14:xfrm>
          </p:contentPart>
        </mc:Choice>
        <mc:Fallback>
          <p:sp>
            <p:nvSpPr>
              <p:cNvPr id="1049037" name=""/>
              <p:cNvSpPr/>
              <p:nvPr/>
            </p:nvSpPr>
            <p:spPr>
              <a:xfrm>
                <a:off x="8285696" y="130764"/>
                <a:ext cx="20860" cy="200175"/>
              </a:xfrm>
            </p:spPr>
          </p:sp>
        </mc:Fallback>
      </mc:AlternateContent>
      <mc:AlternateContent xmlns:mc="http://schemas.openxmlformats.org/markup-compatibility/2006">
        <mc:Choice xmlns:p14="http://schemas.microsoft.com/office/powerpoint/2010/main" Requires="p14">
          <p:contentPart p14:bwMode="auto" r:id="rId13">
            <p14:nvContentPartPr>
              <p14:cNvPr id="1049038" name=""/>
              <p14:cNvContentPartPr/>
              <p14:nvPr/>
            </p14:nvContentPartPr>
            <p14:xfrm>
              <a:off x="8232731" y="251781"/>
              <a:ext cx="73081" cy="33949"/>
            </p14:xfrm>
          </p:contentPart>
        </mc:Choice>
        <mc:Fallback>
          <p:sp>
            <p:nvSpPr>
              <p:cNvPr id="1049038" name=""/>
              <p:cNvSpPr/>
              <p:nvPr/>
            </p:nvSpPr>
            <p:spPr>
              <a:xfrm>
                <a:off x="8232731" y="251781"/>
                <a:ext cx="73081" cy="33949"/>
              </a:xfrm>
            </p:spPr>
          </p:sp>
        </mc:Fallback>
      </mc:AlternateContent>
      <mc:AlternateContent xmlns:mc="http://schemas.openxmlformats.org/markup-compatibility/2006">
        <mc:Choice xmlns:p14="http://schemas.microsoft.com/office/powerpoint/2010/main" Requires="p14">
          <p:contentPart p14:bwMode="auto" r:id="rId14">
            <p14:nvContentPartPr>
              <p14:cNvPr id="1049039" name=""/>
              <p14:cNvContentPartPr/>
              <p14:nvPr/>
            </p14:nvContentPartPr>
            <p14:xfrm>
              <a:off x="8362472" y="245083"/>
              <a:ext cx="9853" cy="84064"/>
            </p14:xfrm>
          </p:contentPart>
        </mc:Choice>
        <mc:Fallback>
          <p:sp>
            <p:nvSpPr>
              <p:cNvPr id="1049039" name=""/>
              <p:cNvSpPr/>
              <p:nvPr/>
            </p:nvSpPr>
            <p:spPr>
              <a:xfrm>
                <a:off x="8362472" y="245083"/>
                <a:ext cx="9853" cy="84064"/>
              </a:xfrm>
            </p:spPr>
          </p:sp>
        </mc:Fallback>
      </mc:AlternateContent>
      <mc:AlternateContent xmlns:mc="http://schemas.openxmlformats.org/markup-compatibility/2006">
        <mc:Choice xmlns:p14="http://schemas.microsoft.com/office/powerpoint/2010/main" Requires="p14">
          <p:contentPart p14:bwMode="auto" r:id="rId15">
            <p14:nvContentPartPr>
              <p14:cNvPr id="1049040" name=""/>
              <p14:cNvContentPartPr/>
              <p14:nvPr/>
            </p14:nvContentPartPr>
            <p14:xfrm>
              <a:off x="8185926" y="487174"/>
              <a:ext cx="157475" cy="182675"/>
            </p14:xfrm>
          </p:contentPart>
        </mc:Choice>
        <mc:Fallback>
          <p:sp>
            <p:nvSpPr>
              <p:cNvPr id="1049040" name=""/>
              <p:cNvSpPr/>
              <p:nvPr/>
            </p:nvSpPr>
            <p:spPr>
              <a:xfrm>
                <a:off x="8185926" y="487174"/>
                <a:ext cx="157475" cy="182675"/>
              </a:xfrm>
            </p:spPr>
          </p:sp>
        </mc:Fallback>
      </mc:AlternateContent>
      <mc:AlternateContent xmlns:mc="http://schemas.openxmlformats.org/markup-compatibility/2006">
        <mc:Choice xmlns:p14="http://schemas.microsoft.com/office/powerpoint/2010/main" Requires="p14">
          <p:contentPart p14:bwMode="auto" r:id="rId16">
            <p14:nvContentPartPr>
              <p14:cNvPr id="1049041" name=""/>
              <p14:cNvContentPartPr/>
              <p14:nvPr/>
            </p14:nvContentPartPr>
            <p14:xfrm>
              <a:off x="8957803" y="218062"/>
              <a:ext cx="186400" cy="301604"/>
            </p14:xfrm>
          </p:contentPart>
        </mc:Choice>
        <mc:Fallback>
          <p:sp>
            <p:nvSpPr>
              <p:cNvPr id="1049041" name=""/>
              <p:cNvSpPr/>
              <p:nvPr/>
            </p:nvSpPr>
            <p:spPr>
              <a:xfrm>
                <a:off x="8957803" y="218062"/>
                <a:ext cx="186400" cy="301604"/>
              </a:xfrm>
            </p:spPr>
          </p:sp>
        </mc:Fallback>
      </mc:AlternateContent>
      <mc:AlternateContent xmlns:mc="http://schemas.openxmlformats.org/markup-compatibility/2006">
        <mc:Choice xmlns:p14="http://schemas.microsoft.com/office/powerpoint/2010/main" Requires="p14">
          <p:contentPart p14:bwMode="auto" r:id="rId17">
            <p14:nvContentPartPr>
              <p14:cNvPr id="1049042" name=""/>
              <p14:cNvContentPartPr/>
              <p14:nvPr/>
            </p14:nvContentPartPr>
            <p14:xfrm>
              <a:off x="8998039" y="292196"/>
              <a:ext cx="150427" cy="211099"/>
            </p14:xfrm>
          </p:contentPart>
        </mc:Choice>
        <mc:Fallback>
          <p:sp>
            <p:nvSpPr>
              <p:cNvPr id="1049042" name=""/>
              <p:cNvSpPr/>
              <p:nvPr/>
            </p:nvSpPr>
            <p:spPr>
              <a:xfrm>
                <a:off x="8998039" y="292196"/>
                <a:ext cx="150427" cy="211099"/>
              </a:xfrm>
            </p:spPr>
          </p:sp>
        </mc:Fallback>
      </mc:AlternateContent>
      <mc:AlternateContent xmlns:mc="http://schemas.openxmlformats.org/markup-compatibility/2006">
        <mc:Choice xmlns:p14="http://schemas.microsoft.com/office/powerpoint/2010/main" Requires="p14">
          <p:contentPart p14:bwMode="auto" r:id="rId18">
            <p14:nvContentPartPr>
              <p14:cNvPr id="1049043" name=""/>
              <p14:cNvContentPartPr/>
              <p14:nvPr/>
            </p14:nvContentPartPr>
            <p14:xfrm>
              <a:off x="8812036" y="82958"/>
              <a:ext cx="79254" cy="238357"/>
            </p14:xfrm>
          </p:contentPart>
        </mc:Choice>
        <mc:Fallback>
          <p:sp>
            <p:nvSpPr>
              <p:cNvPr id="1049043" name=""/>
              <p:cNvSpPr/>
              <p:nvPr/>
            </p:nvSpPr>
            <p:spPr>
              <a:xfrm>
                <a:off x="8812036" y="82958"/>
                <a:ext cx="79254" cy="238357"/>
              </a:xfrm>
            </p:spPr>
          </p:sp>
        </mc:Fallback>
      </mc:AlternateContent>
      <mc:AlternateContent xmlns:mc="http://schemas.openxmlformats.org/markup-compatibility/2006">
        <mc:Choice xmlns:p14="http://schemas.microsoft.com/office/powerpoint/2010/main" Requires="p14">
          <p:contentPart p14:bwMode="auto" r:id="rId19">
            <p14:nvContentPartPr>
              <p14:cNvPr id="1049044" name=""/>
              <p14:cNvContentPartPr/>
              <p14:nvPr/>
            </p14:nvContentPartPr>
            <p14:xfrm>
              <a:off x="8884721" y="103744"/>
              <a:ext cx="23081" cy="187852"/>
            </p14:xfrm>
          </p:contentPart>
        </mc:Choice>
        <mc:Fallback>
          <p:sp>
            <p:nvSpPr>
              <p:cNvPr id="1049044" name=""/>
              <p:cNvSpPr/>
              <p:nvPr/>
            </p:nvSpPr>
            <p:spPr>
              <a:xfrm>
                <a:off x="8884721" y="103744"/>
                <a:ext cx="23081" cy="187852"/>
              </a:xfrm>
            </p:spPr>
          </p:sp>
        </mc:Fallback>
      </mc:AlternateContent>
      <mc:AlternateContent xmlns:mc="http://schemas.openxmlformats.org/markup-compatibility/2006">
        <mc:Choice xmlns:p14="http://schemas.microsoft.com/office/powerpoint/2010/main" Requires="p14">
          <p:contentPart p14:bwMode="auto" r:id="rId20">
            <p14:nvContentPartPr>
              <p14:cNvPr id="1049045" name=""/>
              <p14:cNvContentPartPr/>
              <p14:nvPr/>
            </p14:nvContentPartPr>
            <p14:xfrm>
              <a:off x="8844895" y="210731"/>
              <a:ext cx="88286" cy="47747"/>
            </p14:xfrm>
          </p:contentPart>
        </mc:Choice>
        <mc:Fallback>
          <p:sp>
            <p:nvSpPr>
              <p:cNvPr id="1049045" name=""/>
              <p:cNvSpPr/>
              <p:nvPr/>
            </p:nvSpPr>
            <p:spPr>
              <a:xfrm>
                <a:off x="8844895" y="210731"/>
                <a:ext cx="88286" cy="47747"/>
              </a:xfrm>
            </p:spPr>
          </p:sp>
        </mc:Fallback>
      </mc:AlternateContent>
      <mc:AlternateContent xmlns:mc="http://schemas.openxmlformats.org/markup-compatibility/2006">
        <mc:Choice xmlns:p14="http://schemas.microsoft.com/office/powerpoint/2010/main" Requires="p14">
          <p:contentPart p14:bwMode="auto" r:id="rId21">
            <p14:nvContentPartPr>
              <p14:cNvPr id="1049046" name=""/>
              <p14:cNvContentPartPr/>
              <p14:nvPr/>
            </p14:nvContentPartPr>
            <p14:xfrm>
              <a:off x="8957803" y="179291"/>
              <a:ext cx="48297" cy="135648"/>
            </p14:xfrm>
          </p:contentPart>
        </mc:Choice>
        <mc:Fallback>
          <p:sp>
            <p:nvSpPr>
              <p:cNvPr id="1049046" name=""/>
              <p:cNvSpPr/>
              <p:nvPr/>
            </p:nvSpPr>
            <p:spPr>
              <a:xfrm>
                <a:off x="8957803" y="179291"/>
                <a:ext cx="48297" cy="135648"/>
              </a:xfrm>
            </p:spPr>
          </p:sp>
        </mc:Fallback>
      </mc:AlternateContent>
      <mc:AlternateContent xmlns:mc="http://schemas.openxmlformats.org/markup-compatibility/2006">
        <mc:Choice xmlns:p14="http://schemas.microsoft.com/office/powerpoint/2010/main" Requires="p14">
          <p:contentPart p14:bwMode="auto" r:id="rId22">
            <p14:nvContentPartPr>
              <p14:cNvPr id="1049047" name=""/>
              <p14:cNvContentPartPr/>
              <p14:nvPr/>
            </p14:nvContentPartPr>
            <p14:xfrm>
              <a:off x="8758265" y="483297"/>
              <a:ext cx="118440" cy="184667"/>
            </p14:xfrm>
          </p:contentPart>
        </mc:Choice>
        <mc:Fallback>
          <p:sp>
            <p:nvSpPr>
              <p:cNvPr id="1049047" name=""/>
              <p:cNvSpPr/>
              <p:nvPr/>
            </p:nvSpPr>
            <p:spPr>
              <a:xfrm>
                <a:off x="8758265" y="483297"/>
                <a:ext cx="118440" cy="184667"/>
              </a:xfrm>
            </p:spPr>
          </p:sp>
        </mc:Fallback>
      </mc:AlternateContent>
      <mc:AlternateContent xmlns:mc="http://schemas.openxmlformats.org/markup-compatibility/2006">
        <mc:Choice xmlns:p14="http://schemas.microsoft.com/office/powerpoint/2010/main" Requires="p14">
          <p:contentPart p14:bwMode="auto" r:id="rId23">
            <p14:nvContentPartPr>
              <p14:cNvPr id="1049048" name=""/>
              <p14:cNvContentPartPr/>
              <p14:nvPr/>
            </p14:nvContentPartPr>
            <p14:xfrm>
              <a:off x="8791521" y="573438"/>
              <a:ext cx="75581" cy="28920"/>
            </p14:xfrm>
          </p:contentPart>
        </mc:Choice>
        <mc:Fallback>
          <p:sp>
            <p:nvSpPr>
              <p:cNvPr id="1049048" name=""/>
              <p:cNvSpPr/>
              <p:nvPr/>
            </p:nvSpPr>
            <p:spPr>
              <a:xfrm>
                <a:off x="8791521" y="573438"/>
                <a:ext cx="75581" cy="28920"/>
              </a:xfrm>
            </p:spPr>
          </p:sp>
        </mc:Fallback>
      </mc:AlternateContent>
      <mc:AlternateContent xmlns:mc="http://schemas.openxmlformats.org/markup-compatibility/2006">
        <mc:Choice xmlns:p14="http://schemas.microsoft.com/office/powerpoint/2010/main" Requires="p14">
          <p:contentPart p14:bwMode="auto" r:id="rId24">
            <p14:nvContentPartPr>
              <p14:cNvPr id="1049049" name=""/>
              <p14:cNvContentPartPr/>
              <p14:nvPr/>
            </p14:nvContentPartPr>
            <p14:xfrm>
              <a:off x="8952667" y="195599"/>
              <a:ext cx="51772" cy="125879"/>
            </p14:xfrm>
          </p:contentPart>
        </mc:Choice>
        <mc:Fallback>
          <p:sp>
            <p:nvSpPr>
              <p:cNvPr id="1049049" name=""/>
              <p:cNvSpPr/>
              <p:nvPr/>
            </p:nvSpPr>
            <p:spPr>
              <a:xfrm>
                <a:off x="8952667" y="195599"/>
                <a:ext cx="51772" cy="125879"/>
              </a:xfrm>
            </p:spPr>
          </p:sp>
        </mc:Fallback>
      </mc:AlternateContent>
      <mc:AlternateContent xmlns:mc="http://schemas.openxmlformats.org/markup-compatibility/2006">
        <mc:Choice xmlns:p14="http://schemas.microsoft.com/office/powerpoint/2010/main" Requires="p14">
          <p:contentPart p14:bwMode="auto" r:id="rId25">
            <p14:nvContentPartPr>
              <p14:cNvPr id="1049050" name=""/>
              <p14:cNvContentPartPr/>
              <p14:nvPr/>
            </p14:nvContentPartPr>
            <p14:xfrm>
              <a:off x="10035967" y="339079"/>
              <a:ext cx="159713" cy="364434"/>
            </p14:xfrm>
          </p:contentPart>
        </mc:Choice>
        <mc:Fallback>
          <p:sp>
            <p:nvSpPr>
              <p:cNvPr id="1049050" name=""/>
              <p:cNvSpPr/>
              <p:nvPr/>
            </p:nvSpPr>
            <p:spPr>
              <a:xfrm>
                <a:off x="10035967" y="339079"/>
                <a:ext cx="159713" cy="364434"/>
              </a:xfrm>
            </p:spPr>
          </p:sp>
        </mc:Fallback>
      </mc:AlternateContent>
      <mc:AlternateContent xmlns:mc="http://schemas.openxmlformats.org/markup-compatibility/2006">
        <mc:Choice xmlns:p14="http://schemas.microsoft.com/office/powerpoint/2010/main" Requires="p14">
          <p:contentPart p14:bwMode="auto" r:id="rId26">
            <p14:nvContentPartPr>
              <p14:cNvPr id="1049051" name=""/>
              <p14:cNvContentPartPr/>
              <p14:nvPr/>
            </p14:nvContentPartPr>
            <p14:xfrm>
              <a:off x="10049516" y="427070"/>
              <a:ext cx="126456" cy="229099"/>
            </p14:xfrm>
          </p:contentPart>
        </mc:Choice>
        <mc:Fallback>
          <p:sp>
            <p:nvSpPr>
              <p:cNvPr id="1049051" name=""/>
              <p:cNvSpPr/>
              <p:nvPr/>
            </p:nvSpPr>
            <p:spPr>
              <a:xfrm>
                <a:off x="10049516" y="427070"/>
                <a:ext cx="126456" cy="229099"/>
              </a:xfrm>
            </p:spPr>
          </p:sp>
        </mc:Fallback>
      </mc:AlternateContent>
      <mc:AlternateContent xmlns:mc="http://schemas.openxmlformats.org/markup-compatibility/2006">
        <mc:Choice xmlns:p14="http://schemas.microsoft.com/office/powerpoint/2010/main" Requires="p14">
          <p:contentPart p14:bwMode="auto" r:id="rId27">
            <p14:nvContentPartPr>
              <p14:cNvPr id="1049052" name=""/>
              <p14:cNvContentPartPr/>
              <p14:nvPr/>
            </p14:nvContentPartPr>
            <p14:xfrm>
              <a:off x="9852032" y="279032"/>
              <a:ext cx="64048" cy="231627"/>
            </p14:xfrm>
          </p:contentPart>
        </mc:Choice>
        <mc:Fallback>
          <p:sp>
            <p:nvSpPr>
              <p:cNvPr id="1049052" name=""/>
              <p:cNvSpPr/>
              <p:nvPr/>
            </p:nvSpPr>
            <p:spPr>
              <a:xfrm>
                <a:off x="9852032" y="279032"/>
                <a:ext cx="64048" cy="231627"/>
              </a:xfrm>
            </p:spPr>
          </p:sp>
        </mc:Fallback>
      </mc:AlternateContent>
      <mc:AlternateContent xmlns:mc="http://schemas.openxmlformats.org/markup-compatibility/2006">
        <mc:Choice xmlns:p14="http://schemas.microsoft.com/office/powerpoint/2010/main" Requires="p14">
          <p:contentPart p14:bwMode="auto" r:id="rId28">
            <p14:nvContentPartPr>
              <p14:cNvPr id="1049053" name=""/>
              <p14:cNvContentPartPr/>
              <p14:nvPr/>
            </p14:nvContentPartPr>
            <p14:xfrm>
              <a:off x="9902941" y="298894"/>
              <a:ext cx="57409" cy="222552"/>
            </p14:xfrm>
          </p:contentPart>
        </mc:Choice>
        <mc:Fallback>
          <p:sp>
            <p:nvSpPr>
              <p:cNvPr id="1049053" name=""/>
              <p:cNvSpPr/>
              <p:nvPr/>
            </p:nvSpPr>
            <p:spPr>
              <a:xfrm>
                <a:off x="9902941" y="298894"/>
                <a:ext cx="57409" cy="222552"/>
              </a:xfrm>
            </p:spPr>
          </p:sp>
        </mc:Fallback>
      </mc:AlternateContent>
      <mc:AlternateContent xmlns:mc="http://schemas.openxmlformats.org/markup-compatibility/2006">
        <mc:Choice xmlns:p14="http://schemas.microsoft.com/office/powerpoint/2010/main" Requires="p14">
          <p:contentPart p14:bwMode="auto" r:id="rId29">
            <p14:nvContentPartPr>
              <p14:cNvPr id="1049054" name=""/>
              <p14:cNvContentPartPr/>
              <p14:nvPr/>
            </p14:nvContentPartPr>
            <p14:xfrm>
              <a:off x="9863116" y="432241"/>
              <a:ext cx="104766" cy="55799"/>
            </p14:xfrm>
          </p:contentPart>
        </mc:Choice>
        <mc:Fallback>
          <p:sp>
            <p:nvSpPr>
              <p:cNvPr id="1049054" name=""/>
              <p:cNvSpPr/>
              <p:nvPr/>
            </p:nvSpPr>
            <p:spPr>
              <a:xfrm>
                <a:off x="9863116" y="432241"/>
                <a:ext cx="104766" cy="55799"/>
              </a:xfrm>
            </p:spPr>
          </p:sp>
        </mc:Fallback>
      </mc:AlternateContent>
      <mc:AlternateContent xmlns:mc="http://schemas.openxmlformats.org/markup-compatibility/2006">
        <mc:Choice xmlns:p14="http://schemas.microsoft.com/office/powerpoint/2010/main" Requires="p14">
          <p:contentPart p14:bwMode="auto" r:id="rId30">
            <p14:nvContentPartPr>
              <p14:cNvPr id="1049055" name=""/>
              <p14:cNvContentPartPr/>
              <p14:nvPr/>
            </p14:nvContentPartPr>
            <p14:xfrm>
              <a:off x="9995144" y="413906"/>
              <a:ext cx="14136" cy="105863"/>
            </p14:xfrm>
          </p:contentPart>
        </mc:Choice>
        <mc:Fallback>
          <p:sp>
            <p:nvSpPr>
              <p:cNvPr id="1049055" name=""/>
              <p:cNvSpPr/>
              <p:nvPr/>
            </p:nvSpPr>
            <p:spPr>
              <a:xfrm>
                <a:off x="9995144" y="413906"/>
                <a:ext cx="14136" cy="105863"/>
              </a:xfrm>
            </p:spPr>
          </p:sp>
        </mc:Fallback>
      </mc:AlternateContent>
      <mc:AlternateContent xmlns:mc="http://schemas.openxmlformats.org/markup-compatibility/2006">
        <mc:Choice xmlns:p14="http://schemas.microsoft.com/office/powerpoint/2010/main" Requires="p14">
          <p:contentPart p14:bwMode="auto" r:id="rId31">
            <p14:nvContentPartPr>
              <p14:cNvPr id="1049056" name=""/>
              <p14:cNvContentPartPr/>
              <p14:nvPr/>
            </p14:nvContentPartPr>
            <p14:xfrm>
              <a:off x="9842998" y="677285"/>
              <a:ext cx="123064" cy="152085"/>
            </p14:xfrm>
          </p:contentPart>
        </mc:Choice>
        <mc:Fallback>
          <p:sp>
            <p:nvSpPr>
              <p:cNvPr id="1049056" name=""/>
              <p:cNvSpPr/>
              <p:nvPr/>
            </p:nvSpPr>
            <p:spPr>
              <a:xfrm>
                <a:off x="9842998" y="677285"/>
                <a:ext cx="123064" cy="152085"/>
              </a:xfrm>
            </p:spPr>
          </p:sp>
        </mc:Fallback>
      </mc:AlternateContent>
      <mc:AlternateContent xmlns:mc="http://schemas.openxmlformats.org/markup-compatibility/2006">
        <mc:Choice xmlns:p14="http://schemas.microsoft.com/office/powerpoint/2010/main" Requires="p14">
          <p:contentPart p14:bwMode="auto" r:id="rId32">
            <p14:nvContentPartPr>
              <p14:cNvPr id="1049057" name=""/>
              <p14:cNvContentPartPr/>
              <p14:nvPr/>
            </p14:nvContentPartPr>
            <p14:xfrm>
              <a:off x="9863116" y="750266"/>
              <a:ext cx="136409" cy="47473"/>
            </p14:xfrm>
          </p:contentPart>
        </mc:Choice>
        <mc:Fallback>
          <p:sp>
            <p:nvSpPr>
              <p:cNvPr id="1049057" name=""/>
              <p:cNvSpPr/>
              <p:nvPr/>
            </p:nvSpPr>
            <p:spPr>
              <a:xfrm>
                <a:off x="9863116" y="750266"/>
                <a:ext cx="136409" cy="47473"/>
              </a:xfrm>
            </p:spPr>
          </p:sp>
        </mc:Fallback>
      </mc:AlternateContent>
      <mc:AlternateContent xmlns:mc="http://schemas.openxmlformats.org/markup-compatibility/2006">
        <mc:Choice xmlns:p14="http://schemas.microsoft.com/office/powerpoint/2010/main" Requires="p14">
          <p:contentPart p14:bwMode="auto" r:id="rId33">
            <p14:nvContentPartPr>
              <p14:cNvPr id="1049058" name=""/>
              <p14:cNvContentPartPr/>
              <p14:nvPr/>
            </p14:nvContentPartPr>
            <p14:xfrm>
              <a:off x="10228936" y="299212"/>
              <a:ext cx="143564" cy="13538"/>
            </p14:xfrm>
          </p:contentPart>
        </mc:Choice>
        <mc:Fallback>
          <p:sp>
            <p:nvSpPr>
              <p:cNvPr id="1049058" name=""/>
              <p:cNvSpPr/>
              <p:nvPr/>
            </p:nvSpPr>
            <p:spPr>
              <a:xfrm>
                <a:off x="10228936" y="299212"/>
                <a:ext cx="143564" cy="13538"/>
              </a:xfrm>
            </p:spPr>
          </p:sp>
        </mc:Fallback>
      </mc:AlternateContent>
      <mc:AlternateContent xmlns:mc="http://schemas.openxmlformats.org/markup-compatibility/2006">
        <mc:Choice xmlns:p14="http://schemas.microsoft.com/office/powerpoint/2010/main" Requires="p14">
          <p:contentPart p14:bwMode="auto" r:id="rId34">
            <p14:nvContentPartPr>
              <p14:cNvPr id="1049059" name=""/>
              <p14:cNvContentPartPr/>
              <p14:nvPr/>
            </p14:nvContentPartPr>
            <p14:xfrm>
              <a:off x="10282309" y="245083"/>
              <a:ext cx="3286" cy="162124"/>
            </p14:xfrm>
          </p:contentPart>
        </mc:Choice>
        <mc:Fallback>
          <p:sp>
            <p:nvSpPr>
              <p:cNvPr id="1049059" name=""/>
              <p:cNvSpPr/>
              <p:nvPr/>
            </p:nvSpPr>
            <p:spPr>
              <a:xfrm>
                <a:off x="10282309" y="245083"/>
                <a:ext cx="3286" cy="162124"/>
              </a:xfrm>
            </p:spPr>
          </p:sp>
        </mc:Fallback>
      </mc:AlternateContent>
      <mc:AlternateContent xmlns:mc="http://schemas.openxmlformats.org/markup-compatibility/2006">
        <mc:Choice xmlns:p14="http://schemas.microsoft.com/office/powerpoint/2010/main" Requires="p14">
          <p:contentPart p14:bwMode="auto" r:id="rId35">
            <p14:nvContentPartPr>
              <p14:cNvPr id="1049060" name=""/>
              <p14:cNvContentPartPr/>
              <p14:nvPr/>
            </p14:nvContentPartPr>
            <p14:xfrm>
              <a:off x="10541793" y="626129"/>
              <a:ext cx="37955" cy="57060"/>
            </p14:xfrm>
          </p:contentPart>
        </mc:Choice>
        <mc:Fallback>
          <p:sp>
            <p:nvSpPr>
              <p:cNvPr id="1049060" name=""/>
              <p:cNvSpPr/>
              <p:nvPr/>
            </p:nvSpPr>
            <p:spPr>
              <a:xfrm>
                <a:off x="10541793" y="626129"/>
                <a:ext cx="37955" cy="57060"/>
              </a:xfrm>
            </p:spPr>
          </p:sp>
        </mc:Fallback>
      </mc:AlternateContent>
      <mc:AlternateContent xmlns:mc="http://schemas.openxmlformats.org/markup-compatibility/2006">
        <mc:Choice xmlns:p14="http://schemas.microsoft.com/office/powerpoint/2010/main" Requires="p14">
          <p:contentPart p14:bwMode="auto" r:id="rId36">
            <p14:nvContentPartPr>
              <p14:cNvPr id="1049061" name=""/>
              <p14:cNvContentPartPr/>
              <p14:nvPr/>
            </p14:nvContentPartPr>
            <p14:xfrm>
              <a:off x="10695763" y="412268"/>
              <a:ext cx="17644" cy="292202"/>
            </p14:xfrm>
          </p:contentPart>
        </mc:Choice>
        <mc:Fallback>
          <p:sp>
            <p:nvSpPr>
              <p:cNvPr id="1049061" name=""/>
              <p:cNvSpPr/>
              <p:nvPr/>
            </p:nvSpPr>
            <p:spPr>
              <a:xfrm>
                <a:off x="10695763" y="412268"/>
                <a:ext cx="17644" cy="292202"/>
              </a:xfrm>
            </p:spPr>
          </p:sp>
        </mc:Fallback>
      </mc:AlternateContent>
      <mc:AlternateContent xmlns:mc="http://schemas.openxmlformats.org/markup-compatibility/2006">
        <mc:Choice xmlns:p14="http://schemas.microsoft.com/office/powerpoint/2010/main" Requires="p14">
          <p:contentPart p14:bwMode="auto" r:id="rId37">
            <p14:nvContentPartPr>
              <p14:cNvPr id="1049062" name=""/>
              <p14:cNvContentPartPr/>
              <p14:nvPr/>
            </p14:nvContentPartPr>
            <p14:xfrm>
              <a:off x="10667012" y="593781"/>
              <a:ext cx="68222" cy="33961"/>
            </p14:xfrm>
          </p:contentPart>
        </mc:Choice>
        <mc:Fallback>
          <p:sp>
            <p:nvSpPr>
              <p:cNvPr id="1049062" name=""/>
              <p:cNvSpPr/>
              <p:nvPr/>
            </p:nvSpPr>
            <p:spPr>
              <a:xfrm>
                <a:off x="10667012" y="593781"/>
                <a:ext cx="68222" cy="33961"/>
              </a:xfrm>
            </p:spPr>
          </p:sp>
        </mc:Fallback>
      </mc:AlternateContent>
      <mc:AlternateContent xmlns:mc="http://schemas.openxmlformats.org/markup-compatibility/2006">
        <mc:Choice xmlns:p14="http://schemas.microsoft.com/office/powerpoint/2010/main" Requires="p14">
          <p:contentPart p14:bwMode="auto" r:id="rId38">
            <p14:nvContentPartPr>
              <p14:cNvPr id="1049063" name=""/>
              <p14:cNvContentPartPr/>
              <p14:nvPr/>
            </p14:nvContentPartPr>
            <p14:xfrm>
              <a:off x="10512680" y="629439"/>
              <a:ext cx="126935" cy="106262"/>
            </p14:xfrm>
          </p:contentPart>
        </mc:Choice>
        <mc:Fallback>
          <p:sp>
            <p:nvSpPr>
              <p:cNvPr id="1049063" name=""/>
              <p:cNvSpPr/>
              <p:nvPr/>
            </p:nvSpPr>
            <p:spPr>
              <a:xfrm>
                <a:off x="10512680" y="629439"/>
                <a:ext cx="126935" cy="106262"/>
              </a:xfrm>
            </p:spPr>
          </p:sp>
        </mc:Fallback>
      </mc:AlternateContent>
      <mc:AlternateContent xmlns:mc="http://schemas.openxmlformats.org/markup-compatibility/2006">
        <mc:Choice xmlns:p14="http://schemas.microsoft.com/office/powerpoint/2010/main" Requires="p14">
          <p:contentPart p14:bwMode="auto" r:id="rId39">
            <p14:nvContentPartPr>
              <p14:cNvPr id="1049064" name=""/>
              <p14:cNvContentPartPr/>
              <p14:nvPr/>
            </p14:nvContentPartPr>
            <p14:xfrm>
              <a:off x="10888338" y="452684"/>
              <a:ext cx="177751" cy="290329"/>
            </p14:xfrm>
          </p:contentPart>
        </mc:Choice>
        <mc:Fallback>
          <p:sp>
            <p:nvSpPr>
              <p:cNvPr id="1049064" name=""/>
              <p:cNvSpPr/>
              <p:nvPr/>
            </p:nvSpPr>
            <p:spPr>
              <a:xfrm>
                <a:off x="10888338" y="452684"/>
                <a:ext cx="177751" cy="290329"/>
              </a:xfrm>
            </p:spPr>
          </p:sp>
        </mc:Fallback>
      </mc:AlternateContent>
      <mc:AlternateContent xmlns:mc="http://schemas.openxmlformats.org/markup-compatibility/2006">
        <mc:Choice xmlns:p14="http://schemas.microsoft.com/office/powerpoint/2010/main" Requires="p14">
          <p:contentPart p14:bwMode="auto" r:id="rId40">
            <p14:nvContentPartPr>
              <p14:cNvPr id="1049065" name=""/>
              <p14:cNvContentPartPr/>
              <p14:nvPr/>
            </p14:nvContentPartPr>
            <p14:xfrm>
              <a:off x="10912945" y="486403"/>
              <a:ext cx="146727" cy="230770"/>
            </p14:xfrm>
          </p:contentPart>
        </mc:Choice>
        <mc:Fallback>
          <p:sp>
            <p:nvSpPr>
              <p:cNvPr id="1049065" name=""/>
              <p:cNvSpPr/>
              <p:nvPr/>
            </p:nvSpPr>
            <p:spPr>
              <a:xfrm>
                <a:off x="10912945" y="486403"/>
                <a:ext cx="146727" cy="230770"/>
              </a:xfrm>
            </p:spPr>
          </p:sp>
        </mc:Fallback>
      </mc:AlternateContent>
      <mc:AlternateContent xmlns:mc="http://schemas.openxmlformats.org/markup-compatibility/2006">
        <mc:Choice xmlns:p14="http://schemas.microsoft.com/office/powerpoint/2010/main" Requires="p14">
          <p:contentPart p14:bwMode="auto" r:id="rId41">
            <p14:nvContentPartPr>
              <p14:cNvPr id="1049066" name=""/>
              <p14:cNvContentPartPr/>
              <p14:nvPr/>
            </p14:nvContentPartPr>
            <p14:xfrm>
              <a:off x="10778712" y="311575"/>
              <a:ext cx="48013" cy="232426"/>
            </p14:xfrm>
          </p:contentPart>
        </mc:Choice>
        <mc:Fallback>
          <p:sp>
            <p:nvSpPr>
              <p:cNvPr id="1049066" name=""/>
              <p:cNvSpPr/>
              <p:nvPr/>
            </p:nvSpPr>
            <p:spPr>
              <a:xfrm>
                <a:off x="10778712" y="311575"/>
                <a:ext cx="48013" cy="232426"/>
              </a:xfrm>
            </p:spPr>
          </p:sp>
        </mc:Fallback>
      </mc:AlternateContent>
      <mc:AlternateContent xmlns:mc="http://schemas.openxmlformats.org/markup-compatibility/2006">
        <mc:Choice xmlns:p14="http://schemas.microsoft.com/office/powerpoint/2010/main" Requires="p14">
          <p:contentPart p14:bwMode="auto" r:id="rId42">
            <p14:nvContentPartPr>
              <p14:cNvPr id="1049067" name=""/>
              <p14:cNvContentPartPr/>
              <p14:nvPr/>
            </p14:nvContentPartPr>
            <p14:xfrm>
              <a:off x="10819745" y="338134"/>
              <a:ext cx="12499" cy="210663"/>
            </p14:xfrm>
          </p:contentPart>
        </mc:Choice>
        <mc:Fallback>
          <p:sp>
            <p:nvSpPr>
              <p:cNvPr id="1049067" name=""/>
              <p:cNvSpPr/>
              <p:nvPr/>
            </p:nvSpPr>
            <p:spPr>
              <a:xfrm>
                <a:off x="10819745" y="338134"/>
                <a:ext cx="12499" cy="210663"/>
              </a:xfrm>
            </p:spPr>
          </p:sp>
        </mc:Fallback>
      </mc:AlternateContent>
      <mc:AlternateContent xmlns:mc="http://schemas.openxmlformats.org/markup-compatibility/2006">
        <mc:Choice xmlns:p14="http://schemas.microsoft.com/office/powerpoint/2010/main" Requires="p14">
          <p:contentPart p14:bwMode="auto" r:id="rId43">
            <p14:nvContentPartPr>
              <p14:cNvPr id="1049068" name=""/>
              <p14:cNvContentPartPr/>
              <p14:nvPr/>
            </p14:nvContentPartPr>
            <p14:xfrm>
              <a:off x="10800038" y="460436"/>
              <a:ext cx="99848" cy="52987"/>
            </p14:xfrm>
          </p:contentPart>
        </mc:Choice>
        <mc:Fallback>
          <p:sp>
            <p:nvSpPr>
              <p:cNvPr id="1049068" name=""/>
              <p:cNvSpPr/>
              <p:nvPr/>
            </p:nvSpPr>
            <p:spPr>
              <a:xfrm>
                <a:off x="10800038" y="460436"/>
                <a:ext cx="99848" cy="52987"/>
              </a:xfrm>
            </p:spPr>
          </p:sp>
        </mc:Fallback>
      </mc:AlternateContent>
      <mc:AlternateContent xmlns:mc="http://schemas.openxmlformats.org/markup-compatibility/2006">
        <mc:Choice xmlns:p14="http://schemas.microsoft.com/office/powerpoint/2010/main" Requires="p14">
          <p:contentPart p14:bwMode="auto" r:id="rId44">
            <p14:nvContentPartPr>
              <p14:cNvPr id="1049069" name=""/>
              <p14:cNvContentPartPr/>
              <p14:nvPr/>
            </p14:nvContentPartPr>
            <p14:xfrm>
              <a:off x="10706838" y="743075"/>
              <a:ext cx="94685" cy="165496"/>
            </p14:xfrm>
          </p:contentPart>
        </mc:Choice>
        <mc:Fallback>
          <p:sp>
            <p:nvSpPr>
              <p:cNvPr id="1049069" name=""/>
              <p:cNvSpPr/>
              <p:nvPr/>
            </p:nvSpPr>
            <p:spPr>
              <a:xfrm>
                <a:off x="10706838" y="743075"/>
                <a:ext cx="94685" cy="165496"/>
              </a:xfrm>
            </p:spPr>
          </p:sp>
        </mc:Fallback>
      </mc:AlternateContent>
      <mc:AlternateContent xmlns:mc="http://schemas.openxmlformats.org/markup-compatibility/2006">
        <mc:Choice xmlns:p14="http://schemas.microsoft.com/office/powerpoint/2010/main" Requires="p14">
          <p:contentPart p14:bwMode="auto" r:id="rId45">
            <p14:nvContentPartPr>
              <p14:cNvPr id="1049070" name=""/>
              <p14:cNvContentPartPr/>
              <p14:nvPr/>
            </p14:nvContentPartPr>
            <p14:xfrm>
              <a:off x="10831411" y="432866"/>
              <a:ext cx="74965" cy="170262"/>
            </p14:xfrm>
          </p:contentPart>
        </mc:Choice>
        <mc:Fallback>
          <p:sp>
            <p:nvSpPr>
              <p:cNvPr id="1049070" name=""/>
              <p:cNvSpPr/>
              <p:nvPr/>
            </p:nvSpPr>
            <p:spPr>
              <a:xfrm>
                <a:off x="10831411" y="432866"/>
                <a:ext cx="74965" cy="170262"/>
              </a:xfrm>
            </p:spPr>
          </p:sp>
        </mc:Fallback>
      </mc:AlternateContent>
      <mc:AlternateContent xmlns:mc="http://schemas.openxmlformats.org/markup-compatibility/2006">
        <mc:Choice xmlns:p14="http://schemas.microsoft.com/office/powerpoint/2010/main" Requires="p14">
          <p:contentPart p14:bwMode="auto" r:id="rId46">
            <p14:nvContentPartPr>
              <p14:cNvPr id="1049071" name=""/>
              <p14:cNvContentPartPr/>
              <p14:nvPr/>
            </p14:nvContentPartPr>
            <p14:xfrm>
              <a:off x="11079638" y="386416"/>
              <a:ext cx="113157" cy="19155"/>
            </p14:xfrm>
          </p:contentPart>
        </mc:Choice>
        <mc:Fallback>
          <p:sp>
            <p:nvSpPr>
              <p:cNvPr id="1049071" name=""/>
              <p:cNvSpPr/>
              <p:nvPr/>
            </p:nvSpPr>
            <p:spPr>
              <a:xfrm>
                <a:off x="11079638" y="386416"/>
                <a:ext cx="113157" cy="19155"/>
              </a:xfrm>
            </p:spPr>
          </p:sp>
        </mc:Fallback>
      </mc:AlternateContent>
      <mc:AlternateContent xmlns:mc="http://schemas.openxmlformats.org/markup-compatibility/2006">
        <mc:Choice xmlns:p14="http://schemas.microsoft.com/office/powerpoint/2010/main" Requires="p14">
          <p:contentPart p14:bwMode="auto" r:id="rId47">
            <p14:nvContentPartPr>
              <p14:cNvPr id="1049072" name=""/>
              <p14:cNvContentPartPr/>
              <p14:nvPr/>
            </p14:nvContentPartPr>
            <p14:xfrm>
              <a:off x="11117075" y="338134"/>
              <a:ext cx="22096" cy="161604"/>
            </p14:xfrm>
          </p:contentPart>
        </mc:Choice>
        <mc:Fallback>
          <p:sp>
            <p:nvSpPr>
              <p:cNvPr id="1049072" name=""/>
              <p:cNvSpPr/>
              <p:nvPr/>
            </p:nvSpPr>
            <p:spPr>
              <a:xfrm>
                <a:off x="11117075" y="338134"/>
                <a:ext cx="22096" cy="161604"/>
              </a:xfrm>
            </p:spPr>
          </p:sp>
        </mc:Fallback>
      </mc:AlternateContent>
      <mc:AlternateContent xmlns:mc="http://schemas.openxmlformats.org/markup-compatibility/2006">
        <mc:Choice xmlns:p14="http://schemas.microsoft.com/office/powerpoint/2010/main" Requires="p14">
          <p:contentPart p14:bwMode="auto" r:id="rId48">
            <p14:nvContentPartPr>
              <p14:cNvPr id="1049073" name=""/>
              <p14:cNvContentPartPr/>
              <p14:nvPr/>
            </p14:nvContentPartPr>
            <p14:xfrm>
              <a:off x="9900795" y="1039521"/>
              <a:ext cx="73992" cy="248916"/>
            </p14:xfrm>
          </p:contentPart>
        </mc:Choice>
        <mc:Fallback>
          <p:sp>
            <p:nvSpPr>
              <p:cNvPr id="1049073" name=""/>
              <p:cNvSpPr/>
              <p:nvPr/>
            </p:nvSpPr>
            <p:spPr>
              <a:xfrm>
                <a:off x="9900795" y="1039521"/>
                <a:ext cx="73992" cy="248916"/>
              </a:xfrm>
            </p:spPr>
          </p:sp>
        </mc:Fallback>
      </mc:AlternateContent>
      <mc:AlternateContent xmlns:mc="http://schemas.openxmlformats.org/markup-compatibility/2006">
        <mc:Choice xmlns:p14="http://schemas.microsoft.com/office/powerpoint/2010/main" Requires="p14">
          <p:contentPart p14:bwMode="auto" r:id="rId49">
            <p14:nvContentPartPr>
              <p14:cNvPr id="1049074" name=""/>
              <p14:cNvContentPartPr/>
              <p14:nvPr/>
            </p14:nvContentPartPr>
            <p14:xfrm>
              <a:off x="10021592" y="1132171"/>
              <a:ext cx="88530" cy="113888"/>
            </p14:xfrm>
          </p:contentPart>
        </mc:Choice>
        <mc:Fallback>
          <p:sp>
            <p:nvSpPr>
              <p:cNvPr id="1049074" name=""/>
              <p:cNvSpPr/>
              <p:nvPr/>
            </p:nvSpPr>
            <p:spPr>
              <a:xfrm>
                <a:off x="10021592" y="1132171"/>
                <a:ext cx="88530" cy="113888"/>
              </a:xfrm>
            </p:spPr>
          </p:sp>
        </mc:Fallback>
      </mc:AlternateContent>
      <mc:AlternateContent xmlns:mc="http://schemas.openxmlformats.org/markup-compatibility/2006">
        <mc:Choice xmlns:p14="http://schemas.microsoft.com/office/powerpoint/2010/main" Requires="p14">
          <p:contentPart p14:bwMode="auto" r:id="rId50">
            <p14:nvContentPartPr>
              <p14:cNvPr id="1049075" name=""/>
              <p14:cNvContentPartPr/>
              <p14:nvPr/>
            </p14:nvContentPartPr>
            <p14:xfrm>
              <a:off x="10157438" y="985248"/>
              <a:ext cx="123636" cy="356818"/>
            </p14:xfrm>
          </p:contentPart>
        </mc:Choice>
        <mc:Fallback>
          <p:sp>
            <p:nvSpPr>
              <p:cNvPr id="1049075" name=""/>
              <p:cNvSpPr/>
              <p:nvPr/>
            </p:nvSpPr>
            <p:spPr>
              <a:xfrm>
                <a:off x="10157438" y="985248"/>
                <a:ext cx="123636" cy="356818"/>
              </a:xfrm>
            </p:spPr>
          </p:sp>
        </mc:Fallback>
      </mc:AlternateContent>
      <mc:AlternateContent xmlns:mc="http://schemas.openxmlformats.org/markup-compatibility/2006">
        <mc:Choice xmlns:p14="http://schemas.microsoft.com/office/powerpoint/2010/main" Requires="p14">
          <p:contentPart p14:bwMode="auto" r:id="rId51">
            <p14:nvContentPartPr>
              <p14:cNvPr id="1049076" name=""/>
              <p14:cNvContentPartPr/>
              <p14:nvPr/>
            </p14:nvContentPartPr>
            <p14:xfrm>
              <a:off x="10134628" y="1019202"/>
              <a:ext cx="35764" cy="44435"/>
            </p14:xfrm>
          </p:contentPart>
        </mc:Choice>
        <mc:Fallback>
          <p:sp>
            <p:nvSpPr>
              <p:cNvPr id="1049076" name=""/>
              <p:cNvSpPr/>
              <p:nvPr/>
            </p:nvSpPr>
            <p:spPr>
              <a:xfrm>
                <a:off x="10134628" y="1019202"/>
                <a:ext cx="35764" cy="44435"/>
              </a:xfrm>
            </p:spPr>
          </p:sp>
        </mc:Fallback>
      </mc:AlternateContent>
      <mc:AlternateContent xmlns:mc="http://schemas.openxmlformats.org/markup-compatibility/2006">
        <mc:Choice xmlns:p14="http://schemas.microsoft.com/office/powerpoint/2010/main" Requires="p14">
          <p:contentPart p14:bwMode="auto" r:id="rId52">
            <p14:nvContentPartPr>
              <p14:cNvPr id="1049077" name=""/>
              <p14:cNvContentPartPr/>
              <p14:nvPr/>
            </p14:nvContentPartPr>
            <p14:xfrm>
              <a:off x="10270011" y="1331290"/>
              <a:ext cx="63134" cy="96336"/>
            </p14:xfrm>
          </p:contentPart>
        </mc:Choice>
        <mc:Fallback>
          <p:sp>
            <p:nvSpPr>
              <p:cNvPr id="1049077" name=""/>
              <p:cNvSpPr/>
              <p:nvPr/>
            </p:nvSpPr>
            <p:spPr>
              <a:xfrm>
                <a:off x="10270011" y="1331290"/>
                <a:ext cx="63134" cy="96336"/>
              </a:xfrm>
            </p:spPr>
          </p:sp>
        </mc:Fallback>
      </mc:AlternateContent>
      <mc:AlternateContent xmlns:mc="http://schemas.openxmlformats.org/markup-compatibility/2006">
        <mc:Choice xmlns:p14="http://schemas.microsoft.com/office/powerpoint/2010/main" Requires="p14">
          <p:contentPart p14:bwMode="auto" r:id="rId53">
            <p14:nvContentPartPr>
              <p14:cNvPr id="1049078" name=""/>
              <p14:cNvContentPartPr/>
              <p14:nvPr/>
            </p14:nvContentPartPr>
            <p14:xfrm>
              <a:off x="10600499" y="1113832"/>
              <a:ext cx="134992" cy="207235"/>
            </p14:xfrm>
          </p:contentPart>
        </mc:Choice>
        <mc:Fallback>
          <p:sp>
            <p:nvSpPr>
              <p:cNvPr id="1049078" name=""/>
              <p:cNvSpPr/>
              <p:nvPr/>
            </p:nvSpPr>
            <p:spPr>
              <a:xfrm>
                <a:off x="10600499" y="1113832"/>
                <a:ext cx="134992" cy="207235"/>
              </a:xfrm>
            </p:spPr>
          </p:sp>
        </mc:Fallback>
      </mc:AlternateContent>
      <mc:AlternateContent xmlns:mc="http://schemas.openxmlformats.org/markup-compatibility/2006">
        <mc:Choice xmlns:p14="http://schemas.microsoft.com/office/powerpoint/2010/main" Requires="p14">
          <p:contentPart p14:bwMode="auto" r:id="rId54">
            <p14:nvContentPartPr>
              <p14:cNvPr id="1049079" name=""/>
              <p14:cNvContentPartPr/>
              <p14:nvPr/>
            </p14:nvContentPartPr>
            <p14:xfrm>
              <a:off x="10784855" y="1155433"/>
              <a:ext cx="86145" cy="106025"/>
            </p14:xfrm>
          </p:contentPart>
        </mc:Choice>
        <mc:Fallback>
          <p:sp>
            <p:nvSpPr>
              <p:cNvPr id="1049079" name=""/>
              <p:cNvSpPr/>
              <p:nvPr/>
            </p:nvSpPr>
            <p:spPr>
              <a:xfrm>
                <a:off x="10784855" y="1155433"/>
                <a:ext cx="86145" cy="106025"/>
              </a:xfrm>
            </p:spPr>
          </p:sp>
        </mc:Fallback>
      </mc:AlternateContent>
      <mc:AlternateContent xmlns:mc="http://schemas.openxmlformats.org/markup-compatibility/2006">
        <mc:Choice xmlns:p14="http://schemas.microsoft.com/office/powerpoint/2010/main" Requires="p14">
          <p:contentPart p14:bwMode="auto" r:id="rId55">
            <p14:nvContentPartPr>
              <p14:cNvPr id="1049080" name=""/>
              <p14:cNvContentPartPr/>
              <p14:nvPr/>
            </p14:nvContentPartPr>
            <p14:xfrm>
              <a:off x="10963083" y="1075780"/>
              <a:ext cx="91921" cy="283977"/>
            </p14:xfrm>
          </p:contentPart>
        </mc:Choice>
        <mc:Fallback>
          <p:sp>
            <p:nvSpPr>
              <p:cNvPr id="1049080" name=""/>
              <p:cNvSpPr/>
              <p:nvPr/>
            </p:nvSpPr>
            <p:spPr>
              <a:xfrm>
                <a:off x="10963083" y="1075780"/>
                <a:ext cx="91921" cy="283977"/>
              </a:xfrm>
            </p:spPr>
          </p:sp>
        </mc:Fallback>
      </mc:AlternateContent>
      <mc:AlternateContent xmlns:mc="http://schemas.openxmlformats.org/markup-compatibility/2006">
        <mc:Choice xmlns:p14="http://schemas.microsoft.com/office/powerpoint/2010/main" Requires="p14">
          <p:contentPart p14:bwMode="auto" r:id="rId56">
            <p14:nvContentPartPr>
              <p14:cNvPr id="1049081" name=""/>
              <p14:cNvContentPartPr/>
              <p14:nvPr/>
            </p14:nvContentPartPr>
            <p14:xfrm>
              <a:off x="10906376" y="993616"/>
              <a:ext cx="54180" cy="92787"/>
            </p14:xfrm>
          </p:contentPart>
        </mc:Choice>
        <mc:Fallback>
          <p:sp>
            <p:nvSpPr>
              <p:cNvPr id="1049081" name=""/>
              <p:cNvSpPr/>
              <p:nvPr/>
            </p:nvSpPr>
            <p:spPr>
              <a:xfrm>
                <a:off x="10906376" y="993616"/>
                <a:ext cx="54180" cy="92787"/>
              </a:xfrm>
            </p:spPr>
          </p:sp>
        </mc:Fallback>
      </mc:AlternateContent>
      <mc:AlternateContent xmlns:mc="http://schemas.openxmlformats.org/markup-compatibility/2006">
        <mc:Choice xmlns:p14="http://schemas.microsoft.com/office/powerpoint/2010/main" Requires="p14">
          <p:contentPart p14:bwMode="auto" r:id="rId57">
            <p14:nvContentPartPr>
              <p14:cNvPr id="1049082" name=""/>
              <p14:cNvContentPartPr/>
              <p14:nvPr/>
            </p14:nvContentPartPr>
            <p14:xfrm>
              <a:off x="11052951" y="1354324"/>
              <a:ext cx="57637" cy="66501"/>
            </p14:xfrm>
          </p:contentPart>
        </mc:Choice>
        <mc:Fallback>
          <p:sp>
            <p:nvSpPr>
              <p:cNvPr id="1049082" name=""/>
              <p:cNvSpPr/>
              <p:nvPr/>
            </p:nvSpPr>
            <p:spPr>
              <a:xfrm>
                <a:off x="11052951" y="1354324"/>
                <a:ext cx="57637" cy="66501"/>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pic>
        <p:nvPicPr>
          <p:cNvPr id="2097163" name="Picture 2" descr="Représentation schématique du principe de la technique de spectrométrie...  | Download Scientific Diagram"/>
          <p:cNvPicPr>
            <a:picLocks noChangeAspect="1" noChangeArrowheads="1"/>
          </p:cNvPicPr>
          <p:nvPr/>
        </p:nvPicPr>
        <p:blipFill>
          <a:blip xmlns:r="http://schemas.openxmlformats.org/officeDocument/2006/relationships" r:embed="rId1"/>
          <a:srcRect/>
          <a:stretch>
            <a:fillRect/>
          </a:stretch>
        </p:blipFill>
        <p:spPr bwMode="auto">
          <a:xfrm>
            <a:off x="344552" y="317746"/>
            <a:ext cx="9554816" cy="5460202"/>
          </a:xfrm>
          <a:prstGeom prst="rect"/>
          <a:noFill/>
        </p:spPr>
      </p:pic>
      <p:pic>
        <p:nvPicPr>
          <p:cNvPr id="2097164" name="Picture 4" descr="Spectrométrie de masse des éléments: Hydrogène, Hélium | StudySmarter"/>
          <p:cNvPicPr>
            <a:picLocks noChangeAspect="1" noChangeArrowheads="1"/>
          </p:cNvPicPr>
          <p:nvPr/>
        </p:nvPicPr>
        <p:blipFill>
          <a:blip xmlns:r="http://schemas.openxmlformats.org/officeDocument/2006/relationships" r:embed="rId2" cstate="print"/>
          <a:srcRect/>
          <a:stretch>
            <a:fillRect/>
          </a:stretch>
        </p:blipFill>
        <p:spPr bwMode="auto">
          <a:xfrm>
            <a:off x="8282615" y="3233530"/>
            <a:ext cx="3790115" cy="2700131"/>
          </a:xfrm>
          <a:prstGeom prst="rect"/>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grpSp>
        <p:nvGrpSpPr>
          <p:cNvPr id="52" name="Group 3"/>
          <p:cNvGrpSpPr/>
          <p:nvPr/>
        </p:nvGrpSpPr>
        <p:grpSpPr>
          <a:xfrm>
            <a:off x="1648834" y="-252657"/>
            <a:ext cx="8494643" cy="6506509"/>
            <a:chOff x="3197101" y="123168"/>
            <a:chExt cx="5797798" cy="6506509"/>
          </a:xfrm>
        </p:grpSpPr>
        <p:pic>
          <p:nvPicPr>
            <p:cNvPr id="2097165" name="Picture 1"/>
            <p:cNvPicPr>
              <a:picLocks noChangeAspect="1"/>
            </p:cNvPicPr>
            <p:nvPr/>
          </p:nvPicPr>
          <p:blipFill>
            <a:blip xmlns:r="http://schemas.openxmlformats.org/officeDocument/2006/relationships" r:embed="rId1"/>
            <a:stretch>
              <a:fillRect/>
            </a:stretch>
          </p:blipFill>
          <p:spPr>
            <a:xfrm>
              <a:off x="3197101" y="228322"/>
              <a:ext cx="5797798" cy="6401355"/>
            </a:xfrm>
            <a:prstGeom prst="rect"/>
          </p:spPr>
        </p:pic>
        <p:sp>
          <p:nvSpPr>
            <p:cNvPr id="1048628" name="TextBox 2"/>
            <p:cNvSpPr txBox="1">
              <a:spLocks noChangeAspect="1" noMove="1" noResize="1" noRot="1" noAdjustHandles="1" noEditPoints="1" noChangeArrowheads="1" noChangeShapeType="1" noTextEdit="1"/>
            </p:cNvSpPr>
            <p:nvPr/>
          </p:nvSpPr>
          <p:spPr>
            <a:xfrm>
              <a:off x="6725479" y="123168"/>
              <a:ext cx="342979" cy="369332"/>
            </a:xfrm>
            <a:prstGeom prst="rect"/>
            <a:blipFill>
              <a:blip xmlns:r="http://schemas.openxmlformats.org/officeDocument/2006/relationships" r:embed="rId2"/>
              <a:stretch>
                <a:fillRect l="-12281" r="-19298" b="-25000"/>
              </a:stretch>
            </a:blipFill>
          </p:spPr>
          <p:txBody>
            <a:bodyPr/>
            <a:p>
              <a:r>
                <a:rPr lang="fr-FR">
                  <a:noFill/>
                </a:rPr>
                <a:t> </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9" name="TextBox 2"/>
          <p:cNvSpPr txBox="1"/>
          <p:nvPr/>
        </p:nvSpPr>
        <p:spPr>
          <a:xfrm>
            <a:off x="477078" y="332169"/>
            <a:ext cx="2796209" cy="400110"/>
          </a:xfrm>
          <a:prstGeom prst="rect"/>
          <a:solidFill>
            <a:srgbClr val="FFFF00"/>
          </a:solidFill>
        </p:spPr>
        <p:txBody>
          <a:bodyPr wrap="square">
            <a:spAutoFit/>
          </a:bodyPr>
          <a:p>
            <a:pPr algn="l"/>
            <a:r>
              <a:rPr baseline="0" b="1" dirty="0" sz="2000" i="0" lang="fr-FR" strike="noStrike" u="none">
                <a:latin typeface="Arial" panose="020B0604020202020204" pitchFamily="34" charset="0"/>
              </a:rPr>
              <a:t>3- Masse atomique</a:t>
            </a:r>
          </a:p>
        </p:txBody>
      </p:sp>
      <p:sp>
        <p:nvSpPr>
          <p:cNvPr id="1048630" name="TextBox 4"/>
          <p:cNvSpPr txBox="1">
            <a:spLocks noChangeAspect="1" noMove="1" noResize="1" noRot="1" noAdjustHandles="1" noEditPoints="1" noChangeArrowheads="1" noChangeShapeType="1" noTextEdit="1"/>
          </p:cNvSpPr>
          <p:nvPr/>
        </p:nvSpPr>
        <p:spPr>
          <a:xfrm>
            <a:off x="477078" y="871333"/>
            <a:ext cx="11224592" cy="2689839"/>
          </a:xfrm>
          <a:prstGeom prst="rect"/>
          <a:blipFill>
            <a:blip xmlns:r="http://schemas.openxmlformats.org/officeDocument/2006/relationships" r:embed="rId1"/>
            <a:stretch>
              <a:fillRect l="-489" t="-1134" r="-543"/>
            </a:stretch>
          </a:blipFill>
        </p:spPr>
        <p:txBody>
          <a:bodyPr/>
          <a:p>
            <a:r>
              <a:rPr lang="fr-FR">
                <a:noFill/>
              </a:rPr>
              <a:t> </a:t>
            </a:r>
          </a:p>
        </p:txBody>
      </p:sp>
      <p:sp>
        <p:nvSpPr>
          <p:cNvPr id="1048631" name="TextBox 6"/>
          <p:cNvSpPr txBox="1">
            <a:spLocks noChangeAspect="1" noMove="1" noResize="1" noRot="1" noAdjustHandles="1" noEditPoints="1" noChangeArrowheads="1" noChangeShapeType="1" noTextEdit="1"/>
          </p:cNvSpPr>
          <p:nvPr/>
        </p:nvSpPr>
        <p:spPr>
          <a:xfrm>
            <a:off x="477077" y="4112519"/>
            <a:ext cx="11330610" cy="1938992"/>
          </a:xfrm>
          <a:prstGeom prst="rect"/>
          <a:blipFill>
            <a:blip xmlns:r="http://schemas.openxmlformats.org/officeDocument/2006/relationships" r:embed="rId2"/>
            <a:stretch>
              <a:fillRect l="-484" t="-1572" r="-592" b="-4403"/>
            </a:stretch>
          </a:blipFill>
        </p:spPr>
        <p:txBody>
          <a:bodyPr/>
          <a:p>
            <a:r>
              <a:rPr lang="fr-FR">
                <a:noFill/>
              </a:rPr>
              <a:t> </a:t>
            </a:r>
          </a:p>
        </p:txBody>
      </p:sp>
      <p:sp>
        <p:nvSpPr>
          <p:cNvPr id="1048632" name="TextBox 8"/>
          <p:cNvSpPr txBox="1"/>
          <p:nvPr/>
        </p:nvSpPr>
        <p:spPr>
          <a:xfrm>
            <a:off x="477077" y="3561172"/>
            <a:ext cx="3220279" cy="400110"/>
          </a:xfrm>
          <a:prstGeom prst="rect"/>
          <a:solidFill>
            <a:srgbClr val="FFFF00"/>
          </a:solidFill>
        </p:spPr>
        <p:txBody>
          <a:bodyPr wrap="square">
            <a:spAutoFit/>
          </a:bodyPr>
          <a:p>
            <a:r>
              <a:rPr baseline="0" b="1" dirty="0" sz="2000" i="0" lang="fr-FR" strike="noStrike" u="none">
                <a:latin typeface="Arial" panose="020B0604020202020204" pitchFamily="34" charset="0"/>
              </a:rPr>
              <a:t>4- Mole et masse molaire</a:t>
            </a:r>
            <a:endParaRPr dirty="0" sz="2000" lang="fr-FR"/>
          </a:p>
        </p:txBody>
      </p:sp>
      <mc:AlternateContent xmlns:mc="http://schemas.openxmlformats.org/markup-compatibility/2006">
        <mc:Choice xmlns:p14="http://schemas.microsoft.com/office/powerpoint/2010/main" Requires="p14">
          <p:contentPart p14:bwMode="auto" r:id="rId3">
            <p14:nvContentPartPr>
              <p14:cNvPr id="1049083" name=""/>
              <p14:cNvContentPartPr/>
              <p14:nvPr/>
            </p14:nvContentPartPr>
            <p14:xfrm>
              <a:off x="5001627" y="169102"/>
              <a:ext cx="401436" cy="678065"/>
            </p14:xfrm>
          </p:contentPart>
        </mc:Choice>
        <mc:Fallback>
          <p:sp>
            <p:nvSpPr>
              <p:cNvPr id="1049083" name=""/>
              <p:cNvSpPr/>
              <p:nvPr/>
            </p:nvSpPr>
            <p:spPr>
              <a:xfrm>
                <a:off x="5001627" y="169102"/>
                <a:ext cx="401436" cy="678065"/>
              </a:xfrm>
            </p:spPr>
          </p:sp>
        </mc:Fallback>
      </mc:AlternateContent>
      <mc:AlternateContent xmlns:mc="http://schemas.openxmlformats.org/markup-compatibility/2006">
        <mc:Choice xmlns:p14="http://schemas.microsoft.com/office/powerpoint/2010/main" Requires="p14">
          <p:contentPart p14:bwMode="auto" r:id="rId4">
            <p14:nvContentPartPr>
              <p14:cNvPr id="1049084" name=""/>
              <p14:cNvContentPartPr/>
              <p14:nvPr/>
            </p14:nvContentPartPr>
            <p14:xfrm>
              <a:off x="5113199" y="325453"/>
              <a:ext cx="281681" cy="438627"/>
            </p14:xfrm>
          </p:contentPart>
        </mc:Choice>
        <mc:Fallback>
          <p:sp>
            <p:nvSpPr>
              <p:cNvPr id="1049084" name=""/>
              <p:cNvSpPr/>
              <p:nvPr/>
            </p:nvSpPr>
            <p:spPr>
              <a:xfrm>
                <a:off x="5113199" y="325453"/>
                <a:ext cx="281681" cy="438627"/>
              </a:xfrm>
            </p:spPr>
          </p:sp>
        </mc:Fallback>
      </mc:AlternateContent>
      <mc:AlternateContent xmlns:mc="http://schemas.openxmlformats.org/markup-compatibility/2006">
        <mc:Choice xmlns:p14="http://schemas.microsoft.com/office/powerpoint/2010/main" Requires="p14">
          <p:contentPart p14:bwMode="auto" r:id="rId5">
            <p14:nvContentPartPr>
              <p14:cNvPr id="1049085" name=""/>
              <p14:cNvContentPartPr/>
              <p14:nvPr/>
            </p14:nvContentPartPr>
            <p14:xfrm>
              <a:off x="4856984" y="76492"/>
              <a:ext cx="88290" cy="364657"/>
            </p14:xfrm>
          </p:contentPart>
        </mc:Choice>
        <mc:Fallback>
          <p:sp>
            <p:nvSpPr>
              <p:cNvPr id="1049085" name=""/>
              <p:cNvSpPr/>
              <p:nvPr/>
            </p:nvSpPr>
            <p:spPr>
              <a:xfrm>
                <a:off x="4856984" y="76492"/>
                <a:ext cx="88290" cy="364657"/>
              </a:xfrm>
            </p:spPr>
          </p:sp>
        </mc:Fallback>
      </mc:AlternateContent>
      <mc:AlternateContent xmlns:mc="http://schemas.openxmlformats.org/markup-compatibility/2006">
        <mc:Choice xmlns:p14="http://schemas.microsoft.com/office/powerpoint/2010/main" Requires="p14">
          <p:contentPart p14:bwMode="auto" r:id="rId6">
            <p14:nvContentPartPr>
              <p14:cNvPr id="1049086" name=""/>
              <p14:cNvContentPartPr/>
              <p14:nvPr/>
            </p14:nvContentPartPr>
            <p14:xfrm>
              <a:off x="4885331" y="170949"/>
              <a:ext cx="82341" cy="242956"/>
            </p14:xfrm>
          </p:contentPart>
        </mc:Choice>
        <mc:Fallback>
          <p:sp>
            <p:nvSpPr>
              <p:cNvPr id="1049086" name=""/>
              <p:cNvSpPr/>
              <p:nvPr/>
            </p:nvSpPr>
            <p:spPr>
              <a:xfrm>
                <a:off x="4885331" y="170949"/>
                <a:ext cx="82341" cy="242956"/>
              </a:xfrm>
            </p:spPr>
          </p:sp>
        </mc:Fallback>
      </mc:AlternateContent>
      <mc:AlternateContent xmlns:mc="http://schemas.openxmlformats.org/markup-compatibility/2006">
        <mc:Choice xmlns:p14="http://schemas.microsoft.com/office/powerpoint/2010/main" Requires="p14">
          <p:contentPart p14:bwMode="auto" r:id="rId7">
            <p14:nvContentPartPr>
              <p14:cNvPr id="1049087" name=""/>
              <p14:cNvContentPartPr/>
              <p14:nvPr/>
            </p14:nvContentPartPr>
            <p14:xfrm>
              <a:off x="4852075" y="359302"/>
              <a:ext cx="154828" cy="20885"/>
            </p14:xfrm>
          </p:contentPart>
        </mc:Choice>
        <mc:Fallback>
          <p:sp>
            <p:nvSpPr>
              <p:cNvPr id="1049087" name=""/>
              <p:cNvSpPr/>
              <p:nvPr/>
            </p:nvSpPr>
            <p:spPr>
              <a:xfrm>
                <a:off x="4852075" y="359302"/>
                <a:ext cx="154828" cy="20885"/>
              </a:xfrm>
            </p:spPr>
          </p:sp>
        </mc:Fallback>
      </mc:AlternateContent>
      <mc:AlternateContent xmlns:mc="http://schemas.openxmlformats.org/markup-compatibility/2006">
        <mc:Choice xmlns:p14="http://schemas.microsoft.com/office/powerpoint/2010/main" Requires="p14">
          <p:contentPart p14:bwMode="auto" r:id="rId8">
            <p14:nvContentPartPr>
              <p14:cNvPr id="1049088" name=""/>
              <p14:cNvContentPartPr/>
              <p14:nvPr/>
            </p14:nvContentPartPr>
            <p14:xfrm>
              <a:off x="4739167" y="683192"/>
              <a:ext cx="200910" cy="201754"/>
            </p14:xfrm>
          </p:contentPart>
        </mc:Choice>
        <mc:Fallback>
          <p:sp>
            <p:nvSpPr>
              <p:cNvPr id="1049088" name=""/>
              <p:cNvSpPr/>
              <p:nvPr/>
            </p:nvSpPr>
            <p:spPr>
              <a:xfrm>
                <a:off x="4739167" y="683192"/>
                <a:ext cx="200910" cy="201754"/>
              </a:xfrm>
            </p:spPr>
          </p:sp>
        </mc:Fallback>
      </mc:AlternateContent>
      <mc:AlternateContent xmlns:mc="http://schemas.openxmlformats.org/markup-compatibility/2006">
        <mc:Choice xmlns:p14="http://schemas.microsoft.com/office/powerpoint/2010/main" Requires="p14">
          <p:contentPart p14:bwMode="auto" r:id="rId9">
            <p14:nvContentPartPr>
              <p14:cNvPr id="1049089" name=""/>
              <p14:cNvContentPartPr/>
              <p14:nvPr/>
            </p14:nvContentPartPr>
            <p14:xfrm>
              <a:off x="4752305" y="797740"/>
              <a:ext cx="172851" cy="6466"/>
            </p14:xfrm>
          </p:contentPart>
        </mc:Choice>
        <mc:Fallback>
          <p:sp>
            <p:nvSpPr>
              <p:cNvPr id="1049089" name=""/>
              <p:cNvSpPr/>
              <p:nvPr/>
            </p:nvSpPr>
            <p:spPr>
              <a:xfrm>
                <a:off x="4752305" y="797740"/>
                <a:ext cx="172851" cy="6466"/>
              </a:xfrm>
            </p:spPr>
          </p:sp>
        </mc:Fallback>
      </mc:AlternateContent>
      <mc:AlternateContent xmlns:mc="http://schemas.openxmlformats.org/markup-compatibility/2006">
        <mc:Choice xmlns:p14="http://schemas.microsoft.com/office/powerpoint/2010/main" Requires="p14">
          <p:contentPart p14:bwMode="auto" r:id="rId10">
            <p14:nvContentPartPr>
              <p14:cNvPr id="1049090" name=""/>
              <p14:cNvContentPartPr/>
              <p14:nvPr/>
            </p14:nvContentPartPr>
            <p14:xfrm>
              <a:off x="3788771" y="1418478"/>
              <a:ext cx="4594571" cy="545323"/>
            </p14:xfrm>
          </p:contentPart>
        </mc:Choice>
        <mc:Fallback>
          <p:sp>
            <p:nvSpPr>
              <p:cNvPr id="1049090" name=""/>
              <p:cNvSpPr/>
              <p:nvPr/>
            </p:nvSpPr>
            <p:spPr>
              <a:xfrm>
                <a:off x="3788771" y="1418478"/>
                <a:ext cx="4594571" cy="545323"/>
              </a:xfrm>
            </p:spPr>
          </p:sp>
        </mc:Fallback>
      </mc:AlternateContent>
      <mc:AlternateContent xmlns:mc="http://schemas.openxmlformats.org/markup-compatibility/2006">
        <mc:Choice xmlns:p14="http://schemas.microsoft.com/office/powerpoint/2010/main" Requires="p14">
          <p:contentPart p14:bwMode="auto" r:id="rId11">
            <p14:nvContentPartPr>
              <p14:cNvPr id="1049091" name=""/>
              <p14:cNvContentPartPr/>
              <p14:nvPr/>
            </p14:nvContentPartPr>
            <p14:xfrm>
              <a:off x="3491370" y="2826776"/>
              <a:ext cx="390110" cy="16587"/>
            </p14:xfrm>
          </p:contentPart>
        </mc:Choice>
        <mc:Fallback>
          <p:sp>
            <p:nvSpPr>
              <p:cNvPr id="1049091" name=""/>
              <p:cNvSpPr/>
              <p:nvPr/>
            </p:nvSpPr>
            <p:spPr>
              <a:xfrm>
                <a:off x="3491370" y="2826776"/>
                <a:ext cx="390110" cy="16587"/>
              </a:xfrm>
            </p:spPr>
          </p:sp>
        </mc:Fallback>
      </mc:AlternateContent>
      <mc:AlternateContent xmlns:mc="http://schemas.openxmlformats.org/markup-compatibility/2006">
        <mc:Choice xmlns:p14="http://schemas.microsoft.com/office/powerpoint/2010/main" Requires="p14">
          <p:contentPart p14:bwMode="auto" r:id="rId12">
            <p14:nvContentPartPr>
              <p14:cNvPr id="1049092" name=""/>
              <p14:cNvContentPartPr/>
              <p14:nvPr/>
            </p14:nvContentPartPr>
            <p14:xfrm>
              <a:off x="3511424" y="2900976"/>
              <a:ext cx="382373" cy="11066"/>
            </p14:xfrm>
          </p:contentPart>
        </mc:Choice>
        <mc:Fallback>
          <p:sp>
            <p:nvSpPr>
              <p:cNvPr id="1049092" name=""/>
              <p:cNvSpPr/>
              <p:nvPr/>
            </p:nvSpPr>
            <p:spPr>
              <a:xfrm>
                <a:off x="3511424" y="2900976"/>
                <a:ext cx="382373" cy="11066"/>
              </a:xfrm>
            </p:spPr>
          </p:sp>
        </mc:Fallback>
      </mc:AlternateContent>
      <mc:AlternateContent xmlns:mc="http://schemas.openxmlformats.org/markup-compatibility/2006">
        <mc:Choice xmlns:p14="http://schemas.microsoft.com/office/powerpoint/2010/main" Requires="p14">
          <p:contentPart p14:bwMode="auto" r:id="rId13">
            <p14:nvContentPartPr>
              <p14:cNvPr id="1049093" name=""/>
              <p14:cNvContentPartPr/>
              <p14:nvPr/>
            </p14:nvContentPartPr>
            <p14:xfrm>
              <a:off x="4803616" y="2646215"/>
              <a:ext cx="1213253" cy="822256"/>
            </p14:xfrm>
          </p:contentPart>
        </mc:Choice>
        <mc:Fallback>
          <p:sp>
            <p:nvSpPr>
              <p:cNvPr id="1049093" name=""/>
              <p:cNvSpPr/>
              <p:nvPr/>
            </p:nvSpPr>
            <p:spPr>
              <a:xfrm>
                <a:off x="4803616" y="2646215"/>
                <a:ext cx="1213253" cy="822256"/>
              </a:xfrm>
            </p:spPr>
          </p:sp>
        </mc:Fallback>
      </mc:AlternateContent>
      <mc:AlternateContent xmlns:mc="http://schemas.openxmlformats.org/markup-compatibility/2006">
        <mc:Choice xmlns:p14="http://schemas.microsoft.com/office/powerpoint/2010/main" Requires="p14">
          <p:contentPart p14:bwMode="auto" r:id="rId14">
            <p14:nvContentPartPr>
              <p14:cNvPr id="1049094" name=""/>
              <p14:cNvContentPartPr/>
              <p14:nvPr/>
            </p14:nvContentPartPr>
            <p14:xfrm>
              <a:off x="5690464" y="2638584"/>
              <a:ext cx="2352560" cy="261855"/>
            </p14:xfrm>
          </p:contentPart>
        </mc:Choice>
        <mc:Fallback>
          <p:sp>
            <p:nvSpPr>
              <p:cNvPr id="1049094" name=""/>
              <p:cNvSpPr/>
              <p:nvPr/>
            </p:nvSpPr>
            <p:spPr>
              <a:xfrm>
                <a:off x="5690464" y="2638584"/>
                <a:ext cx="2352560" cy="261855"/>
              </a:xfrm>
            </p:spPr>
          </p:sp>
        </mc:Fallback>
      </mc:AlternateContent>
      <mc:AlternateContent xmlns:mc="http://schemas.openxmlformats.org/markup-compatibility/2006">
        <mc:Choice xmlns:p14="http://schemas.microsoft.com/office/powerpoint/2010/main" Requires="p14">
          <p:contentPart p14:bwMode="auto" r:id="rId15">
            <p14:nvContentPartPr>
              <p14:cNvPr id="1049095" name=""/>
              <p14:cNvContentPartPr/>
              <p14:nvPr/>
            </p14:nvContentPartPr>
            <p14:xfrm>
              <a:off x="7899757" y="2786195"/>
              <a:ext cx="139786" cy="239405"/>
            </p14:xfrm>
          </p:contentPart>
        </mc:Choice>
        <mc:Fallback>
          <p:sp>
            <p:nvSpPr>
              <p:cNvPr id="1049095" name=""/>
              <p:cNvSpPr/>
              <p:nvPr/>
            </p:nvSpPr>
            <p:spPr>
              <a:xfrm>
                <a:off x="7899757" y="2786195"/>
                <a:ext cx="139786" cy="239405"/>
              </a:xfrm>
            </p:spPr>
          </p:sp>
        </mc:Fallback>
      </mc:AlternateContent>
      <mc:AlternateContent xmlns:mc="http://schemas.openxmlformats.org/markup-compatibility/2006">
        <mc:Choice xmlns:p14="http://schemas.microsoft.com/office/powerpoint/2010/main" Requires="p14">
          <p:contentPart p14:bwMode="auto" r:id="rId16">
            <p14:nvContentPartPr>
              <p14:cNvPr id="1049096" name=""/>
              <p14:cNvContentPartPr/>
              <p14:nvPr/>
            </p14:nvContentPartPr>
            <p14:xfrm>
              <a:off x="8197660" y="2882837"/>
              <a:ext cx="201184" cy="150203"/>
            </p14:xfrm>
          </p:contentPart>
        </mc:Choice>
        <mc:Fallback>
          <p:sp>
            <p:nvSpPr>
              <p:cNvPr id="1049096" name=""/>
              <p:cNvSpPr/>
              <p:nvPr/>
            </p:nvSpPr>
            <p:spPr>
              <a:xfrm>
                <a:off x="8197660" y="2882837"/>
                <a:ext cx="201184" cy="150203"/>
              </a:xfrm>
            </p:spPr>
          </p:sp>
        </mc:Fallback>
      </mc:AlternateContent>
      <mc:AlternateContent xmlns:mc="http://schemas.openxmlformats.org/markup-compatibility/2006">
        <mc:Choice xmlns:p14="http://schemas.microsoft.com/office/powerpoint/2010/main" Requires="p14">
          <p:contentPart p14:bwMode="auto" r:id="rId17">
            <p14:nvContentPartPr>
              <p14:cNvPr id="1049097" name=""/>
              <p14:cNvContentPartPr/>
              <p14:nvPr/>
            </p14:nvContentPartPr>
            <p14:xfrm>
              <a:off x="8468015" y="2947858"/>
              <a:ext cx="137106" cy="137955"/>
            </p14:xfrm>
          </p:contentPart>
        </mc:Choice>
        <mc:Fallback>
          <p:sp>
            <p:nvSpPr>
              <p:cNvPr id="1049097" name=""/>
              <p:cNvSpPr/>
              <p:nvPr/>
            </p:nvSpPr>
            <p:spPr>
              <a:xfrm>
                <a:off x="8468015" y="2947858"/>
                <a:ext cx="137106" cy="137955"/>
              </a:xfrm>
            </p:spPr>
          </p:sp>
        </mc:Fallback>
      </mc:AlternateContent>
      <mc:AlternateContent xmlns:mc="http://schemas.openxmlformats.org/markup-compatibility/2006">
        <mc:Choice xmlns:p14="http://schemas.microsoft.com/office/powerpoint/2010/main" Requires="p14">
          <p:contentPart p14:bwMode="auto" r:id="rId18">
            <p14:nvContentPartPr>
              <p14:cNvPr id="1049098" name=""/>
              <p14:cNvContentPartPr/>
              <p14:nvPr/>
            </p14:nvContentPartPr>
            <p14:xfrm>
              <a:off x="8682493" y="2867027"/>
              <a:ext cx="69202" cy="206849"/>
            </p14:xfrm>
          </p:contentPart>
        </mc:Choice>
        <mc:Fallback>
          <p:sp>
            <p:nvSpPr>
              <p:cNvPr id="1049098" name=""/>
              <p:cNvSpPr/>
              <p:nvPr/>
            </p:nvSpPr>
            <p:spPr>
              <a:xfrm>
                <a:off x="8682493" y="2867027"/>
                <a:ext cx="69202" cy="206849"/>
              </a:xfrm>
            </p:spPr>
          </p:sp>
        </mc:Fallback>
      </mc:AlternateContent>
      <mc:AlternateContent xmlns:mc="http://schemas.openxmlformats.org/markup-compatibility/2006">
        <mc:Choice xmlns:p14="http://schemas.microsoft.com/office/powerpoint/2010/main" Requires="p14">
          <p:contentPart p14:bwMode="auto" r:id="rId19">
            <p14:nvContentPartPr>
              <p14:cNvPr id="1049099" name=""/>
              <p14:cNvContentPartPr/>
              <p14:nvPr/>
            </p14:nvContentPartPr>
            <p14:xfrm>
              <a:off x="8788041" y="2894278"/>
              <a:ext cx="187215" cy="204784"/>
            </p14:xfrm>
          </p:contentPart>
        </mc:Choice>
        <mc:Fallback>
          <p:sp>
            <p:nvSpPr>
              <p:cNvPr id="1049099" name=""/>
              <p:cNvSpPr/>
              <p:nvPr/>
            </p:nvSpPr>
            <p:spPr>
              <a:xfrm>
                <a:off x="8788041" y="2894278"/>
                <a:ext cx="187215" cy="204784"/>
              </a:xfrm>
            </p:spPr>
          </p:sp>
        </mc:Fallback>
      </mc:AlternateContent>
      <mc:AlternateContent xmlns:mc="http://schemas.openxmlformats.org/markup-compatibility/2006">
        <mc:Choice xmlns:p14="http://schemas.microsoft.com/office/powerpoint/2010/main" Requires="p14">
          <p:contentPart p14:bwMode="auto" r:id="rId20">
            <p14:nvContentPartPr>
              <p14:cNvPr id="1049100" name=""/>
              <p14:cNvContentPartPr/>
              <p14:nvPr/>
            </p14:nvContentPartPr>
            <p14:xfrm>
              <a:off x="9177459" y="2927766"/>
              <a:ext cx="259334" cy="159556"/>
            </p14:xfrm>
          </p:contentPart>
        </mc:Choice>
        <mc:Fallback>
          <p:sp>
            <p:nvSpPr>
              <p:cNvPr id="1049100" name=""/>
              <p:cNvSpPr/>
              <p:nvPr/>
            </p:nvSpPr>
            <p:spPr>
              <a:xfrm>
                <a:off x="9177459" y="2927766"/>
                <a:ext cx="259334" cy="159556"/>
              </a:xfrm>
            </p:spPr>
          </p:sp>
        </mc:Fallback>
      </mc:AlternateContent>
      <mc:AlternateContent xmlns:mc="http://schemas.openxmlformats.org/markup-compatibility/2006">
        <mc:Choice xmlns:p14="http://schemas.microsoft.com/office/powerpoint/2010/main" Requires="p14">
          <p:contentPart p14:bwMode="auto" r:id="rId21">
            <p14:nvContentPartPr>
              <p14:cNvPr id="1049101" name=""/>
              <p14:cNvContentPartPr/>
              <p14:nvPr/>
            </p14:nvContentPartPr>
            <p14:xfrm>
              <a:off x="9471946" y="2870172"/>
              <a:ext cx="343266" cy="504335"/>
            </p14:xfrm>
          </p:contentPart>
        </mc:Choice>
        <mc:Fallback>
          <p:sp>
            <p:nvSpPr>
              <p:cNvPr id="1049101" name=""/>
              <p:cNvSpPr/>
              <p:nvPr/>
            </p:nvSpPr>
            <p:spPr>
              <a:xfrm>
                <a:off x="9471946" y="2870172"/>
                <a:ext cx="343266" cy="504335"/>
              </a:xfrm>
            </p:spPr>
          </p:sp>
        </mc:Fallback>
      </mc:AlternateContent>
      <mc:AlternateContent xmlns:mc="http://schemas.openxmlformats.org/markup-compatibility/2006">
        <mc:Choice xmlns:p14="http://schemas.microsoft.com/office/powerpoint/2010/main" Requires="p14">
          <p:contentPart p14:bwMode="auto" r:id="rId22">
            <p14:nvContentPartPr>
              <p14:cNvPr id="1049102" name=""/>
              <p14:cNvContentPartPr/>
              <p14:nvPr/>
            </p14:nvContentPartPr>
            <p14:xfrm>
              <a:off x="9796603" y="2904610"/>
              <a:ext cx="738621" cy="211839"/>
            </p14:xfrm>
          </p:contentPart>
        </mc:Choice>
        <mc:Fallback>
          <p:sp>
            <p:nvSpPr>
              <p:cNvPr id="1049102" name=""/>
              <p:cNvSpPr/>
              <p:nvPr/>
            </p:nvSpPr>
            <p:spPr>
              <a:xfrm>
                <a:off x="9796603" y="2904610"/>
                <a:ext cx="738621" cy="211839"/>
              </a:xfrm>
            </p:spPr>
          </p:sp>
        </mc:Fallback>
      </mc:AlternateContent>
      <mc:AlternateContent xmlns:mc="http://schemas.openxmlformats.org/markup-compatibility/2006">
        <mc:Choice xmlns:p14="http://schemas.microsoft.com/office/powerpoint/2010/main" Requires="p14">
          <p:contentPart p14:bwMode="auto" r:id="rId23">
            <p14:nvContentPartPr>
              <p14:cNvPr id="1049103" name=""/>
              <p14:cNvContentPartPr/>
              <p14:nvPr/>
            </p14:nvContentPartPr>
            <p14:xfrm>
              <a:off x="8574174" y="3330307"/>
              <a:ext cx="217347" cy="313145"/>
            </p14:xfrm>
          </p:contentPart>
        </mc:Choice>
        <mc:Fallback>
          <p:sp>
            <p:nvSpPr>
              <p:cNvPr id="1049103" name=""/>
              <p:cNvSpPr/>
              <p:nvPr/>
            </p:nvSpPr>
            <p:spPr>
              <a:xfrm>
                <a:off x="8574174" y="3330307"/>
                <a:ext cx="217347" cy="313145"/>
              </a:xfrm>
            </p:spPr>
          </p:sp>
        </mc:Fallback>
      </mc:AlternateContent>
      <mc:AlternateContent xmlns:mc="http://schemas.openxmlformats.org/markup-compatibility/2006">
        <mc:Choice xmlns:p14="http://schemas.microsoft.com/office/powerpoint/2010/main" Requires="p14">
          <p:contentPart p14:bwMode="auto" r:id="rId24">
            <p14:nvContentPartPr>
              <p14:cNvPr id="1049104" name=""/>
              <p14:cNvContentPartPr/>
              <p14:nvPr/>
            </p14:nvContentPartPr>
            <p14:xfrm>
              <a:off x="8869920" y="3291739"/>
              <a:ext cx="68175" cy="164545"/>
            </p14:xfrm>
          </p:contentPart>
        </mc:Choice>
        <mc:Fallback>
          <p:sp>
            <p:nvSpPr>
              <p:cNvPr id="1049104" name=""/>
              <p:cNvSpPr/>
              <p:nvPr/>
            </p:nvSpPr>
            <p:spPr>
              <a:xfrm>
                <a:off x="8869920" y="3291739"/>
                <a:ext cx="68175" cy="164545"/>
              </a:xfrm>
            </p:spPr>
          </p:sp>
        </mc:Fallback>
      </mc:AlternateContent>
      <mc:AlternateContent xmlns:mc="http://schemas.openxmlformats.org/markup-compatibility/2006">
        <mc:Choice xmlns:p14="http://schemas.microsoft.com/office/powerpoint/2010/main" Requires="p14">
          <p:contentPart p14:bwMode="auto" r:id="rId25">
            <p14:nvContentPartPr>
              <p14:cNvPr id="1049105" name=""/>
              <p14:cNvContentPartPr/>
              <p14:nvPr/>
            </p14:nvContentPartPr>
            <p14:xfrm>
              <a:off x="8977921" y="3380876"/>
              <a:ext cx="124156" cy="264969"/>
            </p14:xfrm>
          </p:contentPart>
        </mc:Choice>
        <mc:Fallback>
          <p:sp>
            <p:nvSpPr>
              <p:cNvPr id="1049105" name=""/>
              <p:cNvSpPr/>
              <p:nvPr/>
            </p:nvSpPr>
            <p:spPr>
              <a:xfrm>
                <a:off x="8977921" y="3380876"/>
                <a:ext cx="124156" cy="264969"/>
              </a:xfrm>
            </p:spPr>
          </p:sp>
        </mc:Fallback>
      </mc:AlternateContent>
      <mc:AlternateContent xmlns:mc="http://schemas.openxmlformats.org/markup-compatibility/2006">
        <mc:Choice xmlns:p14="http://schemas.microsoft.com/office/powerpoint/2010/main" Requires="p14">
          <p:contentPart p14:bwMode="auto" r:id="rId26">
            <p14:nvContentPartPr>
              <p14:cNvPr id="1049106" name=""/>
              <p14:cNvContentPartPr/>
              <p14:nvPr/>
            </p14:nvContentPartPr>
            <p14:xfrm>
              <a:off x="8998039" y="3608829"/>
              <a:ext cx="192969" cy="19862"/>
            </p14:xfrm>
          </p:contentPart>
        </mc:Choice>
        <mc:Fallback>
          <p:sp>
            <p:nvSpPr>
              <p:cNvPr id="1049106" name=""/>
              <p:cNvSpPr/>
              <p:nvPr/>
            </p:nvSpPr>
            <p:spPr>
              <a:xfrm>
                <a:off x="8998039" y="3608829"/>
                <a:ext cx="192969" cy="19862"/>
              </a:xfrm>
            </p:spPr>
          </p:sp>
        </mc:Fallback>
      </mc:AlternateContent>
      <mc:AlternateContent xmlns:mc="http://schemas.openxmlformats.org/markup-compatibility/2006">
        <mc:Choice xmlns:p14="http://schemas.microsoft.com/office/powerpoint/2010/main" Requires="p14">
          <p:contentPart p14:bwMode="auto" r:id="rId27">
            <p14:nvContentPartPr>
              <p14:cNvPr id="1049107" name=""/>
              <p14:cNvContentPartPr/>
              <p14:nvPr/>
            </p14:nvContentPartPr>
            <p14:xfrm>
              <a:off x="9357290" y="3507443"/>
              <a:ext cx="385899" cy="187961"/>
            </p14:xfrm>
          </p:contentPart>
        </mc:Choice>
        <mc:Fallback>
          <p:sp>
            <p:nvSpPr>
              <p:cNvPr id="1049107" name=""/>
              <p:cNvSpPr/>
              <p:nvPr/>
            </p:nvSpPr>
            <p:spPr>
              <a:xfrm>
                <a:off x="9357290" y="3507443"/>
                <a:ext cx="385899" cy="187961"/>
              </a:xfrm>
            </p:spPr>
          </p:sp>
        </mc:Fallback>
      </mc:AlternateContent>
      <mc:AlternateContent xmlns:mc="http://schemas.openxmlformats.org/markup-compatibility/2006">
        <mc:Choice xmlns:p14="http://schemas.microsoft.com/office/powerpoint/2010/main" Requires="p14">
          <p:contentPart p14:bwMode="auto" r:id="rId28">
            <p14:nvContentPartPr>
              <p14:cNvPr id="1049108" name=""/>
              <p14:cNvContentPartPr/>
              <p14:nvPr/>
            </p14:nvContentPartPr>
            <p14:xfrm>
              <a:off x="9751538" y="3283302"/>
              <a:ext cx="472465" cy="418565"/>
            </p14:xfrm>
          </p:contentPart>
        </mc:Choice>
        <mc:Fallback>
          <p:sp>
            <p:nvSpPr>
              <p:cNvPr id="1049108" name=""/>
              <p:cNvSpPr/>
              <p:nvPr/>
            </p:nvSpPr>
            <p:spPr>
              <a:xfrm>
                <a:off x="9751538" y="3283302"/>
                <a:ext cx="472465" cy="418565"/>
              </a:xfrm>
            </p:spPr>
          </p:sp>
        </mc:Fallback>
      </mc:AlternateContent>
      <mc:AlternateContent xmlns:mc="http://schemas.openxmlformats.org/markup-compatibility/2006">
        <mc:Choice xmlns:p14="http://schemas.microsoft.com/office/powerpoint/2010/main" Requires="p14">
          <p:contentPart p14:bwMode="auto" r:id="rId29">
            <p14:nvContentPartPr>
              <p14:cNvPr id="1049109" name=""/>
              <p14:cNvContentPartPr/>
              <p14:nvPr/>
            </p14:nvContentPartPr>
            <p14:xfrm>
              <a:off x="10126825" y="3366103"/>
              <a:ext cx="106217" cy="61645"/>
            </p14:xfrm>
          </p:contentPart>
        </mc:Choice>
        <mc:Fallback>
          <p:sp>
            <p:nvSpPr>
              <p:cNvPr id="1049109" name=""/>
              <p:cNvSpPr/>
              <p:nvPr/>
            </p:nvSpPr>
            <p:spPr>
              <a:xfrm>
                <a:off x="10126825" y="3366103"/>
                <a:ext cx="106217" cy="61645"/>
              </a:xfrm>
            </p:spPr>
          </p:sp>
        </mc:Fallback>
      </mc:AlternateContent>
      <mc:AlternateContent xmlns:mc="http://schemas.openxmlformats.org/markup-compatibility/2006">
        <mc:Choice xmlns:p14="http://schemas.microsoft.com/office/powerpoint/2010/main" Requires="p14">
          <p:contentPart p14:bwMode="auto" r:id="rId30">
            <p14:nvContentPartPr>
              <p14:cNvPr id="1049110" name=""/>
              <p14:cNvContentPartPr/>
              <p14:nvPr/>
            </p14:nvContentPartPr>
            <p14:xfrm>
              <a:off x="10264523" y="3542847"/>
              <a:ext cx="358401" cy="194014"/>
            </p14:xfrm>
          </p:contentPart>
        </mc:Choice>
        <mc:Fallback>
          <p:sp>
            <p:nvSpPr>
              <p:cNvPr id="1049110" name=""/>
              <p:cNvSpPr/>
              <p:nvPr/>
            </p:nvSpPr>
            <p:spPr>
              <a:xfrm>
                <a:off x="10264523" y="3542847"/>
                <a:ext cx="358401" cy="194014"/>
              </a:xfrm>
            </p:spPr>
          </p:sp>
        </mc:Fallback>
      </mc:AlternateContent>
      <mc:AlternateContent xmlns:mc="http://schemas.openxmlformats.org/markup-compatibility/2006">
        <mc:Choice xmlns:p14="http://schemas.microsoft.com/office/powerpoint/2010/main" Requires="p14">
          <p:contentPart p14:bwMode="auto" r:id="rId31">
            <p14:nvContentPartPr>
              <p14:cNvPr id="1049111" name=""/>
              <p14:cNvContentPartPr/>
              <p14:nvPr/>
            </p14:nvContentPartPr>
            <p14:xfrm>
              <a:off x="4718825" y="1282960"/>
              <a:ext cx="492500" cy="769056"/>
            </p14:xfrm>
          </p:contentPart>
        </mc:Choice>
        <mc:Fallback>
          <p:sp>
            <p:nvSpPr>
              <p:cNvPr id="1049111" name=""/>
              <p:cNvSpPr/>
              <p:nvPr/>
            </p:nvSpPr>
            <p:spPr>
              <a:xfrm>
                <a:off x="4718825" y="1282960"/>
                <a:ext cx="492500" cy="769056"/>
              </a:xfrm>
            </p:spPr>
          </p:sp>
        </mc:Fallback>
      </mc:AlternateContent>
      <mc:AlternateContent xmlns:mc="http://schemas.openxmlformats.org/markup-compatibility/2006">
        <mc:Choice xmlns:p14="http://schemas.microsoft.com/office/powerpoint/2010/main" Requires="p14">
          <p:contentPart p14:bwMode="auto" r:id="rId32">
            <p14:nvContentPartPr>
              <p14:cNvPr id="1049112" name=""/>
              <p14:cNvContentPartPr/>
              <p14:nvPr/>
            </p14:nvContentPartPr>
            <p14:xfrm>
              <a:off x="4777350" y="1368641"/>
              <a:ext cx="254115" cy="653669"/>
            </p14:xfrm>
          </p:contentPart>
        </mc:Choice>
        <mc:Fallback>
          <p:sp>
            <p:nvSpPr>
              <p:cNvPr id="1049112" name=""/>
              <p:cNvSpPr/>
              <p:nvPr/>
            </p:nvSpPr>
            <p:spPr>
              <a:xfrm>
                <a:off x="4777350" y="1368641"/>
                <a:ext cx="254115" cy="653669"/>
              </a:xfrm>
            </p:spPr>
          </p:sp>
        </mc:Fallback>
      </mc:AlternateContent>
      <mc:AlternateContent xmlns:mc="http://schemas.openxmlformats.org/markup-compatibility/2006">
        <mc:Choice xmlns:p14="http://schemas.microsoft.com/office/powerpoint/2010/main" Requires="p14">
          <p:contentPart p14:bwMode="auto" r:id="rId33">
            <p14:nvContentPartPr>
              <p14:cNvPr id="1049113" name=""/>
              <p14:cNvContentPartPr/>
              <p14:nvPr/>
            </p14:nvContentPartPr>
            <p14:xfrm>
              <a:off x="5025336" y="2049191"/>
              <a:ext cx="404154" cy="130305"/>
            </p14:xfrm>
          </p:contentPart>
        </mc:Choice>
        <mc:Fallback>
          <p:sp>
            <p:nvSpPr>
              <p:cNvPr id="1049113" name=""/>
              <p:cNvSpPr/>
              <p:nvPr/>
            </p:nvSpPr>
            <p:spPr>
              <a:xfrm>
                <a:off x="5025336" y="2049191"/>
                <a:ext cx="404154" cy="130305"/>
              </a:xfrm>
            </p:spPr>
          </p:sp>
        </mc:Fallback>
      </mc:AlternateContent>
      <mc:AlternateContent xmlns:mc="http://schemas.openxmlformats.org/markup-compatibility/2006">
        <mc:Choice xmlns:p14="http://schemas.microsoft.com/office/powerpoint/2010/main" Requires="p14">
          <p:contentPart p14:bwMode="auto" r:id="rId34">
            <p14:nvContentPartPr>
              <p14:cNvPr id="1049114" name=""/>
              <p14:cNvContentPartPr/>
              <p14:nvPr/>
            </p14:nvContentPartPr>
            <p14:xfrm>
              <a:off x="5297468" y="1957095"/>
              <a:ext cx="60432" cy="59593"/>
            </p14:xfrm>
          </p:contentPart>
        </mc:Choice>
        <mc:Fallback>
          <p:sp>
            <p:nvSpPr>
              <p:cNvPr id="1049114" name=""/>
              <p:cNvSpPr/>
              <p:nvPr/>
            </p:nvSpPr>
            <p:spPr>
              <a:xfrm>
                <a:off x="5297468" y="1957095"/>
                <a:ext cx="60432" cy="59593"/>
              </a:xfrm>
            </p:spPr>
          </p:sp>
        </mc:Fallback>
      </mc:AlternateContent>
      <mc:AlternateContent xmlns:mc="http://schemas.openxmlformats.org/markup-compatibility/2006">
        <mc:Choice xmlns:p14="http://schemas.microsoft.com/office/powerpoint/2010/main" Requires="p14">
          <p:contentPart p14:bwMode="auto" r:id="rId35">
            <p14:nvContentPartPr>
              <p14:cNvPr id="1049115" name=""/>
              <p14:cNvContentPartPr/>
              <p14:nvPr/>
            </p14:nvContentPartPr>
            <p14:xfrm>
              <a:off x="5397726" y="2053301"/>
              <a:ext cx="111352" cy="214186"/>
            </p14:xfrm>
          </p:contentPart>
        </mc:Choice>
        <mc:Fallback>
          <p:sp>
            <p:nvSpPr>
              <p:cNvPr id="1049115" name=""/>
              <p:cNvSpPr/>
              <p:nvPr/>
            </p:nvSpPr>
            <p:spPr>
              <a:xfrm>
                <a:off x="5397726" y="2053301"/>
                <a:ext cx="111352" cy="214186"/>
              </a:xfrm>
            </p:spPr>
          </p:sp>
        </mc:Fallback>
      </mc:AlternateContent>
      <mc:AlternateContent xmlns:mc="http://schemas.openxmlformats.org/markup-compatibility/2006">
        <mc:Choice xmlns:p14="http://schemas.microsoft.com/office/powerpoint/2010/main" Requires="p14">
          <p:contentPart p14:bwMode="auto" r:id="rId36">
            <p14:nvContentPartPr>
              <p14:cNvPr id="1049116" name=""/>
              <p14:cNvContentPartPr/>
              <p14:nvPr/>
            </p14:nvContentPartPr>
            <p14:xfrm>
              <a:off x="5580014" y="1977418"/>
              <a:ext cx="17250" cy="204794"/>
            </p14:xfrm>
          </p:contentPart>
        </mc:Choice>
        <mc:Fallback>
          <p:sp>
            <p:nvSpPr>
              <p:cNvPr id="1049116" name=""/>
              <p:cNvSpPr/>
              <p:nvPr/>
            </p:nvSpPr>
            <p:spPr>
              <a:xfrm>
                <a:off x="5580014" y="1977418"/>
                <a:ext cx="17250" cy="204794"/>
              </a:xfrm>
            </p:spPr>
          </p:sp>
        </mc:Fallback>
      </mc:AlternateContent>
      <mc:AlternateContent xmlns:mc="http://schemas.openxmlformats.org/markup-compatibility/2006">
        <mc:Choice xmlns:p14="http://schemas.microsoft.com/office/powerpoint/2010/main" Requires="p14">
          <p:contentPart p14:bwMode="auto" r:id="rId37">
            <p14:nvContentPartPr>
              <p14:cNvPr id="1049117" name=""/>
              <p14:cNvContentPartPr/>
              <p14:nvPr/>
            </p14:nvContentPartPr>
            <p14:xfrm>
              <a:off x="5650639" y="2098665"/>
              <a:ext cx="13549" cy="91455"/>
            </p14:xfrm>
          </p:contentPart>
        </mc:Choice>
        <mc:Fallback>
          <p:sp>
            <p:nvSpPr>
              <p:cNvPr id="1049117" name=""/>
              <p:cNvSpPr/>
              <p:nvPr/>
            </p:nvSpPr>
            <p:spPr>
              <a:xfrm>
                <a:off x="5650639" y="2098665"/>
                <a:ext cx="13549" cy="91455"/>
              </a:xfrm>
            </p:spPr>
          </p:sp>
        </mc:Fallback>
      </mc:AlternateContent>
      <mc:AlternateContent xmlns:mc="http://schemas.openxmlformats.org/markup-compatibility/2006">
        <mc:Choice xmlns:p14="http://schemas.microsoft.com/office/powerpoint/2010/main" Requires="p14">
          <p:contentPart p14:bwMode="auto" r:id="rId38">
            <p14:nvContentPartPr>
              <p14:cNvPr id="1049118" name=""/>
              <p14:cNvContentPartPr/>
              <p14:nvPr/>
            </p14:nvContentPartPr>
            <p14:xfrm>
              <a:off x="5663700" y="2018065"/>
              <a:ext cx="20195" cy="63163"/>
            </p14:xfrm>
          </p:contentPart>
        </mc:Choice>
        <mc:Fallback>
          <p:sp>
            <p:nvSpPr>
              <p:cNvPr id="1049118" name=""/>
              <p:cNvSpPr/>
              <p:nvPr/>
            </p:nvSpPr>
            <p:spPr>
              <a:xfrm>
                <a:off x="5663700" y="2018065"/>
                <a:ext cx="20195" cy="63163"/>
              </a:xfrm>
            </p:spPr>
          </p:sp>
        </mc:Fallback>
      </mc:AlternateContent>
      <mc:AlternateContent xmlns:mc="http://schemas.openxmlformats.org/markup-compatibility/2006">
        <mc:Choice xmlns:p14="http://schemas.microsoft.com/office/powerpoint/2010/main" Requires="p14">
          <p:contentPart p14:bwMode="auto" r:id="rId39">
            <p14:nvContentPartPr>
              <p14:cNvPr id="1049119" name=""/>
              <p14:cNvContentPartPr/>
              <p14:nvPr/>
            </p14:nvContentPartPr>
            <p14:xfrm>
              <a:off x="5703184" y="2077144"/>
              <a:ext cx="292120" cy="271568"/>
            </p14:xfrm>
          </p:contentPart>
        </mc:Choice>
        <mc:Fallback>
          <p:sp>
            <p:nvSpPr>
              <p:cNvPr id="1049119" name=""/>
              <p:cNvSpPr/>
              <p:nvPr/>
            </p:nvSpPr>
            <p:spPr>
              <a:xfrm>
                <a:off x="5703184" y="2077144"/>
                <a:ext cx="292120" cy="271568"/>
              </a:xfrm>
            </p:spPr>
          </p:sp>
        </mc:Fallback>
      </mc:AlternateContent>
      <mc:AlternateContent xmlns:mc="http://schemas.openxmlformats.org/markup-compatibility/2006">
        <mc:Choice xmlns:p14="http://schemas.microsoft.com/office/powerpoint/2010/main" Requires="p14">
          <p:contentPart p14:bwMode="auto" r:id="rId40">
            <p14:nvContentPartPr>
              <p14:cNvPr id="1049120" name=""/>
              <p14:cNvContentPartPr/>
              <p14:nvPr/>
            </p14:nvContentPartPr>
            <p14:xfrm>
              <a:off x="5997594" y="2019358"/>
              <a:ext cx="337860" cy="161812"/>
            </p14:xfrm>
          </p:contentPart>
        </mc:Choice>
        <mc:Fallback>
          <p:sp>
            <p:nvSpPr>
              <p:cNvPr id="1049120" name=""/>
              <p:cNvSpPr/>
              <p:nvPr/>
            </p:nvSpPr>
            <p:spPr>
              <a:xfrm>
                <a:off x="5997594" y="2019358"/>
                <a:ext cx="337860" cy="161812"/>
              </a:xfrm>
            </p:spPr>
          </p:sp>
        </mc:Fallback>
      </mc:AlternateContent>
      <mc:AlternateContent xmlns:mc="http://schemas.openxmlformats.org/markup-compatibility/2006">
        <mc:Choice xmlns:p14="http://schemas.microsoft.com/office/powerpoint/2010/main" Requires="p14">
          <p:contentPart p14:bwMode="auto" r:id="rId41">
            <p14:nvContentPartPr>
              <p14:cNvPr id="1049121" name=""/>
              <p14:cNvContentPartPr/>
              <p14:nvPr/>
            </p14:nvContentPartPr>
            <p14:xfrm>
              <a:off x="6358014" y="1977418"/>
              <a:ext cx="193874" cy="237505"/>
            </p14:xfrm>
          </p:contentPart>
        </mc:Choice>
        <mc:Fallback>
          <p:sp>
            <p:nvSpPr>
              <p:cNvPr id="1049121" name=""/>
              <p:cNvSpPr/>
              <p:nvPr/>
            </p:nvSpPr>
            <p:spPr>
              <a:xfrm>
                <a:off x="6358014" y="1977418"/>
                <a:ext cx="193874" cy="237505"/>
              </a:xfrm>
            </p:spPr>
          </p:sp>
        </mc:Fallback>
      </mc:AlternateContent>
      <mc:AlternateContent xmlns:mc="http://schemas.openxmlformats.org/markup-compatibility/2006">
        <mc:Choice xmlns:p14="http://schemas.microsoft.com/office/powerpoint/2010/main" Requires="p14">
          <p:contentPart p14:bwMode="auto" r:id="rId42">
            <p14:nvContentPartPr>
              <p14:cNvPr id="1049122" name=""/>
              <p14:cNvContentPartPr/>
              <p14:nvPr/>
            </p14:nvContentPartPr>
            <p14:xfrm>
              <a:off x="8297436" y="137965"/>
              <a:ext cx="241579" cy="379386"/>
            </p14:xfrm>
          </p:contentPart>
        </mc:Choice>
        <mc:Fallback>
          <p:sp>
            <p:nvSpPr>
              <p:cNvPr id="1049122" name=""/>
              <p:cNvSpPr/>
              <p:nvPr/>
            </p:nvSpPr>
            <p:spPr>
              <a:xfrm>
                <a:off x="8297436" y="137965"/>
                <a:ext cx="241579" cy="379386"/>
              </a:xfrm>
            </p:spPr>
          </p:sp>
        </mc:Fallback>
      </mc:AlternateContent>
      <mc:AlternateContent xmlns:mc="http://schemas.openxmlformats.org/markup-compatibility/2006">
        <mc:Choice xmlns:p14="http://schemas.microsoft.com/office/powerpoint/2010/main" Requires="p14">
          <p:contentPart p14:bwMode="auto" r:id="rId43">
            <p14:nvContentPartPr>
              <p14:cNvPr id="1049123" name=""/>
              <p14:cNvContentPartPr/>
              <p14:nvPr/>
            </p14:nvContentPartPr>
            <p14:xfrm>
              <a:off x="8019644" y="88945"/>
              <a:ext cx="76902" cy="216249"/>
            </p14:xfrm>
          </p:contentPart>
        </mc:Choice>
        <mc:Fallback>
          <p:sp>
            <p:nvSpPr>
              <p:cNvPr id="1049123" name=""/>
              <p:cNvSpPr/>
              <p:nvPr/>
            </p:nvSpPr>
            <p:spPr>
              <a:xfrm>
                <a:off x="8019644" y="88945"/>
                <a:ext cx="76902" cy="216249"/>
              </a:xfrm>
            </p:spPr>
          </p:sp>
        </mc:Fallback>
      </mc:AlternateContent>
      <mc:AlternateContent xmlns:mc="http://schemas.openxmlformats.org/markup-compatibility/2006">
        <mc:Choice xmlns:p14="http://schemas.microsoft.com/office/powerpoint/2010/main" Requires="p14">
          <p:contentPart p14:bwMode="auto" r:id="rId44">
            <p14:nvContentPartPr>
              <p14:cNvPr id="1049124" name=""/>
              <p14:cNvContentPartPr/>
              <p14:nvPr/>
            </p14:nvContentPartPr>
            <p14:xfrm>
              <a:off x="8152076" y="94662"/>
              <a:ext cx="79359" cy="190729"/>
            </p14:xfrm>
          </p:contentPart>
        </mc:Choice>
        <mc:Fallback>
          <p:sp>
            <p:nvSpPr>
              <p:cNvPr id="1049124" name=""/>
              <p:cNvSpPr/>
              <p:nvPr/>
            </p:nvSpPr>
            <p:spPr>
              <a:xfrm>
                <a:off x="8152076" y="94662"/>
                <a:ext cx="79359" cy="190729"/>
              </a:xfrm>
            </p:spPr>
          </p:sp>
        </mc:Fallback>
      </mc:AlternateContent>
      <mc:AlternateContent xmlns:mc="http://schemas.openxmlformats.org/markup-compatibility/2006">
        <mc:Choice xmlns:p14="http://schemas.microsoft.com/office/powerpoint/2010/main" Requires="p14">
          <p:contentPart p14:bwMode="auto" r:id="rId45">
            <p14:nvContentPartPr>
              <p14:cNvPr id="1049125" name=""/>
              <p14:cNvContentPartPr/>
              <p14:nvPr/>
            </p14:nvContentPartPr>
            <p14:xfrm>
              <a:off x="8998039" y="258478"/>
              <a:ext cx="236074" cy="250907"/>
            </p14:xfrm>
          </p:contentPart>
        </mc:Choice>
        <mc:Fallback>
          <p:sp>
            <p:nvSpPr>
              <p:cNvPr id="1049125" name=""/>
              <p:cNvSpPr/>
              <p:nvPr/>
            </p:nvSpPr>
            <p:spPr>
              <a:xfrm>
                <a:off x="8998039" y="258478"/>
                <a:ext cx="236074" cy="250907"/>
              </a:xfrm>
            </p:spPr>
          </p:sp>
        </mc:Fallback>
      </mc:AlternateContent>
      <mc:AlternateContent xmlns:mc="http://schemas.openxmlformats.org/markup-compatibility/2006">
        <mc:Choice xmlns:p14="http://schemas.microsoft.com/office/powerpoint/2010/main" Requires="p14">
          <p:contentPart p14:bwMode="auto" r:id="rId46">
            <p14:nvContentPartPr>
              <p14:cNvPr id="1049126" name=""/>
              <p14:cNvContentPartPr/>
              <p14:nvPr/>
            </p14:nvContentPartPr>
            <p14:xfrm>
              <a:off x="9251876" y="507901"/>
              <a:ext cx="145240" cy="163982"/>
            </p14:xfrm>
          </p:contentPart>
        </mc:Choice>
        <mc:Fallback>
          <p:sp>
            <p:nvSpPr>
              <p:cNvPr id="1049126" name=""/>
              <p:cNvSpPr/>
              <p:nvPr/>
            </p:nvSpPr>
            <p:spPr>
              <a:xfrm>
                <a:off x="9251876" y="507901"/>
                <a:ext cx="145240" cy="163982"/>
              </a:xfrm>
            </p:spPr>
          </p:sp>
        </mc:Fallback>
      </mc:AlternateContent>
      <mc:AlternateContent xmlns:mc="http://schemas.openxmlformats.org/markup-compatibility/2006">
        <mc:Choice xmlns:p14="http://schemas.microsoft.com/office/powerpoint/2010/main" Requires="p14">
          <p:contentPart p14:bwMode="auto" r:id="rId47">
            <p14:nvContentPartPr>
              <p14:cNvPr id="1049127" name=""/>
              <p14:cNvContentPartPr/>
              <p14:nvPr/>
            </p14:nvContentPartPr>
            <p14:xfrm>
              <a:off x="9503865" y="355965"/>
              <a:ext cx="124675" cy="5939"/>
            </p14:xfrm>
          </p:contentPart>
        </mc:Choice>
        <mc:Fallback>
          <p:sp>
            <p:nvSpPr>
              <p:cNvPr id="1049127" name=""/>
              <p:cNvSpPr/>
              <p:nvPr/>
            </p:nvSpPr>
            <p:spPr>
              <a:xfrm>
                <a:off x="9503865" y="355965"/>
                <a:ext cx="124675" cy="5939"/>
              </a:xfrm>
            </p:spPr>
          </p:sp>
        </mc:Fallback>
      </mc:AlternateContent>
      <mc:AlternateContent xmlns:mc="http://schemas.openxmlformats.org/markup-compatibility/2006">
        <mc:Choice xmlns:p14="http://schemas.microsoft.com/office/powerpoint/2010/main" Requires="p14">
          <p:contentPart p14:bwMode="auto" r:id="rId48">
            <p14:nvContentPartPr>
              <p14:cNvPr id="1049128" name=""/>
              <p14:cNvContentPartPr/>
              <p14:nvPr/>
            </p14:nvContentPartPr>
            <p14:xfrm>
              <a:off x="9517003" y="423729"/>
              <a:ext cx="108908" cy="43987"/>
            </p14:xfrm>
          </p:contentPart>
        </mc:Choice>
        <mc:Fallback>
          <p:sp>
            <p:nvSpPr>
              <p:cNvPr id="1049128" name=""/>
              <p:cNvSpPr/>
              <p:nvPr/>
            </p:nvSpPr>
            <p:spPr>
              <a:xfrm>
                <a:off x="9517003" y="423729"/>
                <a:ext cx="108908" cy="43987"/>
              </a:xfrm>
            </p:spPr>
          </p:sp>
        </mc:Fallback>
      </mc:AlternateContent>
      <mc:AlternateContent xmlns:mc="http://schemas.openxmlformats.org/markup-compatibility/2006">
        <mc:Choice xmlns:p14="http://schemas.microsoft.com/office/powerpoint/2010/main" Requires="p14">
          <p:contentPart p14:bwMode="auto" r:id="rId49">
            <p14:nvContentPartPr>
              <p14:cNvPr id="1049129" name=""/>
              <p14:cNvContentPartPr/>
              <p14:nvPr/>
            </p14:nvContentPartPr>
            <p14:xfrm>
              <a:off x="9784613" y="177647"/>
              <a:ext cx="131467" cy="292266"/>
            </p14:xfrm>
          </p:contentPart>
        </mc:Choice>
        <mc:Fallback>
          <p:sp>
            <p:nvSpPr>
              <p:cNvPr id="1049129" name=""/>
              <p:cNvSpPr/>
              <p:nvPr/>
            </p:nvSpPr>
            <p:spPr>
              <a:xfrm>
                <a:off x="9784613" y="177647"/>
                <a:ext cx="131467" cy="292266"/>
              </a:xfrm>
            </p:spPr>
          </p:sp>
        </mc:Fallback>
      </mc:AlternateContent>
      <mc:AlternateContent xmlns:mc="http://schemas.openxmlformats.org/markup-compatibility/2006">
        <mc:Choice xmlns:p14="http://schemas.microsoft.com/office/powerpoint/2010/main" Requires="p14">
          <p:contentPart p14:bwMode="auto" r:id="rId50">
            <p14:nvContentPartPr>
              <p14:cNvPr id="1049130" name=""/>
              <p14:cNvContentPartPr/>
              <p14:nvPr/>
            </p14:nvContentPartPr>
            <p14:xfrm>
              <a:off x="9977501" y="334966"/>
              <a:ext cx="122878" cy="99159"/>
            </p14:xfrm>
          </p:contentPart>
        </mc:Choice>
        <mc:Fallback>
          <p:sp>
            <p:nvSpPr>
              <p:cNvPr id="1049130" name=""/>
              <p:cNvSpPr/>
              <p:nvPr/>
            </p:nvSpPr>
            <p:spPr>
              <a:xfrm>
                <a:off x="9977501" y="334966"/>
                <a:ext cx="122878" cy="99159"/>
              </a:xfrm>
            </p:spPr>
          </p:sp>
        </mc:Fallback>
      </mc:AlternateContent>
      <mc:AlternateContent xmlns:mc="http://schemas.openxmlformats.org/markup-compatibility/2006">
        <mc:Choice xmlns:p14="http://schemas.microsoft.com/office/powerpoint/2010/main" Requires="p14">
          <p:contentPart p14:bwMode="auto" r:id="rId51">
            <p14:nvContentPartPr>
              <p14:cNvPr id="1049131" name=""/>
              <p14:cNvContentPartPr/>
              <p14:nvPr/>
            </p14:nvContentPartPr>
            <p14:xfrm>
              <a:off x="10132452" y="380187"/>
              <a:ext cx="36541" cy="299769"/>
            </p14:xfrm>
          </p:contentPart>
        </mc:Choice>
        <mc:Fallback>
          <p:sp>
            <p:nvSpPr>
              <p:cNvPr id="1049131" name=""/>
              <p:cNvSpPr/>
              <p:nvPr/>
            </p:nvSpPr>
            <p:spPr>
              <a:xfrm>
                <a:off x="10132452" y="380187"/>
                <a:ext cx="36541" cy="299769"/>
              </a:xfrm>
            </p:spPr>
          </p:sp>
        </mc:Fallback>
      </mc:AlternateContent>
      <mc:AlternateContent xmlns:mc="http://schemas.openxmlformats.org/markup-compatibility/2006">
        <mc:Choice xmlns:p14="http://schemas.microsoft.com/office/powerpoint/2010/main" Requires="p14">
          <p:contentPart p14:bwMode="auto" r:id="rId52">
            <p14:nvContentPartPr>
              <p14:cNvPr id="1049132" name=""/>
              <p14:cNvContentPartPr/>
              <p14:nvPr/>
            </p14:nvContentPartPr>
            <p14:xfrm>
              <a:off x="10128958" y="423112"/>
              <a:ext cx="85302" cy="114823"/>
            </p14:xfrm>
          </p:contentPart>
        </mc:Choice>
        <mc:Fallback>
          <p:sp>
            <p:nvSpPr>
              <p:cNvPr id="1049132" name=""/>
              <p:cNvSpPr/>
              <p:nvPr/>
            </p:nvSpPr>
            <p:spPr>
              <a:xfrm>
                <a:off x="10128958" y="423112"/>
                <a:ext cx="85302" cy="114823"/>
              </a:xfrm>
            </p:spPr>
          </p:sp>
        </mc:Fallback>
      </mc:AlternateContent>
      <mc:AlternateContent xmlns:mc="http://schemas.openxmlformats.org/markup-compatibility/2006">
        <mc:Choice xmlns:p14="http://schemas.microsoft.com/office/powerpoint/2010/main" Requires="p14">
          <p:contentPart p14:bwMode="auto" r:id="rId53">
            <p14:nvContentPartPr>
              <p14:cNvPr id="1049133" name=""/>
              <p14:cNvContentPartPr/>
              <p14:nvPr/>
            </p14:nvContentPartPr>
            <p14:xfrm>
              <a:off x="10262193" y="368497"/>
              <a:ext cx="159396" cy="45408"/>
            </p14:xfrm>
          </p:contentPart>
        </mc:Choice>
        <mc:Fallback>
          <p:sp>
            <p:nvSpPr>
              <p:cNvPr id="1049133" name=""/>
              <p:cNvSpPr/>
              <p:nvPr/>
            </p:nvSpPr>
            <p:spPr>
              <a:xfrm>
                <a:off x="10262193" y="368497"/>
                <a:ext cx="159396" cy="45408"/>
              </a:xfrm>
            </p:spPr>
          </p:sp>
        </mc:Fallback>
      </mc:AlternateContent>
      <mc:AlternateContent xmlns:mc="http://schemas.openxmlformats.org/markup-compatibility/2006">
        <mc:Choice xmlns:p14="http://schemas.microsoft.com/office/powerpoint/2010/main" Requires="p14">
          <p:contentPart p14:bwMode="auto" r:id="rId54">
            <p14:nvContentPartPr>
              <p14:cNvPr id="1049134" name=""/>
              <p14:cNvContentPartPr/>
              <p14:nvPr/>
            </p14:nvContentPartPr>
            <p14:xfrm>
              <a:off x="10334004" y="339079"/>
              <a:ext cx="14820" cy="165378"/>
            </p14:xfrm>
          </p:contentPart>
        </mc:Choice>
        <mc:Fallback>
          <p:sp>
            <p:nvSpPr>
              <p:cNvPr id="1049134" name=""/>
              <p:cNvSpPr/>
              <p:nvPr/>
            </p:nvSpPr>
            <p:spPr>
              <a:xfrm>
                <a:off x="10334004" y="339079"/>
                <a:ext cx="14820" cy="165378"/>
              </a:xfrm>
            </p:spPr>
          </p:sp>
        </mc:Fallback>
      </mc:AlternateContent>
      <mc:AlternateContent xmlns:mc="http://schemas.openxmlformats.org/markup-compatibility/2006">
        <mc:Choice xmlns:p14="http://schemas.microsoft.com/office/powerpoint/2010/main" Requires="p14">
          <p:contentPart p14:bwMode="auto" r:id="rId55">
            <p14:nvContentPartPr>
              <p14:cNvPr id="1049135" name=""/>
              <p14:cNvContentPartPr/>
              <p14:nvPr/>
            </p14:nvContentPartPr>
            <p14:xfrm>
              <a:off x="10487968" y="177647"/>
              <a:ext cx="120337" cy="262072"/>
            </p14:xfrm>
          </p:contentPart>
        </mc:Choice>
        <mc:Fallback>
          <p:sp>
            <p:nvSpPr>
              <p:cNvPr id="1049135" name=""/>
              <p:cNvSpPr/>
              <p:nvPr/>
            </p:nvSpPr>
            <p:spPr>
              <a:xfrm>
                <a:off x="10487968" y="177647"/>
                <a:ext cx="120337" cy="262072"/>
              </a:xfrm>
            </p:spPr>
          </p:sp>
        </mc:Fallback>
      </mc:AlternateContent>
      <mc:AlternateContent xmlns:mc="http://schemas.openxmlformats.org/markup-compatibility/2006">
        <mc:Choice xmlns:p14="http://schemas.microsoft.com/office/powerpoint/2010/main" Requires="p14">
          <p:contentPart p14:bwMode="auto" r:id="rId56">
            <p14:nvContentPartPr>
              <p14:cNvPr id="1049136" name=""/>
              <p14:cNvContentPartPr/>
              <p14:nvPr/>
            </p14:nvContentPartPr>
            <p14:xfrm>
              <a:off x="10666851" y="282266"/>
              <a:ext cx="154259" cy="132194"/>
            </p14:xfrm>
          </p:contentPart>
        </mc:Choice>
        <mc:Fallback>
          <p:sp>
            <p:nvSpPr>
              <p:cNvPr id="1049136" name=""/>
              <p:cNvSpPr/>
              <p:nvPr/>
            </p:nvSpPr>
            <p:spPr>
              <a:xfrm>
                <a:off x="10666851" y="282266"/>
                <a:ext cx="154259" cy="132194"/>
              </a:xfrm>
            </p:spPr>
          </p:sp>
        </mc:Fallback>
      </mc:AlternateContent>
      <mc:AlternateContent xmlns:mc="http://schemas.openxmlformats.org/markup-compatibility/2006">
        <mc:Choice xmlns:p14="http://schemas.microsoft.com/office/powerpoint/2010/main" Requires="p14">
          <p:contentPart p14:bwMode="auto" r:id="rId57">
            <p14:nvContentPartPr>
              <p14:cNvPr id="1049137" name=""/>
              <p14:cNvContentPartPr/>
              <p14:nvPr/>
            </p14:nvContentPartPr>
            <p14:xfrm>
              <a:off x="10873445" y="366330"/>
              <a:ext cx="98946" cy="148500"/>
            </p14:xfrm>
          </p:contentPart>
        </mc:Choice>
        <mc:Fallback>
          <p:sp>
            <p:nvSpPr>
              <p:cNvPr id="1049137" name=""/>
              <p:cNvSpPr/>
              <p:nvPr/>
            </p:nvSpPr>
            <p:spPr>
              <a:xfrm>
                <a:off x="10873445" y="366330"/>
                <a:ext cx="98946" cy="148500"/>
              </a:xfrm>
            </p:spPr>
          </p:sp>
        </mc:Fallback>
      </mc:AlternateContent>
      <mc:AlternateContent xmlns:mc="http://schemas.openxmlformats.org/markup-compatibility/2006">
        <mc:Choice xmlns:p14="http://schemas.microsoft.com/office/powerpoint/2010/main" Requires="p14">
          <p:contentPart p14:bwMode="auto" r:id="rId58">
            <p14:nvContentPartPr>
              <p14:cNvPr id="1049138" name=""/>
              <p14:cNvContentPartPr/>
              <p14:nvPr/>
            </p14:nvContentPartPr>
            <p14:xfrm>
              <a:off x="9570378" y="784345"/>
              <a:ext cx="106908" cy="6149"/>
            </p14:xfrm>
          </p:contentPart>
        </mc:Choice>
        <mc:Fallback>
          <p:sp>
            <p:nvSpPr>
              <p:cNvPr id="1049138" name=""/>
              <p:cNvSpPr/>
              <p:nvPr/>
            </p:nvSpPr>
            <p:spPr>
              <a:xfrm>
                <a:off x="9570378" y="784345"/>
                <a:ext cx="106908" cy="6149"/>
              </a:xfrm>
            </p:spPr>
          </p:sp>
        </mc:Fallback>
      </mc:AlternateContent>
      <mc:AlternateContent xmlns:mc="http://schemas.openxmlformats.org/markup-compatibility/2006">
        <mc:Choice xmlns:p14="http://schemas.microsoft.com/office/powerpoint/2010/main" Requires="p14">
          <p:contentPart p14:bwMode="auto" r:id="rId59">
            <p14:nvContentPartPr>
              <p14:cNvPr id="1049139" name=""/>
              <p14:cNvContentPartPr/>
              <p14:nvPr/>
            </p14:nvContentPartPr>
            <p14:xfrm>
              <a:off x="9590085" y="861209"/>
              <a:ext cx="104111" cy="17361"/>
            </p14:xfrm>
          </p:contentPart>
        </mc:Choice>
        <mc:Fallback>
          <p:sp>
            <p:nvSpPr>
              <p:cNvPr id="1049139" name=""/>
              <p:cNvSpPr/>
              <p:nvPr/>
            </p:nvSpPr>
            <p:spPr>
              <a:xfrm>
                <a:off x="9590085" y="861209"/>
                <a:ext cx="104111" cy="17361"/>
              </a:xfrm>
            </p:spPr>
          </p:sp>
        </mc:Fallback>
      </mc:AlternateContent>
      <mc:AlternateContent xmlns:mc="http://schemas.openxmlformats.org/markup-compatibility/2006">
        <mc:Choice xmlns:p14="http://schemas.microsoft.com/office/powerpoint/2010/main" Requires="p14">
          <p:contentPart p14:bwMode="auto" r:id="rId60">
            <p14:nvContentPartPr>
              <p14:cNvPr id="1049140" name=""/>
              <p14:cNvContentPartPr/>
              <p14:nvPr/>
            </p14:nvContentPartPr>
            <p14:xfrm>
              <a:off x="9762430" y="622220"/>
              <a:ext cx="142243" cy="251735"/>
            </p14:xfrm>
          </p:contentPart>
        </mc:Choice>
        <mc:Fallback>
          <p:sp>
            <p:nvSpPr>
              <p:cNvPr id="1049140" name=""/>
              <p:cNvSpPr/>
              <p:nvPr/>
            </p:nvSpPr>
            <p:spPr>
              <a:xfrm>
                <a:off x="9762430" y="622220"/>
                <a:ext cx="142243" cy="251735"/>
              </a:xfrm>
            </p:spPr>
          </p:sp>
        </mc:Fallback>
      </mc:AlternateContent>
      <mc:AlternateContent xmlns:mc="http://schemas.openxmlformats.org/markup-compatibility/2006">
        <mc:Choice xmlns:p14="http://schemas.microsoft.com/office/powerpoint/2010/main" Requires="p14">
          <p:contentPart p14:bwMode="auto" r:id="rId61">
            <p14:nvContentPartPr>
              <p14:cNvPr id="1049141" name=""/>
              <p14:cNvContentPartPr/>
              <p14:nvPr/>
            </p14:nvContentPartPr>
            <p14:xfrm>
              <a:off x="9985251" y="670026"/>
              <a:ext cx="110660" cy="293148"/>
            </p14:xfrm>
          </p:contentPart>
        </mc:Choice>
        <mc:Fallback>
          <p:sp>
            <p:nvSpPr>
              <p:cNvPr id="1049141" name=""/>
              <p:cNvSpPr/>
              <p:nvPr/>
            </p:nvSpPr>
            <p:spPr>
              <a:xfrm>
                <a:off x="9985251" y="670026"/>
                <a:ext cx="110660" cy="293148"/>
              </a:xfrm>
            </p:spPr>
          </p:sp>
        </mc:Fallback>
      </mc:AlternateContent>
      <mc:AlternateContent xmlns:mc="http://schemas.openxmlformats.org/markup-compatibility/2006">
        <mc:Choice xmlns:p14="http://schemas.microsoft.com/office/powerpoint/2010/main" Requires="p14">
          <p:contentPart p14:bwMode="auto" r:id="rId62">
            <p14:nvContentPartPr>
              <p14:cNvPr id="1049142" name=""/>
              <p14:cNvContentPartPr/>
              <p14:nvPr/>
            </p14:nvContentPartPr>
            <p14:xfrm>
              <a:off x="10195680" y="723837"/>
              <a:ext cx="298242" cy="278030"/>
            </p14:xfrm>
          </p:contentPart>
        </mc:Choice>
        <mc:Fallback>
          <p:sp>
            <p:nvSpPr>
              <p:cNvPr id="1049142" name=""/>
              <p:cNvSpPr/>
              <p:nvPr/>
            </p:nvSpPr>
            <p:spPr>
              <a:xfrm>
                <a:off x="10195680" y="723837"/>
                <a:ext cx="298242" cy="278030"/>
              </a:xfrm>
            </p:spPr>
          </p:sp>
        </mc:Fallback>
      </mc:AlternateContent>
      <mc:AlternateContent xmlns:mc="http://schemas.openxmlformats.org/markup-compatibility/2006">
        <mc:Choice xmlns:p14="http://schemas.microsoft.com/office/powerpoint/2010/main" Requires="p14">
          <p:contentPart p14:bwMode="auto" r:id="rId63">
            <p14:nvContentPartPr>
              <p14:cNvPr id="1049143" name=""/>
              <p14:cNvContentPartPr/>
              <p14:nvPr/>
            </p14:nvContentPartPr>
            <p14:xfrm>
              <a:off x="10515105" y="780931"/>
              <a:ext cx="112585" cy="10111"/>
            </p14:xfrm>
          </p:contentPart>
        </mc:Choice>
        <mc:Fallback>
          <p:sp>
            <p:nvSpPr>
              <p:cNvPr id="1049143" name=""/>
              <p:cNvSpPr/>
              <p:nvPr/>
            </p:nvSpPr>
            <p:spPr>
              <a:xfrm>
                <a:off x="10515105" y="780931"/>
                <a:ext cx="112585" cy="10111"/>
              </a:xfrm>
            </p:spPr>
          </p:sp>
        </mc:Fallback>
      </mc:AlternateContent>
      <mc:AlternateContent xmlns:mc="http://schemas.openxmlformats.org/markup-compatibility/2006">
        <mc:Choice xmlns:p14="http://schemas.microsoft.com/office/powerpoint/2010/main" Requires="p14">
          <p:contentPart p14:bwMode="auto" r:id="rId64">
            <p14:nvContentPartPr>
              <p14:cNvPr id="1049144" name=""/>
              <p14:cNvContentPartPr/>
              <p14:nvPr/>
            </p14:nvContentPartPr>
            <p14:xfrm>
              <a:off x="10554931" y="737001"/>
              <a:ext cx="12324" cy="148017"/>
            </p14:xfrm>
          </p:contentPart>
        </mc:Choice>
        <mc:Fallback>
          <p:sp>
            <p:nvSpPr>
              <p:cNvPr id="1049144" name=""/>
              <p:cNvSpPr/>
              <p:nvPr/>
            </p:nvSpPr>
            <p:spPr>
              <a:xfrm>
                <a:off x="10554931" y="737001"/>
                <a:ext cx="12324" cy="148017"/>
              </a:xfrm>
            </p:spPr>
          </p:sp>
        </mc:Fallback>
      </mc:AlternateContent>
      <mc:AlternateContent xmlns:mc="http://schemas.openxmlformats.org/markup-compatibility/2006">
        <mc:Choice xmlns:p14="http://schemas.microsoft.com/office/powerpoint/2010/main" Requires="p14">
          <p:contentPart p14:bwMode="auto" r:id="rId65">
            <p14:nvContentPartPr>
              <p14:cNvPr id="1049145" name=""/>
              <p14:cNvContentPartPr/>
              <p14:nvPr/>
            </p14:nvContentPartPr>
            <p14:xfrm>
              <a:off x="10668249" y="703513"/>
              <a:ext cx="194998" cy="110849"/>
            </p14:xfrm>
          </p:contentPart>
        </mc:Choice>
        <mc:Fallback>
          <p:sp>
            <p:nvSpPr>
              <p:cNvPr id="1049145" name=""/>
              <p:cNvSpPr/>
              <p:nvPr/>
            </p:nvSpPr>
            <p:spPr>
              <a:xfrm>
                <a:off x="10668249" y="703513"/>
                <a:ext cx="194998" cy="110849"/>
              </a:xfrm>
            </p:spPr>
          </p:sp>
        </mc:Fallback>
      </mc:AlternateContent>
      <mc:AlternateContent xmlns:mc="http://schemas.openxmlformats.org/markup-compatibility/2006">
        <mc:Choice xmlns:p14="http://schemas.microsoft.com/office/powerpoint/2010/main" Requires="p14">
          <p:contentPart p14:bwMode="auto" r:id="rId66">
            <p14:nvContentPartPr>
              <p14:cNvPr id="1049146" name=""/>
              <p14:cNvContentPartPr/>
              <p14:nvPr/>
            </p14:nvContentPartPr>
            <p14:xfrm>
              <a:off x="10927302" y="744160"/>
              <a:ext cx="66901" cy="154462"/>
            </p14:xfrm>
          </p:contentPart>
        </mc:Choice>
        <mc:Fallback>
          <p:sp>
            <p:nvSpPr>
              <p:cNvPr id="1049146" name=""/>
              <p:cNvSpPr/>
              <p:nvPr/>
            </p:nvSpPr>
            <p:spPr>
              <a:xfrm>
                <a:off x="10927302" y="744160"/>
                <a:ext cx="66901" cy="154462"/>
              </a:xfrm>
            </p:spPr>
          </p:sp>
        </mc:Fallback>
      </mc:AlternateContent>
      <mc:AlternateContent xmlns:mc="http://schemas.openxmlformats.org/markup-compatibility/2006">
        <mc:Choice xmlns:p14="http://schemas.microsoft.com/office/powerpoint/2010/main" Requires="p14">
          <p:contentPart p14:bwMode="auto" r:id="rId67">
            <p14:nvContentPartPr>
              <p14:cNvPr id="1049147" name=""/>
              <p14:cNvContentPartPr/>
              <p14:nvPr/>
            </p14:nvContentPartPr>
            <p14:xfrm>
              <a:off x="11034069" y="629148"/>
              <a:ext cx="61675" cy="276674"/>
            </p14:xfrm>
          </p:contentPart>
        </mc:Choice>
        <mc:Fallback>
          <p:sp>
            <p:nvSpPr>
              <p:cNvPr id="1049147" name=""/>
              <p:cNvSpPr/>
              <p:nvPr/>
            </p:nvSpPr>
            <p:spPr>
              <a:xfrm>
                <a:off x="11034069" y="629148"/>
                <a:ext cx="61675" cy="276674"/>
              </a:xfrm>
            </p:spPr>
          </p:sp>
        </mc:Fallback>
      </mc:AlternateContent>
      <mc:AlternateContent xmlns:mc="http://schemas.openxmlformats.org/markup-compatibility/2006">
        <mc:Choice xmlns:p14="http://schemas.microsoft.com/office/powerpoint/2010/main" Requires="p14">
          <p:contentPart p14:bwMode="auto" r:id="rId68">
            <p14:nvContentPartPr>
              <p14:cNvPr id="1049148" name=""/>
              <p14:cNvContentPartPr/>
              <p14:nvPr/>
            </p14:nvContentPartPr>
            <p14:xfrm>
              <a:off x="11125034" y="730303"/>
              <a:ext cx="102005" cy="134174"/>
            </p14:xfrm>
          </p:contentPart>
        </mc:Choice>
        <mc:Fallback>
          <p:sp>
            <p:nvSpPr>
              <p:cNvPr id="1049148" name=""/>
              <p:cNvSpPr/>
              <p:nvPr/>
            </p:nvSpPr>
            <p:spPr>
              <a:xfrm>
                <a:off x="11125034" y="730303"/>
                <a:ext cx="102005" cy="134174"/>
              </a:xfrm>
            </p:spPr>
          </p:sp>
        </mc:Fallback>
      </mc:AlternateContent>
      <mc:AlternateContent xmlns:mc="http://schemas.openxmlformats.org/markup-compatibility/2006">
        <mc:Choice xmlns:p14="http://schemas.microsoft.com/office/powerpoint/2010/main" Requires="p14">
          <p:contentPart p14:bwMode="auto" r:id="rId69">
            <p14:nvContentPartPr>
              <p14:cNvPr id="1049149" name=""/>
              <p14:cNvContentPartPr/>
              <p14:nvPr/>
            </p14:nvContentPartPr>
            <p14:xfrm>
              <a:off x="11153957" y="737001"/>
              <a:ext cx="14489" cy="108593"/>
            </p14:xfrm>
          </p:contentPart>
        </mc:Choice>
        <mc:Fallback>
          <p:sp>
            <p:nvSpPr>
              <p:cNvPr id="1049149" name=""/>
              <p:cNvSpPr/>
              <p:nvPr/>
            </p:nvSpPr>
            <p:spPr>
              <a:xfrm>
                <a:off x="11153957" y="737001"/>
                <a:ext cx="14489" cy="108593"/>
              </a:xfrm>
            </p:spPr>
          </p:sp>
        </mc:Fallback>
      </mc:AlternateContent>
      <mc:AlternateContent xmlns:mc="http://schemas.openxmlformats.org/markup-compatibility/2006">
        <mc:Choice xmlns:p14="http://schemas.microsoft.com/office/powerpoint/2010/main" Requires="p14">
          <p:contentPart p14:bwMode="auto" r:id="rId70">
            <p14:nvContentPartPr>
              <p14:cNvPr id="1049150" name=""/>
              <p14:cNvContentPartPr/>
              <p14:nvPr/>
            </p14:nvContentPartPr>
            <p14:xfrm>
              <a:off x="11273844" y="674373"/>
              <a:ext cx="115241" cy="133568"/>
            </p14:xfrm>
          </p:contentPart>
        </mc:Choice>
        <mc:Fallback>
          <p:sp>
            <p:nvSpPr>
              <p:cNvPr id="1049150" name=""/>
              <p:cNvSpPr/>
              <p:nvPr/>
            </p:nvSpPr>
            <p:spPr>
              <a:xfrm>
                <a:off x="11273844" y="674373"/>
                <a:ext cx="115241" cy="133568"/>
              </a:xfrm>
            </p:spPr>
          </p:sp>
        </mc:Fallback>
      </mc:AlternateContent>
      <mc:AlternateContent xmlns:mc="http://schemas.openxmlformats.org/markup-compatibility/2006">
        <mc:Choice xmlns:p14="http://schemas.microsoft.com/office/powerpoint/2010/main" Requires="p14">
          <p:contentPart p14:bwMode="auto" r:id="rId71">
            <p14:nvContentPartPr>
              <p14:cNvPr id="1049151" name=""/>
              <p14:cNvContentPartPr/>
              <p14:nvPr/>
            </p14:nvContentPartPr>
            <p14:xfrm>
              <a:off x="11050650" y="912290"/>
              <a:ext cx="349650" cy="33468"/>
            </p14:xfrm>
          </p:contentPart>
        </mc:Choice>
        <mc:Fallback>
          <p:sp>
            <p:nvSpPr>
              <p:cNvPr id="1049151" name=""/>
              <p:cNvSpPr/>
              <p:nvPr/>
            </p:nvSpPr>
            <p:spPr>
              <a:xfrm>
                <a:off x="11050650" y="912290"/>
                <a:ext cx="349650" cy="33468"/>
              </a:xfrm>
            </p:spPr>
          </p:sp>
        </mc:Fallback>
      </mc:AlternateContent>
      <mc:AlternateContent xmlns:mc="http://schemas.openxmlformats.org/markup-compatibility/2006">
        <mc:Choice xmlns:p14="http://schemas.microsoft.com/office/powerpoint/2010/main" Requires="p14">
          <p:contentPart p14:bwMode="auto" r:id="rId72">
            <p14:nvContentPartPr>
              <p14:cNvPr id="1049152" name=""/>
              <p14:cNvContentPartPr/>
              <p14:nvPr/>
            </p14:nvContentPartPr>
            <p14:xfrm>
              <a:off x="11118423" y="1020625"/>
              <a:ext cx="141201" cy="239285"/>
            </p14:xfrm>
          </p:contentPart>
        </mc:Choice>
        <mc:Fallback>
          <p:sp>
            <p:nvSpPr>
              <p:cNvPr id="1049152" name=""/>
              <p:cNvSpPr/>
              <p:nvPr/>
            </p:nvSpPr>
            <p:spPr>
              <a:xfrm>
                <a:off x="11118423" y="1020625"/>
                <a:ext cx="141201" cy="239285"/>
              </a:xfrm>
            </p:spPr>
          </p:sp>
        </mc:Fallback>
      </mc:AlternateContent>
      <mc:AlternateContent xmlns:mc="http://schemas.openxmlformats.org/markup-compatibility/2006">
        <mc:Choice xmlns:p14="http://schemas.microsoft.com/office/powerpoint/2010/main" Requires="p14">
          <p:contentPart p14:bwMode="auto" r:id="rId73">
            <p14:nvContentPartPr>
              <p14:cNvPr id="1049153" name=""/>
              <p14:cNvContentPartPr/>
              <p14:nvPr/>
            </p14:nvContentPartPr>
            <p14:xfrm>
              <a:off x="9913627" y="560709"/>
              <a:ext cx="1451549" cy="928602"/>
            </p14:xfrm>
          </p:contentPart>
        </mc:Choice>
        <mc:Fallback>
          <p:sp>
            <p:nvSpPr>
              <p:cNvPr id="1049153" name=""/>
              <p:cNvSpPr/>
              <p:nvPr/>
            </p:nvSpPr>
            <p:spPr>
              <a:xfrm>
                <a:off x="9913627" y="560709"/>
                <a:ext cx="1451549" cy="928602"/>
              </a:xfrm>
            </p:spPr>
          </p:sp>
        </mc:Fallback>
      </mc:AlternateContent>
      <mc:AlternateContent xmlns:mc="http://schemas.openxmlformats.org/markup-compatibility/2006">
        <mc:Choice xmlns:p14="http://schemas.microsoft.com/office/powerpoint/2010/main" Requires="p14">
          <p:contentPart p14:bwMode="auto" r:id="rId74">
            <p14:nvContentPartPr>
              <p14:cNvPr id="1049154" name=""/>
              <p14:cNvContentPartPr/>
              <p14:nvPr/>
            </p14:nvContentPartPr>
            <p14:xfrm>
              <a:off x="6731160" y="1175339"/>
              <a:ext cx="3937088" cy="1877299"/>
            </p14:xfrm>
          </p:contentPart>
        </mc:Choice>
        <mc:Fallback>
          <p:sp>
            <p:nvSpPr>
              <p:cNvPr id="1049154" name=""/>
              <p:cNvSpPr/>
              <p:nvPr/>
            </p:nvSpPr>
            <p:spPr>
              <a:xfrm>
                <a:off x="6731160" y="1175339"/>
                <a:ext cx="3937088" cy="1877299"/>
              </a:xfrm>
            </p:spPr>
          </p:sp>
        </mc:Fallback>
      </mc:AlternateContent>
      <mc:AlternateContent xmlns:mc="http://schemas.openxmlformats.org/markup-compatibility/2006">
        <mc:Choice xmlns:p14="http://schemas.microsoft.com/office/powerpoint/2010/main" Requires="p14">
          <p:contentPart p14:bwMode="auto" r:id="rId75">
            <p14:nvContentPartPr>
              <p14:cNvPr id="1049155" name=""/>
              <p14:cNvContentPartPr/>
              <p14:nvPr/>
            </p14:nvContentPartPr>
            <p14:xfrm>
              <a:off x="6738550" y="2793124"/>
              <a:ext cx="359236" cy="298104"/>
            </p14:xfrm>
          </p:contentPart>
        </mc:Choice>
        <mc:Fallback>
          <p:sp>
            <p:nvSpPr>
              <p:cNvPr id="1049155" name=""/>
              <p:cNvSpPr/>
              <p:nvPr/>
            </p:nvSpPr>
            <p:spPr>
              <a:xfrm>
                <a:off x="6738550" y="2793124"/>
                <a:ext cx="359236" cy="298104"/>
              </a:xfrm>
            </p:spPr>
          </p:sp>
        </mc:Fallback>
      </mc:AlternateContent>
      <mc:AlternateContent xmlns:mc="http://schemas.openxmlformats.org/markup-compatibility/2006">
        <mc:Choice xmlns:p14="http://schemas.microsoft.com/office/powerpoint/2010/main" Requires="p14">
          <p:contentPart p14:bwMode="auto" r:id="rId76">
            <p14:nvContentPartPr>
              <p14:cNvPr id="1049156" name=""/>
              <p14:cNvContentPartPr/>
              <p14:nvPr/>
            </p14:nvContentPartPr>
            <p14:xfrm>
              <a:off x="5743028" y="2516449"/>
              <a:ext cx="1990447" cy="494554"/>
            </p14:xfrm>
          </p:contentPart>
        </mc:Choice>
        <mc:Fallback>
          <p:sp>
            <p:nvSpPr>
              <p:cNvPr id="1049156" name=""/>
              <p:cNvSpPr/>
              <p:nvPr/>
            </p:nvSpPr>
            <p:spPr>
              <a:xfrm>
                <a:off x="5743028" y="2516449"/>
                <a:ext cx="1990447" cy="494554"/>
              </a:xfrm>
            </p:spPr>
          </p:sp>
        </mc:Fallback>
      </mc:AlternateContent>
      <mc:AlternateContent xmlns:mc="http://schemas.openxmlformats.org/markup-compatibility/2006">
        <mc:Choice xmlns:p14="http://schemas.microsoft.com/office/powerpoint/2010/main" Requires="p14">
          <p:contentPart p14:bwMode="auto" r:id="rId77">
            <p14:nvContentPartPr>
              <p14:cNvPr id="1049157" name=""/>
              <p14:cNvContentPartPr/>
              <p14:nvPr/>
            </p14:nvContentPartPr>
            <p14:xfrm>
              <a:off x="5678103" y="2848320"/>
              <a:ext cx="268349" cy="227723"/>
            </p14:xfrm>
          </p:contentPart>
        </mc:Choice>
        <mc:Fallback>
          <p:sp>
            <p:nvSpPr>
              <p:cNvPr id="1049157" name=""/>
              <p:cNvSpPr/>
              <p:nvPr/>
            </p:nvSpPr>
            <p:spPr>
              <a:xfrm>
                <a:off x="5678103" y="2848320"/>
                <a:ext cx="268349" cy="227723"/>
              </a:xfrm>
            </p:spPr>
          </p:sp>
        </mc:Fallback>
      </mc:AlternateContent>
      <mc:AlternateContent xmlns:mc="http://schemas.openxmlformats.org/markup-compatibility/2006">
        <mc:Choice xmlns:p14="http://schemas.microsoft.com/office/powerpoint/2010/main" Requires="p14">
          <p:contentPart p14:bwMode="auto" r:id="rId78">
            <p14:nvContentPartPr>
              <p14:cNvPr id="1049264" name=""/>
              <p14:cNvContentPartPr/>
              <p14:nvPr/>
            </p14:nvContentPartPr>
            <p14:xfrm>
              <a:off x="1289945" y="4511602"/>
              <a:ext cx="1189839" cy="40878"/>
            </p14:xfrm>
          </p:contentPart>
        </mc:Choice>
        <mc:Fallback>
          <p:sp>
            <p:nvSpPr>
              <p:cNvPr id="1049264" name=""/>
              <p:cNvSpPr/>
              <p:nvPr/>
            </p:nvSpPr>
            <p:spPr>
              <a:xfrm>
                <a:off x="1289945" y="4511602"/>
                <a:ext cx="1189839" cy="40878"/>
              </a:xfrm>
            </p:spPr>
          </p:sp>
        </mc:Fallback>
      </mc:AlternateContent>
      <mc:AlternateContent xmlns:mc="http://schemas.openxmlformats.org/markup-compatibility/2006">
        <mc:Choice xmlns:p14="http://schemas.microsoft.com/office/powerpoint/2010/main" Requires="p14">
          <p:contentPart p14:bwMode="auto" r:id="rId79">
            <p14:nvContentPartPr>
              <p14:cNvPr id="1049265" name=""/>
              <p14:cNvContentPartPr/>
              <p14:nvPr/>
            </p14:nvContentPartPr>
            <p14:xfrm>
              <a:off x="6336295" y="4525455"/>
              <a:ext cx="2373370" cy="33490"/>
            </p14:xfrm>
          </p:contentPart>
        </mc:Choice>
        <mc:Fallback>
          <p:sp>
            <p:nvSpPr>
              <p:cNvPr id="1049265" name=""/>
              <p:cNvSpPr/>
              <p:nvPr/>
            </p:nvSpPr>
            <p:spPr>
              <a:xfrm>
                <a:off x="6336295" y="4525455"/>
                <a:ext cx="2373370" cy="33490"/>
              </a:xfrm>
            </p:spPr>
          </p:sp>
        </mc:Fallback>
      </mc:AlternateContent>
      <mc:AlternateContent xmlns:mc="http://schemas.openxmlformats.org/markup-compatibility/2006">
        <mc:Choice xmlns:p14="http://schemas.microsoft.com/office/powerpoint/2010/main" Requires="p14">
          <p:contentPart p14:bwMode="auto" r:id="rId80">
            <p14:nvContentPartPr>
              <p14:cNvPr id="1049266" name=""/>
              <p14:cNvContentPartPr/>
              <p14:nvPr/>
            </p14:nvContentPartPr>
            <p14:xfrm>
              <a:off x="9046644" y="3992537"/>
              <a:ext cx="869629" cy="613752"/>
            </p14:xfrm>
          </p:contentPart>
        </mc:Choice>
        <mc:Fallback>
          <p:sp>
            <p:nvSpPr>
              <p:cNvPr id="1049266" name=""/>
              <p:cNvSpPr/>
              <p:nvPr/>
            </p:nvSpPr>
            <p:spPr>
              <a:xfrm>
                <a:off x="9046644" y="3992537"/>
                <a:ext cx="869629" cy="613752"/>
              </a:xfrm>
            </p:spPr>
          </p:sp>
        </mc:Fallback>
      </mc:AlternateContent>
      <mc:AlternateContent xmlns:mc="http://schemas.openxmlformats.org/markup-compatibility/2006">
        <mc:Choice xmlns:p14="http://schemas.microsoft.com/office/powerpoint/2010/main" Requires="p14">
          <p:contentPart p14:bwMode="auto" r:id="rId81">
            <p14:nvContentPartPr>
              <p14:cNvPr id="1049267" name=""/>
              <p14:cNvContentPartPr/>
              <p14:nvPr/>
            </p14:nvContentPartPr>
            <p14:xfrm>
              <a:off x="5976633" y="5415231"/>
              <a:ext cx="2343088" cy="23317"/>
            </p14:xfrm>
          </p:contentPart>
        </mc:Choice>
        <mc:Fallback>
          <p:sp>
            <p:nvSpPr>
              <p:cNvPr id="1049267" name=""/>
              <p:cNvSpPr/>
              <p:nvPr/>
            </p:nvSpPr>
            <p:spPr>
              <a:xfrm>
                <a:off x="5976633" y="5415231"/>
                <a:ext cx="2343088" cy="23317"/>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160" name=""/>
              <p14:cNvContentPartPr/>
              <p14:nvPr/>
            </p14:nvContentPartPr>
            <p14:xfrm>
              <a:off x="1036282" y="312751"/>
              <a:ext cx="628926" cy="865655"/>
            </p14:xfrm>
          </p:contentPart>
        </mc:Choice>
        <mc:Fallback>
          <p:sp>
            <p:nvSpPr>
              <p:cNvPr id="1049160" name=""/>
              <p:cNvSpPr/>
              <p:nvPr/>
            </p:nvSpPr>
            <p:spPr>
              <a:xfrm>
                <a:off x="1036282" y="312751"/>
                <a:ext cx="628926" cy="865655"/>
              </a:xfrm>
            </p:spPr>
          </p:sp>
        </mc:Fallback>
      </mc:AlternateContent>
      <mc:AlternateContent xmlns:mc="http://schemas.openxmlformats.org/markup-compatibility/2006">
        <mc:Choice xmlns:p14="http://schemas.microsoft.com/office/powerpoint/2010/main" Requires="p14">
          <p:contentPart p14:bwMode="auto" r:id="rId2">
            <p14:nvContentPartPr>
              <p14:cNvPr id="1049161" name=""/>
              <p14:cNvContentPartPr/>
              <p14:nvPr/>
            </p14:nvContentPartPr>
            <p14:xfrm>
              <a:off x="1258742" y="427070"/>
              <a:ext cx="226225" cy="620093"/>
            </p14:xfrm>
          </p:contentPart>
        </mc:Choice>
        <mc:Fallback>
          <p:sp>
            <p:nvSpPr>
              <p:cNvPr id="1049161" name=""/>
              <p:cNvSpPr/>
              <p:nvPr/>
            </p:nvSpPr>
            <p:spPr>
              <a:xfrm>
                <a:off x="1258742" y="427070"/>
                <a:ext cx="226225" cy="620093"/>
              </a:xfrm>
            </p:spPr>
          </p:sp>
        </mc:Fallback>
      </mc:AlternateContent>
      <mc:AlternateContent xmlns:mc="http://schemas.openxmlformats.org/markup-compatibility/2006">
        <mc:Choice xmlns:p14="http://schemas.microsoft.com/office/powerpoint/2010/main" Requires="p14">
          <p:contentPart p14:bwMode="auto" r:id="rId3">
            <p14:nvContentPartPr>
              <p14:cNvPr id="1049162" name=""/>
              <p14:cNvContentPartPr/>
              <p14:nvPr/>
            </p14:nvContentPartPr>
            <p14:xfrm>
              <a:off x="874058" y="177647"/>
              <a:ext cx="178165" cy="446464"/>
            </p14:xfrm>
          </p:contentPart>
        </mc:Choice>
        <mc:Fallback>
          <p:sp>
            <p:nvSpPr>
              <p:cNvPr id="1049162" name=""/>
              <p:cNvSpPr/>
              <p:nvPr/>
            </p:nvSpPr>
            <p:spPr>
              <a:xfrm>
                <a:off x="874058" y="177647"/>
                <a:ext cx="178165" cy="446464"/>
              </a:xfrm>
            </p:spPr>
          </p:sp>
        </mc:Fallback>
      </mc:AlternateContent>
      <mc:AlternateContent xmlns:mc="http://schemas.openxmlformats.org/markup-compatibility/2006">
        <mc:Choice xmlns:p14="http://schemas.microsoft.com/office/powerpoint/2010/main" Requires="p14">
          <p:contentPart p14:bwMode="auto" r:id="rId4">
            <p14:nvContentPartPr>
              <p14:cNvPr id="1049163" name=""/>
              <p14:cNvContentPartPr/>
              <p14:nvPr/>
            </p14:nvContentPartPr>
            <p14:xfrm>
              <a:off x="1027154" y="308825"/>
              <a:ext cx="72156" cy="285120"/>
            </p14:xfrm>
          </p:contentPart>
        </mc:Choice>
        <mc:Fallback>
          <p:sp>
            <p:nvSpPr>
              <p:cNvPr id="1049163" name=""/>
              <p:cNvSpPr/>
              <p:nvPr/>
            </p:nvSpPr>
            <p:spPr>
              <a:xfrm>
                <a:off x="1027154" y="308825"/>
                <a:ext cx="72156" cy="285120"/>
              </a:xfrm>
            </p:spPr>
          </p:sp>
        </mc:Fallback>
      </mc:AlternateContent>
      <mc:AlternateContent xmlns:mc="http://schemas.openxmlformats.org/markup-compatibility/2006">
        <mc:Choice xmlns:p14="http://schemas.microsoft.com/office/powerpoint/2010/main" Requires="p14">
          <p:contentPart p14:bwMode="auto" r:id="rId5">
            <p14:nvContentPartPr>
              <p14:cNvPr id="1049164" name=""/>
              <p14:cNvContentPartPr/>
              <p14:nvPr/>
            </p14:nvContentPartPr>
            <p14:xfrm>
              <a:off x="912629" y="467472"/>
              <a:ext cx="172914" cy="20567"/>
            </p14:xfrm>
          </p:contentPart>
        </mc:Choice>
        <mc:Fallback>
          <p:sp>
            <p:nvSpPr>
              <p:cNvPr id="1049164" name=""/>
              <p:cNvSpPr/>
              <p:nvPr/>
            </p:nvSpPr>
            <p:spPr>
              <a:xfrm>
                <a:off x="912629" y="467472"/>
                <a:ext cx="172914" cy="20567"/>
              </a:xfrm>
            </p:spPr>
          </p:sp>
        </mc:Fallback>
      </mc:AlternateContent>
      <mc:AlternateContent xmlns:mc="http://schemas.openxmlformats.org/markup-compatibility/2006">
        <mc:Choice xmlns:p14="http://schemas.microsoft.com/office/powerpoint/2010/main" Requires="p14">
          <p:contentPart p14:bwMode="auto" r:id="rId6">
            <p14:nvContentPartPr>
              <p14:cNvPr id="1049165" name=""/>
              <p14:cNvContentPartPr/>
              <p14:nvPr/>
            </p14:nvContentPartPr>
            <p14:xfrm>
              <a:off x="713090" y="1054137"/>
              <a:ext cx="192462" cy="356699"/>
            </p14:xfrm>
          </p:contentPart>
        </mc:Choice>
        <mc:Fallback>
          <p:sp>
            <p:nvSpPr>
              <p:cNvPr id="1049165" name=""/>
              <p:cNvSpPr/>
              <p:nvPr/>
            </p:nvSpPr>
            <p:spPr>
              <a:xfrm>
                <a:off x="713090" y="1054137"/>
                <a:ext cx="192462" cy="356699"/>
              </a:xfrm>
            </p:spPr>
          </p:sp>
        </mc:Fallback>
      </mc:AlternateContent>
      <mc:AlternateContent xmlns:mc="http://schemas.openxmlformats.org/markup-compatibility/2006">
        <mc:Choice xmlns:p14="http://schemas.microsoft.com/office/powerpoint/2010/main" Requires="p14">
          <p:contentPart p14:bwMode="auto" r:id="rId7">
            <p14:nvContentPartPr>
              <p14:cNvPr id="1049166" name=""/>
              <p14:cNvContentPartPr/>
              <p14:nvPr/>
            </p14:nvContentPartPr>
            <p14:xfrm>
              <a:off x="752916" y="1259742"/>
              <a:ext cx="120179" cy="23217"/>
            </p14:xfrm>
          </p:contentPart>
        </mc:Choice>
        <mc:Fallback>
          <p:sp>
            <p:nvSpPr>
              <p:cNvPr id="1049166" name=""/>
              <p:cNvSpPr/>
              <p:nvPr/>
            </p:nvSpPr>
            <p:spPr>
              <a:xfrm>
                <a:off x="752916" y="1259742"/>
                <a:ext cx="120179" cy="23217"/>
              </a:xfrm>
            </p:spPr>
          </p:sp>
        </mc:Fallback>
      </mc:AlternateContent>
      <mc:AlternateContent xmlns:mc="http://schemas.openxmlformats.org/markup-compatibility/2006">
        <mc:Choice xmlns:p14="http://schemas.microsoft.com/office/powerpoint/2010/main" Requires="p14">
          <p:contentPart p14:bwMode="auto" r:id="rId8">
            <p14:nvContentPartPr>
              <p14:cNvPr id="1049167" name=""/>
              <p14:cNvContentPartPr/>
              <p14:nvPr/>
            </p14:nvContentPartPr>
            <p14:xfrm>
              <a:off x="2103700" y="912438"/>
              <a:ext cx="387230" cy="26872"/>
            </p14:xfrm>
          </p:contentPart>
        </mc:Choice>
        <mc:Fallback>
          <p:sp>
            <p:nvSpPr>
              <p:cNvPr id="1049167" name=""/>
              <p:cNvSpPr/>
              <p:nvPr/>
            </p:nvSpPr>
            <p:spPr>
              <a:xfrm>
                <a:off x="2103700" y="912438"/>
                <a:ext cx="387230" cy="26872"/>
              </a:xfrm>
            </p:spPr>
          </p:sp>
        </mc:Fallback>
      </mc:AlternateContent>
      <mc:AlternateContent xmlns:mc="http://schemas.openxmlformats.org/markup-compatibility/2006">
        <mc:Choice xmlns:p14="http://schemas.microsoft.com/office/powerpoint/2010/main" Requires="p14">
          <p:contentPart p14:bwMode="auto" r:id="rId9">
            <p14:nvContentPartPr>
              <p14:cNvPr id="1049168" name=""/>
              <p14:cNvContentPartPr/>
              <p14:nvPr/>
            </p14:nvContentPartPr>
            <p14:xfrm>
              <a:off x="2203470" y="993121"/>
              <a:ext cx="279600" cy="60739"/>
            </p14:xfrm>
          </p:contentPart>
        </mc:Choice>
        <mc:Fallback>
          <p:sp>
            <p:nvSpPr>
              <p:cNvPr id="1049168" name=""/>
              <p:cNvSpPr/>
              <p:nvPr/>
            </p:nvSpPr>
            <p:spPr>
              <a:xfrm>
                <a:off x="2203470" y="993121"/>
                <a:ext cx="279600" cy="60739"/>
              </a:xfrm>
            </p:spPr>
          </p:sp>
        </mc:Fallback>
      </mc:AlternateContent>
      <mc:AlternateContent xmlns:mc="http://schemas.openxmlformats.org/markup-compatibility/2006">
        <mc:Choice xmlns:p14="http://schemas.microsoft.com/office/powerpoint/2010/main" Requires="p14">
          <p:contentPart p14:bwMode="auto" r:id="rId10">
            <p14:nvContentPartPr>
              <p14:cNvPr id="1049169" name=""/>
              <p14:cNvContentPartPr/>
              <p14:nvPr/>
            </p14:nvContentPartPr>
            <p14:xfrm>
              <a:off x="2449813" y="858479"/>
              <a:ext cx="143324" cy="242196"/>
            </p14:xfrm>
          </p:contentPart>
        </mc:Choice>
        <mc:Fallback>
          <p:sp>
            <p:nvSpPr>
              <p:cNvPr id="1049169" name=""/>
              <p:cNvSpPr/>
              <p:nvPr/>
            </p:nvSpPr>
            <p:spPr>
              <a:xfrm>
                <a:off x="2449813" y="858479"/>
                <a:ext cx="143324" cy="242196"/>
              </a:xfrm>
            </p:spPr>
          </p:sp>
        </mc:Fallback>
      </mc:AlternateContent>
      <mc:AlternateContent xmlns:mc="http://schemas.openxmlformats.org/markup-compatibility/2006">
        <mc:Choice xmlns:p14="http://schemas.microsoft.com/office/powerpoint/2010/main" Requires="p14">
          <p:contentPart p14:bwMode="auto" r:id="rId11">
            <p14:nvContentPartPr>
              <p14:cNvPr id="1049170" name=""/>
              <p14:cNvContentPartPr/>
              <p14:nvPr/>
            </p14:nvContentPartPr>
            <p14:xfrm>
              <a:off x="3042270" y="744158"/>
              <a:ext cx="340179" cy="238683"/>
            </p14:xfrm>
          </p:contentPart>
        </mc:Choice>
        <mc:Fallback>
          <p:sp>
            <p:nvSpPr>
              <p:cNvPr id="1049170" name=""/>
              <p:cNvSpPr/>
              <p:nvPr/>
            </p:nvSpPr>
            <p:spPr>
              <a:xfrm>
                <a:off x="3042270" y="744158"/>
                <a:ext cx="340179" cy="238683"/>
              </a:xfrm>
            </p:spPr>
          </p:sp>
        </mc:Fallback>
      </mc:AlternateContent>
      <mc:AlternateContent xmlns:mc="http://schemas.openxmlformats.org/markup-compatibility/2006">
        <mc:Choice xmlns:p14="http://schemas.microsoft.com/office/powerpoint/2010/main" Requires="p14">
          <p:contentPart p14:bwMode="auto" r:id="rId12">
            <p14:nvContentPartPr>
              <p14:cNvPr id="1049171" name=""/>
              <p14:cNvContentPartPr/>
              <p14:nvPr/>
            </p14:nvContentPartPr>
            <p14:xfrm>
              <a:off x="3360641" y="918987"/>
              <a:ext cx="207161" cy="280186"/>
            </p14:xfrm>
          </p:contentPart>
        </mc:Choice>
        <mc:Fallback>
          <p:sp>
            <p:nvSpPr>
              <p:cNvPr id="1049171" name=""/>
              <p:cNvSpPr/>
              <p:nvPr/>
            </p:nvSpPr>
            <p:spPr>
              <a:xfrm>
                <a:off x="3360641" y="918987"/>
                <a:ext cx="207161" cy="280186"/>
              </a:xfrm>
            </p:spPr>
          </p:sp>
        </mc:Fallback>
      </mc:AlternateContent>
      <mc:AlternateContent xmlns:mc="http://schemas.openxmlformats.org/markup-compatibility/2006">
        <mc:Choice xmlns:p14="http://schemas.microsoft.com/office/powerpoint/2010/main" Requires="p14">
          <p:contentPart p14:bwMode="auto" r:id="rId13">
            <p14:nvContentPartPr>
              <p14:cNvPr id="1049172" name=""/>
              <p14:cNvContentPartPr/>
              <p14:nvPr/>
            </p14:nvContentPartPr>
            <p14:xfrm>
              <a:off x="3421228" y="1000281"/>
              <a:ext cx="151930" cy="198528"/>
            </p14:xfrm>
          </p:contentPart>
        </mc:Choice>
        <mc:Fallback>
          <p:sp>
            <p:nvSpPr>
              <p:cNvPr id="1049172" name=""/>
              <p:cNvSpPr/>
              <p:nvPr/>
            </p:nvSpPr>
            <p:spPr>
              <a:xfrm>
                <a:off x="3421228" y="1000281"/>
                <a:ext cx="151930" cy="198528"/>
              </a:xfrm>
            </p:spPr>
          </p:sp>
        </mc:Fallback>
      </mc:AlternateContent>
      <mc:AlternateContent xmlns:mc="http://schemas.openxmlformats.org/markup-compatibility/2006">
        <mc:Choice xmlns:p14="http://schemas.microsoft.com/office/powerpoint/2010/main" Requires="p14">
          <p:contentPart p14:bwMode="auto" r:id="rId14">
            <p14:nvContentPartPr>
              <p14:cNvPr id="1049173" name=""/>
              <p14:cNvContentPartPr/>
              <p14:nvPr/>
            </p14:nvContentPartPr>
            <p14:xfrm>
              <a:off x="3661003" y="804789"/>
              <a:ext cx="204862" cy="6345"/>
            </p14:xfrm>
          </p:contentPart>
        </mc:Choice>
        <mc:Fallback>
          <p:sp>
            <p:nvSpPr>
              <p:cNvPr id="1049173" name=""/>
              <p:cNvSpPr/>
              <p:nvPr/>
            </p:nvSpPr>
            <p:spPr>
              <a:xfrm>
                <a:off x="3661003" y="804789"/>
                <a:ext cx="204862" cy="6345"/>
              </a:xfrm>
            </p:spPr>
          </p:sp>
        </mc:Fallback>
      </mc:AlternateContent>
      <mc:AlternateContent xmlns:mc="http://schemas.openxmlformats.org/markup-compatibility/2006">
        <mc:Choice xmlns:p14="http://schemas.microsoft.com/office/powerpoint/2010/main" Requires="p14">
          <p:contentPart p14:bwMode="auto" r:id="rId15">
            <p14:nvContentPartPr>
              <p14:cNvPr id="1049174" name=""/>
              <p14:cNvContentPartPr/>
              <p14:nvPr/>
            </p14:nvContentPartPr>
            <p14:xfrm>
              <a:off x="3667572" y="912290"/>
              <a:ext cx="192968" cy="10175"/>
            </p14:xfrm>
          </p:contentPart>
        </mc:Choice>
        <mc:Fallback>
          <p:sp>
            <p:nvSpPr>
              <p:cNvPr id="1049174" name=""/>
              <p:cNvSpPr/>
              <p:nvPr/>
            </p:nvSpPr>
            <p:spPr>
              <a:xfrm>
                <a:off x="3667572" y="912290"/>
                <a:ext cx="192968" cy="10175"/>
              </a:xfrm>
            </p:spPr>
          </p:sp>
        </mc:Fallback>
      </mc:AlternateContent>
      <mc:AlternateContent xmlns:mc="http://schemas.openxmlformats.org/markup-compatibility/2006">
        <mc:Choice xmlns:p14="http://schemas.microsoft.com/office/powerpoint/2010/main" Requires="p14">
          <p:contentPart p14:bwMode="auto" r:id="rId16">
            <p14:nvContentPartPr>
              <p14:cNvPr id="1049175" name=""/>
              <p14:cNvContentPartPr/>
              <p14:nvPr/>
            </p14:nvContentPartPr>
            <p14:xfrm>
              <a:off x="3960311" y="591167"/>
              <a:ext cx="272430" cy="404725"/>
            </p14:xfrm>
          </p:contentPart>
        </mc:Choice>
        <mc:Fallback>
          <p:sp>
            <p:nvSpPr>
              <p:cNvPr id="1049175" name=""/>
              <p:cNvSpPr/>
              <p:nvPr/>
            </p:nvSpPr>
            <p:spPr>
              <a:xfrm>
                <a:off x="3960311" y="591167"/>
                <a:ext cx="272430" cy="404725"/>
              </a:xfrm>
            </p:spPr>
          </p:sp>
        </mc:Fallback>
      </mc:AlternateContent>
      <mc:AlternateContent xmlns:mc="http://schemas.openxmlformats.org/markup-compatibility/2006">
        <mc:Choice xmlns:p14="http://schemas.microsoft.com/office/powerpoint/2010/main" Requires="p14">
          <p:contentPart p14:bwMode="auto" r:id="rId17">
            <p14:nvContentPartPr>
              <p14:cNvPr id="1049176" name=""/>
              <p14:cNvContentPartPr/>
              <p14:nvPr/>
            </p14:nvContentPartPr>
            <p14:xfrm>
              <a:off x="4067060" y="789785"/>
              <a:ext cx="155392" cy="35206"/>
            </p14:xfrm>
          </p:contentPart>
        </mc:Choice>
        <mc:Fallback>
          <p:sp>
            <p:nvSpPr>
              <p:cNvPr id="1049176" name=""/>
              <p:cNvSpPr/>
              <p:nvPr/>
            </p:nvSpPr>
            <p:spPr>
              <a:xfrm>
                <a:off x="4067060" y="789785"/>
                <a:ext cx="155392" cy="35206"/>
              </a:xfrm>
            </p:spPr>
          </p:sp>
        </mc:Fallback>
      </mc:AlternateContent>
      <mc:AlternateContent xmlns:mc="http://schemas.openxmlformats.org/markup-compatibility/2006">
        <mc:Choice xmlns:p14="http://schemas.microsoft.com/office/powerpoint/2010/main" Requires="p14">
          <p:contentPart p14:bwMode="auto" r:id="rId18">
            <p14:nvContentPartPr>
              <p14:cNvPr id="1049177" name=""/>
              <p14:cNvContentPartPr/>
              <p14:nvPr/>
            </p14:nvContentPartPr>
            <p14:xfrm>
              <a:off x="4452998" y="739141"/>
              <a:ext cx="267734" cy="240585"/>
            </p14:xfrm>
          </p:contentPart>
        </mc:Choice>
        <mc:Fallback>
          <p:sp>
            <p:nvSpPr>
              <p:cNvPr id="1049177" name=""/>
              <p:cNvSpPr/>
              <p:nvPr/>
            </p:nvSpPr>
            <p:spPr>
              <a:xfrm>
                <a:off x="4452998" y="739141"/>
                <a:ext cx="267734" cy="240585"/>
              </a:xfrm>
            </p:spPr>
          </p:sp>
        </mc:Fallback>
      </mc:AlternateContent>
      <mc:AlternateContent xmlns:mc="http://schemas.openxmlformats.org/markup-compatibility/2006">
        <mc:Choice xmlns:p14="http://schemas.microsoft.com/office/powerpoint/2010/main" Requires="p14">
          <p:contentPart p14:bwMode="auto" r:id="rId19">
            <p14:nvContentPartPr>
              <p14:cNvPr id="1049178" name=""/>
              <p14:cNvContentPartPr/>
              <p14:nvPr/>
            </p14:nvContentPartPr>
            <p14:xfrm>
              <a:off x="4818818" y="858479"/>
              <a:ext cx="20118" cy="67667"/>
            </p14:xfrm>
          </p:contentPart>
        </mc:Choice>
        <mc:Fallback>
          <p:sp>
            <p:nvSpPr>
              <p:cNvPr id="1049178" name=""/>
              <p:cNvSpPr/>
              <p:nvPr/>
            </p:nvSpPr>
            <p:spPr>
              <a:xfrm>
                <a:off x="4818818" y="858479"/>
                <a:ext cx="20118" cy="67667"/>
              </a:xfrm>
            </p:spPr>
          </p:sp>
        </mc:Fallback>
      </mc:AlternateContent>
      <mc:AlternateContent xmlns:mc="http://schemas.openxmlformats.org/markup-compatibility/2006">
        <mc:Choice xmlns:p14="http://schemas.microsoft.com/office/powerpoint/2010/main" Requires="p14">
          <p:contentPart p14:bwMode="auto" r:id="rId20">
            <p14:nvContentPartPr>
              <p14:cNvPr id="1049179" name=""/>
              <p14:cNvContentPartPr/>
              <p14:nvPr/>
            </p14:nvContentPartPr>
            <p14:xfrm>
              <a:off x="4912018" y="735873"/>
              <a:ext cx="235086" cy="184831"/>
            </p14:xfrm>
          </p:contentPart>
        </mc:Choice>
        <mc:Fallback>
          <p:sp>
            <p:nvSpPr>
              <p:cNvPr id="1049179" name=""/>
              <p:cNvSpPr/>
              <p:nvPr/>
            </p:nvSpPr>
            <p:spPr>
              <a:xfrm>
                <a:off x="4912018" y="735873"/>
                <a:ext cx="235086" cy="184831"/>
              </a:xfrm>
            </p:spPr>
          </p:sp>
        </mc:Fallback>
      </mc:AlternateContent>
      <mc:AlternateContent xmlns:mc="http://schemas.openxmlformats.org/markup-compatibility/2006">
        <mc:Choice xmlns:p14="http://schemas.microsoft.com/office/powerpoint/2010/main" Requires="p14">
          <p:contentPart p14:bwMode="auto" r:id="rId21">
            <p14:nvContentPartPr>
              <p14:cNvPr id="1049180" name=""/>
              <p14:cNvContentPartPr/>
              <p14:nvPr/>
            </p14:nvContentPartPr>
            <p14:xfrm>
              <a:off x="5244582" y="844853"/>
              <a:ext cx="13549" cy="67436"/>
            </p14:xfrm>
          </p:contentPart>
        </mc:Choice>
        <mc:Fallback>
          <p:sp>
            <p:nvSpPr>
              <p:cNvPr id="1049180" name=""/>
              <p:cNvSpPr/>
              <p:nvPr/>
            </p:nvSpPr>
            <p:spPr>
              <a:xfrm>
                <a:off x="5244582" y="844853"/>
                <a:ext cx="13549" cy="67436"/>
              </a:xfrm>
            </p:spPr>
          </p:sp>
        </mc:Fallback>
      </mc:AlternateContent>
      <mc:AlternateContent xmlns:mc="http://schemas.openxmlformats.org/markup-compatibility/2006">
        <mc:Choice xmlns:p14="http://schemas.microsoft.com/office/powerpoint/2010/main" Requires="p14">
          <p:contentPart p14:bwMode="auto" r:id="rId22">
            <p14:nvContentPartPr>
              <p14:cNvPr id="1049181" name=""/>
              <p14:cNvContentPartPr/>
              <p14:nvPr/>
            </p14:nvContentPartPr>
            <p14:xfrm>
              <a:off x="5385044" y="733866"/>
              <a:ext cx="195001" cy="204692"/>
            </p14:xfrm>
          </p:contentPart>
        </mc:Choice>
        <mc:Fallback>
          <p:sp>
            <p:nvSpPr>
              <p:cNvPr id="1049181" name=""/>
              <p:cNvSpPr/>
              <p:nvPr/>
            </p:nvSpPr>
            <p:spPr>
              <a:xfrm>
                <a:off x="5385044" y="733866"/>
                <a:ext cx="195001" cy="204692"/>
              </a:xfrm>
            </p:spPr>
          </p:sp>
        </mc:Fallback>
      </mc:AlternateContent>
      <mc:AlternateContent xmlns:mc="http://schemas.openxmlformats.org/markup-compatibility/2006">
        <mc:Choice xmlns:p14="http://schemas.microsoft.com/office/powerpoint/2010/main" Requires="p14">
          <p:contentPart p14:bwMode="auto" r:id="rId23">
            <p14:nvContentPartPr>
              <p14:cNvPr id="1049182" name=""/>
              <p14:cNvContentPartPr/>
              <p14:nvPr/>
            </p14:nvContentPartPr>
            <p14:xfrm>
              <a:off x="2942090" y="1189888"/>
              <a:ext cx="2599585" cy="79907"/>
            </p14:xfrm>
          </p:contentPart>
        </mc:Choice>
        <mc:Fallback>
          <p:sp>
            <p:nvSpPr>
              <p:cNvPr id="1049182" name=""/>
              <p:cNvSpPr/>
              <p:nvPr/>
            </p:nvSpPr>
            <p:spPr>
              <a:xfrm>
                <a:off x="2942090" y="1189888"/>
                <a:ext cx="2599585" cy="79907"/>
              </a:xfrm>
            </p:spPr>
          </p:sp>
        </mc:Fallback>
      </mc:AlternateContent>
      <mc:AlternateContent xmlns:mc="http://schemas.openxmlformats.org/markup-compatibility/2006">
        <mc:Choice xmlns:p14="http://schemas.microsoft.com/office/powerpoint/2010/main" Requires="p14">
          <p:contentPart p14:bwMode="auto" r:id="rId24">
            <p14:nvContentPartPr>
              <p14:cNvPr id="1049183" name=""/>
              <p14:cNvContentPartPr/>
              <p14:nvPr/>
            </p14:nvContentPartPr>
            <p14:xfrm>
              <a:off x="1175877" y="2092199"/>
              <a:ext cx="382171" cy="652556"/>
            </p14:xfrm>
          </p:contentPart>
        </mc:Choice>
        <mc:Fallback>
          <p:sp>
            <p:nvSpPr>
              <p:cNvPr id="1049183" name=""/>
              <p:cNvSpPr/>
              <p:nvPr/>
            </p:nvSpPr>
            <p:spPr>
              <a:xfrm>
                <a:off x="1175877" y="2092199"/>
                <a:ext cx="382171" cy="652556"/>
              </a:xfrm>
            </p:spPr>
          </p:sp>
        </mc:Fallback>
      </mc:AlternateContent>
      <mc:AlternateContent xmlns:mc="http://schemas.openxmlformats.org/markup-compatibility/2006">
        <mc:Choice xmlns:p14="http://schemas.microsoft.com/office/powerpoint/2010/main" Requires="p14">
          <p:contentPart p14:bwMode="auto" r:id="rId25">
            <p14:nvContentPartPr>
              <p14:cNvPr id="1049184" name=""/>
              <p14:cNvContentPartPr/>
              <p14:nvPr/>
            </p14:nvContentPartPr>
            <p14:xfrm>
              <a:off x="1271880" y="2200051"/>
              <a:ext cx="224932" cy="487432"/>
            </p14:xfrm>
          </p:contentPart>
        </mc:Choice>
        <mc:Fallback>
          <p:sp>
            <p:nvSpPr>
              <p:cNvPr id="1049184" name=""/>
              <p:cNvSpPr/>
              <p:nvPr/>
            </p:nvSpPr>
            <p:spPr>
              <a:xfrm>
                <a:off x="1271880" y="2200051"/>
                <a:ext cx="224932" cy="487432"/>
              </a:xfrm>
            </p:spPr>
          </p:sp>
        </mc:Fallback>
      </mc:AlternateContent>
      <mc:AlternateContent xmlns:mc="http://schemas.openxmlformats.org/markup-compatibility/2006">
        <mc:Choice xmlns:p14="http://schemas.microsoft.com/office/powerpoint/2010/main" Requires="p14">
          <p:contentPart p14:bwMode="auto" r:id="rId26">
            <p14:nvContentPartPr>
              <p14:cNvPr id="1049185" name=""/>
              <p14:cNvContentPartPr/>
              <p14:nvPr/>
            </p14:nvContentPartPr>
            <p14:xfrm>
              <a:off x="905391" y="1882961"/>
              <a:ext cx="160381" cy="385045"/>
            </p14:xfrm>
          </p:contentPart>
        </mc:Choice>
        <mc:Fallback>
          <p:sp>
            <p:nvSpPr>
              <p:cNvPr id="1049185" name=""/>
              <p:cNvSpPr/>
              <p:nvPr/>
            </p:nvSpPr>
            <p:spPr>
              <a:xfrm>
                <a:off x="905391" y="1882961"/>
                <a:ext cx="160381" cy="385045"/>
              </a:xfrm>
            </p:spPr>
          </p:sp>
        </mc:Fallback>
      </mc:AlternateContent>
      <mc:AlternateContent xmlns:mc="http://schemas.openxmlformats.org/markup-compatibility/2006">
        <mc:Choice xmlns:p14="http://schemas.microsoft.com/office/powerpoint/2010/main" Requires="p14">
          <p:contentPart p14:bwMode="auto" r:id="rId27">
            <p14:nvContentPartPr>
              <p14:cNvPr id="1049186" name=""/>
              <p14:cNvContentPartPr/>
              <p14:nvPr/>
            </p14:nvContentPartPr>
            <p14:xfrm>
              <a:off x="999260" y="1930074"/>
              <a:ext cx="46779" cy="300617"/>
            </p14:xfrm>
          </p:contentPart>
        </mc:Choice>
        <mc:Fallback>
          <p:sp>
            <p:nvSpPr>
              <p:cNvPr id="1049186" name=""/>
              <p:cNvSpPr/>
              <p:nvPr/>
            </p:nvSpPr>
            <p:spPr>
              <a:xfrm>
                <a:off x="999260" y="1930074"/>
                <a:ext cx="46779" cy="300617"/>
              </a:xfrm>
            </p:spPr>
          </p:sp>
        </mc:Fallback>
      </mc:AlternateContent>
      <mc:AlternateContent xmlns:mc="http://schemas.openxmlformats.org/markup-compatibility/2006">
        <mc:Choice xmlns:p14="http://schemas.microsoft.com/office/powerpoint/2010/main" Requires="p14">
          <p:contentPart p14:bwMode="auto" r:id="rId28">
            <p14:nvContentPartPr>
              <p14:cNvPr id="1049187" name=""/>
              <p14:cNvContentPartPr/>
              <p14:nvPr/>
            </p14:nvContentPartPr>
            <p14:xfrm>
              <a:off x="906060" y="2145826"/>
              <a:ext cx="114488" cy="13579"/>
            </p14:xfrm>
          </p:contentPart>
        </mc:Choice>
        <mc:Fallback>
          <p:sp>
            <p:nvSpPr>
              <p:cNvPr id="1049187" name=""/>
              <p:cNvSpPr/>
              <p:nvPr/>
            </p:nvSpPr>
            <p:spPr>
              <a:xfrm>
                <a:off x="906060" y="2145826"/>
                <a:ext cx="114488" cy="13579"/>
              </a:xfrm>
            </p:spPr>
          </p:sp>
        </mc:Fallback>
      </mc:AlternateContent>
      <mc:AlternateContent xmlns:mc="http://schemas.openxmlformats.org/markup-compatibility/2006">
        <mc:Choice xmlns:p14="http://schemas.microsoft.com/office/powerpoint/2010/main" Requires="p14">
          <p:contentPart p14:bwMode="auto" r:id="rId29">
            <p14:nvContentPartPr>
              <p14:cNvPr id="1049188" name=""/>
              <p14:cNvContentPartPr/>
              <p14:nvPr/>
            </p14:nvContentPartPr>
            <p14:xfrm>
              <a:off x="1104088" y="2152476"/>
              <a:ext cx="8079" cy="155350"/>
            </p14:xfrm>
          </p:contentPart>
        </mc:Choice>
        <mc:Fallback>
          <p:sp>
            <p:nvSpPr>
              <p:cNvPr id="1049188" name=""/>
              <p:cNvSpPr/>
              <p:nvPr/>
            </p:nvSpPr>
            <p:spPr>
              <a:xfrm>
                <a:off x="1104088" y="2152476"/>
                <a:ext cx="8079" cy="155350"/>
              </a:xfrm>
            </p:spPr>
          </p:sp>
        </mc:Fallback>
      </mc:AlternateContent>
      <mc:AlternateContent xmlns:mc="http://schemas.openxmlformats.org/markup-compatibility/2006">
        <mc:Choice xmlns:p14="http://schemas.microsoft.com/office/powerpoint/2010/main" Requires="p14">
          <p:contentPart p14:bwMode="auto" r:id="rId30">
            <p14:nvContentPartPr>
              <p14:cNvPr id="1049189" name=""/>
              <p14:cNvContentPartPr/>
              <p14:nvPr/>
            </p14:nvContentPartPr>
            <p14:xfrm>
              <a:off x="859254" y="2580968"/>
              <a:ext cx="165341" cy="253612"/>
            </p14:xfrm>
          </p:contentPart>
        </mc:Choice>
        <mc:Fallback>
          <p:sp>
            <p:nvSpPr>
              <p:cNvPr id="1049189" name=""/>
              <p:cNvSpPr/>
              <p:nvPr/>
            </p:nvSpPr>
            <p:spPr>
              <a:xfrm>
                <a:off x="859254" y="2580968"/>
                <a:ext cx="165341" cy="253612"/>
              </a:xfrm>
            </p:spPr>
          </p:sp>
        </mc:Fallback>
      </mc:AlternateContent>
      <mc:AlternateContent xmlns:mc="http://schemas.openxmlformats.org/markup-compatibility/2006">
        <mc:Choice xmlns:p14="http://schemas.microsoft.com/office/powerpoint/2010/main" Requires="p14">
          <p:contentPart p14:bwMode="auto" r:id="rId31">
            <p14:nvContentPartPr>
              <p14:cNvPr id="1049190" name=""/>
              <p14:cNvContentPartPr/>
              <p14:nvPr/>
            </p14:nvContentPartPr>
            <p14:xfrm>
              <a:off x="885942" y="2717404"/>
              <a:ext cx="187823" cy="8051"/>
            </p14:xfrm>
          </p:contentPart>
        </mc:Choice>
        <mc:Fallback>
          <p:sp>
            <p:nvSpPr>
              <p:cNvPr id="1049190" name=""/>
              <p:cNvSpPr/>
              <p:nvPr/>
            </p:nvSpPr>
            <p:spPr>
              <a:xfrm>
                <a:off x="885942" y="2717404"/>
                <a:ext cx="187823" cy="8051"/>
              </a:xfrm>
            </p:spPr>
          </p:sp>
        </mc:Fallback>
      </mc:AlternateContent>
      <mc:AlternateContent xmlns:mc="http://schemas.openxmlformats.org/markup-compatibility/2006">
        <mc:Choice xmlns:p14="http://schemas.microsoft.com/office/powerpoint/2010/main" Requires="p14">
          <p:contentPart p14:bwMode="auto" r:id="rId32">
            <p14:nvContentPartPr>
              <p14:cNvPr id="1049191" name=""/>
              <p14:cNvContentPartPr/>
              <p14:nvPr/>
            </p14:nvContentPartPr>
            <p14:xfrm>
              <a:off x="1194248" y="3242316"/>
              <a:ext cx="282918" cy="405615"/>
            </p14:xfrm>
          </p:contentPart>
        </mc:Choice>
        <mc:Fallback>
          <p:sp>
            <p:nvSpPr>
              <p:cNvPr id="1049191" name=""/>
              <p:cNvSpPr/>
              <p:nvPr/>
            </p:nvSpPr>
            <p:spPr>
              <a:xfrm>
                <a:off x="1194248" y="3242316"/>
                <a:ext cx="282918" cy="405615"/>
              </a:xfrm>
            </p:spPr>
          </p:sp>
        </mc:Fallback>
      </mc:AlternateContent>
      <mc:AlternateContent xmlns:mc="http://schemas.openxmlformats.org/markup-compatibility/2006">
        <mc:Choice xmlns:p14="http://schemas.microsoft.com/office/powerpoint/2010/main" Requires="p14">
          <p:contentPart p14:bwMode="auto" r:id="rId33">
            <p14:nvContentPartPr>
              <p14:cNvPr id="1049192" name=""/>
              <p14:cNvContentPartPr/>
              <p14:nvPr/>
            </p14:nvContentPartPr>
            <p14:xfrm>
              <a:off x="1258742" y="3311831"/>
              <a:ext cx="234722" cy="349866"/>
            </p14:xfrm>
          </p:contentPart>
        </mc:Choice>
        <mc:Fallback>
          <p:sp>
            <p:nvSpPr>
              <p:cNvPr id="1049192" name=""/>
              <p:cNvSpPr/>
              <p:nvPr/>
            </p:nvSpPr>
            <p:spPr>
              <a:xfrm>
                <a:off x="1258742" y="3311831"/>
                <a:ext cx="234722" cy="349866"/>
              </a:xfrm>
            </p:spPr>
          </p:sp>
        </mc:Fallback>
      </mc:AlternateContent>
      <mc:AlternateContent xmlns:mc="http://schemas.openxmlformats.org/markup-compatibility/2006">
        <mc:Choice xmlns:p14="http://schemas.microsoft.com/office/powerpoint/2010/main" Requires="p14">
          <p:contentPart p14:bwMode="auto" r:id="rId34">
            <p14:nvContentPartPr>
              <p14:cNvPr id="1049193" name=""/>
              <p14:cNvContentPartPr/>
              <p14:nvPr/>
            </p14:nvContentPartPr>
            <p14:xfrm>
              <a:off x="856506" y="3035618"/>
              <a:ext cx="129204" cy="293591"/>
            </p14:xfrm>
          </p:contentPart>
        </mc:Choice>
        <mc:Fallback>
          <p:sp>
            <p:nvSpPr>
              <p:cNvPr id="1049193" name=""/>
              <p:cNvSpPr/>
              <p:nvPr/>
            </p:nvSpPr>
            <p:spPr>
              <a:xfrm>
                <a:off x="856506" y="3035618"/>
                <a:ext cx="129204" cy="293591"/>
              </a:xfrm>
            </p:spPr>
          </p:sp>
        </mc:Fallback>
      </mc:AlternateContent>
      <mc:AlternateContent xmlns:mc="http://schemas.openxmlformats.org/markup-compatibility/2006">
        <mc:Choice xmlns:p14="http://schemas.microsoft.com/office/powerpoint/2010/main" Requires="p14">
          <p:contentPart p14:bwMode="auto" r:id="rId35">
            <p14:nvContentPartPr>
              <p14:cNvPr id="1049194" name=""/>
              <p14:cNvContentPartPr/>
              <p14:nvPr/>
            </p14:nvContentPartPr>
            <p14:xfrm>
              <a:off x="979142" y="3042316"/>
              <a:ext cx="33708" cy="304596"/>
            </p14:xfrm>
          </p:contentPart>
        </mc:Choice>
        <mc:Fallback>
          <p:sp>
            <p:nvSpPr>
              <p:cNvPr id="1049194" name=""/>
              <p:cNvSpPr/>
              <p:nvPr/>
            </p:nvSpPr>
            <p:spPr>
              <a:xfrm>
                <a:off x="979142" y="3042316"/>
                <a:ext cx="33708" cy="304596"/>
              </a:xfrm>
            </p:spPr>
          </p:sp>
        </mc:Fallback>
      </mc:AlternateContent>
      <mc:AlternateContent xmlns:mc="http://schemas.openxmlformats.org/markup-compatibility/2006">
        <mc:Choice xmlns:p14="http://schemas.microsoft.com/office/powerpoint/2010/main" Requires="p14">
          <p:contentPart p14:bwMode="auto" r:id="rId36">
            <p14:nvContentPartPr>
              <p14:cNvPr id="1049195" name=""/>
              <p14:cNvContentPartPr/>
              <p14:nvPr/>
            </p14:nvContentPartPr>
            <p14:xfrm>
              <a:off x="866234" y="3203979"/>
              <a:ext cx="167948" cy="13815"/>
            </p14:xfrm>
          </p:contentPart>
        </mc:Choice>
        <mc:Fallback>
          <p:sp>
            <p:nvSpPr>
              <p:cNvPr id="1049195" name=""/>
              <p:cNvSpPr/>
              <p:nvPr/>
            </p:nvSpPr>
            <p:spPr>
              <a:xfrm>
                <a:off x="866234" y="3203979"/>
                <a:ext cx="167948" cy="13815"/>
              </a:xfrm>
            </p:spPr>
          </p:sp>
        </mc:Fallback>
      </mc:AlternateContent>
      <mc:AlternateContent xmlns:mc="http://schemas.openxmlformats.org/markup-compatibility/2006">
        <mc:Choice xmlns:p14="http://schemas.microsoft.com/office/powerpoint/2010/main" Requires="p14">
          <p:contentPart p14:bwMode="auto" r:id="rId37">
            <p14:nvContentPartPr>
              <p14:cNvPr id="1049196" name=""/>
              <p14:cNvContentPartPr/>
              <p14:nvPr/>
            </p14:nvContentPartPr>
            <p14:xfrm>
              <a:off x="1069549" y="3228275"/>
              <a:ext cx="81085" cy="206788"/>
            </p14:xfrm>
          </p:contentPart>
        </mc:Choice>
        <mc:Fallback>
          <p:sp>
            <p:nvSpPr>
              <p:cNvPr id="1049196" name=""/>
              <p:cNvSpPr/>
              <p:nvPr/>
            </p:nvSpPr>
            <p:spPr>
              <a:xfrm>
                <a:off x="1069549" y="3228275"/>
                <a:ext cx="81085" cy="206788"/>
              </a:xfrm>
            </p:spPr>
          </p:sp>
        </mc:Fallback>
      </mc:AlternateContent>
      <mc:AlternateContent xmlns:mc="http://schemas.openxmlformats.org/markup-compatibility/2006">
        <mc:Choice xmlns:p14="http://schemas.microsoft.com/office/powerpoint/2010/main" Requires="p14">
          <p:contentPart p14:bwMode="auto" r:id="rId38">
            <p14:nvContentPartPr>
              <p14:cNvPr id="1049197" name=""/>
              <p14:cNvContentPartPr/>
              <p14:nvPr/>
            </p14:nvContentPartPr>
            <p14:xfrm>
              <a:off x="892511" y="3521626"/>
              <a:ext cx="153143" cy="222654"/>
            </p14:xfrm>
          </p:contentPart>
        </mc:Choice>
        <mc:Fallback>
          <p:sp>
            <p:nvSpPr>
              <p:cNvPr id="1049197" name=""/>
              <p:cNvSpPr/>
              <p:nvPr/>
            </p:nvSpPr>
            <p:spPr>
              <a:xfrm>
                <a:off x="892511" y="3521626"/>
                <a:ext cx="153143" cy="222654"/>
              </a:xfrm>
            </p:spPr>
          </p:sp>
        </mc:Fallback>
      </mc:AlternateContent>
      <mc:AlternateContent xmlns:mc="http://schemas.openxmlformats.org/markup-compatibility/2006">
        <mc:Choice xmlns:p14="http://schemas.microsoft.com/office/powerpoint/2010/main" Requires="p14">
          <p:contentPart p14:bwMode="auto" r:id="rId39">
            <p14:nvContentPartPr>
              <p14:cNvPr id="1049198" name=""/>
              <p14:cNvContentPartPr/>
              <p14:nvPr/>
            </p14:nvContentPartPr>
            <p14:xfrm>
              <a:off x="872803" y="3622503"/>
              <a:ext cx="210786" cy="26742"/>
            </p14:xfrm>
          </p:contentPart>
        </mc:Choice>
        <mc:Fallback>
          <p:sp>
            <p:nvSpPr>
              <p:cNvPr id="1049198" name=""/>
              <p:cNvSpPr/>
              <p:nvPr/>
            </p:nvSpPr>
            <p:spPr>
              <a:xfrm>
                <a:off x="872803" y="3622503"/>
                <a:ext cx="210786" cy="26742"/>
              </a:xfrm>
            </p:spPr>
          </p:sp>
        </mc:Fallback>
      </mc:AlternateContent>
      <mc:AlternateContent xmlns:mc="http://schemas.openxmlformats.org/markup-compatibility/2006">
        <mc:Choice xmlns:p14="http://schemas.microsoft.com/office/powerpoint/2010/main" Requires="p14">
          <p:contentPart p14:bwMode="auto" r:id="rId40">
            <p14:nvContentPartPr>
              <p14:cNvPr id="1049199" name=""/>
              <p14:cNvContentPartPr/>
              <p14:nvPr/>
            </p14:nvContentPartPr>
            <p14:xfrm>
              <a:off x="1724331" y="2132384"/>
              <a:ext cx="12845" cy="1708528"/>
            </p14:xfrm>
          </p:contentPart>
        </mc:Choice>
        <mc:Fallback>
          <p:sp>
            <p:nvSpPr>
              <p:cNvPr id="1049199" name=""/>
              <p:cNvSpPr/>
              <p:nvPr/>
            </p:nvSpPr>
            <p:spPr>
              <a:xfrm>
                <a:off x="1724331" y="2132384"/>
                <a:ext cx="12845" cy="1708528"/>
              </a:xfrm>
            </p:spPr>
          </p:sp>
        </mc:Fallback>
      </mc:AlternateContent>
      <mc:AlternateContent xmlns:mc="http://schemas.openxmlformats.org/markup-compatibility/2006">
        <mc:Choice xmlns:p14="http://schemas.microsoft.com/office/powerpoint/2010/main" Requires="p14">
          <p:contentPart p14:bwMode="auto" r:id="rId41">
            <p14:nvContentPartPr>
              <p14:cNvPr id="1049200" name=""/>
              <p14:cNvContentPartPr/>
              <p14:nvPr/>
            </p14:nvContentPartPr>
            <p14:xfrm>
              <a:off x="1977244" y="2820144"/>
              <a:ext cx="306287" cy="13164"/>
            </p14:xfrm>
          </p:contentPart>
        </mc:Choice>
        <mc:Fallback>
          <p:sp>
            <p:nvSpPr>
              <p:cNvPr id="1049200" name=""/>
              <p:cNvSpPr/>
              <p:nvPr/>
            </p:nvSpPr>
            <p:spPr>
              <a:xfrm>
                <a:off x="1977244" y="2820144"/>
                <a:ext cx="306287" cy="13164"/>
              </a:xfrm>
            </p:spPr>
          </p:sp>
        </mc:Fallback>
      </mc:AlternateContent>
      <mc:AlternateContent xmlns:mc="http://schemas.openxmlformats.org/markup-compatibility/2006">
        <mc:Choice xmlns:p14="http://schemas.microsoft.com/office/powerpoint/2010/main" Requires="p14">
          <p:contentPart p14:bwMode="auto" r:id="rId42">
            <p14:nvContentPartPr>
              <p14:cNvPr id="1049201" name=""/>
              <p14:cNvContentPartPr/>
              <p14:nvPr/>
            </p14:nvContentPartPr>
            <p14:xfrm>
              <a:off x="1983813" y="2873400"/>
              <a:ext cx="277565" cy="54365"/>
            </p14:xfrm>
          </p:contentPart>
        </mc:Choice>
        <mc:Fallback>
          <p:sp>
            <p:nvSpPr>
              <p:cNvPr id="1049201" name=""/>
              <p:cNvSpPr/>
              <p:nvPr/>
            </p:nvSpPr>
            <p:spPr>
              <a:xfrm>
                <a:off x="1983813" y="2873400"/>
                <a:ext cx="277565" cy="54365"/>
              </a:xfrm>
            </p:spPr>
          </p:sp>
        </mc:Fallback>
      </mc:AlternateContent>
      <mc:AlternateContent xmlns:mc="http://schemas.openxmlformats.org/markup-compatibility/2006">
        <mc:Choice xmlns:p14="http://schemas.microsoft.com/office/powerpoint/2010/main" Requires="p14">
          <p:contentPart p14:bwMode="auto" r:id="rId43">
            <p14:nvContentPartPr>
              <p14:cNvPr id="1049202" name=""/>
              <p14:cNvContentPartPr/>
              <p14:nvPr/>
            </p14:nvContentPartPr>
            <p14:xfrm>
              <a:off x="2196900" y="2732154"/>
              <a:ext cx="116507" cy="271116"/>
            </p14:xfrm>
          </p:contentPart>
        </mc:Choice>
        <mc:Fallback>
          <p:sp>
            <p:nvSpPr>
              <p:cNvPr id="1049202" name=""/>
              <p:cNvSpPr/>
              <p:nvPr/>
            </p:nvSpPr>
            <p:spPr>
              <a:xfrm>
                <a:off x="2196900" y="2732154"/>
                <a:ext cx="116507" cy="271116"/>
              </a:xfrm>
            </p:spPr>
          </p:sp>
        </mc:Fallback>
      </mc:AlternateContent>
      <mc:AlternateContent xmlns:mc="http://schemas.openxmlformats.org/markup-compatibility/2006">
        <mc:Choice xmlns:p14="http://schemas.microsoft.com/office/powerpoint/2010/main" Requires="p14">
          <p:contentPart p14:bwMode="auto" r:id="rId44">
            <p14:nvContentPartPr>
              <p14:cNvPr id="1049203" name=""/>
              <p14:cNvContentPartPr/>
              <p14:nvPr/>
            </p14:nvContentPartPr>
            <p14:xfrm>
              <a:off x="2669470" y="2718990"/>
              <a:ext cx="256914" cy="235626"/>
            </p14:xfrm>
          </p:contentPart>
        </mc:Choice>
        <mc:Fallback>
          <p:sp>
            <p:nvSpPr>
              <p:cNvPr id="1049203" name=""/>
              <p:cNvSpPr/>
              <p:nvPr/>
            </p:nvSpPr>
            <p:spPr>
              <a:xfrm>
                <a:off x="2669470" y="2718990"/>
                <a:ext cx="256914" cy="235626"/>
              </a:xfrm>
            </p:spPr>
          </p:sp>
        </mc:Fallback>
      </mc:AlternateContent>
      <mc:AlternateContent xmlns:mc="http://schemas.openxmlformats.org/markup-compatibility/2006">
        <mc:Choice xmlns:p14="http://schemas.microsoft.com/office/powerpoint/2010/main" Requires="p14">
          <p:contentPart p14:bwMode="auto" r:id="rId45">
            <p14:nvContentPartPr>
              <p14:cNvPr id="1049204" name=""/>
              <p14:cNvContentPartPr/>
              <p14:nvPr/>
            </p14:nvContentPartPr>
            <p14:xfrm>
              <a:off x="2935628" y="2894278"/>
              <a:ext cx="153036" cy="236549"/>
            </p14:xfrm>
          </p:contentPart>
        </mc:Choice>
        <mc:Fallback>
          <p:sp>
            <p:nvSpPr>
              <p:cNvPr id="1049204" name=""/>
              <p:cNvSpPr/>
              <p:nvPr/>
            </p:nvSpPr>
            <p:spPr>
              <a:xfrm>
                <a:off x="2935628" y="2894278"/>
                <a:ext cx="153036" cy="236549"/>
              </a:xfrm>
            </p:spPr>
          </p:sp>
        </mc:Fallback>
      </mc:AlternateContent>
      <mc:AlternateContent xmlns:mc="http://schemas.openxmlformats.org/markup-compatibility/2006">
        <mc:Choice xmlns:p14="http://schemas.microsoft.com/office/powerpoint/2010/main" Requires="p14">
          <p:contentPart p14:bwMode="auto" r:id="rId46">
            <p14:nvContentPartPr>
              <p14:cNvPr id="1049205" name=""/>
              <p14:cNvContentPartPr/>
              <p14:nvPr/>
            </p14:nvContentPartPr>
            <p14:xfrm>
              <a:off x="2962208" y="2954787"/>
              <a:ext cx="98824" cy="196720"/>
            </p14:xfrm>
          </p:contentPart>
        </mc:Choice>
        <mc:Fallback>
          <p:sp>
            <p:nvSpPr>
              <p:cNvPr id="1049205" name=""/>
              <p:cNvSpPr/>
              <p:nvPr/>
            </p:nvSpPr>
            <p:spPr>
              <a:xfrm>
                <a:off x="2962208" y="2954787"/>
                <a:ext cx="98824" cy="196720"/>
              </a:xfrm>
            </p:spPr>
          </p:sp>
        </mc:Fallback>
      </mc:AlternateContent>
      <mc:AlternateContent xmlns:mc="http://schemas.openxmlformats.org/markup-compatibility/2006">
        <mc:Choice xmlns:p14="http://schemas.microsoft.com/office/powerpoint/2010/main" Requires="p14">
          <p:contentPart p14:bwMode="auto" r:id="rId47">
            <p14:nvContentPartPr>
              <p14:cNvPr id="1049206" name=""/>
              <p14:cNvContentPartPr/>
              <p14:nvPr/>
            </p14:nvContentPartPr>
            <p14:xfrm>
              <a:off x="3228259" y="2806216"/>
              <a:ext cx="183143" cy="27092"/>
            </p14:xfrm>
          </p:contentPart>
        </mc:Choice>
        <mc:Fallback>
          <p:sp>
            <p:nvSpPr>
              <p:cNvPr id="1049206" name=""/>
              <p:cNvSpPr/>
              <p:nvPr/>
            </p:nvSpPr>
            <p:spPr>
              <a:xfrm>
                <a:off x="3228259" y="2806216"/>
                <a:ext cx="183143" cy="27092"/>
              </a:xfrm>
            </p:spPr>
          </p:sp>
        </mc:Fallback>
      </mc:AlternateContent>
      <mc:AlternateContent xmlns:mc="http://schemas.openxmlformats.org/markup-compatibility/2006">
        <mc:Choice xmlns:p14="http://schemas.microsoft.com/office/powerpoint/2010/main" Requires="p14">
          <p:contentPart p14:bwMode="auto" r:id="rId48">
            <p14:nvContentPartPr>
              <p14:cNvPr id="1049207" name=""/>
              <p14:cNvContentPartPr/>
              <p14:nvPr/>
            </p14:nvContentPartPr>
            <p14:xfrm>
              <a:off x="3286150" y="2907664"/>
              <a:ext cx="139968" cy="6476"/>
            </p14:xfrm>
          </p:contentPart>
        </mc:Choice>
        <mc:Fallback>
          <p:sp>
            <p:nvSpPr>
              <p:cNvPr id="1049207" name=""/>
              <p:cNvSpPr/>
              <p:nvPr/>
            </p:nvSpPr>
            <p:spPr>
              <a:xfrm>
                <a:off x="3286150" y="2907664"/>
                <a:ext cx="139968" cy="6476"/>
              </a:xfrm>
            </p:spPr>
          </p:sp>
        </mc:Fallback>
      </mc:AlternateContent>
      <mc:AlternateContent xmlns:mc="http://schemas.openxmlformats.org/markup-compatibility/2006">
        <mc:Choice xmlns:p14="http://schemas.microsoft.com/office/powerpoint/2010/main" Requires="p14">
          <p:contentPart p14:bwMode="auto" r:id="rId49">
            <p14:nvContentPartPr>
              <p14:cNvPr id="1049208" name=""/>
              <p14:cNvContentPartPr/>
              <p14:nvPr/>
            </p14:nvContentPartPr>
            <p14:xfrm>
              <a:off x="3647454" y="2665985"/>
              <a:ext cx="288783" cy="329043"/>
            </p14:xfrm>
          </p:contentPart>
        </mc:Choice>
        <mc:Fallback>
          <p:sp>
            <p:nvSpPr>
              <p:cNvPr id="1049208" name=""/>
              <p:cNvSpPr/>
              <p:nvPr/>
            </p:nvSpPr>
            <p:spPr>
              <a:xfrm>
                <a:off x="3647454" y="2665985"/>
                <a:ext cx="288783" cy="329043"/>
              </a:xfrm>
            </p:spPr>
          </p:sp>
        </mc:Fallback>
      </mc:AlternateContent>
      <mc:AlternateContent xmlns:mc="http://schemas.openxmlformats.org/markup-compatibility/2006">
        <mc:Choice xmlns:p14="http://schemas.microsoft.com/office/powerpoint/2010/main" Requires="p14">
          <p:contentPart p14:bwMode="auto" r:id="rId50">
            <p14:nvContentPartPr>
              <p14:cNvPr id="1049209" name=""/>
              <p14:cNvContentPartPr/>
              <p14:nvPr/>
            </p14:nvContentPartPr>
            <p14:xfrm>
              <a:off x="3890032" y="2638158"/>
              <a:ext cx="191498" cy="332991"/>
            </p14:xfrm>
          </p:contentPart>
        </mc:Choice>
        <mc:Fallback>
          <p:sp>
            <p:nvSpPr>
              <p:cNvPr id="1049209" name=""/>
              <p:cNvSpPr/>
              <p:nvPr/>
            </p:nvSpPr>
            <p:spPr>
              <a:xfrm>
                <a:off x="3890032" y="2638158"/>
                <a:ext cx="191498" cy="332991"/>
              </a:xfrm>
            </p:spPr>
          </p:sp>
        </mc:Fallback>
      </mc:AlternateContent>
      <mc:AlternateContent xmlns:mc="http://schemas.openxmlformats.org/markup-compatibility/2006">
        <mc:Choice xmlns:p14="http://schemas.microsoft.com/office/powerpoint/2010/main" Requires="p14">
          <p:contentPart p14:bwMode="auto" r:id="rId51">
            <p14:nvContentPartPr>
              <p14:cNvPr id="1049210" name=""/>
              <p14:cNvContentPartPr/>
              <p14:nvPr/>
            </p14:nvContentPartPr>
            <p14:xfrm>
              <a:off x="4007116" y="2949216"/>
              <a:ext cx="166223" cy="201183"/>
            </p14:xfrm>
          </p:contentPart>
        </mc:Choice>
        <mc:Fallback>
          <p:sp>
            <p:nvSpPr>
              <p:cNvPr id="1049210" name=""/>
              <p:cNvSpPr/>
              <p:nvPr/>
            </p:nvSpPr>
            <p:spPr>
              <a:xfrm>
                <a:off x="4007116" y="2949216"/>
                <a:ext cx="166223" cy="201183"/>
              </a:xfrm>
            </p:spPr>
          </p:sp>
        </mc:Fallback>
      </mc:AlternateContent>
      <mc:AlternateContent xmlns:mc="http://schemas.openxmlformats.org/markup-compatibility/2006">
        <mc:Choice xmlns:p14="http://schemas.microsoft.com/office/powerpoint/2010/main" Requires="p14">
          <p:contentPart p14:bwMode="auto" r:id="rId52">
            <p14:nvContentPartPr>
              <p14:cNvPr id="1049211" name=""/>
              <p14:cNvContentPartPr/>
              <p14:nvPr/>
            </p14:nvContentPartPr>
            <p14:xfrm>
              <a:off x="4283021" y="2867027"/>
              <a:ext cx="29972" cy="84526"/>
            </p14:xfrm>
          </p:contentPart>
        </mc:Choice>
        <mc:Fallback>
          <p:sp>
            <p:nvSpPr>
              <p:cNvPr id="1049211" name=""/>
              <p:cNvSpPr/>
              <p:nvPr/>
            </p:nvSpPr>
            <p:spPr>
              <a:xfrm>
                <a:off x="4283021" y="2867027"/>
                <a:ext cx="29972" cy="84526"/>
              </a:xfrm>
            </p:spPr>
          </p:sp>
        </mc:Fallback>
      </mc:AlternateContent>
      <mc:AlternateContent xmlns:mc="http://schemas.openxmlformats.org/markup-compatibility/2006">
        <mc:Choice xmlns:p14="http://schemas.microsoft.com/office/powerpoint/2010/main" Requires="p14">
          <p:contentPart p14:bwMode="auto" r:id="rId53">
            <p14:nvContentPartPr>
              <p14:cNvPr id="1049212" name=""/>
              <p14:cNvContentPartPr/>
              <p14:nvPr/>
            </p14:nvContentPartPr>
            <p14:xfrm>
              <a:off x="4432880" y="2671924"/>
              <a:ext cx="136313" cy="289560"/>
            </p14:xfrm>
          </p:contentPart>
        </mc:Choice>
        <mc:Fallback>
          <p:sp>
            <p:nvSpPr>
              <p:cNvPr id="1049212" name=""/>
              <p:cNvSpPr/>
              <p:nvPr/>
            </p:nvSpPr>
            <p:spPr>
              <a:xfrm>
                <a:off x="4432880" y="2671924"/>
                <a:ext cx="136313" cy="289560"/>
              </a:xfrm>
            </p:spPr>
          </p:sp>
        </mc:Fallback>
      </mc:AlternateContent>
      <mc:AlternateContent xmlns:mc="http://schemas.openxmlformats.org/markup-compatibility/2006">
        <mc:Choice xmlns:p14="http://schemas.microsoft.com/office/powerpoint/2010/main" Requires="p14">
          <p:contentPart p14:bwMode="auto" r:id="rId54">
            <p14:nvContentPartPr>
              <p14:cNvPr id="1049213" name=""/>
              <p14:cNvContentPartPr/>
              <p14:nvPr/>
            </p14:nvContentPartPr>
            <p14:xfrm>
              <a:off x="4446018" y="2831590"/>
              <a:ext cx="173444" cy="9505"/>
            </p14:xfrm>
          </p:contentPart>
        </mc:Choice>
        <mc:Fallback>
          <p:sp>
            <p:nvSpPr>
              <p:cNvPr id="1049213" name=""/>
              <p:cNvSpPr/>
              <p:nvPr/>
            </p:nvSpPr>
            <p:spPr>
              <a:xfrm>
                <a:off x="4446018" y="2831590"/>
                <a:ext cx="173444" cy="9505"/>
              </a:xfrm>
            </p:spPr>
          </p:sp>
        </mc:Fallback>
      </mc:AlternateContent>
      <mc:AlternateContent xmlns:mc="http://schemas.openxmlformats.org/markup-compatibility/2006">
        <mc:Choice xmlns:p14="http://schemas.microsoft.com/office/powerpoint/2010/main" Requires="p14">
          <p:contentPart p14:bwMode="auto" r:id="rId55">
            <p14:nvContentPartPr>
              <p14:cNvPr id="1049214" name=""/>
              <p14:cNvContentPartPr/>
              <p14:nvPr/>
            </p14:nvContentPartPr>
            <p14:xfrm>
              <a:off x="4672654" y="2894278"/>
              <a:ext cx="0" cy="111930"/>
            </p14:xfrm>
          </p:contentPart>
        </mc:Choice>
        <mc:Fallback>
          <p:sp>
            <p:nvSpPr>
              <p:cNvPr id="1049214" name=""/>
              <p:cNvSpPr/>
              <p:nvPr/>
            </p:nvSpPr>
            <p:spPr>
              <a:xfrm>
                <a:off x="4672654" y="2894278"/>
                <a:ext cx="0" cy="111930"/>
              </a:xfrm>
            </p:spPr>
          </p:sp>
        </mc:Fallback>
      </mc:AlternateContent>
      <mc:AlternateContent xmlns:mc="http://schemas.openxmlformats.org/markup-compatibility/2006">
        <mc:Choice xmlns:p14="http://schemas.microsoft.com/office/powerpoint/2010/main" Requires="p14">
          <p:contentPart p14:bwMode="auto" r:id="rId56">
            <p14:nvContentPartPr>
              <p14:cNvPr id="1049215" name=""/>
              <p14:cNvContentPartPr/>
              <p14:nvPr/>
            </p14:nvContentPartPr>
            <p14:xfrm>
              <a:off x="4858644" y="2847165"/>
              <a:ext cx="233205" cy="26790"/>
            </p14:xfrm>
          </p:contentPart>
        </mc:Choice>
        <mc:Fallback>
          <p:sp>
            <p:nvSpPr>
              <p:cNvPr id="1049215" name=""/>
              <p:cNvSpPr/>
              <p:nvPr/>
            </p:nvSpPr>
            <p:spPr>
              <a:xfrm>
                <a:off x="4858644" y="2847165"/>
                <a:ext cx="233205" cy="26790"/>
              </a:xfrm>
            </p:spPr>
          </p:sp>
        </mc:Fallback>
      </mc:AlternateContent>
      <mc:AlternateContent xmlns:mc="http://schemas.openxmlformats.org/markup-compatibility/2006">
        <mc:Choice xmlns:p14="http://schemas.microsoft.com/office/powerpoint/2010/main" Requires="p14">
          <p:contentPart p14:bwMode="auto" r:id="rId57">
            <p14:nvContentPartPr>
              <p14:cNvPr id="1049216" name=""/>
              <p14:cNvContentPartPr/>
              <p14:nvPr/>
            </p14:nvContentPartPr>
            <p14:xfrm>
              <a:off x="4951984" y="2787812"/>
              <a:ext cx="6551" cy="170244"/>
            </p14:xfrm>
          </p:contentPart>
        </mc:Choice>
        <mc:Fallback>
          <p:sp>
            <p:nvSpPr>
              <p:cNvPr id="1049216" name=""/>
              <p:cNvSpPr/>
              <p:nvPr/>
            </p:nvSpPr>
            <p:spPr>
              <a:xfrm>
                <a:off x="4951984" y="2787812"/>
                <a:ext cx="6551" cy="170244"/>
              </a:xfrm>
            </p:spPr>
          </p:sp>
        </mc:Fallback>
      </mc:AlternateContent>
      <mc:AlternateContent xmlns:mc="http://schemas.openxmlformats.org/markup-compatibility/2006">
        <mc:Choice xmlns:p14="http://schemas.microsoft.com/office/powerpoint/2010/main" Requires="p14">
          <p:contentPart p14:bwMode="auto" r:id="rId58">
            <p14:nvContentPartPr>
              <p14:cNvPr id="1049217" name=""/>
              <p14:cNvContentPartPr/>
              <p14:nvPr/>
            </p14:nvContentPartPr>
            <p14:xfrm>
              <a:off x="5191208" y="2702611"/>
              <a:ext cx="162701" cy="230345"/>
            </p14:xfrm>
          </p:contentPart>
        </mc:Choice>
        <mc:Fallback>
          <p:sp>
            <p:nvSpPr>
              <p:cNvPr id="1049217" name=""/>
              <p:cNvSpPr/>
              <p:nvPr/>
            </p:nvSpPr>
            <p:spPr>
              <a:xfrm>
                <a:off x="5191208" y="2702611"/>
                <a:ext cx="162701" cy="230345"/>
              </a:xfrm>
            </p:spPr>
          </p:sp>
        </mc:Fallback>
      </mc:AlternateContent>
      <mc:AlternateContent xmlns:mc="http://schemas.openxmlformats.org/markup-compatibility/2006">
        <mc:Choice xmlns:p14="http://schemas.microsoft.com/office/powerpoint/2010/main" Requires="p14">
          <p:contentPart p14:bwMode="auto" r:id="rId59">
            <p14:nvContentPartPr>
              <p14:cNvPr id="1049218" name=""/>
              <p14:cNvContentPartPr/>
              <p14:nvPr/>
            </p14:nvContentPartPr>
            <p14:xfrm>
              <a:off x="5339539" y="2705595"/>
              <a:ext cx="157956" cy="182870"/>
            </p14:xfrm>
          </p:contentPart>
        </mc:Choice>
        <mc:Fallback>
          <p:sp>
            <p:nvSpPr>
              <p:cNvPr id="1049218" name=""/>
              <p:cNvSpPr/>
              <p:nvPr/>
            </p:nvSpPr>
            <p:spPr>
              <a:xfrm>
                <a:off x="5339539" y="2705595"/>
                <a:ext cx="157956" cy="182870"/>
              </a:xfrm>
            </p:spPr>
          </p:sp>
        </mc:Fallback>
      </mc:AlternateContent>
      <mc:AlternateContent xmlns:mc="http://schemas.openxmlformats.org/markup-compatibility/2006">
        <mc:Choice xmlns:p14="http://schemas.microsoft.com/office/powerpoint/2010/main" Requires="p14">
          <p:contentPart p14:bwMode="auto" r:id="rId60">
            <p14:nvContentPartPr>
              <p14:cNvPr id="1049219" name=""/>
              <p14:cNvContentPartPr/>
              <p14:nvPr/>
            </p14:nvContentPartPr>
            <p14:xfrm>
              <a:off x="5511499" y="2862900"/>
              <a:ext cx="99270" cy="186113"/>
            </p14:xfrm>
          </p:contentPart>
        </mc:Choice>
        <mc:Fallback>
          <p:sp>
            <p:nvSpPr>
              <p:cNvPr id="1049219" name=""/>
              <p:cNvSpPr/>
              <p:nvPr/>
            </p:nvSpPr>
            <p:spPr>
              <a:xfrm>
                <a:off x="5511499" y="2862900"/>
                <a:ext cx="99270" cy="186113"/>
              </a:xfrm>
            </p:spPr>
          </p:sp>
        </mc:Fallback>
      </mc:AlternateContent>
      <mc:AlternateContent xmlns:mc="http://schemas.openxmlformats.org/markup-compatibility/2006">
        <mc:Choice xmlns:p14="http://schemas.microsoft.com/office/powerpoint/2010/main" Requires="p14">
          <p:contentPart p14:bwMode="auto" r:id="rId61">
            <p14:nvContentPartPr>
              <p14:cNvPr id="1049220" name=""/>
              <p14:cNvContentPartPr/>
              <p14:nvPr/>
            </p14:nvContentPartPr>
            <p14:xfrm>
              <a:off x="5716932" y="2826611"/>
              <a:ext cx="93419" cy="100132"/>
            </p14:xfrm>
          </p:contentPart>
        </mc:Choice>
        <mc:Fallback>
          <p:sp>
            <p:nvSpPr>
              <p:cNvPr id="1049220" name=""/>
              <p:cNvSpPr/>
              <p:nvPr/>
            </p:nvSpPr>
            <p:spPr>
              <a:xfrm>
                <a:off x="5716932" y="2826611"/>
                <a:ext cx="93419" cy="100132"/>
              </a:xfrm>
            </p:spPr>
          </p:sp>
        </mc:Fallback>
      </mc:AlternateContent>
      <mc:AlternateContent xmlns:mc="http://schemas.openxmlformats.org/markup-compatibility/2006">
        <mc:Choice xmlns:p14="http://schemas.microsoft.com/office/powerpoint/2010/main" Requires="p14">
          <p:contentPart p14:bwMode="auto" r:id="rId62">
            <p14:nvContentPartPr>
              <p14:cNvPr id="1049221" name=""/>
              <p14:cNvContentPartPr/>
              <p14:nvPr/>
            </p14:nvContentPartPr>
            <p14:xfrm>
              <a:off x="5737270" y="2840006"/>
              <a:ext cx="93200" cy="101154"/>
            </p14:xfrm>
          </p:contentPart>
        </mc:Choice>
        <mc:Fallback>
          <p:sp>
            <p:nvSpPr>
              <p:cNvPr id="1049221" name=""/>
              <p:cNvSpPr/>
              <p:nvPr/>
            </p:nvSpPr>
            <p:spPr>
              <a:xfrm>
                <a:off x="5737270" y="2840006"/>
                <a:ext cx="93200" cy="101154"/>
              </a:xfrm>
            </p:spPr>
          </p:sp>
        </mc:Fallback>
      </mc:AlternateContent>
      <mc:AlternateContent xmlns:mc="http://schemas.openxmlformats.org/markup-compatibility/2006">
        <mc:Choice xmlns:p14="http://schemas.microsoft.com/office/powerpoint/2010/main" Requires="p14">
          <p:contentPart p14:bwMode="auto" r:id="rId63">
            <p14:nvContentPartPr>
              <p14:cNvPr id="1049222" name=""/>
              <p14:cNvContentPartPr/>
              <p14:nvPr/>
            </p14:nvContentPartPr>
            <p14:xfrm>
              <a:off x="5968422" y="2648849"/>
              <a:ext cx="123332" cy="258338"/>
            </p14:xfrm>
          </p:contentPart>
        </mc:Choice>
        <mc:Fallback>
          <p:sp>
            <p:nvSpPr>
              <p:cNvPr id="1049222" name=""/>
              <p:cNvSpPr/>
              <p:nvPr/>
            </p:nvSpPr>
            <p:spPr>
              <a:xfrm>
                <a:off x="5968422" y="2648849"/>
                <a:ext cx="123332" cy="258338"/>
              </a:xfrm>
            </p:spPr>
          </p:sp>
        </mc:Fallback>
      </mc:AlternateContent>
      <mc:AlternateContent xmlns:mc="http://schemas.openxmlformats.org/markup-compatibility/2006">
        <mc:Choice xmlns:p14="http://schemas.microsoft.com/office/powerpoint/2010/main" Requires="p14">
          <p:contentPart p14:bwMode="auto" r:id="rId64">
            <p14:nvContentPartPr>
              <p14:cNvPr id="1049223" name=""/>
              <p14:cNvContentPartPr/>
              <p14:nvPr/>
            </p14:nvContentPartPr>
            <p14:xfrm>
              <a:off x="5976633" y="2797235"/>
              <a:ext cx="179831" cy="9052"/>
            </p14:xfrm>
          </p:contentPart>
        </mc:Choice>
        <mc:Fallback>
          <p:sp>
            <p:nvSpPr>
              <p:cNvPr id="1049223" name=""/>
              <p:cNvSpPr/>
              <p:nvPr/>
            </p:nvSpPr>
            <p:spPr>
              <a:xfrm>
                <a:off x="5976633" y="2797235"/>
                <a:ext cx="179831" cy="9052"/>
              </a:xfrm>
            </p:spPr>
          </p:sp>
        </mc:Fallback>
      </mc:AlternateContent>
      <mc:AlternateContent xmlns:mc="http://schemas.openxmlformats.org/markup-compatibility/2006">
        <mc:Choice xmlns:p14="http://schemas.microsoft.com/office/powerpoint/2010/main" Requires="p14">
          <p:contentPart p14:bwMode="auto" r:id="rId65">
            <p14:nvContentPartPr>
              <p14:cNvPr id="1049224" name=""/>
              <p14:cNvContentPartPr/>
              <p14:nvPr/>
            </p14:nvContentPartPr>
            <p14:xfrm>
              <a:off x="6207217" y="2867766"/>
              <a:ext cx="95411" cy="154226"/>
            </p14:xfrm>
          </p:contentPart>
        </mc:Choice>
        <mc:Fallback>
          <p:sp>
            <p:nvSpPr>
              <p:cNvPr id="1049224" name=""/>
              <p:cNvSpPr/>
              <p:nvPr/>
            </p:nvSpPr>
            <p:spPr>
              <a:xfrm>
                <a:off x="6207217" y="2867766"/>
                <a:ext cx="95411" cy="154226"/>
              </a:xfrm>
            </p:spPr>
          </p:sp>
        </mc:Fallback>
      </mc:AlternateContent>
      <mc:AlternateContent xmlns:mc="http://schemas.openxmlformats.org/markup-compatibility/2006">
        <mc:Choice xmlns:p14="http://schemas.microsoft.com/office/powerpoint/2010/main" Requires="p14">
          <p:contentPart p14:bwMode="auto" r:id="rId66">
            <p14:nvContentPartPr>
              <p14:cNvPr id="1049225" name=""/>
              <p14:cNvContentPartPr/>
              <p14:nvPr/>
            </p14:nvContentPartPr>
            <p14:xfrm>
              <a:off x="6457414" y="2474416"/>
              <a:ext cx="181802" cy="749885"/>
            </p14:xfrm>
          </p:contentPart>
        </mc:Choice>
        <mc:Fallback>
          <p:sp>
            <p:nvSpPr>
              <p:cNvPr id="1049225" name=""/>
              <p:cNvSpPr/>
              <p:nvPr/>
            </p:nvSpPr>
            <p:spPr>
              <a:xfrm>
                <a:off x="6457414" y="2474416"/>
                <a:ext cx="181802" cy="749885"/>
              </a:xfrm>
            </p:spPr>
          </p:sp>
        </mc:Fallback>
      </mc:AlternateContent>
      <mc:AlternateContent xmlns:mc="http://schemas.openxmlformats.org/markup-compatibility/2006">
        <mc:Choice xmlns:p14="http://schemas.microsoft.com/office/powerpoint/2010/main" Requires="p14">
          <p:contentPart p14:bwMode="auto" r:id="rId67">
            <p14:nvContentPartPr>
              <p14:cNvPr id="1049226" name=""/>
              <p14:cNvContentPartPr/>
              <p14:nvPr/>
            </p14:nvContentPartPr>
            <p14:xfrm>
              <a:off x="3531283" y="2459405"/>
              <a:ext cx="203212" cy="718933"/>
            </p14:xfrm>
          </p:contentPart>
        </mc:Choice>
        <mc:Fallback>
          <p:sp>
            <p:nvSpPr>
              <p:cNvPr id="1049226" name=""/>
              <p:cNvSpPr/>
              <p:nvPr/>
            </p:nvSpPr>
            <p:spPr>
              <a:xfrm>
                <a:off x="3531283" y="2459405"/>
                <a:ext cx="203212" cy="718933"/>
              </a:xfrm>
            </p:spPr>
          </p:sp>
        </mc:Fallback>
      </mc:AlternateContent>
      <mc:AlternateContent xmlns:mc="http://schemas.openxmlformats.org/markup-compatibility/2006">
        <mc:Choice xmlns:p14="http://schemas.microsoft.com/office/powerpoint/2010/main" Requires="p14">
          <p:contentPart p14:bwMode="auto" r:id="rId68">
            <p14:nvContentPartPr>
              <p14:cNvPr id="1049227" name=""/>
              <p14:cNvContentPartPr/>
              <p14:nvPr/>
            </p14:nvContentPartPr>
            <p14:xfrm>
              <a:off x="6903890" y="2752477"/>
              <a:ext cx="148335" cy="219783"/>
            </p14:xfrm>
          </p:contentPart>
        </mc:Choice>
        <mc:Fallback>
          <p:sp>
            <p:nvSpPr>
              <p:cNvPr id="1049227" name=""/>
              <p:cNvSpPr/>
              <p:nvPr/>
            </p:nvSpPr>
            <p:spPr>
              <a:xfrm>
                <a:off x="6903890" y="2752477"/>
                <a:ext cx="148335" cy="219783"/>
              </a:xfrm>
            </p:spPr>
          </p:sp>
        </mc:Fallback>
      </mc:AlternateContent>
      <mc:AlternateContent xmlns:mc="http://schemas.openxmlformats.org/markup-compatibility/2006">
        <mc:Choice xmlns:p14="http://schemas.microsoft.com/office/powerpoint/2010/main" Requires="p14">
          <p:contentPart p14:bwMode="auto" r:id="rId69">
            <p14:nvContentPartPr>
              <p14:cNvPr id="1049228" name=""/>
              <p14:cNvContentPartPr/>
              <p14:nvPr/>
            </p14:nvContentPartPr>
            <p14:xfrm>
              <a:off x="7163413" y="2914140"/>
              <a:ext cx="17841" cy="34301"/>
            </p14:xfrm>
          </p:contentPart>
        </mc:Choice>
        <mc:Fallback>
          <p:sp>
            <p:nvSpPr>
              <p:cNvPr id="1049228" name=""/>
              <p:cNvSpPr/>
              <p:nvPr/>
            </p:nvSpPr>
            <p:spPr>
              <a:xfrm>
                <a:off x="7163413" y="2914140"/>
                <a:ext cx="17841" cy="34301"/>
              </a:xfrm>
            </p:spPr>
          </p:sp>
        </mc:Fallback>
      </mc:AlternateContent>
      <mc:AlternateContent xmlns:mc="http://schemas.openxmlformats.org/markup-compatibility/2006">
        <mc:Choice xmlns:p14="http://schemas.microsoft.com/office/powerpoint/2010/main" Requires="p14">
          <p:contentPart p14:bwMode="auto" r:id="rId70">
            <p14:nvContentPartPr>
              <p14:cNvPr id="1049229" name=""/>
              <p14:cNvContentPartPr/>
              <p14:nvPr/>
            </p14:nvContentPartPr>
            <p14:xfrm>
              <a:off x="7274454" y="2802908"/>
              <a:ext cx="199153" cy="129071"/>
            </p14:xfrm>
          </p:contentPart>
        </mc:Choice>
        <mc:Fallback>
          <p:sp>
            <p:nvSpPr>
              <p:cNvPr id="1049229" name=""/>
              <p:cNvSpPr/>
              <p:nvPr/>
            </p:nvSpPr>
            <p:spPr>
              <a:xfrm>
                <a:off x="7274454" y="2802908"/>
                <a:ext cx="199153" cy="129071"/>
              </a:xfrm>
            </p:spPr>
          </p:sp>
        </mc:Fallback>
      </mc:AlternateContent>
      <mc:AlternateContent xmlns:mc="http://schemas.openxmlformats.org/markup-compatibility/2006">
        <mc:Choice xmlns:p14="http://schemas.microsoft.com/office/powerpoint/2010/main" Requires="p14">
          <p:contentPart p14:bwMode="auto" r:id="rId71">
            <p14:nvContentPartPr>
              <p14:cNvPr id="1049230" name=""/>
              <p14:cNvContentPartPr/>
              <p14:nvPr/>
            </p14:nvContentPartPr>
            <p14:xfrm>
              <a:off x="7616740" y="2791191"/>
              <a:ext cx="143421" cy="156667"/>
            </p14:xfrm>
          </p:contentPart>
        </mc:Choice>
        <mc:Fallback>
          <p:sp>
            <p:nvSpPr>
              <p:cNvPr id="1049230" name=""/>
              <p:cNvSpPr/>
              <p:nvPr/>
            </p:nvSpPr>
            <p:spPr>
              <a:xfrm>
                <a:off x="7616740" y="2791191"/>
                <a:ext cx="143421" cy="156667"/>
              </a:xfrm>
            </p:spPr>
          </p:sp>
        </mc:Fallback>
      </mc:AlternateContent>
      <mc:AlternateContent xmlns:mc="http://schemas.openxmlformats.org/markup-compatibility/2006">
        <mc:Choice xmlns:p14="http://schemas.microsoft.com/office/powerpoint/2010/main" Requires="p14">
          <p:contentPart p14:bwMode="auto" r:id="rId72">
            <p14:nvContentPartPr>
              <p14:cNvPr id="1049231" name=""/>
              <p14:cNvContentPartPr/>
              <p14:nvPr/>
            </p14:nvContentPartPr>
            <p14:xfrm>
              <a:off x="7480562" y="2914140"/>
              <a:ext cx="6963" cy="59187"/>
            </p14:xfrm>
          </p:contentPart>
        </mc:Choice>
        <mc:Fallback>
          <p:sp>
            <p:nvSpPr>
              <p:cNvPr id="1049231" name=""/>
              <p:cNvSpPr/>
              <p:nvPr/>
            </p:nvSpPr>
            <p:spPr>
              <a:xfrm>
                <a:off x="7480562" y="2914140"/>
                <a:ext cx="6963" cy="59187"/>
              </a:xfrm>
            </p:spPr>
          </p:sp>
        </mc:Fallback>
      </mc:AlternateContent>
      <mc:AlternateContent xmlns:mc="http://schemas.openxmlformats.org/markup-compatibility/2006">
        <mc:Choice xmlns:p14="http://schemas.microsoft.com/office/powerpoint/2010/main" Requires="p14">
          <p:contentPart p14:bwMode="auto" r:id="rId73">
            <p14:nvContentPartPr>
              <p14:cNvPr id="1049232" name=""/>
              <p14:cNvContentPartPr/>
              <p14:nvPr/>
            </p14:nvContentPartPr>
            <p14:xfrm>
              <a:off x="7500680" y="2934463"/>
              <a:ext cx="33256" cy="33718"/>
            </p14:xfrm>
          </p:contentPart>
        </mc:Choice>
        <mc:Fallback>
          <p:sp>
            <p:nvSpPr>
              <p:cNvPr id="1049232" name=""/>
              <p:cNvSpPr/>
              <p:nvPr/>
            </p:nvSpPr>
            <p:spPr>
              <a:xfrm>
                <a:off x="7500680" y="2934463"/>
                <a:ext cx="33256" cy="33718"/>
              </a:xfrm>
            </p:spPr>
          </p:sp>
        </mc:Fallback>
      </mc:AlternateContent>
      <mc:AlternateContent xmlns:mc="http://schemas.openxmlformats.org/markup-compatibility/2006">
        <mc:Choice xmlns:p14="http://schemas.microsoft.com/office/powerpoint/2010/main" Requires="p14">
          <p:contentPart p14:bwMode="auto" r:id="rId74">
            <p14:nvContentPartPr>
              <p14:cNvPr id="1049233" name=""/>
              <p14:cNvContentPartPr/>
              <p14:nvPr/>
            </p14:nvContentPartPr>
            <p14:xfrm>
              <a:off x="2439666" y="2309960"/>
              <a:ext cx="5524183" cy="1102354"/>
            </p14:xfrm>
          </p:contentPart>
        </mc:Choice>
        <mc:Fallback>
          <p:sp>
            <p:nvSpPr>
              <p:cNvPr id="1049233" name=""/>
              <p:cNvSpPr/>
              <p:nvPr/>
            </p:nvSpPr>
            <p:spPr>
              <a:xfrm>
                <a:off x="2439666" y="2309960"/>
                <a:ext cx="5524183" cy="1102354"/>
              </a:xfrm>
            </p:spPr>
          </p:sp>
        </mc:Fallback>
      </mc:AlternateContent>
      <mc:AlternateContent xmlns:mc="http://schemas.openxmlformats.org/markup-compatibility/2006">
        <mc:Choice xmlns:p14="http://schemas.microsoft.com/office/powerpoint/2010/main" Requires="p14">
          <p:contentPart p14:bwMode="auto" r:id="rId75">
            <p14:nvContentPartPr>
              <p14:cNvPr id="1049234" name=""/>
              <p14:cNvContentPartPr/>
              <p14:nvPr/>
            </p14:nvContentPartPr>
            <p14:xfrm>
              <a:off x="2350362" y="3029152"/>
              <a:ext cx="458702" cy="802626"/>
            </p14:xfrm>
          </p:contentPart>
        </mc:Choice>
        <mc:Fallback>
          <p:sp>
            <p:nvSpPr>
              <p:cNvPr id="1049234" name=""/>
              <p:cNvSpPr/>
              <p:nvPr/>
            </p:nvSpPr>
            <p:spPr>
              <a:xfrm>
                <a:off x="2350362" y="3029152"/>
                <a:ext cx="458702" cy="802626"/>
              </a:xfrm>
            </p:spPr>
          </p:sp>
        </mc:Fallback>
      </mc:AlternateContent>
      <mc:AlternateContent xmlns:mc="http://schemas.openxmlformats.org/markup-compatibility/2006">
        <mc:Choice xmlns:p14="http://schemas.microsoft.com/office/powerpoint/2010/main" Requires="p14">
          <p:contentPart p14:bwMode="auto" r:id="rId76">
            <p14:nvContentPartPr>
              <p14:cNvPr id="1049235" name=""/>
              <p14:cNvContentPartPr/>
              <p14:nvPr/>
            </p14:nvContentPartPr>
            <p14:xfrm>
              <a:off x="2676039" y="3006105"/>
              <a:ext cx="179831" cy="191176"/>
            </p14:xfrm>
          </p:contentPart>
        </mc:Choice>
        <mc:Fallback>
          <p:sp>
            <p:nvSpPr>
              <p:cNvPr id="1049235" name=""/>
              <p:cNvSpPr/>
              <p:nvPr/>
            </p:nvSpPr>
            <p:spPr>
              <a:xfrm>
                <a:off x="2676039" y="3006105"/>
                <a:ext cx="179831" cy="191176"/>
              </a:xfrm>
            </p:spPr>
          </p:sp>
        </mc:Fallback>
      </mc:AlternateContent>
      <mc:AlternateContent xmlns:mc="http://schemas.openxmlformats.org/markup-compatibility/2006">
        <mc:Choice xmlns:p14="http://schemas.microsoft.com/office/powerpoint/2010/main" Requires="p14">
          <p:contentPart p14:bwMode="auto" r:id="rId77">
            <p14:nvContentPartPr>
              <p14:cNvPr id="1049236" name=""/>
              <p14:cNvContentPartPr/>
              <p14:nvPr/>
            </p14:nvContentPartPr>
            <p14:xfrm>
              <a:off x="2070444" y="3925227"/>
              <a:ext cx="296395" cy="215875"/>
            </p14:xfrm>
          </p:contentPart>
        </mc:Choice>
        <mc:Fallback>
          <p:sp>
            <p:nvSpPr>
              <p:cNvPr id="1049236" name=""/>
              <p:cNvSpPr/>
              <p:nvPr/>
            </p:nvSpPr>
            <p:spPr>
              <a:xfrm>
                <a:off x="2070444" y="3925227"/>
                <a:ext cx="296395" cy="215875"/>
              </a:xfrm>
            </p:spPr>
          </p:sp>
        </mc:Fallback>
      </mc:AlternateContent>
      <mc:AlternateContent xmlns:mc="http://schemas.openxmlformats.org/markup-compatibility/2006">
        <mc:Choice xmlns:p14="http://schemas.microsoft.com/office/powerpoint/2010/main" Requires="p14">
          <p:contentPart p14:bwMode="auto" r:id="rId78">
            <p14:nvContentPartPr>
              <p14:cNvPr id="1049237" name=""/>
              <p14:cNvContentPartPr/>
              <p14:nvPr/>
            </p14:nvContentPartPr>
            <p14:xfrm>
              <a:off x="2400057" y="4036774"/>
              <a:ext cx="192732" cy="113709"/>
            </p14:xfrm>
          </p:contentPart>
        </mc:Choice>
        <mc:Fallback>
          <p:sp>
            <p:nvSpPr>
              <p:cNvPr id="1049237" name=""/>
              <p:cNvSpPr/>
              <p:nvPr/>
            </p:nvSpPr>
            <p:spPr>
              <a:xfrm>
                <a:off x="2400057" y="4036774"/>
                <a:ext cx="192732" cy="113709"/>
              </a:xfrm>
            </p:spPr>
          </p:sp>
        </mc:Fallback>
      </mc:AlternateContent>
      <mc:AlternateContent xmlns:mc="http://schemas.openxmlformats.org/markup-compatibility/2006">
        <mc:Choice xmlns:p14="http://schemas.microsoft.com/office/powerpoint/2010/main" Requires="p14">
          <p:contentPart p14:bwMode="auto" r:id="rId79">
            <p14:nvContentPartPr>
              <p14:cNvPr id="1049238" name=""/>
              <p14:cNvContentPartPr/>
              <p14:nvPr/>
            </p14:nvContentPartPr>
            <p14:xfrm>
              <a:off x="2619192" y="3925227"/>
              <a:ext cx="70395" cy="249076"/>
            </p14:xfrm>
          </p:contentPart>
        </mc:Choice>
        <mc:Fallback>
          <p:sp>
            <p:nvSpPr>
              <p:cNvPr id="1049238" name=""/>
              <p:cNvSpPr/>
              <p:nvPr/>
            </p:nvSpPr>
            <p:spPr>
              <a:xfrm>
                <a:off x="2619192" y="3925227"/>
                <a:ext cx="70395" cy="249076"/>
              </a:xfrm>
            </p:spPr>
          </p:sp>
        </mc:Fallback>
      </mc:AlternateContent>
      <mc:AlternateContent xmlns:mc="http://schemas.openxmlformats.org/markup-compatibility/2006">
        <mc:Choice xmlns:p14="http://schemas.microsoft.com/office/powerpoint/2010/main" Requires="p14">
          <p:contentPart p14:bwMode="auto" r:id="rId80">
            <p14:nvContentPartPr>
              <p14:cNvPr id="1049239" name=""/>
              <p14:cNvContentPartPr/>
              <p14:nvPr/>
            </p14:nvContentPartPr>
            <p14:xfrm>
              <a:off x="2742276" y="3931924"/>
              <a:ext cx="223512" cy="264397"/>
            </p14:xfrm>
          </p:contentPart>
        </mc:Choice>
        <mc:Fallback>
          <p:sp>
            <p:nvSpPr>
              <p:cNvPr id="1049239" name=""/>
              <p:cNvSpPr/>
              <p:nvPr/>
            </p:nvSpPr>
            <p:spPr>
              <a:xfrm>
                <a:off x="2742276" y="3931924"/>
                <a:ext cx="223512" cy="264397"/>
              </a:xfrm>
            </p:spPr>
          </p:sp>
        </mc:Fallback>
      </mc:AlternateContent>
      <mc:AlternateContent xmlns:mc="http://schemas.openxmlformats.org/markup-compatibility/2006">
        <mc:Choice xmlns:p14="http://schemas.microsoft.com/office/powerpoint/2010/main" Requires="p14">
          <p:contentPart p14:bwMode="auto" r:id="rId81">
            <p14:nvContentPartPr>
              <p14:cNvPr id="1049240" name=""/>
              <p14:cNvContentPartPr/>
              <p14:nvPr/>
            </p14:nvContentPartPr>
            <p14:xfrm>
              <a:off x="3120076" y="4025245"/>
              <a:ext cx="215755" cy="138218"/>
            </p14:xfrm>
          </p:contentPart>
        </mc:Choice>
        <mc:Fallback>
          <p:sp>
            <p:nvSpPr>
              <p:cNvPr id="1049240" name=""/>
              <p:cNvSpPr/>
              <p:nvPr/>
            </p:nvSpPr>
            <p:spPr>
              <a:xfrm>
                <a:off x="3120076" y="4025245"/>
                <a:ext cx="215755" cy="138218"/>
              </a:xfrm>
            </p:spPr>
          </p:sp>
        </mc:Fallback>
      </mc:AlternateContent>
      <mc:AlternateContent xmlns:mc="http://schemas.openxmlformats.org/markup-compatibility/2006">
        <mc:Choice xmlns:p14="http://schemas.microsoft.com/office/powerpoint/2010/main" Requires="p14">
          <p:contentPart p14:bwMode="auto" r:id="rId82">
            <p14:nvContentPartPr>
              <p14:cNvPr id="1049241" name=""/>
              <p14:cNvContentPartPr/>
              <p14:nvPr/>
            </p14:nvContentPartPr>
            <p14:xfrm>
              <a:off x="3335008" y="3756866"/>
              <a:ext cx="40597" cy="431640"/>
            </p14:xfrm>
          </p:contentPart>
        </mc:Choice>
        <mc:Fallback>
          <p:sp>
            <p:nvSpPr>
              <p:cNvPr id="1049241" name=""/>
              <p:cNvSpPr/>
              <p:nvPr/>
            </p:nvSpPr>
            <p:spPr>
              <a:xfrm>
                <a:off x="3335008" y="3756866"/>
                <a:ext cx="40597" cy="431640"/>
              </a:xfrm>
            </p:spPr>
          </p:sp>
        </mc:Fallback>
      </mc:AlternateContent>
      <mc:AlternateContent xmlns:mc="http://schemas.openxmlformats.org/markup-compatibility/2006">
        <mc:Choice xmlns:p14="http://schemas.microsoft.com/office/powerpoint/2010/main" Requires="p14">
          <p:contentPart p14:bwMode="auto" r:id="rId83">
            <p14:nvContentPartPr>
              <p14:cNvPr id="1049242" name=""/>
              <p14:cNvContentPartPr/>
              <p14:nvPr/>
            </p14:nvContentPartPr>
            <p14:xfrm>
              <a:off x="3314890" y="4013578"/>
              <a:ext cx="206392" cy="127584"/>
            </p14:xfrm>
          </p:contentPart>
        </mc:Choice>
        <mc:Fallback>
          <p:sp>
            <p:nvSpPr>
              <p:cNvPr id="1049242" name=""/>
              <p:cNvSpPr/>
              <p:nvPr/>
            </p:nvSpPr>
            <p:spPr>
              <a:xfrm>
                <a:off x="3314890" y="4013578"/>
                <a:ext cx="206392" cy="127584"/>
              </a:xfrm>
            </p:spPr>
          </p:sp>
        </mc:Fallback>
      </mc:AlternateContent>
      <mc:AlternateContent xmlns:mc="http://schemas.openxmlformats.org/markup-compatibility/2006">
        <mc:Choice xmlns:p14="http://schemas.microsoft.com/office/powerpoint/2010/main" Requires="p14">
          <p:contentPart p14:bwMode="auto" r:id="rId84">
            <p14:nvContentPartPr>
              <p14:cNvPr id="1049243" name=""/>
              <p14:cNvContentPartPr/>
              <p14:nvPr/>
            </p14:nvContentPartPr>
            <p14:xfrm>
              <a:off x="3553221" y="3999361"/>
              <a:ext cx="281901" cy="159747"/>
            </p14:xfrm>
          </p:contentPart>
        </mc:Choice>
        <mc:Fallback>
          <p:sp>
            <p:nvSpPr>
              <p:cNvPr id="1049243" name=""/>
              <p:cNvSpPr/>
              <p:nvPr/>
            </p:nvSpPr>
            <p:spPr>
              <a:xfrm>
                <a:off x="3553221" y="3999361"/>
                <a:ext cx="281901" cy="159747"/>
              </a:xfrm>
            </p:spPr>
          </p:sp>
        </mc:Fallback>
      </mc:AlternateContent>
      <mc:AlternateContent xmlns:mc="http://schemas.openxmlformats.org/markup-compatibility/2006">
        <mc:Choice xmlns:p14="http://schemas.microsoft.com/office/powerpoint/2010/main" Requires="p14">
          <p:contentPart p14:bwMode="auto" r:id="rId85">
            <p14:nvContentPartPr>
              <p14:cNvPr id="1049244" name=""/>
              <p14:cNvContentPartPr/>
              <p14:nvPr/>
            </p14:nvContentPartPr>
            <p14:xfrm>
              <a:off x="3773910" y="3864718"/>
              <a:ext cx="33949" cy="68808"/>
            </p14:xfrm>
          </p:contentPart>
        </mc:Choice>
        <mc:Fallback>
          <p:sp>
            <p:nvSpPr>
              <p:cNvPr id="1049244" name=""/>
              <p:cNvSpPr/>
              <p:nvPr/>
            </p:nvSpPr>
            <p:spPr>
              <a:xfrm>
                <a:off x="3773910" y="3864718"/>
                <a:ext cx="33949" cy="68808"/>
              </a:xfrm>
            </p:spPr>
          </p:sp>
        </mc:Fallback>
      </mc:AlternateContent>
      <mc:AlternateContent xmlns:mc="http://schemas.openxmlformats.org/markup-compatibility/2006">
        <mc:Choice xmlns:p14="http://schemas.microsoft.com/office/powerpoint/2010/main" Requires="p14">
          <p:contentPart p14:bwMode="auto" r:id="rId86">
            <p14:nvContentPartPr>
              <p14:cNvPr id="1049245" name=""/>
              <p14:cNvContentPartPr/>
              <p14:nvPr/>
            </p14:nvContentPartPr>
            <p14:xfrm>
              <a:off x="3847403" y="3986698"/>
              <a:ext cx="134568" cy="289604"/>
            </p14:xfrm>
          </p:contentPart>
        </mc:Choice>
        <mc:Fallback>
          <p:sp>
            <p:nvSpPr>
              <p:cNvPr id="1049245" name=""/>
              <p:cNvSpPr/>
              <p:nvPr/>
            </p:nvSpPr>
            <p:spPr>
              <a:xfrm>
                <a:off x="3847403" y="3986698"/>
                <a:ext cx="134568" cy="289604"/>
              </a:xfrm>
            </p:spPr>
          </p:sp>
        </mc:Fallback>
      </mc:AlternateContent>
      <mc:AlternateContent xmlns:mc="http://schemas.openxmlformats.org/markup-compatibility/2006">
        <mc:Choice xmlns:p14="http://schemas.microsoft.com/office/powerpoint/2010/main" Requires="p14">
          <p:contentPart p14:bwMode="auto" r:id="rId87">
            <p14:nvContentPartPr>
              <p14:cNvPr id="1049246" name=""/>
              <p14:cNvContentPartPr/>
              <p14:nvPr/>
            </p14:nvContentPartPr>
            <p14:xfrm>
              <a:off x="4012572" y="4006520"/>
              <a:ext cx="259469" cy="196811"/>
            </p14:xfrm>
          </p:contentPart>
        </mc:Choice>
        <mc:Fallback>
          <p:sp>
            <p:nvSpPr>
              <p:cNvPr id="1049246" name=""/>
              <p:cNvSpPr/>
              <p:nvPr/>
            </p:nvSpPr>
            <p:spPr>
              <a:xfrm>
                <a:off x="4012572" y="4006520"/>
                <a:ext cx="259469" cy="196811"/>
              </a:xfrm>
            </p:spPr>
          </p:sp>
        </mc:Fallback>
      </mc:AlternateContent>
      <mc:AlternateContent xmlns:mc="http://schemas.openxmlformats.org/markup-compatibility/2006">
        <mc:Choice xmlns:p14="http://schemas.microsoft.com/office/powerpoint/2010/main" Requires="p14">
          <p:contentPart p14:bwMode="auto" r:id="rId88">
            <p14:nvContentPartPr>
              <p14:cNvPr id="1049247" name=""/>
              <p14:cNvContentPartPr/>
              <p14:nvPr/>
            </p14:nvContentPartPr>
            <p14:xfrm>
              <a:off x="1985078" y="4305220"/>
              <a:ext cx="310292" cy="394679"/>
            </p14:xfrm>
          </p:contentPart>
        </mc:Choice>
        <mc:Fallback>
          <p:sp>
            <p:nvSpPr>
              <p:cNvPr id="1049247" name=""/>
              <p:cNvSpPr/>
              <p:nvPr/>
            </p:nvSpPr>
            <p:spPr>
              <a:xfrm>
                <a:off x="1985078" y="4305220"/>
                <a:ext cx="310292" cy="394679"/>
              </a:xfrm>
            </p:spPr>
          </p:sp>
        </mc:Fallback>
      </mc:AlternateContent>
      <mc:AlternateContent xmlns:mc="http://schemas.openxmlformats.org/markup-compatibility/2006">
        <mc:Choice xmlns:p14="http://schemas.microsoft.com/office/powerpoint/2010/main" Requires="p14">
          <p:contentPart p14:bwMode="auto" r:id="rId89">
            <p14:nvContentPartPr>
              <p14:cNvPr id="1049248" name=""/>
              <p14:cNvContentPartPr/>
              <p14:nvPr/>
            </p14:nvContentPartPr>
            <p14:xfrm>
              <a:off x="2425798" y="4343472"/>
              <a:ext cx="26780" cy="360585"/>
            </p14:xfrm>
          </p:contentPart>
        </mc:Choice>
        <mc:Fallback>
          <p:sp>
            <p:nvSpPr>
              <p:cNvPr id="1049248" name=""/>
              <p:cNvSpPr/>
              <p:nvPr/>
            </p:nvSpPr>
            <p:spPr>
              <a:xfrm>
                <a:off x="2425798" y="4343472"/>
                <a:ext cx="26780" cy="360585"/>
              </a:xfrm>
            </p:spPr>
          </p:sp>
        </mc:Fallback>
      </mc:AlternateContent>
      <mc:AlternateContent xmlns:mc="http://schemas.openxmlformats.org/markup-compatibility/2006">
        <mc:Choice xmlns:p14="http://schemas.microsoft.com/office/powerpoint/2010/main" Requires="p14">
          <p:contentPart p14:bwMode="auto" r:id="rId90">
            <p14:nvContentPartPr>
              <p14:cNvPr id="1049249" name=""/>
              <p14:cNvContentPartPr/>
              <p14:nvPr/>
            </p14:nvContentPartPr>
            <p14:xfrm>
              <a:off x="2514759" y="4316451"/>
              <a:ext cx="28254" cy="169554"/>
            </p14:xfrm>
          </p:contentPart>
        </mc:Choice>
        <mc:Fallback>
          <p:sp>
            <p:nvSpPr>
              <p:cNvPr id="1049249" name=""/>
              <p:cNvSpPr/>
              <p:nvPr/>
            </p:nvSpPr>
            <p:spPr>
              <a:xfrm>
                <a:off x="2514759" y="4316451"/>
                <a:ext cx="28254" cy="169554"/>
              </a:xfrm>
            </p:spPr>
          </p:sp>
        </mc:Fallback>
      </mc:AlternateContent>
      <mc:AlternateContent xmlns:mc="http://schemas.openxmlformats.org/markup-compatibility/2006">
        <mc:Choice xmlns:p14="http://schemas.microsoft.com/office/powerpoint/2010/main" Requires="p14">
          <p:contentPart p14:bwMode="auto" r:id="rId91">
            <p14:nvContentPartPr>
              <p14:cNvPr id="1049250" name=""/>
              <p14:cNvContentPartPr/>
              <p14:nvPr/>
            </p14:nvContentPartPr>
            <p14:xfrm>
              <a:off x="2629644" y="4566491"/>
              <a:ext cx="156600" cy="135274"/>
            </p14:xfrm>
          </p:contentPart>
        </mc:Choice>
        <mc:Fallback>
          <p:sp>
            <p:nvSpPr>
              <p:cNvPr id="1049250" name=""/>
              <p:cNvSpPr/>
              <p:nvPr/>
            </p:nvSpPr>
            <p:spPr>
              <a:xfrm>
                <a:off x="2629644" y="4566491"/>
                <a:ext cx="156600" cy="135274"/>
              </a:xfrm>
            </p:spPr>
          </p:sp>
        </mc:Fallback>
      </mc:AlternateContent>
      <mc:AlternateContent xmlns:mc="http://schemas.openxmlformats.org/markup-compatibility/2006">
        <mc:Choice xmlns:p14="http://schemas.microsoft.com/office/powerpoint/2010/main" Requires="p14">
          <p:contentPart p14:bwMode="auto" r:id="rId92">
            <p14:nvContentPartPr>
              <p14:cNvPr id="1049251" name=""/>
              <p14:cNvContentPartPr/>
              <p14:nvPr/>
            </p14:nvContentPartPr>
            <p14:xfrm>
              <a:off x="2589408" y="4397283"/>
              <a:ext cx="186400" cy="29579"/>
            </p14:xfrm>
          </p:contentPart>
        </mc:Choice>
        <mc:Fallback>
          <p:sp>
            <p:nvSpPr>
              <p:cNvPr id="1049251" name=""/>
              <p:cNvSpPr/>
              <p:nvPr/>
            </p:nvSpPr>
            <p:spPr>
              <a:xfrm>
                <a:off x="2589408" y="4397283"/>
                <a:ext cx="186400" cy="29579"/>
              </a:xfrm>
            </p:spPr>
          </p:sp>
        </mc:Fallback>
      </mc:AlternateContent>
      <mc:AlternateContent xmlns:mc="http://schemas.openxmlformats.org/markup-compatibility/2006">
        <mc:Choice xmlns:p14="http://schemas.microsoft.com/office/powerpoint/2010/main" Requires="p14">
          <p:contentPart p14:bwMode="auto" r:id="rId93">
            <p14:nvContentPartPr>
              <p14:cNvPr id="1049252" name=""/>
              <p14:cNvContentPartPr/>
              <p14:nvPr/>
            </p14:nvContentPartPr>
            <p14:xfrm>
              <a:off x="2775808" y="4329615"/>
              <a:ext cx="26962" cy="457894"/>
            </p14:xfrm>
          </p:contentPart>
        </mc:Choice>
        <mc:Fallback>
          <p:sp>
            <p:nvSpPr>
              <p:cNvPr id="1049252" name=""/>
              <p:cNvSpPr/>
              <p:nvPr/>
            </p:nvSpPr>
            <p:spPr>
              <a:xfrm>
                <a:off x="2775808" y="4329615"/>
                <a:ext cx="26962" cy="457894"/>
              </a:xfrm>
            </p:spPr>
          </p:sp>
        </mc:Fallback>
      </mc:AlternateContent>
      <mc:AlternateContent xmlns:mc="http://schemas.openxmlformats.org/markup-compatibility/2006">
        <mc:Choice xmlns:p14="http://schemas.microsoft.com/office/powerpoint/2010/main" Requires="p14">
          <p:contentPart p14:bwMode="auto" r:id="rId94">
            <p14:nvContentPartPr>
              <p14:cNvPr id="1049253" name=""/>
              <p14:cNvContentPartPr/>
              <p14:nvPr/>
            </p14:nvContentPartPr>
            <p14:xfrm>
              <a:off x="2862439" y="4564208"/>
              <a:ext cx="182668" cy="197154"/>
            </p14:xfrm>
          </p:contentPart>
        </mc:Choice>
        <mc:Fallback>
          <p:sp>
            <p:nvSpPr>
              <p:cNvPr id="1049253" name=""/>
              <p:cNvSpPr/>
              <p:nvPr/>
            </p:nvSpPr>
            <p:spPr>
              <a:xfrm>
                <a:off x="2862439" y="4564208"/>
                <a:ext cx="182668" cy="197154"/>
              </a:xfrm>
            </p:spPr>
          </p:sp>
        </mc:Fallback>
      </mc:AlternateContent>
      <mc:AlternateContent xmlns:mc="http://schemas.openxmlformats.org/markup-compatibility/2006">
        <mc:Choice xmlns:p14="http://schemas.microsoft.com/office/powerpoint/2010/main" Requires="p14">
          <p:contentPart p14:bwMode="auto" r:id="rId95">
            <p14:nvContentPartPr>
              <p14:cNvPr id="1049254" name=""/>
              <p14:cNvContentPartPr/>
              <p14:nvPr/>
            </p14:nvContentPartPr>
            <p14:xfrm>
              <a:off x="2837502" y="4403749"/>
              <a:ext cx="164532" cy="41824"/>
            </p14:xfrm>
          </p:contentPart>
        </mc:Choice>
        <mc:Fallback>
          <p:sp>
            <p:nvSpPr>
              <p:cNvPr id="1049254" name=""/>
              <p:cNvSpPr/>
              <p:nvPr/>
            </p:nvSpPr>
            <p:spPr>
              <a:xfrm>
                <a:off x="2837502" y="4403749"/>
                <a:ext cx="164532" cy="41824"/>
              </a:xfrm>
            </p:spPr>
          </p:sp>
        </mc:Fallback>
      </mc:AlternateContent>
      <mc:AlternateContent xmlns:mc="http://schemas.openxmlformats.org/markup-compatibility/2006">
        <mc:Choice xmlns:p14="http://schemas.microsoft.com/office/powerpoint/2010/main" Requires="p14">
          <p:contentPart p14:bwMode="auto" r:id="rId96">
            <p14:nvContentPartPr>
              <p14:cNvPr id="1049255" name=""/>
              <p14:cNvContentPartPr/>
              <p14:nvPr/>
            </p14:nvContentPartPr>
            <p14:xfrm>
              <a:off x="3048839" y="4497512"/>
              <a:ext cx="734110" cy="346082"/>
            </p14:xfrm>
          </p:contentPart>
        </mc:Choice>
        <mc:Fallback>
          <p:sp>
            <p:nvSpPr>
              <p:cNvPr id="1049255" name=""/>
              <p:cNvSpPr/>
              <p:nvPr/>
            </p:nvSpPr>
            <p:spPr>
              <a:xfrm>
                <a:off x="3048839" y="4497512"/>
                <a:ext cx="734110" cy="346082"/>
              </a:xfrm>
            </p:spPr>
          </p:sp>
        </mc:Fallback>
      </mc:AlternateContent>
      <mc:AlternateContent xmlns:mc="http://schemas.openxmlformats.org/markup-compatibility/2006">
        <mc:Choice xmlns:p14="http://schemas.microsoft.com/office/powerpoint/2010/main" Requires="p14">
          <p:contentPart p14:bwMode="auto" r:id="rId97">
            <p14:nvContentPartPr>
              <p14:cNvPr id="1049256" name=""/>
              <p14:cNvContentPartPr/>
              <p14:nvPr/>
            </p14:nvContentPartPr>
            <p14:xfrm>
              <a:off x="3920485" y="4552479"/>
              <a:ext cx="153143" cy="303233"/>
            </p14:xfrm>
          </p:contentPart>
        </mc:Choice>
        <mc:Fallback>
          <p:sp>
            <p:nvSpPr>
              <p:cNvPr id="1049256" name=""/>
              <p:cNvSpPr/>
              <p:nvPr/>
            </p:nvSpPr>
            <p:spPr>
              <a:xfrm>
                <a:off x="3920485" y="4552479"/>
                <a:ext cx="153143" cy="303233"/>
              </a:xfrm>
            </p:spPr>
          </p:sp>
        </mc:Fallback>
      </mc:AlternateContent>
      <mc:AlternateContent xmlns:mc="http://schemas.openxmlformats.org/markup-compatibility/2006">
        <mc:Choice xmlns:p14="http://schemas.microsoft.com/office/powerpoint/2010/main" Requires="p14">
          <p:contentPart p14:bwMode="auto" r:id="rId98">
            <p14:nvContentPartPr>
              <p14:cNvPr id="1049257" name=""/>
              <p14:cNvContentPartPr/>
              <p14:nvPr/>
            </p14:nvContentPartPr>
            <p14:xfrm>
              <a:off x="3887229" y="4505135"/>
              <a:ext cx="213546" cy="353478"/>
            </p14:xfrm>
          </p:contentPart>
        </mc:Choice>
        <mc:Fallback>
          <p:sp>
            <p:nvSpPr>
              <p:cNvPr id="1049257" name=""/>
              <p:cNvSpPr/>
              <p:nvPr/>
            </p:nvSpPr>
            <p:spPr>
              <a:xfrm>
                <a:off x="3887229" y="4505135"/>
                <a:ext cx="213546" cy="353478"/>
              </a:xfrm>
            </p:spPr>
          </p:sp>
        </mc:Fallback>
      </mc:AlternateContent>
      <mc:AlternateContent xmlns:mc="http://schemas.openxmlformats.org/markup-compatibility/2006">
        <mc:Choice xmlns:p14="http://schemas.microsoft.com/office/powerpoint/2010/main" Requires="p14">
          <p:contentPart p14:bwMode="auto" r:id="rId99">
            <p14:nvContentPartPr>
              <p14:cNvPr id="1049258" name=""/>
              <p14:cNvContentPartPr/>
              <p14:nvPr/>
            </p14:nvContentPartPr>
            <p14:xfrm>
              <a:off x="4239911" y="4649286"/>
              <a:ext cx="165570" cy="182671"/>
            </p14:xfrm>
          </p:contentPart>
        </mc:Choice>
        <mc:Fallback>
          <p:sp>
            <p:nvSpPr>
              <p:cNvPr id="1049258" name=""/>
              <p:cNvSpPr/>
              <p:nvPr/>
            </p:nvSpPr>
            <p:spPr>
              <a:xfrm>
                <a:off x="4239911" y="4649286"/>
                <a:ext cx="165570" cy="182671"/>
              </a:xfrm>
            </p:spPr>
          </p:sp>
        </mc:Fallback>
      </mc:AlternateContent>
      <mc:AlternateContent xmlns:mc="http://schemas.openxmlformats.org/markup-compatibility/2006">
        <mc:Choice xmlns:p14="http://schemas.microsoft.com/office/powerpoint/2010/main" Requires="p14">
          <p:contentPart p14:bwMode="auto" r:id="rId100">
            <p14:nvContentPartPr>
              <p14:cNvPr id="1049259" name=""/>
              <p14:cNvContentPartPr/>
              <p14:nvPr/>
            </p14:nvContentPartPr>
            <p14:xfrm>
              <a:off x="4442020" y="4470687"/>
              <a:ext cx="685502" cy="426779"/>
            </p14:xfrm>
          </p:contentPart>
        </mc:Choice>
        <mc:Fallback>
          <p:sp>
            <p:nvSpPr>
              <p:cNvPr id="1049259" name=""/>
              <p:cNvSpPr/>
              <p:nvPr/>
            </p:nvSpPr>
            <p:spPr>
              <a:xfrm>
                <a:off x="4442020" y="4470687"/>
                <a:ext cx="685502" cy="426779"/>
              </a:xfrm>
            </p:spPr>
          </p:sp>
        </mc:Fallback>
      </mc:AlternateContent>
      <mc:AlternateContent xmlns:mc="http://schemas.openxmlformats.org/markup-compatibility/2006">
        <mc:Choice xmlns:p14="http://schemas.microsoft.com/office/powerpoint/2010/main" Requires="p14">
          <p:contentPart p14:bwMode="auto" r:id="rId101">
            <p14:nvContentPartPr>
              <p14:cNvPr id="1049260" name=""/>
              <p14:cNvContentPartPr/>
              <p14:nvPr/>
            </p14:nvContentPartPr>
            <p14:xfrm>
              <a:off x="4478039" y="4591800"/>
              <a:ext cx="160948" cy="1095"/>
            </p14:xfrm>
          </p:contentPart>
        </mc:Choice>
        <mc:Fallback>
          <p:sp>
            <p:nvSpPr>
              <p:cNvPr id="1049260" name=""/>
              <p:cNvSpPr/>
              <p:nvPr/>
            </p:nvSpPr>
            <p:spPr>
              <a:xfrm>
                <a:off x="4478039" y="4591800"/>
                <a:ext cx="160948" cy="1095"/>
              </a:xfrm>
            </p:spPr>
          </p:sp>
        </mc:Fallback>
      </mc:AlternateContent>
      <mc:AlternateContent xmlns:mc="http://schemas.openxmlformats.org/markup-compatibility/2006">
        <mc:Choice xmlns:p14="http://schemas.microsoft.com/office/powerpoint/2010/main" Requires="p14">
          <p:contentPart p14:bwMode="auto" r:id="rId102">
            <p14:nvContentPartPr>
              <p14:cNvPr id="1049261" name=""/>
              <p14:cNvContentPartPr/>
              <p14:nvPr/>
            </p14:nvContentPartPr>
            <p14:xfrm>
              <a:off x="1810962" y="3831231"/>
              <a:ext cx="119887" cy="923095"/>
            </p14:xfrm>
          </p:contentPart>
        </mc:Choice>
        <mc:Fallback>
          <p:sp>
            <p:nvSpPr>
              <p:cNvPr id="1049261" name=""/>
              <p:cNvSpPr/>
              <p:nvPr/>
            </p:nvSpPr>
            <p:spPr>
              <a:xfrm>
                <a:off x="1810962" y="3831231"/>
                <a:ext cx="119887" cy="923095"/>
              </a:xfrm>
            </p:spPr>
          </p:sp>
        </mc:Fallback>
      </mc:AlternateContent>
      <mc:AlternateContent xmlns:mc="http://schemas.openxmlformats.org/markup-compatibility/2006">
        <mc:Choice xmlns:p14="http://schemas.microsoft.com/office/powerpoint/2010/main" Requires="p14">
          <p:contentPart p14:bwMode="auto" r:id="rId103">
            <p14:nvContentPartPr>
              <p14:cNvPr id="1049262" name=""/>
              <p14:cNvContentPartPr/>
              <p14:nvPr/>
            </p14:nvContentPartPr>
            <p14:xfrm>
              <a:off x="1677604" y="3722537"/>
              <a:ext cx="3716793" cy="1360155"/>
            </p14:xfrm>
          </p:contentPart>
        </mc:Choice>
        <mc:Fallback>
          <p:sp>
            <p:nvSpPr>
              <p:cNvPr id="1049262" name=""/>
              <p:cNvSpPr/>
              <p:nvPr/>
            </p:nvSpPr>
            <p:spPr>
              <a:xfrm>
                <a:off x="1677604" y="3722537"/>
                <a:ext cx="3716793" cy="1360155"/>
              </a:xfrm>
            </p:spPr>
          </p:sp>
        </mc:Fallback>
      </mc:AlternateContent>
      <mc:AlternateContent xmlns:mc="http://schemas.openxmlformats.org/markup-compatibility/2006">
        <mc:Choice xmlns:p14="http://schemas.microsoft.com/office/powerpoint/2010/main" Requires="p14">
          <p:contentPart p14:bwMode="auto" r:id="rId104">
            <p14:nvContentPartPr>
              <p14:cNvPr id="1049263" name=""/>
              <p14:cNvContentPartPr/>
              <p14:nvPr/>
            </p14:nvContentPartPr>
            <p14:xfrm>
              <a:off x="1761221" y="4810339"/>
              <a:ext cx="29622" cy="4958"/>
            </p14:xfrm>
          </p:contentPart>
        </mc:Choice>
        <mc:Fallback>
          <p:sp>
            <p:nvSpPr>
              <p:cNvPr id="1049263" name=""/>
              <p:cNvSpPr/>
              <p:nvPr/>
            </p:nvSpPr>
            <p:spPr>
              <a:xfrm>
                <a:off x="1761221" y="4810339"/>
                <a:ext cx="29622" cy="4958"/>
              </a:xfrm>
            </p:spPr>
          </p:sp>
        </mc:Fallback>
      </mc:AlternateContent>
      <mc:AlternateContent xmlns:mc="http://schemas.openxmlformats.org/markup-compatibility/2006">
        <mc:Choice xmlns:p14="http://schemas.microsoft.com/office/powerpoint/2010/main" Requires="p14">
          <p:contentPart p14:bwMode="auto" r:id="rId105">
            <p14:nvContentPartPr>
              <p14:cNvPr id="1049269" name=""/>
              <p14:cNvContentPartPr/>
              <p14:nvPr/>
            </p14:nvContentPartPr>
            <p14:xfrm>
              <a:off x="870340" y="4786891"/>
              <a:ext cx="5199493" cy="354376"/>
            </p14:xfrm>
          </p:contentPart>
        </mc:Choice>
        <mc:Fallback>
          <p:sp>
            <p:nvSpPr>
              <p:cNvPr id="1049269" name=""/>
              <p:cNvSpPr/>
              <p:nvPr/>
            </p:nvSpPr>
            <p:spPr>
              <a:xfrm>
                <a:off x="870340" y="4786891"/>
                <a:ext cx="5199493" cy="354376"/>
              </a:xfrm>
            </p:spPr>
          </p:sp>
        </mc:Fallback>
      </mc:AlternateContent>
      <mc:AlternateContent xmlns:mc="http://schemas.openxmlformats.org/markup-compatibility/2006">
        <mc:Choice xmlns:p14="http://schemas.microsoft.com/office/powerpoint/2010/main" Requires="p14">
          <p:contentPart p14:bwMode="auto" r:id="rId106">
            <p14:nvContentPartPr>
              <p14:cNvPr id="1049270" name=""/>
              <p14:cNvContentPartPr/>
              <p14:nvPr/>
            </p14:nvContentPartPr>
            <p14:xfrm>
              <a:off x="1238624" y="5199131"/>
              <a:ext cx="7746" cy="531760"/>
            </p14:xfrm>
          </p:contentPart>
        </mc:Choice>
        <mc:Fallback>
          <p:sp>
            <p:nvSpPr>
              <p:cNvPr id="1049270" name=""/>
              <p:cNvSpPr/>
              <p:nvPr/>
            </p:nvSpPr>
            <p:spPr>
              <a:xfrm>
                <a:off x="1238624" y="5199131"/>
                <a:ext cx="7746" cy="531760"/>
              </a:xfrm>
            </p:spPr>
          </p:sp>
        </mc:Fallback>
      </mc:AlternateContent>
      <mc:AlternateContent xmlns:mc="http://schemas.openxmlformats.org/markup-compatibility/2006">
        <mc:Choice xmlns:p14="http://schemas.microsoft.com/office/powerpoint/2010/main" Requires="p14">
          <p:contentPart p14:bwMode="auto" r:id="rId107">
            <p14:nvContentPartPr>
              <p14:cNvPr id="1049271" name=""/>
              <p14:cNvContentPartPr/>
              <p14:nvPr/>
            </p14:nvContentPartPr>
            <p14:xfrm>
              <a:off x="1252173" y="5180114"/>
              <a:ext cx="257929" cy="578709"/>
            </p14:xfrm>
          </p:contentPart>
        </mc:Choice>
        <mc:Fallback>
          <p:sp>
            <p:nvSpPr>
              <p:cNvPr id="1049271" name=""/>
              <p:cNvSpPr/>
              <p:nvPr/>
            </p:nvSpPr>
            <p:spPr>
              <a:xfrm>
                <a:off x="1252173" y="5180114"/>
                <a:ext cx="257929" cy="578709"/>
              </a:xfrm>
            </p:spPr>
          </p:sp>
        </mc:Fallback>
      </mc:AlternateContent>
      <mc:AlternateContent xmlns:mc="http://schemas.openxmlformats.org/markup-compatibility/2006">
        <mc:Choice xmlns:p14="http://schemas.microsoft.com/office/powerpoint/2010/main" Requires="p14">
          <p:contentPart p14:bwMode="auto" r:id="rId108">
            <p14:nvContentPartPr>
              <p14:cNvPr id="1049272" name=""/>
              <p14:cNvContentPartPr/>
              <p14:nvPr/>
            </p14:nvContentPartPr>
            <p14:xfrm>
              <a:off x="1584764" y="5559244"/>
              <a:ext cx="184937" cy="449929"/>
            </p14:xfrm>
          </p:contentPart>
        </mc:Choice>
        <mc:Fallback>
          <p:sp>
            <p:nvSpPr>
              <p:cNvPr id="1049272" name=""/>
              <p:cNvSpPr/>
              <p:nvPr/>
            </p:nvSpPr>
            <p:spPr>
              <a:xfrm>
                <a:off x="1584764" y="5559244"/>
                <a:ext cx="184937" cy="449929"/>
              </a:xfrm>
            </p:spPr>
          </p:sp>
        </mc:Fallback>
      </mc:AlternateContent>
      <mc:AlternateContent xmlns:mc="http://schemas.openxmlformats.org/markup-compatibility/2006">
        <mc:Choice xmlns:p14="http://schemas.microsoft.com/office/powerpoint/2010/main" Requires="p14">
          <p:contentPart p14:bwMode="auto" r:id="rId109">
            <p14:nvContentPartPr>
              <p14:cNvPr id="1049273" name=""/>
              <p14:cNvContentPartPr/>
              <p14:nvPr/>
            </p14:nvContentPartPr>
            <p14:xfrm>
              <a:off x="1943987" y="5644398"/>
              <a:ext cx="216372" cy="9930"/>
            </p14:xfrm>
          </p:contentPart>
        </mc:Choice>
        <mc:Fallback>
          <p:sp>
            <p:nvSpPr>
              <p:cNvPr id="1049273" name=""/>
              <p:cNvSpPr/>
              <p:nvPr/>
            </p:nvSpPr>
            <p:spPr>
              <a:xfrm>
                <a:off x="1943987" y="5644398"/>
                <a:ext cx="216372" cy="9930"/>
              </a:xfrm>
            </p:spPr>
          </p:sp>
        </mc:Fallback>
      </mc:AlternateContent>
      <mc:AlternateContent xmlns:mc="http://schemas.openxmlformats.org/markup-compatibility/2006">
        <mc:Choice xmlns:p14="http://schemas.microsoft.com/office/powerpoint/2010/main" Requires="p14">
          <p:contentPart p14:bwMode="auto" r:id="rId110">
            <p14:nvContentPartPr>
              <p14:cNvPr id="1049274" name=""/>
              <p14:cNvContentPartPr/>
              <p14:nvPr/>
            </p14:nvContentPartPr>
            <p14:xfrm>
              <a:off x="2010500" y="5786500"/>
              <a:ext cx="205864" cy="12863"/>
            </p14:xfrm>
          </p:contentPart>
        </mc:Choice>
        <mc:Fallback>
          <p:sp>
            <p:nvSpPr>
              <p:cNvPr id="1049274" name=""/>
              <p:cNvSpPr/>
              <p:nvPr/>
            </p:nvSpPr>
            <p:spPr>
              <a:xfrm>
                <a:off x="2010500" y="5786500"/>
                <a:ext cx="205864" cy="12863"/>
              </a:xfrm>
            </p:spPr>
          </p:sp>
        </mc:Fallback>
      </mc:AlternateContent>
      <mc:AlternateContent xmlns:mc="http://schemas.openxmlformats.org/markup-compatibility/2006">
        <mc:Choice xmlns:p14="http://schemas.microsoft.com/office/powerpoint/2010/main" Requires="p14">
          <p:contentPart p14:bwMode="auto" r:id="rId111">
            <p14:nvContentPartPr>
              <p14:cNvPr id="1049275" name=""/>
              <p14:cNvContentPartPr/>
              <p14:nvPr/>
            </p14:nvContentPartPr>
            <p14:xfrm>
              <a:off x="2303239" y="5472735"/>
              <a:ext cx="232096" cy="390872"/>
            </p14:xfrm>
          </p:contentPart>
        </mc:Choice>
        <mc:Fallback>
          <p:sp>
            <p:nvSpPr>
              <p:cNvPr id="1049275" name=""/>
              <p:cNvSpPr/>
              <p:nvPr/>
            </p:nvSpPr>
            <p:spPr>
              <a:xfrm>
                <a:off x="2303239" y="5472735"/>
                <a:ext cx="232096" cy="390872"/>
              </a:xfrm>
            </p:spPr>
          </p:sp>
        </mc:Fallback>
      </mc:AlternateContent>
      <mc:AlternateContent xmlns:mc="http://schemas.openxmlformats.org/markup-compatibility/2006">
        <mc:Choice xmlns:p14="http://schemas.microsoft.com/office/powerpoint/2010/main" Requires="p14">
          <p:contentPart p14:bwMode="auto" r:id="rId112">
            <p14:nvContentPartPr>
              <p14:cNvPr id="1049276" name=""/>
              <p14:cNvContentPartPr/>
              <p14:nvPr/>
            </p14:nvContentPartPr>
            <p14:xfrm>
              <a:off x="2423126" y="5654771"/>
              <a:ext cx="223045" cy="36739"/>
            </p14:xfrm>
          </p:contentPart>
        </mc:Choice>
        <mc:Fallback>
          <p:sp>
            <p:nvSpPr>
              <p:cNvPr id="1049276" name=""/>
              <p:cNvSpPr/>
              <p:nvPr/>
            </p:nvSpPr>
            <p:spPr>
              <a:xfrm>
                <a:off x="2423126" y="5654771"/>
                <a:ext cx="223045" cy="36739"/>
              </a:xfrm>
            </p:spPr>
          </p:sp>
        </mc:Fallback>
      </mc:AlternateContent>
      <mc:AlternateContent xmlns:mc="http://schemas.openxmlformats.org/markup-compatibility/2006">
        <mc:Choice xmlns:p14="http://schemas.microsoft.com/office/powerpoint/2010/main" Requires="p14">
          <p:contentPart p14:bwMode="auto" r:id="rId113">
            <p14:nvContentPartPr>
              <p14:cNvPr id="1049277" name=""/>
              <p14:cNvContentPartPr/>
              <p14:nvPr/>
            </p14:nvContentPartPr>
            <p14:xfrm>
              <a:off x="2613931" y="5603982"/>
              <a:ext cx="90018" cy="275421"/>
            </p14:xfrm>
          </p:contentPart>
        </mc:Choice>
        <mc:Fallback>
          <p:sp>
            <p:nvSpPr>
              <p:cNvPr id="1049277" name=""/>
              <p:cNvSpPr/>
              <p:nvPr/>
            </p:nvSpPr>
            <p:spPr>
              <a:xfrm>
                <a:off x="2613931" y="5603982"/>
                <a:ext cx="90018" cy="275421"/>
              </a:xfrm>
            </p:spPr>
          </p:sp>
        </mc:Fallback>
      </mc:AlternateContent>
      <mc:AlternateContent xmlns:mc="http://schemas.openxmlformats.org/markup-compatibility/2006">
        <mc:Choice xmlns:p14="http://schemas.microsoft.com/office/powerpoint/2010/main" Requires="p14">
          <p:contentPart p14:bwMode="auto" r:id="rId114">
            <p14:nvContentPartPr>
              <p14:cNvPr id="1049278" name=""/>
              <p14:cNvContentPartPr/>
              <p14:nvPr/>
            </p14:nvContentPartPr>
            <p14:xfrm>
              <a:off x="2602957" y="5582676"/>
              <a:ext cx="156824" cy="12827"/>
            </p14:xfrm>
          </p:contentPart>
        </mc:Choice>
        <mc:Fallback>
          <p:sp>
            <p:nvSpPr>
              <p:cNvPr id="1049278" name=""/>
              <p:cNvSpPr/>
              <p:nvPr/>
            </p:nvSpPr>
            <p:spPr>
              <a:xfrm>
                <a:off x="2602957" y="5582676"/>
                <a:ext cx="156824" cy="12827"/>
              </a:xfrm>
            </p:spPr>
          </p:sp>
        </mc:Fallback>
      </mc:AlternateContent>
      <mc:AlternateContent xmlns:mc="http://schemas.openxmlformats.org/markup-compatibility/2006">
        <mc:Choice xmlns:p14="http://schemas.microsoft.com/office/powerpoint/2010/main" Requires="p14">
          <p:contentPart p14:bwMode="auto" r:id="rId115">
            <p14:nvContentPartPr>
              <p14:cNvPr id="1049279" name=""/>
              <p14:cNvContentPartPr/>
              <p14:nvPr/>
            </p14:nvContentPartPr>
            <p14:xfrm>
              <a:off x="2792025" y="5826384"/>
              <a:ext cx="30588" cy="161883"/>
            </p14:xfrm>
          </p:contentPart>
        </mc:Choice>
        <mc:Fallback>
          <p:sp>
            <p:nvSpPr>
              <p:cNvPr id="1049279" name=""/>
              <p:cNvSpPr/>
              <p:nvPr/>
            </p:nvSpPr>
            <p:spPr>
              <a:xfrm>
                <a:off x="2792025" y="5826384"/>
                <a:ext cx="30588" cy="161883"/>
              </a:xfrm>
            </p:spPr>
          </p:sp>
        </mc:Fallback>
      </mc:AlternateContent>
      <mc:AlternateContent xmlns:mc="http://schemas.openxmlformats.org/markup-compatibility/2006">
        <mc:Choice xmlns:p14="http://schemas.microsoft.com/office/powerpoint/2010/main" Requires="p14">
          <p:contentPart p14:bwMode="auto" r:id="rId116">
            <p14:nvContentPartPr>
              <p14:cNvPr id="1049280" name=""/>
              <p14:cNvContentPartPr/>
              <p14:nvPr/>
            </p14:nvContentPartPr>
            <p14:xfrm>
              <a:off x="2882557" y="5576617"/>
              <a:ext cx="147846" cy="370781"/>
            </p14:xfrm>
          </p:contentPart>
        </mc:Choice>
        <mc:Fallback>
          <p:sp>
            <p:nvSpPr>
              <p:cNvPr id="1049280" name=""/>
              <p:cNvSpPr/>
              <p:nvPr/>
            </p:nvSpPr>
            <p:spPr>
              <a:xfrm>
                <a:off x="2882557" y="5576617"/>
                <a:ext cx="147846" cy="370781"/>
              </a:xfrm>
            </p:spPr>
          </p:sp>
        </mc:Fallback>
      </mc:AlternateContent>
      <mc:AlternateContent xmlns:mc="http://schemas.openxmlformats.org/markup-compatibility/2006">
        <mc:Choice xmlns:p14="http://schemas.microsoft.com/office/powerpoint/2010/main" Requires="p14">
          <p:contentPart p14:bwMode="auto" r:id="rId117">
            <p14:nvContentPartPr>
              <p14:cNvPr id="1049281" name=""/>
              <p14:cNvContentPartPr/>
              <p14:nvPr/>
            </p14:nvContentPartPr>
            <p14:xfrm>
              <a:off x="2902264" y="5758947"/>
              <a:ext cx="219656" cy="19861"/>
            </p14:xfrm>
          </p:contentPart>
        </mc:Choice>
        <mc:Fallback>
          <p:sp>
            <p:nvSpPr>
              <p:cNvPr id="1049281" name=""/>
              <p:cNvSpPr/>
              <p:nvPr/>
            </p:nvSpPr>
            <p:spPr>
              <a:xfrm>
                <a:off x="2902264" y="5758947"/>
                <a:ext cx="219656" cy="19861"/>
              </a:xfrm>
            </p:spPr>
          </p:sp>
        </mc:Fallback>
      </mc:AlternateContent>
      <mc:AlternateContent xmlns:mc="http://schemas.openxmlformats.org/markup-compatibility/2006">
        <mc:Choice xmlns:p14="http://schemas.microsoft.com/office/powerpoint/2010/main" Requires="p14">
          <p:contentPart p14:bwMode="auto" r:id="rId118">
            <p14:nvContentPartPr>
              <p14:cNvPr id="1049282" name=""/>
              <p14:cNvContentPartPr/>
              <p14:nvPr/>
            </p14:nvContentPartPr>
            <p14:xfrm>
              <a:off x="3188352" y="5792666"/>
              <a:ext cx="146656" cy="188046"/>
            </p14:xfrm>
          </p:contentPart>
        </mc:Choice>
        <mc:Fallback>
          <p:sp>
            <p:nvSpPr>
              <p:cNvPr id="1049282" name=""/>
              <p:cNvSpPr/>
              <p:nvPr/>
            </p:nvSpPr>
            <p:spPr>
              <a:xfrm>
                <a:off x="3188352" y="5792666"/>
                <a:ext cx="146656" cy="188046"/>
              </a:xfrm>
            </p:spPr>
          </p:sp>
        </mc:Fallback>
      </mc:AlternateContent>
      <mc:AlternateContent xmlns:mc="http://schemas.openxmlformats.org/markup-compatibility/2006">
        <mc:Choice xmlns:p14="http://schemas.microsoft.com/office/powerpoint/2010/main" Requires="p14">
          <p:contentPart p14:bwMode="auto" r:id="rId119">
            <p14:nvContentPartPr>
              <p14:cNvPr id="1049283" name=""/>
              <p14:cNvContentPartPr/>
              <p14:nvPr/>
            </p14:nvContentPartPr>
            <p14:xfrm>
              <a:off x="3215121" y="5704675"/>
              <a:ext cx="139594" cy="269977"/>
            </p14:xfrm>
          </p:contentPart>
        </mc:Choice>
        <mc:Fallback>
          <p:sp>
            <p:nvSpPr>
              <p:cNvPr id="1049283" name=""/>
              <p:cNvSpPr/>
              <p:nvPr/>
            </p:nvSpPr>
            <p:spPr>
              <a:xfrm>
                <a:off x="3215121" y="5704675"/>
                <a:ext cx="139594" cy="269977"/>
              </a:xfrm>
            </p:spPr>
          </p:sp>
        </mc:Fallback>
      </mc:AlternateContent>
      <mc:AlternateContent xmlns:mc="http://schemas.openxmlformats.org/markup-compatibility/2006">
        <mc:Choice xmlns:p14="http://schemas.microsoft.com/office/powerpoint/2010/main" Requires="p14">
          <p:contentPart p14:bwMode="auto" r:id="rId120">
            <p14:nvContentPartPr>
              <p14:cNvPr id="1049284" name=""/>
              <p14:cNvContentPartPr/>
              <p14:nvPr/>
            </p14:nvContentPartPr>
            <p14:xfrm>
              <a:off x="3361695" y="5600648"/>
              <a:ext cx="196502" cy="357423"/>
            </p14:xfrm>
          </p:contentPart>
        </mc:Choice>
        <mc:Fallback>
          <p:sp>
            <p:nvSpPr>
              <p:cNvPr id="1049284" name=""/>
              <p:cNvSpPr/>
              <p:nvPr/>
            </p:nvSpPr>
            <p:spPr>
              <a:xfrm>
                <a:off x="3361695" y="5600648"/>
                <a:ext cx="196502" cy="357423"/>
              </a:xfrm>
            </p:spPr>
          </p:sp>
        </mc:Fallback>
      </mc:AlternateContent>
      <mc:AlternateContent xmlns:mc="http://schemas.openxmlformats.org/markup-compatibility/2006">
        <mc:Choice xmlns:p14="http://schemas.microsoft.com/office/powerpoint/2010/main" Requires="p14">
          <p:contentPart p14:bwMode="auto" r:id="rId121">
            <p14:nvContentPartPr>
              <p14:cNvPr id="1049285" name=""/>
              <p14:cNvContentPartPr/>
              <p14:nvPr/>
            </p14:nvContentPartPr>
            <p14:xfrm>
              <a:off x="3598089" y="5657562"/>
              <a:ext cx="97354" cy="292823"/>
            </p14:xfrm>
          </p:contentPart>
        </mc:Choice>
        <mc:Fallback>
          <p:sp>
            <p:nvSpPr>
              <p:cNvPr id="1049285" name=""/>
              <p:cNvSpPr/>
              <p:nvPr/>
            </p:nvSpPr>
            <p:spPr>
              <a:xfrm>
                <a:off x="3598089" y="5657562"/>
                <a:ext cx="97354" cy="292823"/>
              </a:xfrm>
            </p:spPr>
          </p:sp>
        </mc:Fallback>
      </mc:AlternateContent>
      <mc:AlternateContent xmlns:mc="http://schemas.openxmlformats.org/markup-compatibility/2006">
        <mc:Choice xmlns:p14="http://schemas.microsoft.com/office/powerpoint/2010/main" Requires="p14">
          <p:contentPart p14:bwMode="auto" r:id="rId122">
            <p14:nvContentPartPr>
              <p14:cNvPr id="1049286" name=""/>
              <p14:cNvContentPartPr/>
              <p14:nvPr/>
            </p14:nvContentPartPr>
            <p14:xfrm>
              <a:off x="3607629" y="5626707"/>
              <a:ext cx="156405" cy="8506"/>
            </p14:xfrm>
          </p:contentPart>
        </mc:Choice>
        <mc:Fallback>
          <p:sp>
            <p:nvSpPr>
              <p:cNvPr id="1049286" name=""/>
              <p:cNvSpPr/>
              <p:nvPr/>
            </p:nvSpPr>
            <p:spPr>
              <a:xfrm>
                <a:off x="3607629" y="5626707"/>
                <a:ext cx="156405" cy="8506"/>
              </a:xfrm>
            </p:spPr>
          </p:sp>
        </mc:Fallback>
      </mc:AlternateContent>
      <mc:AlternateContent xmlns:mc="http://schemas.openxmlformats.org/markup-compatibility/2006">
        <mc:Choice xmlns:p14="http://schemas.microsoft.com/office/powerpoint/2010/main" Requires="p14">
          <p:contentPart p14:bwMode="auto" r:id="rId123">
            <p14:nvContentPartPr>
              <p14:cNvPr id="1049287" name=""/>
              <p14:cNvContentPartPr/>
              <p14:nvPr/>
            </p14:nvContentPartPr>
            <p14:xfrm>
              <a:off x="3920485" y="5900518"/>
              <a:ext cx="219564" cy="21974"/>
            </p14:xfrm>
          </p:contentPart>
        </mc:Choice>
        <mc:Fallback>
          <p:sp>
            <p:nvSpPr>
              <p:cNvPr id="1049287" name=""/>
              <p:cNvSpPr/>
              <p:nvPr/>
            </p:nvSpPr>
            <p:spPr>
              <a:xfrm>
                <a:off x="3920485" y="5900518"/>
                <a:ext cx="219564" cy="21974"/>
              </a:xfrm>
            </p:spPr>
          </p:sp>
        </mc:Fallback>
      </mc:AlternateContent>
      <mc:AlternateContent xmlns:mc="http://schemas.openxmlformats.org/markup-compatibility/2006">
        <mc:Choice xmlns:p14="http://schemas.microsoft.com/office/powerpoint/2010/main" Requires="p14">
          <p:contentPart p14:bwMode="auto" r:id="rId124">
            <p14:nvContentPartPr>
              <p14:cNvPr id="1049288" name=""/>
              <p14:cNvContentPartPr/>
              <p14:nvPr/>
            </p14:nvContentPartPr>
            <p14:xfrm>
              <a:off x="3984109" y="5799363"/>
              <a:ext cx="16437" cy="256120"/>
            </p14:xfrm>
          </p:contentPart>
        </mc:Choice>
        <mc:Fallback>
          <p:sp>
            <p:nvSpPr>
              <p:cNvPr id="1049288" name=""/>
              <p:cNvSpPr/>
              <p:nvPr/>
            </p:nvSpPr>
            <p:spPr>
              <a:xfrm>
                <a:off x="3984109" y="5799363"/>
                <a:ext cx="16437" cy="256120"/>
              </a:xfrm>
            </p:spPr>
          </p:sp>
        </mc:Fallback>
      </mc:AlternateContent>
      <mc:AlternateContent xmlns:mc="http://schemas.openxmlformats.org/markup-compatibility/2006">
        <mc:Choice xmlns:p14="http://schemas.microsoft.com/office/powerpoint/2010/main" Requires="p14">
          <p:contentPart p14:bwMode="auto" r:id="rId125">
            <p14:nvContentPartPr>
              <p14:cNvPr id="1049289" name=""/>
              <p14:cNvContentPartPr/>
              <p14:nvPr/>
            </p14:nvContentPartPr>
            <p14:xfrm>
              <a:off x="4281809" y="5627407"/>
              <a:ext cx="154317" cy="351695"/>
            </p14:xfrm>
          </p:contentPart>
        </mc:Choice>
        <mc:Fallback>
          <p:sp>
            <p:nvSpPr>
              <p:cNvPr id="1049289" name=""/>
              <p:cNvSpPr/>
              <p:nvPr/>
            </p:nvSpPr>
            <p:spPr>
              <a:xfrm>
                <a:off x="4281809" y="5627407"/>
                <a:ext cx="154317" cy="351695"/>
              </a:xfrm>
            </p:spPr>
          </p:sp>
        </mc:Fallback>
      </mc:AlternateContent>
      <mc:AlternateContent xmlns:mc="http://schemas.openxmlformats.org/markup-compatibility/2006">
        <mc:Choice xmlns:p14="http://schemas.microsoft.com/office/powerpoint/2010/main" Requires="p14">
          <p:contentPart p14:bwMode="auto" r:id="rId126">
            <p14:nvContentPartPr>
              <p14:cNvPr id="1049290" name=""/>
              <p14:cNvContentPartPr/>
              <p14:nvPr/>
            </p14:nvContentPartPr>
            <p14:xfrm>
              <a:off x="4505962" y="5644398"/>
              <a:ext cx="149421" cy="292746"/>
            </p14:xfrm>
          </p:contentPart>
        </mc:Choice>
        <mc:Fallback>
          <p:sp>
            <p:nvSpPr>
              <p:cNvPr id="1049290" name=""/>
              <p:cNvSpPr/>
              <p:nvPr/>
            </p:nvSpPr>
            <p:spPr>
              <a:xfrm>
                <a:off x="4505962" y="5644398"/>
                <a:ext cx="149421" cy="292746"/>
              </a:xfrm>
            </p:spPr>
          </p:sp>
        </mc:Fallback>
      </mc:AlternateContent>
      <mc:AlternateContent xmlns:mc="http://schemas.openxmlformats.org/markup-compatibility/2006">
        <mc:Choice xmlns:p14="http://schemas.microsoft.com/office/powerpoint/2010/main" Requires="p14">
          <p:contentPart p14:bwMode="auto" r:id="rId127">
            <p14:nvContentPartPr>
              <p14:cNvPr id="1049291" name=""/>
              <p14:cNvContentPartPr/>
              <p14:nvPr/>
            </p14:nvContentPartPr>
            <p14:xfrm>
              <a:off x="4563964" y="5778809"/>
              <a:ext cx="35197" cy="274882"/>
            </p14:xfrm>
          </p:contentPart>
        </mc:Choice>
        <mc:Fallback>
          <p:sp>
            <p:nvSpPr>
              <p:cNvPr id="1049291" name=""/>
              <p:cNvSpPr/>
              <p:nvPr/>
            </p:nvSpPr>
            <p:spPr>
              <a:xfrm>
                <a:off x="4563964" y="5778809"/>
                <a:ext cx="35197" cy="274882"/>
              </a:xfrm>
            </p:spPr>
          </p:sp>
        </mc:Fallback>
      </mc:AlternateContent>
      <mc:AlternateContent xmlns:mc="http://schemas.openxmlformats.org/markup-compatibility/2006">
        <mc:Choice xmlns:p14="http://schemas.microsoft.com/office/powerpoint/2010/main" Requires="p14">
          <p:contentPart p14:bwMode="auto" r:id="rId128">
            <p14:nvContentPartPr>
              <p14:cNvPr id="1049292" name=""/>
              <p14:cNvContentPartPr/>
              <p14:nvPr/>
            </p14:nvContentPartPr>
            <p14:xfrm>
              <a:off x="4711539" y="5954329"/>
              <a:ext cx="7510" cy="202309"/>
            </p14:xfrm>
          </p:contentPart>
        </mc:Choice>
        <mc:Fallback>
          <p:sp>
            <p:nvSpPr>
              <p:cNvPr id="1049292" name=""/>
              <p:cNvSpPr/>
              <p:nvPr/>
            </p:nvSpPr>
            <p:spPr>
              <a:xfrm>
                <a:off x="4711539" y="5954329"/>
                <a:ext cx="7510" cy="202309"/>
              </a:xfrm>
            </p:spPr>
          </p:sp>
        </mc:Fallback>
      </mc:AlternateContent>
      <mc:AlternateContent xmlns:mc="http://schemas.openxmlformats.org/markup-compatibility/2006">
        <mc:Choice xmlns:p14="http://schemas.microsoft.com/office/powerpoint/2010/main" Requires="p14">
          <p:contentPart p14:bwMode="auto" r:id="rId129">
            <p14:nvContentPartPr>
              <p14:cNvPr id="1049293" name=""/>
              <p14:cNvContentPartPr/>
              <p14:nvPr/>
            </p14:nvContentPartPr>
            <p14:xfrm>
              <a:off x="4692362" y="5662754"/>
              <a:ext cx="206754" cy="337260"/>
            </p14:xfrm>
          </p:contentPart>
        </mc:Choice>
        <mc:Fallback>
          <p:sp>
            <p:nvSpPr>
              <p:cNvPr id="1049293" name=""/>
              <p:cNvSpPr/>
              <p:nvPr/>
            </p:nvSpPr>
            <p:spPr>
              <a:xfrm>
                <a:off x="4692362" y="5662754"/>
                <a:ext cx="206754" cy="337260"/>
              </a:xfrm>
            </p:spPr>
          </p:sp>
        </mc:Fallback>
      </mc:AlternateContent>
      <mc:AlternateContent xmlns:mc="http://schemas.openxmlformats.org/markup-compatibility/2006">
        <mc:Choice xmlns:p14="http://schemas.microsoft.com/office/powerpoint/2010/main" Requires="p14">
          <p:contentPart p14:bwMode="auto" r:id="rId130">
            <p14:nvContentPartPr>
              <p14:cNvPr id="1049294" name=""/>
              <p14:cNvContentPartPr/>
              <p14:nvPr/>
            </p14:nvContentPartPr>
            <p14:xfrm>
              <a:off x="4989856" y="5839779"/>
              <a:ext cx="81875" cy="172245"/>
            </p14:xfrm>
          </p:contentPart>
        </mc:Choice>
        <mc:Fallback>
          <p:sp>
            <p:nvSpPr>
              <p:cNvPr id="1049294" name=""/>
              <p:cNvSpPr/>
              <p:nvPr/>
            </p:nvSpPr>
            <p:spPr>
              <a:xfrm>
                <a:off x="4989856" y="5839779"/>
                <a:ext cx="81875" cy="172245"/>
              </a:xfrm>
            </p:spPr>
          </p:sp>
        </mc:Fallback>
      </mc:AlternateContent>
      <mc:AlternateContent xmlns:mc="http://schemas.openxmlformats.org/markup-compatibility/2006">
        <mc:Choice xmlns:p14="http://schemas.microsoft.com/office/powerpoint/2010/main" Requires="p14">
          <p:contentPart p14:bwMode="auto" r:id="rId131">
            <p14:nvContentPartPr>
              <p14:cNvPr id="1049295" name=""/>
              <p14:cNvContentPartPr/>
              <p14:nvPr/>
            </p14:nvContentPartPr>
            <p14:xfrm>
              <a:off x="4978531" y="5819225"/>
              <a:ext cx="120378" cy="197184"/>
            </p14:xfrm>
          </p:contentPart>
        </mc:Choice>
        <mc:Fallback>
          <p:sp>
            <p:nvSpPr>
              <p:cNvPr id="1049295" name=""/>
              <p:cNvSpPr/>
              <p:nvPr/>
            </p:nvSpPr>
            <p:spPr>
              <a:xfrm>
                <a:off x="4978531" y="5819225"/>
                <a:ext cx="120378" cy="197184"/>
              </a:xfrm>
            </p:spPr>
          </p:sp>
        </mc:Fallback>
      </mc:AlternateContent>
      <mc:AlternateContent xmlns:mc="http://schemas.openxmlformats.org/markup-compatibility/2006">
        <mc:Choice xmlns:p14="http://schemas.microsoft.com/office/powerpoint/2010/main" Requires="p14">
          <p:contentPart p14:bwMode="auto" r:id="rId132">
            <p14:nvContentPartPr>
              <p14:cNvPr id="1049296" name=""/>
              <p14:cNvContentPartPr/>
              <p14:nvPr/>
            </p14:nvContentPartPr>
            <p14:xfrm>
              <a:off x="5098418" y="5672318"/>
              <a:ext cx="191160" cy="326322"/>
            </p14:xfrm>
          </p:contentPart>
        </mc:Choice>
        <mc:Fallback>
          <p:sp>
            <p:nvSpPr>
              <p:cNvPr id="1049296" name=""/>
              <p:cNvSpPr/>
              <p:nvPr/>
            </p:nvSpPr>
            <p:spPr>
              <a:xfrm>
                <a:off x="5098418" y="5672318"/>
                <a:ext cx="191160" cy="326322"/>
              </a:xfrm>
            </p:spPr>
          </p:sp>
        </mc:Fallback>
      </mc:AlternateContent>
      <mc:AlternateContent xmlns:mc="http://schemas.openxmlformats.org/markup-compatibility/2006">
        <mc:Choice xmlns:p14="http://schemas.microsoft.com/office/powerpoint/2010/main" Requires="p14">
          <p:contentPart p14:bwMode="auto" r:id="rId133">
            <p14:nvContentPartPr>
              <p14:cNvPr id="1049297" name=""/>
              <p14:cNvContentPartPr/>
              <p14:nvPr/>
            </p14:nvContentPartPr>
            <p14:xfrm>
              <a:off x="5264700" y="5633978"/>
              <a:ext cx="192969" cy="442667"/>
            </p14:xfrm>
          </p:contentPart>
        </mc:Choice>
        <mc:Fallback>
          <p:sp>
            <p:nvSpPr>
              <p:cNvPr id="1049297" name=""/>
              <p:cNvSpPr/>
              <p:nvPr/>
            </p:nvSpPr>
            <p:spPr>
              <a:xfrm>
                <a:off x="5264700" y="5633978"/>
                <a:ext cx="192969" cy="442667"/>
              </a:xfrm>
            </p:spPr>
          </p:sp>
        </mc:Fallback>
      </mc:AlternateContent>
      <mc:AlternateContent xmlns:mc="http://schemas.openxmlformats.org/markup-compatibility/2006">
        <mc:Choice xmlns:p14="http://schemas.microsoft.com/office/powerpoint/2010/main" Requires="p14">
          <p:contentPart p14:bwMode="auto" r:id="rId134">
            <p14:nvContentPartPr>
              <p14:cNvPr id="1049298" name=""/>
              <p14:cNvContentPartPr/>
              <p14:nvPr/>
            </p14:nvContentPartPr>
            <p14:xfrm>
              <a:off x="5324644" y="5842230"/>
              <a:ext cx="241731" cy="48927"/>
            </p14:xfrm>
          </p:contentPart>
        </mc:Choice>
        <mc:Fallback>
          <p:sp>
            <p:nvSpPr>
              <p:cNvPr id="1049298" name=""/>
              <p:cNvSpPr/>
              <p:nvPr/>
            </p:nvSpPr>
            <p:spPr>
              <a:xfrm>
                <a:off x="5324644" y="5842230"/>
                <a:ext cx="241731" cy="48927"/>
              </a:xfrm>
            </p:spPr>
          </p:sp>
        </mc:Fallback>
      </mc:AlternateContent>
      <mc:AlternateContent xmlns:mc="http://schemas.openxmlformats.org/markup-compatibility/2006">
        <mc:Choice xmlns:p14="http://schemas.microsoft.com/office/powerpoint/2010/main" Requires="p14">
          <p:contentPart p14:bwMode="auto" r:id="rId135">
            <p14:nvContentPartPr>
              <p14:cNvPr id="1049299" name=""/>
              <p14:cNvContentPartPr/>
              <p14:nvPr/>
            </p14:nvContentPartPr>
            <p14:xfrm>
              <a:off x="5683895" y="5826384"/>
              <a:ext cx="151507" cy="20953"/>
            </p14:xfrm>
          </p:contentPart>
        </mc:Choice>
        <mc:Fallback>
          <p:sp>
            <p:nvSpPr>
              <p:cNvPr id="1049299" name=""/>
              <p:cNvSpPr/>
              <p:nvPr/>
            </p:nvSpPr>
            <p:spPr>
              <a:xfrm>
                <a:off x="5683895" y="5826384"/>
                <a:ext cx="151507" cy="20953"/>
              </a:xfrm>
            </p:spPr>
          </p:sp>
        </mc:Fallback>
      </mc:AlternateContent>
      <mc:AlternateContent xmlns:mc="http://schemas.openxmlformats.org/markup-compatibility/2006">
        <mc:Choice xmlns:p14="http://schemas.microsoft.com/office/powerpoint/2010/main" Requires="p14">
          <p:contentPart p14:bwMode="auto" r:id="rId136">
            <p14:nvContentPartPr>
              <p14:cNvPr id="1049300" name=""/>
              <p14:cNvContentPartPr/>
              <p14:nvPr/>
            </p14:nvContentPartPr>
            <p14:xfrm>
              <a:off x="5697444" y="5947631"/>
              <a:ext cx="152603" cy="14373"/>
            </p14:xfrm>
          </p:contentPart>
        </mc:Choice>
        <mc:Fallback>
          <p:sp>
            <p:nvSpPr>
              <p:cNvPr id="1049300" name=""/>
              <p:cNvSpPr/>
              <p:nvPr/>
            </p:nvSpPr>
            <p:spPr>
              <a:xfrm>
                <a:off x="5697444" y="5947631"/>
                <a:ext cx="152603" cy="14373"/>
              </a:xfrm>
            </p:spPr>
          </p:sp>
        </mc:Fallback>
      </mc:AlternateContent>
      <mc:AlternateContent xmlns:mc="http://schemas.openxmlformats.org/markup-compatibility/2006">
        <mc:Choice xmlns:p14="http://schemas.microsoft.com/office/powerpoint/2010/main" Requires="p14">
          <p:contentPart p14:bwMode="auto" r:id="rId137">
            <p14:nvContentPartPr>
              <p14:cNvPr id="1049301" name=""/>
              <p14:cNvContentPartPr/>
              <p14:nvPr/>
            </p14:nvContentPartPr>
            <p14:xfrm>
              <a:off x="6023439" y="5526945"/>
              <a:ext cx="228109" cy="458249"/>
            </p14:xfrm>
          </p:contentPart>
        </mc:Choice>
        <mc:Fallback>
          <p:sp>
            <p:nvSpPr>
              <p:cNvPr id="1049301" name=""/>
              <p:cNvSpPr/>
              <p:nvPr/>
            </p:nvSpPr>
            <p:spPr>
              <a:xfrm>
                <a:off x="6023439" y="5526945"/>
                <a:ext cx="228109" cy="458249"/>
              </a:xfrm>
            </p:spPr>
          </p:sp>
        </mc:Fallback>
      </mc:AlternateContent>
      <mc:AlternateContent xmlns:mc="http://schemas.openxmlformats.org/markup-compatibility/2006">
        <mc:Choice xmlns:p14="http://schemas.microsoft.com/office/powerpoint/2010/main" Requires="p14">
          <p:contentPart p14:bwMode="auto" r:id="rId138">
            <p14:nvContentPartPr>
              <p14:cNvPr id="1049302" name=""/>
              <p14:cNvContentPartPr/>
              <p14:nvPr/>
            </p14:nvContentPartPr>
            <p14:xfrm>
              <a:off x="2529875" y="5954329"/>
              <a:ext cx="2935582" cy="115108"/>
            </p14:xfrm>
          </p:contentPart>
        </mc:Choice>
        <mc:Fallback>
          <p:sp>
            <p:nvSpPr>
              <p:cNvPr id="1049302" name=""/>
              <p:cNvSpPr/>
              <p:nvPr/>
            </p:nvSpPr>
            <p:spPr>
              <a:xfrm>
                <a:off x="2529875" y="5954329"/>
                <a:ext cx="2935582" cy="115108"/>
              </a:xfrm>
            </p:spPr>
          </p:sp>
        </mc:Fallback>
      </mc:AlternateContent>
      <mc:AlternateContent xmlns:mc="http://schemas.openxmlformats.org/markup-compatibility/2006">
        <mc:Choice xmlns:p14="http://schemas.microsoft.com/office/powerpoint/2010/main" Requires="p14">
          <p:contentPart p14:bwMode="auto" r:id="rId139">
            <p14:nvContentPartPr>
              <p14:cNvPr id="1049303" name=""/>
              <p14:cNvContentPartPr/>
              <p14:nvPr/>
            </p14:nvContentPartPr>
            <p14:xfrm>
              <a:off x="3488151" y="6068648"/>
              <a:ext cx="13138" cy="121478"/>
            </p14:xfrm>
          </p:contentPart>
        </mc:Choice>
        <mc:Fallback>
          <p:sp>
            <p:nvSpPr>
              <p:cNvPr id="1049303" name=""/>
              <p:cNvSpPr/>
              <p:nvPr/>
            </p:nvSpPr>
            <p:spPr>
              <a:xfrm>
                <a:off x="3488151" y="6068648"/>
                <a:ext cx="13138" cy="121478"/>
              </a:xfrm>
            </p:spPr>
          </p:sp>
        </mc:Fallback>
      </mc:AlternateContent>
      <mc:AlternateContent xmlns:mc="http://schemas.openxmlformats.org/markup-compatibility/2006">
        <mc:Choice xmlns:p14="http://schemas.microsoft.com/office/powerpoint/2010/main" Requires="p14">
          <p:contentPart p14:bwMode="auto" r:id="rId140">
            <p14:nvContentPartPr>
              <p14:cNvPr id="1049304" name=""/>
              <p14:cNvContentPartPr/>
              <p14:nvPr/>
            </p14:nvContentPartPr>
            <p14:xfrm>
              <a:off x="3614197" y="6118145"/>
              <a:ext cx="77758" cy="90067"/>
            </p14:xfrm>
          </p:contentPart>
        </mc:Choice>
        <mc:Fallback>
          <p:sp>
            <p:nvSpPr>
              <p:cNvPr id="1049304" name=""/>
              <p:cNvSpPr/>
              <p:nvPr/>
            </p:nvSpPr>
            <p:spPr>
              <a:xfrm>
                <a:off x="3614197" y="6118145"/>
                <a:ext cx="77758" cy="90067"/>
              </a:xfrm>
            </p:spPr>
          </p:sp>
        </mc:Fallback>
      </mc:AlternateContent>
      <mc:AlternateContent xmlns:mc="http://schemas.openxmlformats.org/markup-compatibility/2006">
        <mc:Choice xmlns:p14="http://schemas.microsoft.com/office/powerpoint/2010/main" Requires="p14">
          <p:contentPart p14:bwMode="auto" r:id="rId141">
            <p14:nvContentPartPr>
              <p14:cNvPr id="1049305" name=""/>
              <p14:cNvContentPartPr/>
              <p14:nvPr/>
            </p14:nvContentPartPr>
            <p14:xfrm>
              <a:off x="3773851" y="6139574"/>
              <a:ext cx="78694" cy="78931"/>
            </p14:xfrm>
          </p:contentPart>
        </mc:Choice>
        <mc:Fallback>
          <p:sp>
            <p:nvSpPr>
              <p:cNvPr id="1049305" name=""/>
              <p:cNvSpPr/>
              <p:nvPr/>
            </p:nvSpPr>
            <p:spPr>
              <a:xfrm>
                <a:off x="3773851" y="6139574"/>
                <a:ext cx="78694" cy="78931"/>
              </a:xfrm>
            </p:spPr>
          </p:sp>
        </mc:Fallback>
      </mc:AlternateContent>
      <mc:AlternateContent xmlns:mc="http://schemas.openxmlformats.org/markup-compatibility/2006">
        <mc:Choice xmlns:p14="http://schemas.microsoft.com/office/powerpoint/2010/main" Requires="p14">
          <p:contentPart p14:bwMode="auto" r:id="rId142">
            <p14:nvContentPartPr>
              <p14:cNvPr id="1049306" name=""/>
              <p14:cNvContentPartPr/>
              <p14:nvPr/>
            </p14:nvContentPartPr>
            <p14:xfrm>
              <a:off x="6322862" y="5556407"/>
              <a:ext cx="171423" cy="401536"/>
            </p14:xfrm>
          </p:contentPart>
        </mc:Choice>
        <mc:Fallback>
          <p:sp>
            <p:nvSpPr>
              <p:cNvPr id="1049306" name=""/>
              <p:cNvSpPr/>
              <p:nvPr/>
            </p:nvSpPr>
            <p:spPr>
              <a:xfrm>
                <a:off x="6322862" y="5556407"/>
                <a:ext cx="171423" cy="401536"/>
              </a:xfrm>
            </p:spPr>
          </p:sp>
        </mc:Fallback>
      </mc:AlternateContent>
      <mc:AlternateContent xmlns:mc="http://schemas.openxmlformats.org/markup-compatibility/2006">
        <mc:Choice xmlns:p14="http://schemas.microsoft.com/office/powerpoint/2010/main" Requires="p14">
          <p:contentPart p14:bwMode="auto" r:id="rId143">
            <p14:nvContentPartPr>
              <p14:cNvPr id="1049307" name=""/>
              <p14:cNvContentPartPr/>
              <p14:nvPr/>
            </p14:nvContentPartPr>
            <p14:xfrm>
              <a:off x="6376121" y="5489692"/>
              <a:ext cx="166834" cy="60017"/>
            </p14:xfrm>
          </p:contentPart>
        </mc:Choice>
        <mc:Fallback>
          <p:sp>
            <p:nvSpPr>
              <p:cNvPr id="1049307" name=""/>
              <p:cNvSpPr/>
              <p:nvPr/>
            </p:nvSpPr>
            <p:spPr>
              <a:xfrm>
                <a:off x="6376121" y="5489692"/>
                <a:ext cx="166834" cy="60017"/>
              </a:xfrm>
            </p:spPr>
          </p:sp>
        </mc:Fallback>
      </mc:AlternateContent>
      <mc:AlternateContent xmlns:mc="http://schemas.openxmlformats.org/markup-compatibility/2006">
        <mc:Choice xmlns:p14="http://schemas.microsoft.com/office/powerpoint/2010/main" Requires="p14">
          <p:contentPart p14:bwMode="auto" r:id="rId144">
            <p14:nvContentPartPr>
              <p14:cNvPr id="1049308" name=""/>
              <p14:cNvContentPartPr/>
              <p14:nvPr/>
            </p14:nvContentPartPr>
            <p14:xfrm>
              <a:off x="6617264" y="5958717"/>
              <a:ext cx="26960" cy="63981"/>
            </p14:xfrm>
          </p:contentPart>
        </mc:Choice>
        <mc:Fallback>
          <p:sp>
            <p:nvSpPr>
              <p:cNvPr id="1049308" name=""/>
              <p:cNvSpPr/>
              <p:nvPr/>
            </p:nvSpPr>
            <p:spPr>
              <a:xfrm>
                <a:off x="6617264" y="5958717"/>
                <a:ext cx="26960" cy="63981"/>
              </a:xfrm>
            </p:spPr>
          </p:sp>
        </mc:Fallback>
      </mc:AlternateContent>
      <mc:AlternateContent xmlns:mc="http://schemas.openxmlformats.org/markup-compatibility/2006">
        <mc:Choice xmlns:p14="http://schemas.microsoft.com/office/powerpoint/2010/main" Requires="p14">
          <p:contentPart p14:bwMode="auto" r:id="rId145">
            <p14:nvContentPartPr>
              <p14:cNvPr id="1049309" name=""/>
              <p14:cNvContentPartPr/>
              <p14:nvPr/>
            </p14:nvContentPartPr>
            <p14:xfrm>
              <a:off x="6764894" y="5590356"/>
              <a:ext cx="84671" cy="370384"/>
            </p14:xfrm>
          </p:contentPart>
        </mc:Choice>
        <mc:Fallback>
          <p:sp>
            <p:nvSpPr>
              <p:cNvPr id="1049309" name=""/>
              <p:cNvSpPr/>
              <p:nvPr/>
            </p:nvSpPr>
            <p:spPr>
              <a:xfrm>
                <a:off x="6764894" y="5590356"/>
                <a:ext cx="84671" cy="370384"/>
              </a:xfrm>
            </p:spPr>
          </p:sp>
        </mc:Fallback>
      </mc:AlternateContent>
      <mc:AlternateContent xmlns:mc="http://schemas.openxmlformats.org/markup-compatibility/2006">
        <mc:Choice xmlns:p14="http://schemas.microsoft.com/office/powerpoint/2010/main" Requires="p14">
          <p:contentPart p14:bwMode="auto" r:id="rId146">
            <p14:nvContentPartPr>
              <p14:cNvPr id="1049310" name=""/>
              <p14:cNvContentPartPr/>
              <p14:nvPr/>
            </p14:nvContentPartPr>
            <p14:xfrm>
              <a:off x="6768628" y="5453440"/>
              <a:ext cx="228582" cy="163936"/>
            </p14:xfrm>
          </p:contentPart>
        </mc:Choice>
        <mc:Fallback>
          <p:sp>
            <p:nvSpPr>
              <p:cNvPr id="1049310" name=""/>
              <p:cNvSpPr/>
              <p:nvPr/>
            </p:nvSpPr>
            <p:spPr>
              <a:xfrm>
                <a:off x="6768628" y="5453440"/>
                <a:ext cx="228582" cy="163936"/>
              </a:xfrm>
            </p:spPr>
          </p:sp>
        </mc:Fallback>
      </mc:AlternateContent>
      <mc:AlternateContent xmlns:mc="http://schemas.openxmlformats.org/markup-compatibility/2006">
        <mc:Choice xmlns:p14="http://schemas.microsoft.com/office/powerpoint/2010/main" Requires="p14">
          <p:contentPart p14:bwMode="auto" r:id="rId147">
            <p14:nvContentPartPr>
              <p14:cNvPr id="1049311" name=""/>
              <p14:cNvContentPartPr/>
              <p14:nvPr/>
            </p14:nvContentPartPr>
            <p14:xfrm>
              <a:off x="6616266" y="5906985"/>
              <a:ext cx="72712" cy="98642"/>
            </p14:xfrm>
          </p:contentPart>
        </mc:Choice>
        <mc:Fallback>
          <p:sp>
            <p:nvSpPr>
              <p:cNvPr id="1049311" name=""/>
              <p:cNvSpPr/>
              <p:nvPr/>
            </p:nvSpPr>
            <p:spPr>
              <a:xfrm>
                <a:off x="6616266" y="5906985"/>
                <a:ext cx="72712" cy="98642"/>
              </a:xfrm>
            </p:spPr>
          </p:sp>
        </mc:Fallback>
      </mc:AlternateContent>
      <mc:AlternateContent xmlns:mc="http://schemas.openxmlformats.org/markup-compatibility/2006">
        <mc:Choice xmlns:p14="http://schemas.microsoft.com/office/powerpoint/2010/main" Requires="p14">
          <p:contentPart p14:bwMode="auto" r:id="rId148">
            <p14:nvContentPartPr>
              <p14:cNvPr id="1049312" name=""/>
              <p14:cNvContentPartPr/>
              <p14:nvPr/>
            </p14:nvContentPartPr>
            <p14:xfrm>
              <a:off x="7088245" y="5553809"/>
              <a:ext cx="167125" cy="589483"/>
            </p14:xfrm>
          </p:contentPart>
        </mc:Choice>
        <mc:Fallback>
          <p:sp>
            <p:nvSpPr>
              <p:cNvPr id="1049312" name=""/>
              <p:cNvSpPr/>
              <p:nvPr/>
            </p:nvSpPr>
            <p:spPr>
              <a:xfrm>
                <a:off x="7088245" y="5553809"/>
                <a:ext cx="167125" cy="589483"/>
              </a:xfrm>
            </p:spPr>
          </p:sp>
        </mc:Fallback>
      </mc:AlternateContent>
      <mc:AlternateContent xmlns:mc="http://schemas.openxmlformats.org/markup-compatibility/2006">
        <mc:Choice xmlns:p14="http://schemas.microsoft.com/office/powerpoint/2010/main" Requires="p14">
          <p:contentPart p14:bwMode="auto" r:id="rId149">
            <p14:nvContentPartPr>
              <p14:cNvPr id="1049313" name=""/>
              <p14:cNvContentPartPr/>
              <p14:nvPr/>
            </p14:nvContentPartPr>
            <p14:xfrm>
              <a:off x="7348709" y="5772342"/>
              <a:ext cx="12376" cy="84523"/>
            </p14:xfrm>
          </p:contentPart>
        </mc:Choice>
        <mc:Fallback>
          <p:sp>
            <p:nvSpPr>
              <p:cNvPr id="1049313" name=""/>
              <p:cNvSpPr/>
              <p:nvPr/>
            </p:nvSpPr>
            <p:spPr>
              <a:xfrm>
                <a:off x="7348709" y="5772342"/>
                <a:ext cx="12376" cy="84523"/>
              </a:xfrm>
            </p:spPr>
          </p:sp>
        </mc:Fallback>
      </mc:AlternateContent>
      <mc:AlternateContent xmlns:mc="http://schemas.openxmlformats.org/markup-compatibility/2006">
        <mc:Choice xmlns:p14="http://schemas.microsoft.com/office/powerpoint/2010/main" Requires="p14">
          <p:contentPart p14:bwMode="auto" r:id="rId150">
            <p14:nvContentPartPr>
              <p14:cNvPr id="1049314" name=""/>
              <p14:cNvContentPartPr/>
              <p14:nvPr/>
            </p14:nvContentPartPr>
            <p14:xfrm>
              <a:off x="7502451" y="5681229"/>
              <a:ext cx="171535" cy="216458"/>
            </p14:xfrm>
          </p:contentPart>
        </mc:Choice>
        <mc:Fallback>
          <p:sp>
            <p:nvSpPr>
              <p:cNvPr id="1049314" name=""/>
              <p:cNvSpPr/>
              <p:nvPr/>
            </p:nvSpPr>
            <p:spPr>
              <a:xfrm>
                <a:off x="7502451" y="5681229"/>
                <a:ext cx="171535" cy="216458"/>
              </a:xfrm>
            </p:spPr>
          </p:sp>
        </mc:Fallback>
      </mc:AlternateContent>
      <mc:AlternateContent xmlns:mc="http://schemas.openxmlformats.org/markup-compatibility/2006">
        <mc:Choice xmlns:p14="http://schemas.microsoft.com/office/powerpoint/2010/main" Requires="p14">
          <p:contentPart p14:bwMode="auto" r:id="rId151">
            <p14:nvContentPartPr>
              <p14:cNvPr id="1049315" name=""/>
              <p14:cNvContentPartPr/>
              <p14:nvPr/>
            </p14:nvContentPartPr>
            <p14:xfrm>
              <a:off x="7760985" y="5346100"/>
              <a:ext cx="249587" cy="552845"/>
            </p14:xfrm>
          </p:contentPart>
        </mc:Choice>
        <mc:Fallback>
          <p:sp>
            <p:nvSpPr>
              <p:cNvPr id="1049315" name=""/>
              <p:cNvSpPr/>
              <p:nvPr/>
            </p:nvSpPr>
            <p:spPr>
              <a:xfrm>
                <a:off x="7760985" y="5346100"/>
                <a:ext cx="249587" cy="552845"/>
              </a:xfrm>
            </p:spPr>
          </p:sp>
        </mc:Fallback>
      </mc:AlternateContent>
      <mc:AlternateContent xmlns:mc="http://schemas.openxmlformats.org/markup-compatibility/2006">
        <mc:Choice xmlns:p14="http://schemas.microsoft.com/office/powerpoint/2010/main" Requires="p14">
          <p:contentPart p14:bwMode="auto" r:id="rId152">
            <p14:nvContentPartPr>
              <p14:cNvPr id="1049316" name=""/>
              <p14:cNvContentPartPr/>
              <p14:nvPr/>
            </p14:nvContentPartPr>
            <p14:xfrm>
              <a:off x="8066449" y="5503590"/>
              <a:ext cx="137872" cy="93232"/>
            </p14:xfrm>
          </p:contentPart>
        </mc:Choice>
        <mc:Fallback>
          <p:sp>
            <p:nvSpPr>
              <p:cNvPr id="1049316" name=""/>
              <p:cNvSpPr/>
              <p:nvPr/>
            </p:nvSpPr>
            <p:spPr>
              <a:xfrm>
                <a:off x="8066449" y="5503590"/>
                <a:ext cx="137872" cy="93232"/>
              </a:xfrm>
            </p:spPr>
          </p:sp>
        </mc:Fallback>
      </mc:AlternateContent>
      <mc:AlternateContent xmlns:mc="http://schemas.openxmlformats.org/markup-compatibility/2006">
        <mc:Choice xmlns:p14="http://schemas.microsoft.com/office/powerpoint/2010/main" Requires="p14">
          <p:contentPart p14:bwMode="auto" r:id="rId153">
            <p14:nvContentPartPr>
              <p14:cNvPr id="1049317" name=""/>
              <p14:cNvContentPartPr/>
              <p14:nvPr/>
            </p14:nvContentPartPr>
            <p14:xfrm>
              <a:off x="8265549" y="5314143"/>
              <a:ext cx="27125" cy="223982"/>
            </p14:xfrm>
          </p:contentPart>
        </mc:Choice>
        <mc:Fallback>
          <p:sp>
            <p:nvSpPr>
              <p:cNvPr id="1049317" name=""/>
              <p:cNvSpPr/>
              <p:nvPr/>
            </p:nvSpPr>
            <p:spPr>
              <a:xfrm>
                <a:off x="8265549" y="5314143"/>
                <a:ext cx="27125" cy="223982"/>
              </a:xfrm>
            </p:spPr>
          </p:sp>
        </mc:Fallback>
      </mc:AlternateContent>
      <mc:AlternateContent xmlns:mc="http://schemas.openxmlformats.org/markup-compatibility/2006">
        <mc:Choice xmlns:p14="http://schemas.microsoft.com/office/powerpoint/2010/main" Requires="p14">
          <p:contentPart p14:bwMode="auto" r:id="rId154">
            <p14:nvContentPartPr>
              <p14:cNvPr id="1049318" name=""/>
              <p14:cNvContentPartPr/>
              <p14:nvPr/>
            </p14:nvContentPartPr>
            <p14:xfrm>
              <a:off x="6585046" y="5852943"/>
              <a:ext cx="143757" cy="265651"/>
            </p14:xfrm>
          </p:contentPart>
        </mc:Choice>
        <mc:Fallback>
          <p:sp>
            <p:nvSpPr>
              <p:cNvPr id="1049318" name=""/>
              <p:cNvSpPr/>
              <p:nvPr/>
            </p:nvSpPr>
            <p:spPr>
              <a:xfrm>
                <a:off x="6585046" y="5852943"/>
                <a:ext cx="143757" cy="265651"/>
              </a:xfrm>
            </p:spPr>
          </p:sp>
        </mc:Fallback>
      </mc:AlternateContent>
      <mc:AlternateContent xmlns:mc="http://schemas.openxmlformats.org/markup-compatibility/2006">
        <mc:Choice xmlns:p14="http://schemas.microsoft.com/office/powerpoint/2010/main" Requires="p14">
          <p:contentPart p14:bwMode="auto" r:id="rId155">
            <p14:nvContentPartPr>
              <p14:cNvPr id="1049319" name=""/>
              <p14:cNvContentPartPr/>
              <p14:nvPr/>
            </p14:nvContentPartPr>
            <p14:xfrm>
              <a:off x="6163034" y="5120707"/>
              <a:ext cx="2265029" cy="1026052"/>
            </p14:xfrm>
          </p:contentPart>
        </mc:Choice>
        <mc:Fallback>
          <p:sp>
            <p:nvSpPr>
              <p:cNvPr id="1049319" name=""/>
              <p:cNvSpPr/>
              <p:nvPr/>
            </p:nvSpPr>
            <p:spPr>
              <a:xfrm>
                <a:off x="6163034" y="5120707"/>
                <a:ext cx="2265029" cy="1026052"/>
              </a:xfrm>
            </p:spPr>
          </p:sp>
        </mc:Fallback>
      </mc:AlternateContent>
      <mc:AlternateContent xmlns:mc="http://schemas.openxmlformats.org/markup-compatibility/2006">
        <mc:Choice xmlns:p14="http://schemas.microsoft.com/office/powerpoint/2010/main" Requires="p14">
          <p:contentPart p14:bwMode="auto" r:id="rId156">
            <p14:nvContentPartPr>
              <p14:cNvPr id="1049321" name=""/>
              <p14:cNvContentPartPr/>
              <p14:nvPr/>
            </p14:nvContentPartPr>
            <p14:xfrm>
              <a:off x="7498875" y="190116"/>
              <a:ext cx="2600920" cy="2359912"/>
            </p14:xfrm>
          </p:contentPart>
        </mc:Choice>
        <mc:Fallback>
          <p:sp>
            <p:nvSpPr>
              <p:cNvPr id="1049321" name=""/>
              <p:cNvSpPr/>
              <p:nvPr/>
            </p:nvSpPr>
            <p:spPr>
              <a:xfrm>
                <a:off x="7498875" y="190116"/>
                <a:ext cx="2600920" cy="2359912"/>
              </a:xfrm>
            </p:spPr>
          </p:sp>
        </mc:Fallback>
      </mc:AlternateContent>
      <mc:AlternateContent xmlns:mc="http://schemas.openxmlformats.org/markup-compatibility/2006">
        <mc:Choice xmlns:p14="http://schemas.microsoft.com/office/powerpoint/2010/main" Requires="p14">
          <p:contentPart p14:bwMode="auto" r:id="rId157">
            <p14:nvContentPartPr>
              <p14:cNvPr id="1049322" name=""/>
              <p14:cNvContentPartPr/>
              <p14:nvPr/>
            </p14:nvContentPartPr>
            <p14:xfrm>
              <a:off x="9923060" y="2058305"/>
              <a:ext cx="79132" cy="285189"/>
            </p14:xfrm>
          </p:contentPart>
        </mc:Choice>
        <mc:Fallback>
          <p:sp>
            <p:nvSpPr>
              <p:cNvPr id="1049322" name=""/>
              <p:cNvSpPr/>
              <p:nvPr/>
            </p:nvSpPr>
            <p:spPr>
              <a:xfrm>
                <a:off x="9923060" y="2058305"/>
                <a:ext cx="79132" cy="285189"/>
              </a:xfrm>
            </p:spPr>
          </p:sp>
        </mc:Fallback>
      </mc:AlternateContent>
      <mc:AlternateContent xmlns:mc="http://schemas.openxmlformats.org/markup-compatibility/2006">
        <mc:Choice xmlns:p14="http://schemas.microsoft.com/office/powerpoint/2010/main" Requires="p14">
          <p:contentPart p14:bwMode="auto" r:id="rId158">
            <p14:nvContentPartPr>
              <p14:cNvPr id="1049323" name=""/>
              <p14:cNvContentPartPr/>
              <p14:nvPr/>
            </p14:nvContentPartPr>
            <p14:xfrm>
              <a:off x="10116029" y="2123381"/>
              <a:ext cx="192509" cy="190505"/>
            </p14:xfrm>
          </p:contentPart>
        </mc:Choice>
        <mc:Fallback>
          <p:sp>
            <p:nvSpPr>
              <p:cNvPr id="1049323" name=""/>
              <p:cNvSpPr/>
              <p:nvPr/>
            </p:nvSpPr>
            <p:spPr>
              <a:xfrm>
                <a:off x="10116029" y="2123381"/>
                <a:ext cx="192509" cy="190505"/>
              </a:xfrm>
            </p:spPr>
          </p:sp>
        </mc:Fallback>
      </mc:AlternateContent>
      <mc:AlternateContent xmlns:mc="http://schemas.openxmlformats.org/markup-compatibility/2006">
        <mc:Choice xmlns:p14="http://schemas.microsoft.com/office/powerpoint/2010/main" Requires="p14">
          <p:contentPart p14:bwMode="auto" r:id="rId159">
            <p14:nvContentPartPr>
              <p14:cNvPr id="1049324" name=""/>
              <p14:cNvContentPartPr/>
              <p14:nvPr/>
            </p14:nvContentPartPr>
            <p14:xfrm>
              <a:off x="10337032" y="1814622"/>
              <a:ext cx="304954" cy="439055"/>
            </p14:xfrm>
          </p:contentPart>
        </mc:Choice>
        <mc:Fallback>
          <p:sp>
            <p:nvSpPr>
              <p:cNvPr id="1049324" name=""/>
              <p:cNvSpPr/>
              <p:nvPr/>
            </p:nvSpPr>
            <p:spPr>
              <a:xfrm>
                <a:off x="10337032" y="1814622"/>
                <a:ext cx="304954" cy="439055"/>
              </a:xfrm>
            </p:spPr>
          </p:sp>
        </mc:Fallback>
      </mc:AlternateContent>
      <mc:AlternateContent xmlns:mc="http://schemas.openxmlformats.org/markup-compatibility/2006">
        <mc:Choice xmlns:p14="http://schemas.microsoft.com/office/powerpoint/2010/main" Requires="p14">
          <p:contentPart p14:bwMode="auto" r:id="rId160">
            <p14:nvContentPartPr>
              <p14:cNvPr id="1049325" name=""/>
              <p14:cNvContentPartPr/>
              <p14:nvPr/>
            </p14:nvContentPartPr>
            <p14:xfrm>
              <a:off x="10519553" y="2127752"/>
              <a:ext cx="93271" cy="151581"/>
            </p14:xfrm>
          </p:contentPart>
        </mc:Choice>
        <mc:Fallback>
          <p:sp>
            <p:nvSpPr>
              <p:cNvPr id="1049325" name=""/>
              <p:cNvSpPr/>
              <p:nvPr/>
            </p:nvSpPr>
            <p:spPr>
              <a:xfrm>
                <a:off x="10519553" y="2127752"/>
                <a:ext cx="93271" cy="151581"/>
              </a:xfrm>
            </p:spPr>
          </p:sp>
        </mc:Fallback>
      </mc:AlternateContent>
      <mc:AlternateContent xmlns:mc="http://schemas.openxmlformats.org/markup-compatibility/2006">
        <mc:Choice xmlns:p14="http://schemas.microsoft.com/office/powerpoint/2010/main" Requires="p14">
          <p:contentPart p14:bwMode="auto" r:id="rId161">
            <p14:nvContentPartPr>
              <p14:cNvPr id="1049326" name=""/>
              <p14:cNvContentPartPr/>
              <p14:nvPr/>
            </p14:nvContentPartPr>
            <p14:xfrm>
              <a:off x="9796167" y="2503054"/>
              <a:ext cx="318048" cy="352464"/>
            </p14:xfrm>
          </p:contentPart>
        </mc:Choice>
        <mc:Fallback>
          <p:sp>
            <p:nvSpPr>
              <p:cNvPr id="1049326" name=""/>
              <p:cNvSpPr/>
              <p:nvPr/>
            </p:nvSpPr>
            <p:spPr>
              <a:xfrm>
                <a:off x="9796167" y="2503054"/>
                <a:ext cx="318048" cy="352464"/>
              </a:xfrm>
            </p:spPr>
          </p:sp>
        </mc:Fallback>
      </mc:AlternateContent>
      <mc:AlternateContent xmlns:mc="http://schemas.openxmlformats.org/markup-compatibility/2006">
        <mc:Choice xmlns:p14="http://schemas.microsoft.com/office/powerpoint/2010/main" Requires="p14">
          <p:contentPart p14:bwMode="auto" r:id="rId162">
            <p14:nvContentPartPr>
              <p14:cNvPr id="1049327" name=""/>
              <p14:cNvContentPartPr/>
              <p14:nvPr/>
            </p14:nvContentPartPr>
            <p14:xfrm>
              <a:off x="10341156" y="2447835"/>
              <a:ext cx="500565" cy="553902"/>
            </p14:xfrm>
          </p:contentPart>
        </mc:Choice>
        <mc:Fallback>
          <p:sp>
            <p:nvSpPr>
              <p:cNvPr id="1049327" name=""/>
              <p:cNvSpPr/>
              <p:nvPr/>
            </p:nvSpPr>
            <p:spPr>
              <a:xfrm>
                <a:off x="10341156" y="2447835"/>
                <a:ext cx="500565" cy="553902"/>
              </a:xfrm>
            </p:spPr>
          </p:sp>
        </mc:Fallback>
      </mc:AlternateContent>
      <mc:AlternateContent xmlns:mc="http://schemas.openxmlformats.org/markup-compatibility/2006">
        <mc:Choice xmlns:p14="http://schemas.microsoft.com/office/powerpoint/2010/main" Requires="p14">
          <p:contentPart p14:bwMode="auto" r:id="rId163">
            <p14:nvContentPartPr>
              <p14:cNvPr id="1049328" name=""/>
              <p14:cNvContentPartPr/>
              <p14:nvPr/>
            </p14:nvContentPartPr>
            <p14:xfrm>
              <a:off x="8085974" y="728445"/>
              <a:ext cx="264366" cy="260120"/>
            </p14:xfrm>
          </p:contentPart>
        </mc:Choice>
        <mc:Fallback>
          <p:sp>
            <p:nvSpPr>
              <p:cNvPr id="1049328" name=""/>
              <p:cNvSpPr/>
              <p:nvPr/>
            </p:nvSpPr>
            <p:spPr>
              <a:xfrm>
                <a:off x="8085974" y="728445"/>
                <a:ext cx="264366" cy="260120"/>
              </a:xfrm>
            </p:spPr>
          </p:sp>
        </mc:Fallback>
      </mc:AlternateContent>
      <mc:AlternateContent xmlns:mc="http://schemas.openxmlformats.org/markup-compatibility/2006">
        <mc:Choice xmlns:p14="http://schemas.microsoft.com/office/powerpoint/2010/main" Requires="p14">
          <p:contentPart p14:bwMode="auto" r:id="rId164">
            <p14:nvContentPartPr>
              <p14:cNvPr id="1049329" name=""/>
              <p14:cNvContentPartPr/>
              <p14:nvPr/>
            </p14:nvContentPartPr>
            <p14:xfrm>
              <a:off x="8372326" y="858479"/>
              <a:ext cx="39826" cy="195381"/>
            </p14:xfrm>
          </p:contentPart>
        </mc:Choice>
        <mc:Fallback>
          <p:sp>
            <p:nvSpPr>
              <p:cNvPr id="1049329" name=""/>
              <p:cNvSpPr/>
              <p:nvPr/>
            </p:nvSpPr>
            <p:spPr>
              <a:xfrm>
                <a:off x="8372326" y="858479"/>
                <a:ext cx="39826" cy="195381"/>
              </a:xfrm>
            </p:spPr>
          </p:sp>
        </mc:Fallback>
      </mc:AlternateContent>
      <mc:AlternateContent xmlns:mc="http://schemas.openxmlformats.org/markup-compatibility/2006">
        <mc:Choice xmlns:p14="http://schemas.microsoft.com/office/powerpoint/2010/main" Requires="p14">
          <p:contentPart p14:bwMode="auto" r:id="rId165">
            <p14:nvContentPartPr>
              <p14:cNvPr id="1049330" name=""/>
              <p14:cNvContentPartPr/>
              <p14:nvPr/>
            </p14:nvContentPartPr>
            <p14:xfrm>
              <a:off x="8472095" y="617631"/>
              <a:ext cx="147103" cy="364951"/>
            </p14:xfrm>
          </p:contentPart>
        </mc:Choice>
        <mc:Fallback>
          <p:sp>
            <p:nvSpPr>
              <p:cNvPr id="1049330" name=""/>
              <p:cNvSpPr/>
              <p:nvPr/>
            </p:nvSpPr>
            <p:spPr>
              <a:xfrm>
                <a:off x="8472095" y="617631"/>
                <a:ext cx="147103" cy="364951"/>
              </a:xfrm>
            </p:spPr>
          </p:sp>
        </mc:Fallback>
      </mc:AlternateContent>
      <mc:AlternateContent xmlns:mc="http://schemas.openxmlformats.org/markup-compatibility/2006">
        <mc:Choice xmlns:p14="http://schemas.microsoft.com/office/powerpoint/2010/main" Requires="p14">
          <p:contentPart p14:bwMode="auto" r:id="rId166">
            <p14:nvContentPartPr>
              <p14:cNvPr id="1049331" name=""/>
              <p14:cNvContentPartPr/>
              <p14:nvPr/>
            </p14:nvContentPartPr>
            <p14:xfrm>
              <a:off x="8472095" y="741168"/>
              <a:ext cx="214013" cy="63038"/>
            </p14:xfrm>
          </p:contentPart>
        </mc:Choice>
        <mc:Fallback>
          <p:sp>
            <p:nvSpPr>
              <p:cNvPr id="1049331" name=""/>
              <p:cNvSpPr/>
              <p:nvPr/>
            </p:nvSpPr>
            <p:spPr>
              <a:xfrm>
                <a:off x="8472095" y="741168"/>
                <a:ext cx="214013" cy="63038"/>
              </a:xfrm>
            </p:spPr>
          </p:sp>
        </mc:Fallback>
      </mc:AlternateContent>
      <mc:AlternateContent xmlns:mc="http://schemas.openxmlformats.org/markup-compatibility/2006">
        <mc:Choice xmlns:p14="http://schemas.microsoft.com/office/powerpoint/2010/main" Requires="p14">
          <p:contentPart p14:bwMode="auto" r:id="rId167">
            <p14:nvContentPartPr>
              <p14:cNvPr id="1049332" name=""/>
              <p14:cNvContentPartPr/>
              <p14:nvPr/>
            </p14:nvContentPartPr>
            <p14:xfrm>
              <a:off x="8682615" y="703513"/>
              <a:ext cx="112572" cy="289711"/>
            </p14:xfrm>
          </p:contentPart>
        </mc:Choice>
        <mc:Fallback>
          <p:sp>
            <p:nvSpPr>
              <p:cNvPr id="1049332" name=""/>
              <p:cNvSpPr/>
              <p:nvPr/>
            </p:nvSpPr>
            <p:spPr>
              <a:xfrm>
                <a:off x="8682615" y="703513"/>
                <a:ext cx="112572" cy="289711"/>
              </a:xfrm>
            </p:spPr>
          </p:sp>
        </mc:Fallback>
      </mc:AlternateContent>
      <mc:AlternateContent xmlns:mc="http://schemas.openxmlformats.org/markup-compatibility/2006">
        <mc:Choice xmlns:p14="http://schemas.microsoft.com/office/powerpoint/2010/main" Requires="p14">
          <p:contentPart p14:bwMode="auto" r:id="rId168">
            <p14:nvContentPartPr>
              <p14:cNvPr id="1049333" name=""/>
              <p14:cNvContentPartPr/>
              <p14:nvPr/>
            </p14:nvContentPartPr>
            <p14:xfrm>
              <a:off x="8698321" y="669155"/>
              <a:ext cx="158322" cy="54681"/>
            </p14:xfrm>
          </p:contentPart>
        </mc:Choice>
        <mc:Fallback>
          <p:sp>
            <p:nvSpPr>
              <p:cNvPr id="1049333" name=""/>
              <p:cNvSpPr/>
              <p:nvPr/>
            </p:nvSpPr>
            <p:spPr>
              <a:xfrm>
                <a:off x="8698321" y="669155"/>
                <a:ext cx="158322" cy="54681"/>
              </a:xfrm>
            </p:spPr>
          </p:sp>
        </mc:Fallback>
      </mc:AlternateContent>
      <mc:AlternateContent xmlns:mc="http://schemas.openxmlformats.org/markup-compatibility/2006">
        <mc:Choice xmlns:p14="http://schemas.microsoft.com/office/powerpoint/2010/main" Requires="p14">
          <p:contentPart p14:bwMode="auto" r:id="rId169">
            <p14:nvContentPartPr>
              <p14:cNvPr id="1049334" name=""/>
              <p14:cNvContentPartPr/>
              <p14:nvPr/>
            </p14:nvContentPartPr>
            <p14:xfrm>
              <a:off x="8924547" y="647503"/>
              <a:ext cx="149224" cy="366351"/>
            </p14:xfrm>
          </p:contentPart>
        </mc:Choice>
        <mc:Fallback>
          <p:sp>
            <p:nvSpPr>
              <p:cNvPr id="1049334" name=""/>
              <p:cNvSpPr/>
              <p:nvPr/>
            </p:nvSpPr>
            <p:spPr>
              <a:xfrm>
                <a:off x="8924547" y="647503"/>
                <a:ext cx="149224" cy="366351"/>
              </a:xfrm>
            </p:spPr>
          </p:sp>
        </mc:Fallback>
      </mc:AlternateContent>
      <mc:AlternateContent xmlns:mc="http://schemas.openxmlformats.org/markup-compatibility/2006">
        <mc:Choice xmlns:p14="http://schemas.microsoft.com/office/powerpoint/2010/main" Requires="p14">
          <p:contentPart p14:bwMode="auto" r:id="rId170">
            <p14:nvContentPartPr>
              <p14:cNvPr id="1049335" name=""/>
              <p14:cNvContentPartPr/>
              <p14:nvPr/>
            </p14:nvContentPartPr>
            <p14:xfrm>
              <a:off x="8898270" y="811065"/>
              <a:ext cx="181059" cy="33788"/>
            </p14:xfrm>
          </p:contentPart>
        </mc:Choice>
        <mc:Fallback>
          <p:sp>
            <p:nvSpPr>
              <p:cNvPr id="1049335" name=""/>
              <p:cNvSpPr/>
              <p:nvPr/>
            </p:nvSpPr>
            <p:spPr>
              <a:xfrm>
                <a:off x="8898270" y="811065"/>
                <a:ext cx="181059" cy="33788"/>
              </a:xfrm>
            </p:spPr>
          </p:sp>
        </mc:Fallback>
      </mc:AlternateContent>
      <mc:AlternateContent xmlns:mc="http://schemas.openxmlformats.org/markup-compatibility/2006">
        <mc:Choice xmlns:p14="http://schemas.microsoft.com/office/powerpoint/2010/main" Requires="p14">
          <p:contentPart p14:bwMode="auto" r:id="rId171">
            <p14:nvContentPartPr>
              <p14:cNvPr id="1049336" name=""/>
              <p14:cNvContentPartPr/>
              <p14:nvPr/>
            </p14:nvContentPartPr>
            <p14:xfrm>
              <a:off x="9168834" y="840825"/>
              <a:ext cx="208574" cy="177890"/>
            </p14:xfrm>
          </p:contentPart>
        </mc:Choice>
        <mc:Fallback>
          <p:sp>
            <p:nvSpPr>
              <p:cNvPr id="1049336" name=""/>
              <p:cNvSpPr/>
              <p:nvPr/>
            </p:nvSpPr>
            <p:spPr>
              <a:xfrm>
                <a:off x="9168834" y="840825"/>
                <a:ext cx="208574" cy="177890"/>
              </a:xfrm>
            </p:spPr>
          </p:sp>
        </mc:Fallback>
      </mc:AlternateContent>
      <mc:AlternateContent xmlns:mc="http://schemas.openxmlformats.org/markup-compatibility/2006">
        <mc:Choice xmlns:p14="http://schemas.microsoft.com/office/powerpoint/2010/main" Requires="p14">
          <p:contentPart p14:bwMode="auto" r:id="rId172">
            <p14:nvContentPartPr>
              <p14:cNvPr id="1049337" name=""/>
              <p14:cNvContentPartPr/>
              <p14:nvPr/>
            </p14:nvContentPartPr>
            <p14:xfrm>
              <a:off x="9419637" y="672536"/>
              <a:ext cx="271155" cy="354303"/>
            </p14:xfrm>
          </p:contentPart>
        </mc:Choice>
        <mc:Fallback>
          <p:sp>
            <p:nvSpPr>
              <p:cNvPr id="1049337" name=""/>
              <p:cNvSpPr/>
              <p:nvPr/>
            </p:nvSpPr>
            <p:spPr>
              <a:xfrm>
                <a:off x="9419637" y="672536"/>
                <a:ext cx="271155" cy="354303"/>
              </a:xfrm>
            </p:spPr>
          </p:sp>
        </mc:Fallback>
      </mc:AlternateContent>
      <mc:AlternateContent xmlns:mc="http://schemas.openxmlformats.org/markup-compatibility/2006">
        <mc:Choice xmlns:p14="http://schemas.microsoft.com/office/powerpoint/2010/main" Requires="p14">
          <p:contentPart p14:bwMode="auto" r:id="rId173">
            <p14:nvContentPartPr>
              <p14:cNvPr id="1049338" name=""/>
              <p14:cNvContentPartPr/>
              <p14:nvPr/>
            </p14:nvContentPartPr>
            <p14:xfrm>
              <a:off x="8947427" y="1114830"/>
              <a:ext cx="225954" cy="404769"/>
            </p14:xfrm>
          </p:contentPart>
        </mc:Choice>
        <mc:Fallback>
          <p:sp>
            <p:nvSpPr>
              <p:cNvPr id="1049338" name=""/>
              <p:cNvSpPr/>
              <p:nvPr/>
            </p:nvSpPr>
            <p:spPr>
              <a:xfrm>
                <a:off x="8947427" y="1114830"/>
                <a:ext cx="225954" cy="404769"/>
              </a:xfrm>
            </p:spPr>
          </p:sp>
        </mc:Fallback>
      </mc:AlternateContent>
      <mc:AlternateContent xmlns:mc="http://schemas.openxmlformats.org/markup-compatibility/2006">
        <mc:Choice xmlns:p14="http://schemas.microsoft.com/office/powerpoint/2010/main" Requires="p14">
          <p:contentPart p14:bwMode="auto" r:id="rId174">
            <p14:nvContentPartPr>
              <p14:cNvPr id="1049339" name=""/>
              <p14:cNvContentPartPr/>
              <p14:nvPr/>
            </p14:nvContentPartPr>
            <p14:xfrm>
              <a:off x="9436308" y="1122790"/>
              <a:ext cx="360949" cy="394746"/>
            </p14:xfrm>
          </p:contentPart>
        </mc:Choice>
        <mc:Fallback>
          <p:sp>
            <p:nvSpPr>
              <p:cNvPr id="1049339" name=""/>
              <p:cNvSpPr/>
              <p:nvPr/>
            </p:nvSpPr>
            <p:spPr>
              <a:xfrm>
                <a:off x="9436308" y="1122790"/>
                <a:ext cx="360949" cy="394746"/>
              </a:xfrm>
            </p:spPr>
          </p:sp>
        </mc:Fallback>
      </mc:AlternateContent>
      <mc:AlternateContent xmlns:mc="http://schemas.openxmlformats.org/markup-compatibility/2006">
        <mc:Choice xmlns:p14="http://schemas.microsoft.com/office/powerpoint/2010/main" Requires="p14">
          <p:contentPart p14:bwMode="auto" r:id="rId175">
            <p14:nvContentPartPr>
              <p14:cNvPr id="1049340" name=""/>
              <p14:cNvContentPartPr/>
              <p14:nvPr/>
            </p14:nvContentPartPr>
            <p14:xfrm>
              <a:off x="9257521" y="1124263"/>
              <a:ext cx="83381" cy="184662"/>
            </p14:xfrm>
          </p:contentPart>
        </mc:Choice>
        <mc:Fallback>
          <p:sp>
            <p:nvSpPr>
              <p:cNvPr id="1049340" name=""/>
              <p:cNvSpPr/>
              <p:nvPr/>
            </p:nvSpPr>
            <p:spPr>
              <a:xfrm>
                <a:off x="9257521" y="1124263"/>
                <a:ext cx="83381" cy="184662"/>
              </a:xfrm>
            </p:spPr>
          </p:sp>
        </mc:Fallback>
      </mc:AlternateContent>
      <mc:AlternateContent xmlns:mc="http://schemas.openxmlformats.org/markup-compatibility/2006">
        <mc:Choice xmlns:p14="http://schemas.microsoft.com/office/powerpoint/2010/main" Requires="p14">
          <p:contentPart p14:bwMode="auto" r:id="rId176">
            <p14:nvContentPartPr>
              <p14:cNvPr id="1049341" name=""/>
              <p14:cNvContentPartPr/>
              <p14:nvPr/>
            </p14:nvContentPartPr>
            <p14:xfrm>
              <a:off x="9403685" y="1168410"/>
              <a:ext cx="15499" cy="159351"/>
            </p14:xfrm>
          </p:contentPart>
        </mc:Choice>
        <mc:Fallback>
          <p:sp>
            <p:nvSpPr>
              <p:cNvPr id="1049341" name=""/>
              <p:cNvSpPr/>
              <p:nvPr/>
            </p:nvSpPr>
            <p:spPr>
              <a:xfrm>
                <a:off x="9403685" y="1168410"/>
                <a:ext cx="15499" cy="159351"/>
              </a:xfrm>
            </p:spPr>
          </p:sp>
        </mc:Fallback>
      </mc:AlternateContent>
      <mc:AlternateContent xmlns:mc="http://schemas.openxmlformats.org/markup-compatibility/2006">
        <mc:Choice xmlns:p14="http://schemas.microsoft.com/office/powerpoint/2010/main" Requires="p14">
          <p:contentPart p14:bwMode="auto" r:id="rId177">
            <p14:nvContentPartPr>
              <p14:cNvPr id="1049342" name=""/>
              <p14:cNvContentPartPr/>
              <p14:nvPr/>
            </p14:nvContentPartPr>
            <p14:xfrm>
              <a:off x="9377408" y="1120703"/>
              <a:ext cx="187906" cy="61563"/>
            </p14:xfrm>
          </p:contentPart>
        </mc:Choice>
        <mc:Fallback>
          <p:sp>
            <p:nvSpPr>
              <p:cNvPr id="1049342" name=""/>
              <p:cNvSpPr/>
              <p:nvPr/>
            </p:nvSpPr>
            <p:spPr>
              <a:xfrm>
                <a:off x="9377408" y="1120703"/>
                <a:ext cx="187906" cy="61563"/>
              </a:xfrm>
            </p:spPr>
          </p:sp>
        </mc:Fallback>
      </mc:AlternateContent>
      <mc:AlternateContent xmlns:mc="http://schemas.openxmlformats.org/markup-compatibility/2006">
        <mc:Choice xmlns:p14="http://schemas.microsoft.com/office/powerpoint/2010/main" Requires="p14">
          <p:contentPart p14:bwMode="auto" r:id="rId178">
            <p14:nvContentPartPr>
              <p14:cNvPr id="1049343" name=""/>
              <p14:cNvContentPartPr/>
              <p14:nvPr/>
            </p14:nvContentPartPr>
            <p14:xfrm>
              <a:off x="7713767" y="1606286"/>
              <a:ext cx="245933" cy="18741"/>
            </p14:xfrm>
          </p:contentPart>
        </mc:Choice>
        <mc:Fallback>
          <p:sp>
            <p:nvSpPr>
              <p:cNvPr id="1049343" name=""/>
              <p:cNvSpPr/>
              <p:nvPr/>
            </p:nvSpPr>
            <p:spPr>
              <a:xfrm>
                <a:off x="7713767" y="1606286"/>
                <a:ext cx="245933" cy="18741"/>
              </a:xfrm>
            </p:spPr>
          </p:sp>
        </mc:Fallback>
      </mc:AlternateContent>
      <mc:AlternateContent xmlns:mc="http://schemas.openxmlformats.org/markup-compatibility/2006">
        <mc:Choice xmlns:p14="http://schemas.microsoft.com/office/powerpoint/2010/main" Requires="p14">
          <p:contentPart p14:bwMode="auto" r:id="rId179">
            <p14:nvContentPartPr>
              <p14:cNvPr id="1049344" name=""/>
              <p14:cNvContentPartPr/>
              <p14:nvPr/>
            </p14:nvContentPartPr>
            <p14:xfrm>
              <a:off x="7818080" y="1525685"/>
              <a:ext cx="15164" cy="230890"/>
            </p14:xfrm>
          </p:contentPart>
        </mc:Choice>
        <mc:Fallback>
          <p:sp>
            <p:nvSpPr>
              <p:cNvPr id="1049344" name=""/>
              <p:cNvSpPr/>
              <p:nvPr/>
            </p:nvSpPr>
            <p:spPr>
              <a:xfrm>
                <a:off x="7818080" y="1525685"/>
                <a:ext cx="15164" cy="230890"/>
              </a:xfrm>
            </p:spPr>
          </p:sp>
        </mc:Fallback>
      </mc:AlternateContent>
      <mc:AlternateContent xmlns:mc="http://schemas.openxmlformats.org/markup-compatibility/2006">
        <mc:Choice xmlns:p14="http://schemas.microsoft.com/office/powerpoint/2010/main" Requires="p14">
          <p:contentPart p14:bwMode="auto" r:id="rId180">
            <p14:nvContentPartPr>
              <p14:cNvPr id="1049345" name=""/>
              <p14:cNvContentPartPr/>
              <p14:nvPr/>
            </p14:nvContentPartPr>
            <p14:xfrm>
              <a:off x="7644668" y="1444193"/>
              <a:ext cx="403104" cy="410884"/>
            </p14:xfrm>
          </p:contentPart>
        </mc:Choice>
        <mc:Fallback>
          <p:sp>
            <p:nvSpPr>
              <p:cNvPr id="1049345" name=""/>
              <p:cNvSpPr/>
              <p:nvPr/>
            </p:nvSpPr>
            <p:spPr>
              <a:xfrm>
                <a:off x="7644668" y="1444193"/>
                <a:ext cx="403104" cy="410884"/>
              </a:xfrm>
            </p:spPr>
          </p:sp>
        </mc:Fallback>
      </mc:AlternateContent>
      <mc:AlternateContent xmlns:mc="http://schemas.openxmlformats.org/markup-compatibility/2006">
        <mc:Choice xmlns:p14="http://schemas.microsoft.com/office/powerpoint/2010/main" Requires="p14">
          <p:contentPart p14:bwMode="auto" r:id="rId181">
            <p14:nvContentPartPr>
              <p14:cNvPr id="1049346" name=""/>
              <p14:cNvContentPartPr/>
              <p14:nvPr/>
            </p14:nvContentPartPr>
            <p14:xfrm>
              <a:off x="7987440" y="1944888"/>
              <a:ext cx="127810" cy="200131"/>
            </p14:xfrm>
          </p:contentPart>
        </mc:Choice>
        <mc:Fallback>
          <p:sp>
            <p:nvSpPr>
              <p:cNvPr id="1049346" name=""/>
              <p:cNvSpPr/>
              <p:nvPr/>
            </p:nvSpPr>
            <p:spPr>
              <a:xfrm>
                <a:off x="7987440" y="1944888"/>
                <a:ext cx="127810" cy="200131"/>
              </a:xfrm>
            </p:spPr>
          </p:sp>
        </mc:Fallback>
      </mc:AlternateContent>
      <mc:AlternateContent xmlns:mc="http://schemas.openxmlformats.org/markup-compatibility/2006">
        <mc:Choice xmlns:p14="http://schemas.microsoft.com/office/powerpoint/2010/main" Requires="p14">
          <p:contentPart p14:bwMode="auto" r:id="rId182">
            <p14:nvContentPartPr>
              <p14:cNvPr id="1049347" name=""/>
              <p14:cNvContentPartPr/>
              <p14:nvPr/>
            </p14:nvContentPartPr>
            <p14:xfrm>
              <a:off x="8103278" y="2037926"/>
              <a:ext cx="102766" cy="212887"/>
            </p14:xfrm>
          </p:contentPart>
        </mc:Choice>
        <mc:Fallback>
          <p:sp>
            <p:nvSpPr>
              <p:cNvPr id="1049347" name=""/>
              <p:cNvSpPr/>
              <p:nvPr/>
            </p:nvSpPr>
            <p:spPr>
              <a:xfrm>
                <a:off x="8103278" y="2037926"/>
                <a:ext cx="102766" cy="212887"/>
              </a:xfrm>
            </p:spPr>
          </p:sp>
        </mc:Fallback>
      </mc:AlternateContent>
      <mc:AlternateContent xmlns:mc="http://schemas.openxmlformats.org/markup-compatibility/2006">
        <mc:Choice xmlns:p14="http://schemas.microsoft.com/office/powerpoint/2010/main" Requires="p14">
          <p:contentPart p14:bwMode="auto" r:id="rId183">
            <p14:nvContentPartPr>
              <p14:cNvPr id="1049348" name=""/>
              <p14:cNvContentPartPr/>
              <p14:nvPr/>
            </p14:nvContentPartPr>
            <p14:xfrm>
              <a:off x="8335385" y="1843913"/>
              <a:ext cx="178384" cy="320029"/>
            </p14:xfrm>
          </p:contentPart>
        </mc:Choice>
        <mc:Fallback>
          <p:sp>
            <p:nvSpPr>
              <p:cNvPr id="1049348" name=""/>
              <p:cNvSpPr/>
              <p:nvPr/>
            </p:nvSpPr>
            <p:spPr>
              <a:xfrm>
                <a:off x="8335385" y="1843913"/>
                <a:ext cx="178384" cy="320029"/>
              </a:xfrm>
            </p:spPr>
          </p:sp>
        </mc:Fallback>
      </mc:AlternateContent>
      <mc:AlternateContent xmlns:mc="http://schemas.openxmlformats.org/markup-compatibility/2006">
        <mc:Choice xmlns:p14="http://schemas.microsoft.com/office/powerpoint/2010/main" Requires="p14">
          <p:contentPart p14:bwMode="auto" r:id="rId184">
            <p14:nvContentPartPr>
              <p14:cNvPr id="1049349" name=""/>
              <p14:cNvContentPartPr/>
              <p14:nvPr/>
            </p14:nvContentPartPr>
            <p14:xfrm>
              <a:off x="8563557" y="1889889"/>
              <a:ext cx="94938" cy="235797"/>
            </p14:xfrm>
          </p:contentPart>
        </mc:Choice>
        <mc:Fallback>
          <p:sp>
            <p:nvSpPr>
              <p:cNvPr id="1049349" name=""/>
              <p:cNvSpPr/>
              <p:nvPr/>
            </p:nvSpPr>
            <p:spPr>
              <a:xfrm>
                <a:off x="8563557" y="1889889"/>
                <a:ext cx="94938" cy="235797"/>
              </a:xfrm>
            </p:spPr>
          </p:sp>
        </mc:Fallback>
      </mc:AlternateContent>
      <mc:AlternateContent xmlns:mc="http://schemas.openxmlformats.org/markup-compatibility/2006">
        <mc:Choice xmlns:p14="http://schemas.microsoft.com/office/powerpoint/2010/main" Requires="p14">
          <p:contentPart p14:bwMode="auto" r:id="rId185">
            <p14:nvContentPartPr>
              <p14:cNvPr id="1049350" name=""/>
              <p14:cNvContentPartPr/>
              <p14:nvPr/>
            </p14:nvContentPartPr>
            <p14:xfrm>
              <a:off x="8611061" y="1970490"/>
              <a:ext cx="54004" cy="246001"/>
            </p14:xfrm>
          </p:contentPart>
        </mc:Choice>
        <mc:Fallback>
          <p:sp>
            <p:nvSpPr>
              <p:cNvPr id="1049350" name=""/>
              <p:cNvSpPr/>
              <p:nvPr/>
            </p:nvSpPr>
            <p:spPr>
              <a:xfrm>
                <a:off x="8611061" y="1970490"/>
                <a:ext cx="54004" cy="246001"/>
              </a:xfrm>
            </p:spPr>
          </p:sp>
        </mc:Fallback>
      </mc:AlternateContent>
      <mc:AlternateContent xmlns:mc="http://schemas.openxmlformats.org/markup-compatibility/2006">
        <mc:Choice xmlns:p14="http://schemas.microsoft.com/office/powerpoint/2010/main" Requires="p14">
          <p:contentPart p14:bwMode="auto" r:id="rId186">
            <p14:nvContentPartPr>
              <p14:cNvPr id="1049351" name=""/>
              <p14:cNvContentPartPr/>
              <p14:nvPr/>
            </p14:nvContentPartPr>
            <p14:xfrm>
              <a:off x="8718439" y="1888311"/>
              <a:ext cx="124463" cy="329420"/>
            </p14:xfrm>
          </p:contentPart>
        </mc:Choice>
        <mc:Fallback>
          <p:sp>
            <p:nvSpPr>
              <p:cNvPr id="1049351" name=""/>
              <p:cNvSpPr/>
              <p:nvPr/>
            </p:nvSpPr>
            <p:spPr>
              <a:xfrm>
                <a:off x="8718439" y="1888311"/>
                <a:ext cx="124463" cy="329420"/>
              </a:xfrm>
            </p:spPr>
          </p:sp>
        </mc:Fallback>
      </mc:AlternateContent>
      <mc:AlternateContent xmlns:mc="http://schemas.openxmlformats.org/markup-compatibility/2006">
        <mc:Choice xmlns:p14="http://schemas.microsoft.com/office/powerpoint/2010/main" Requires="p14">
          <p:contentPart p14:bwMode="auto" r:id="rId187">
            <p14:nvContentPartPr>
              <p14:cNvPr id="1049352" name=""/>
              <p14:cNvContentPartPr/>
              <p14:nvPr/>
            </p14:nvContentPartPr>
            <p14:xfrm>
              <a:off x="8997868" y="1961175"/>
              <a:ext cx="197918" cy="162995"/>
            </p14:xfrm>
          </p:contentPart>
        </mc:Choice>
        <mc:Fallback>
          <p:sp>
            <p:nvSpPr>
              <p:cNvPr id="1049352" name=""/>
              <p:cNvSpPr/>
              <p:nvPr/>
            </p:nvSpPr>
            <p:spPr>
              <a:xfrm>
                <a:off x="8997868" y="1961175"/>
                <a:ext cx="197918" cy="162995"/>
              </a:xfrm>
            </p:spPr>
          </p:sp>
        </mc:Fallback>
      </mc:AlternateContent>
      <mc:AlternateContent xmlns:mc="http://schemas.openxmlformats.org/markup-compatibility/2006">
        <mc:Choice xmlns:p14="http://schemas.microsoft.com/office/powerpoint/2010/main" Requires="p14">
          <p:contentPart p14:bwMode="auto" r:id="rId188">
            <p14:nvContentPartPr>
              <p14:cNvPr id="1049353" name=""/>
              <p14:cNvContentPartPr/>
              <p14:nvPr/>
            </p14:nvContentPartPr>
            <p14:xfrm>
              <a:off x="9262070" y="1735983"/>
              <a:ext cx="231310" cy="357145"/>
            </p14:xfrm>
          </p:contentPart>
        </mc:Choice>
        <mc:Fallback>
          <p:sp>
            <p:nvSpPr>
              <p:cNvPr id="1049353" name=""/>
              <p:cNvSpPr/>
              <p:nvPr/>
            </p:nvSpPr>
            <p:spPr>
              <a:xfrm>
                <a:off x="9262070" y="1735983"/>
                <a:ext cx="231310" cy="357145"/>
              </a:xfrm>
            </p:spPr>
          </p:sp>
        </mc:Fallback>
      </mc:AlternateContent>
      <mc:AlternateContent xmlns:mc="http://schemas.openxmlformats.org/markup-compatibility/2006">
        <mc:Choice xmlns:p14="http://schemas.microsoft.com/office/powerpoint/2010/main" Requires="p14">
          <p:contentPart p14:bwMode="auto" r:id="rId189">
            <p14:nvContentPartPr>
              <p14:cNvPr id="1049354" name=""/>
              <p14:cNvContentPartPr/>
              <p14:nvPr/>
            </p14:nvContentPartPr>
            <p14:xfrm>
              <a:off x="8675905" y="2250398"/>
              <a:ext cx="261392" cy="251149"/>
            </p14:xfrm>
          </p:contentPart>
        </mc:Choice>
        <mc:Fallback>
          <p:sp>
            <p:nvSpPr>
              <p:cNvPr id="1049354" name=""/>
              <p:cNvSpPr/>
              <p:nvPr/>
            </p:nvSpPr>
            <p:spPr>
              <a:xfrm>
                <a:off x="8675905" y="2250398"/>
                <a:ext cx="261392" cy="251149"/>
              </a:xfrm>
            </p:spPr>
          </p:sp>
        </mc:Fallback>
      </mc:AlternateContent>
      <mc:AlternateContent xmlns:mc="http://schemas.openxmlformats.org/markup-compatibility/2006">
        <mc:Choice xmlns:p14="http://schemas.microsoft.com/office/powerpoint/2010/main" Requires="p14">
          <p:contentPart p14:bwMode="auto" r:id="rId190">
            <p14:nvContentPartPr>
              <p14:cNvPr id="1049355" name=""/>
              <p14:cNvContentPartPr/>
              <p14:nvPr/>
            </p14:nvContentPartPr>
            <p14:xfrm>
              <a:off x="9079420" y="2180020"/>
              <a:ext cx="327808" cy="390470"/>
            </p14:xfrm>
          </p:contentPart>
        </mc:Choice>
        <mc:Fallback>
          <p:sp>
            <p:nvSpPr>
              <p:cNvPr id="1049355" name=""/>
              <p:cNvSpPr/>
              <p:nvPr/>
            </p:nvSpPr>
            <p:spPr>
              <a:xfrm>
                <a:off x="9079420" y="2180020"/>
                <a:ext cx="327808" cy="390470"/>
              </a:xfrm>
            </p:spPr>
          </p:sp>
        </mc:Fallback>
      </mc:AlternateContent>
      <mc:AlternateContent xmlns:mc="http://schemas.openxmlformats.org/markup-compatibility/2006">
        <mc:Choice xmlns:p14="http://schemas.microsoft.com/office/powerpoint/2010/main" Requires="p14">
          <p:contentPart p14:bwMode="auto" r:id="rId191">
            <p14:nvContentPartPr>
              <p14:cNvPr id="1049356" name=""/>
              <p14:cNvContentPartPr/>
              <p14:nvPr/>
            </p14:nvContentPartPr>
            <p14:xfrm>
              <a:off x="8944665" y="2194661"/>
              <a:ext cx="104321" cy="193408"/>
            </p14:xfrm>
          </p:contentPart>
        </mc:Choice>
        <mc:Fallback>
          <p:sp>
            <p:nvSpPr>
              <p:cNvPr id="1049356" name=""/>
              <p:cNvSpPr/>
              <p:nvPr/>
            </p:nvSpPr>
            <p:spPr>
              <a:xfrm>
                <a:off x="8944665" y="2194661"/>
                <a:ext cx="104321" cy="193408"/>
              </a:xfrm>
            </p:spPr>
          </p:sp>
        </mc:Fallback>
      </mc:AlternateContent>
      <mc:AlternateContent xmlns:mc="http://schemas.openxmlformats.org/markup-compatibility/2006">
        <mc:Choice xmlns:p14="http://schemas.microsoft.com/office/powerpoint/2010/main" Requires="p14">
          <p:contentPart p14:bwMode="auto" r:id="rId192">
            <p14:nvContentPartPr>
              <p14:cNvPr id="1049357" name=""/>
              <p14:cNvContentPartPr/>
              <p14:nvPr/>
            </p14:nvContentPartPr>
            <p14:xfrm>
              <a:off x="9064552" y="2198957"/>
              <a:ext cx="90037" cy="149362"/>
            </p14:xfrm>
          </p:contentPart>
        </mc:Choice>
        <mc:Fallback>
          <p:sp>
            <p:nvSpPr>
              <p:cNvPr id="1049357" name=""/>
              <p:cNvSpPr/>
              <p:nvPr/>
            </p:nvSpPr>
            <p:spPr>
              <a:xfrm>
                <a:off x="9064552" y="2198957"/>
                <a:ext cx="90037" cy="149362"/>
              </a:xfrm>
            </p:spPr>
          </p:sp>
        </mc:Fallback>
      </mc:AlternateContent>
      <mc:AlternateContent xmlns:mc="http://schemas.openxmlformats.org/markup-compatibility/2006">
        <mc:Choice xmlns:p14="http://schemas.microsoft.com/office/powerpoint/2010/main" Requires="p14">
          <p:contentPart p14:bwMode="auto" r:id="rId193">
            <p14:nvContentPartPr>
              <p14:cNvPr id="1049358" name=""/>
              <p14:cNvContentPartPr/>
              <p14:nvPr/>
            </p14:nvContentPartPr>
            <p14:xfrm>
              <a:off x="9077690" y="2238051"/>
              <a:ext cx="129497" cy="36134"/>
            </p14:xfrm>
          </p:contentPart>
        </mc:Choice>
        <mc:Fallback>
          <p:sp>
            <p:nvSpPr>
              <p:cNvPr id="1049358" name=""/>
              <p:cNvSpPr/>
              <p:nvPr/>
            </p:nvSpPr>
            <p:spPr>
              <a:xfrm>
                <a:off x="9077690" y="2238051"/>
                <a:ext cx="129497" cy="36134"/>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33" name="TextBox 2"/>
          <p:cNvSpPr txBox="1">
            <a:spLocks noChangeAspect="1" noMove="1" noResize="1" noRot="1" noAdjustHandles="1" noEditPoints="1" noChangeArrowheads="1" noChangeShapeType="1" noTextEdit="1"/>
          </p:cNvSpPr>
          <p:nvPr/>
        </p:nvSpPr>
        <p:spPr>
          <a:xfrm>
            <a:off x="344556" y="488699"/>
            <a:ext cx="11052314" cy="2869312"/>
          </a:xfrm>
          <a:prstGeom prst="rect"/>
          <a:blipFill>
            <a:blip xmlns:r="http://schemas.openxmlformats.org/officeDocument/2006/relationships" r:embed="rId1"/>
            <a:stretch>
              <a:fillRect l="-607" t="-849" b="-2548"/>
            </a:stretch>
          </a:blipFill>
        </p:spPr>
        <p:txBody>
          <a:bodyPr/>
          <a:p>
            <a:r>
              <a:rPr lang="fr-FR">
                <a:noFill/>
              </a:rPr>
              <a:t> </a:t>
            </a:r>
          </a:p>
        </p:txBody>
      </p:sp>
      <p:sp>
        <p:nvSpPr>
          <p:cNvPr id="1048634" name="TextBox 4"/>
          <p:cNvSpPr txBox="1">
            <a:spLocks noChangeAspect="1" noMove="1" noResize="1" noRot="1" noAdjustHandles="1" noEditPoints="1" noChangeArrowheads="1" noChangeShapeType="1" noTextEdit="1"/>
          </p:cNvSpPr>
          <p:nvPr/>
        </p:nvSpPr>
        <p:spPr>
          <a:xfrm>
            <a:off x="463825" y="4030199"/>
            <a:ext cx="11158331" cy="2529090"/>
          </a:xfrm>
          <a:prstGeom prst="rect"/>
          <a:blipFill>
            <a:blip xmlns:r="http://schemas.openxmlformats.org/officeDocument/2006/relationships" r:embed="rId2"/>
            <a:stretch>
              <a:fillRect l="-492" t="-964" b="-1446"/>
            </a:stretch>
          </a:blipFill>
        </p:spPr>
        <p:txBody>
          <a:bodyPr/>
          <a:p>
            <a:r>
              <a:rPr lang="fr-FR">
                <a:noFill/>
              </a:rPr>
              <a:t> </a:t>
            </a:r>
          </a:p>
        </p:txBody>
      </p:sp>
      <p:sp>
        <p:nvSpPr>
          <p:cNvPr id="1048635" name="TextBox 6"/>
          <p:cNvSpPr txBox="1"/>
          <p:nvPr/>
        </p:nvSpPr>
        <p:spPr>
          <a:xfrm>
            <a:off x="344556" y="3499990"/>
            <a:ext cx="3591340" cy="400110"/>
          </a:xfrm>
          <a:prstGeom prst="rect"/>
          <a:solidFill>
            <a:srgbClr val="FFFF00"/>
          </a:solidFill>
        </p:spPr>
        <p:txBody>
          <a:bodyPr wrap="square">
            <a:spAutoFit/>
          </a:bodyPr>
          <a:p>
            <a:pPr algn="just"/>
            <a:r>
              <a:rPr baseline="0" b="1" dirty="0" sz="2000" i="0" lang="fr-FR" strike="noStrike" u="none">
                <a:latin typeface="Arial" panose="020B0604020202020204" pitchFamily="34" charset="0"/>
              </a:rPr>
              <a:t>5- Masse atomique relative</a:t>
            </a:r>
          </a:p>
        </p:txBody>
      </p:sp>
      <mc:AlternateContent xmlns:mc="http://schemas.openxmlformats.org/markup-compatibility/2006">
        <mc:Choice xmlns:p14="http://schemas.microsoft.com/office/powerpoint/2010/main" Requires="p14">
          <p:contentPart p14:bwMode="auto" r:id="rId3">
            <p14:nvContentPartPr>
              <p14:cNvPr id="1049268" name=""/>
              <p14:cNvContentPartPr/>
              <p14:nvPr/>
            </p14:nvContentPartPr>
            <p14:xfrm>
              <a:off x="4443701" y="5122739"/>
              <a:ext cx="2098745" cy="926619"/>
            </p14:xfrm>
          </p:contentPart>
        </mc:Choice>
        <mc:Fallback>
          <p:sp>
            <p:nvSpPr>
              <p:cNvPr id="1049268" name=""/>
              <p:cNvSpPr/>
              <p:nvPr/>
            </p:nvSpPr>
            <p:spPr>
              <a:xfrm>
                <a:off x="4443701" y="5122739"/>
                <a:ext cx="2098745" cy="926619"/>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6" name="TextBox 2"/>
          <p:cNvSpPr txBox="1">
            <a:spLocks noChangeAspect="1" noMove="1" noResize="1" noRot="1" noAdjustHandles="1" noEditPoints="1" noChangeArrowheads="1" noChangeShapeType="1" noTextEdit="1"/>
          </p:cNvSpPr>
          <p:nvPr/>
        </p:nvSpPr>
        <p:spPr>
          <a:xfrm>
            <a:off x="457200" y="271910"/>
            <a:ext cx="11277599" cy="990656"/>
          </a:xfrm>
          <a:prstGeom prst="rect"/>
          <a:blipFill>
            <a:blip xmlns:r="http://schemas.openxmlformats.org/officeDocument/2006/relationships" r:embed="rId1"/>
            <a:stretch>
              <a:fillRect l="-541" b="-4938"/>
            </a:stretch>
          </a:blipFill>
        </p:spPr>
        <p:txBody>
          <a:bodyPr/>
          <a:p>
            <a:r>
              <a:rPr lang="fr-FR">
                <a:noFill/>
              </a:rPr>
              <a:t> </a:t>
            </a:r>
          </a:p>
        </p:txBody>
      </p:sp>
      <p:sp>
        <p:nvSpPr>
          <p:cNvPr id="1048637" name="TextBox 3"/>
          <p:cNvSpPr txBox="1">
            <a:spLocks noChangeAspect="1" noMove="1" noResize="1" noRot="1" noAdjustHandles="1" noEditPoints="1" noChangeArrowheads="1" noChangeShapeType="1" noTextEdit="1"/>
          </p:cNvSpPr>
          <p:nvPr/>
        </p:nvSpPr>
        <p:spPr>
          <a:xfrm>
            <a:off x="3982278" y="1411358"/>
            <a:ext cx="3472361" cy="895951"/>
          </a:xfrm>
          <a:prstGeom prst="rect"/>
          <a:blipFill>
            <a:blip xmlns:r="http://schemas.openxmlformats.org/officeDocument/2006/relationships" r:embed="rId2"/>
            <a:stretch>
              <a:fillRect/>
            </a:stretch>
          </a:blipFill>
        </p:spPr>
        <p:txBody>
          <a:bodyPr/>
          <a:p>
            <a:r>
              <a:rPr lang="fr-FR">
                <a:noFill/>
              </a:rPr>
              <a:t> </a:t>
            </a:r>
          </a:p>
        </p:txBody>
      </p:sp>
      <p:sp>
        <p:nvSpPr>
          <p:cNvPr id="1048638" name="TextBox 4"/>
          <p:cNvSpPr txBox="1"/>
          <p:nvPr/>
        </p:nvSpPr>
        <p:spPr>
          <a:xfrm>
            <a:off x="457200" y="2464904"/>
            <a:ext cx="5237480" cy="510540"/>
          </a:xfrm>
          <a:prstGeom prst="rect"/>
          <a:noFill/>
        </p:spPr>
        <p:txBody>
          <a:bodyPr rtlCol="0" wrap="none">
            <a:spAutoFit/>
          </a:bodyPr>
          <a:p>
            <a:r>
              <a:rPr b="1" dirty="0" sz="2800" i="1" lang="fr-FR" u="sng">
                <a:effectLst>
                  <a:outerShdw algn="tl" blurRad="38100" dir="2700000" dist="38100">
                    <a:srgbClr val="000000">
                      <a:alpha val="43137"/>
                    </a:srgbClr>
                  </a:outerShdw>
                </a:effectLst>
              </a:rPr>
              <a:t>Energie de cohésion d’un noyau</a:t>
            </a:r>
          </a:p>
        </p:txBody>
      </p:sp>
      <p:sp>
        <p:nvSpPr>
          <p:cNvPr id="1048639" name="TextBox 5"/>
          <p:cNvSpPr txBox="1"/>
          <p:nvPr/>
        </p:nvSpPr>
        <p:spPr>
          <a:xfrm>
            <a:off x="457200" y="3207026"/>
            <a:ext cx="10833652" cy="3317240"/>
          </a:xfrm>
          <a:prstGeom prst="rect"/>
          <a:noFill/>
        </p:spPr>
        <p:txBody>
          <a:bodyPr rtlCol="0" wrap="square">
            <a:spAutoFit/>
          </a:bodyPr>
          <a:p>
            <a:pPr indent="-285750" marL="285750">
              <a:buFont typeface="Wingdings" panose="05000000000000000000" pitchFamily="2" charset="2"/>
              <a:buChar char="Ø"/>
            </a:pPr>
            <a:r>
              <a:rPr dirty="0" lang="fr-FR"/>
              <a:t>La question légitime à se poser : Comment se fait-il que des charges de même signe (protons) forment-elles un ensemble condensé au lieu de s’écarter par répulsion électrostatique?</a:t>
            </a:r>
          </a:p>
          <a:p>
            <a:pPr indent="-285750" marL="285750">
              <a:buFont typeface="Wingdings" panose="05000000000000000000" pitchFamily="2" charset="2"/>
              <a:buChar char="Ø"/>
            </a:pPr>
            <a:endParaRPr dirty="0" lang="fr-FR"/>
          </a:p>
          <a:p>
            <a:pPr indent="-285750" marL="285750">
              <a:buFont typeface="Wingdings" panose="05000000000000000000" pitchFamily="2" charset="2"/>
              <a:buChar char="Ø"/>
            </a:pPr>
            <a:r>
              <a:rPr dirty="0" lang="fr-FR"/>
              <a:t>La réponse est que la cohésion du noyau est à assurer par un autre type de force autre que électromagnétique et plus forte que l’interaction électromagnétique : c’est la force forte. Elle a un rayon d’action de l’ordre du femtomètre (1fm=10</a:t>
            </a:r>
            <a:r>
              <a:rPr baseline="30000" dirty="0" lang="fr-FR"/>
              <a:t>-15</a:t>
            </a:r>
            <a:r>
              <a:rPr dirty="0" lang="fr-FR"/>
              <a:t> m).</a:t>
            </a:r>
          </a:p>
          <a:p>
            <a:pPr indent="-285750" marL="285750">
              <a:buFont typeface="Wingdings" panose="05000000000000000000" pitchFamily="2" charset="2"/>
              <a:buChar char="Ø"/>
            </a:pPr>
            <a:endParaRPr dirty="0" lang="fr-FR"/>
          </a:p>
          <a:p>
            <a:pPr indent="-285750" marL="285750">
              <a:buFont typeface="Wingdings" panose="05000000000000000000" pitchFamily="2" charset="2"/>
              <a:buChar char="Ø"/>
            </a:pPr>
            <a:r>
              <a:rPr dirty="0" lang="fr-FR"/>
              <a:t>L’expérience montre que la masse d’un noyau est légèrement plus faible que la somme des masses des particules qui le constituent.</a:t>
            </a:r>
          </a:p>
          <a:p>
            <a:pPr indent="-285750" marL="285750">
              <a:buFont typeface="Wingdings" panose="05000000000000000000" pitchFamily="2" charset="2"/>
              <a:buChar char="Ø"/>
            </a:pPr>
            <a:endParaRPr dirty="0" lang="fr-FR"/>
          </a:p>
          <a:p>
            <a:pPr indent="-285750" marL="285750">
              <a:buFont typeface="Wingdings" panose="05000000000000000000" pitchFamily="2" charset="2"/>
              <a:buChar char="Ø"/>
            </a:pPr>
            <a:r>
              <a:rPr dirty="0" lang="fr-FR"/>
              <a:t>Ce défaut de masse correspond à une énergie de stabilisation qui rend le noyau plus stable que ses particules séparées.</a:t>
            </a:r>
          </a:p>
        </p:txBody>
      </p:sp>
      <mc:AlternateContent xmlns:mc="http://schemas.openxmlformats.org/markup-compatibility/2006">
        <mc:Choice xmlns:p14="http://schemas.microsoft.com/office/powerpoint/2010/main" Requires="p14">
          <p:contentPart p14:bwMode="auto" r:id="rId3">
            <p14:nvContentPartPr>
              <p14:cNvPr id="1049320" name=""/>
              <p14:cNvContentPartPr/>
              <p14:nvPr/>
            </p14:nvContentPartPr>
            <p14:xfrm>
              <a:off x="3754203" y="1366480"/>
              <a:ext cx="3880842" cy="1270324"/>
            </p14:xfrm>
          </p:contentPart>
        </mc:Choice>
        <mc:Fallback>
          <p:sp>
            <p:nvSpPr>
              <p:cNvPr id="1049320" name=""/>
              <p:cNvSpPr/>
              <p:nvPr/>
            </p:nvSpPr>
            <p:spPr>
              <a:xfrm>
                <a:off x="3754203" y="1366480"/>
                <a:ext cx="3880842" cy="1270324"/>
              </a:xfrm>
            </p:spPr>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pic>
        <p:nvPicPr>
          <p:cNvPr id="2097166" name="Picture 2"/>
          <p:cNvPicPr>
            <a:picLocks noChangeAspect="1"/>
          </p:cNvPicPr>
          <p:nvPr/>
        </p:nvPicPr>
        <p:blipFill>
          <a:blip xmlns:r="http://schemas.openxmlformats.org/officeDocument/2006/relationships" r:embed="rId1"/>
          <a:stretch>
            <a:fillRect/>
          </a:stretch>
        </p:blipFill>
        <p:spPr>
          <a:xfrm>
            <a:off x="1431236" y="384728"/>
            <a:ext cx="3242434" cy="1678324"/>
          </a:xfrm>
          <a:prstGeom prst="rect"/>
        </p:spPr>
      </p:pic>
      <p:pic>
        <p:nvPicPr>
          <p:cNvPr id="2097167" name="Picture 4"/>
          <p:cNvPicPr>
            <a:picLocks noChangeAspect="1"/>
          </p:cNvPicPr>
          <p:nvPr/>
        </p:nvPicPr>
        <p:blipFill>
          <a:blip xmlns:r="http://schemas.openxmlformats.org/officeDocument/2006/relationships" r:embed="rId2"/>
          <a:stretch>
            <a:fillRect/>
          </a:stretch>
        </p:blipFill>
        <p:spPr>
          <a:xfrm>
            <a:off x="759514" y="2241186"/>
            <a:ext cx="9908485" cy="4232086"/>
          </a:xfrm>
          <a:prstGeom prst="rect"/>
        </p:spPr>
      </p:pic>
      <p:sp>
        <p:nvSpPr>
          <p:cNvPr id="1048640" name="TextBox 5"/>
          <p:cNvSpPr txBox="1"/>
          <p:nvPr/>
        </p:nvSpPr>
        <p:spPr>
          <a:xfrm>
            <a:off x="409001" y="803798"/>
            <a:ext cx="2202180" cy="396240"/>
          </a:xfrm>
          <a:prstGeom prst="rect"/>
          <a:noFill/>
        </p:spPr>
        <p:txBody>
          <a:bodyPr rtlCol="0" wrap="none">
            <a:spAutoFit/>
          </a:bodyPr>
          <a:p>
            <a:r>
              <a:rPr b="1" dirty="0" sz="2000" lang="fr-FR">
                <a:effectLst>
                  <a:outerShdw algn="tl" blurRad="38100" dir="2700000" dist="38100">
                    <a:srgbClr val="000000">
                      <a:alpha val="43137"/>
                    </a:srgbClr>
                  </a:outerShdw>
                </a:effectLst>
              </a:rPr>
              <a:t>Nucléons séparés</a:t>
            </a:r>
          </a:p>
        </p:txBody>
      </p:sp>
      <p:sp>
        <p:nvSpPr>
          <p:cNvPr id="1048641" name="TextBox 7"/>
          <p:cNvSpPr txBox="1"/>
          <p:nvPr/>
        </p:nvSpPr>
        <p:spPr>
          <a:xfrm>
            <a:off x="4438477" y="425608"/>
            <a:ext cx="2672080" cy="396240"/>
          </a:xfrm>
          <a:prstGeom prst="rect"/>
          <a:noFill/>
        </p:spPr>
        <p:txBody>
          <a:bodyPr rtlCol="0" wrap="none">
            <a:spAutoFit/>
          </a:bodyPr>
          <a:p>
            <a:r>
              <a:rPr b="1" dirty="0" sz="2000" lang="fr-FR">
                <a:effectLst>
                  <a:outerShdw algn="tl" blurRad="38100" dir="2700000" dist="38100">
                    <a:srgbClr val="000000">
                      <a:alpha val="43137"/>
                    </a:srgbClr>
                  </a:outerShdw>
                </a:effectLst>
              </a:rPr>
              <a:t>Noyau = Nucléons liés</a:t>
            </a:r>
          </a:p>
        </p:txBody>
      </p:sp>
      <p:sp>
        <p:nvSpPr>
          <p:cNvPr id="1048642" name="TextBox 6"/>
          <p:cNvSpPr txBox="1"/>
          <p:nvPr/>
        </p:nvSpPr>
        <p:spPr>
          <a:xfrm>
            <a:off x="4648639" y="1203908"/>
            <a:ext cx="5961380" cy="396241"/>
          </a:xfrm>
          <a:prstGeom prst="rect"/>
          <a:noFill/>
        </p:spPr>
        <p:txBody>
          <a:bodyPr rtlCol="0" wrap="none">
            <a:spAutoFit/>
          </a:bodyPr>
          <a:p>
            <a:r>
              <a:rPr b="1" dirty="0" sz="2000" lang="fr-FR">
                <a:effectLst>
                  <a:outerShdw algn="tl" blurRad="38100" dir="2700000" dist="38100">
                    <a:srgbClr val="000000">
                      <a:alpha val="43137"/>
                    </a:srgbClr>
                  </a:outerShdw>
                </a:effectLst>
              </a:rPr>
              <a:t>L’énergie de liaison correspond au défaut de masse</a:t>
            </a:r>
          </a:p>
        </p:txBody>
      </p:sp>
      <p:cxnSp>
        <p:nvCxnSpPr>
          <p:cNvPr id="3145728" name="Straight Connector 9"/>
          <p:cNvCxnSpPr>
            <a:cxnSpLocks/>
          </p:cNvCxnSpPr>
          <p:nvPr/>
        </p:nvCxnSpPr>
        <p:spPr>
          <a:xfrm>
            <a:off x="4438477" y="1003853"/>
            <a:ext cx="0" cy="714833"/>
          </a:xfrm>
          <a:prstGeom prst="line"/>
          <a:ln w="571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48643" name="Freeform: Shape 12"/>
          <p:cNvSpPr/>
          <p:nvPr/>
        </p:nvSpPr>
        <p:spPr>
          <a:xfrm rot="20235815">
            <a:off x="9568157" y="3830879"/>
            <a:ext cx="1049002" cy="473997"/>
          </a:xfrm>
          <a:custGeom>
            <a:avLst/>
            <a:gdLst>
              <a:gd name="connsiteX0" fmla="*/ 0 w 2146852"/>
              <a:gd name="connsiteY0" fmla="*/ 385445 h 385445"/>
              <a:gd name="connsiteX1" fmla="*/ 238539 w 2146852"/>
              <a:gd name="connsiteY1" fmla="*/ 93897 h 385445"/>
              <a:gd name="connsiteX2" fmla="*/ 702365 w 2146852"/>
              <a:gd name="connsiteY2" fmla="*/ 332436 h 385445"/>
              <a:gd name="connsiteX3" fmla="*/ 1033669 w 2146852"/>
              <a:gd name="connsiteY3" fmla="*/ 54140 h 385445"/>
              <a:gd name="connsiteX4" fmla="*/ 1364974 w 2146852"/>
              <a:gd name="connsiteY4" fmla="*/ 226419 h 385445"/>
              <a:gd name="connsiteX5" fmla="*/ 1669774 w 2146852"/>
              <a:gd name="connsiteY5" fmla="*/ 1132 h 385445"/>
              <a:gd name="connsiteX6" fmla="*/ 1974574 w 2146852"/>
              <a:gd name="connsiteY6" fmla="*/ 133653 h 385445"/>
              <a:gd name="connsiteX7" fmla="*/ 2146852 w 2146852"/>
              <a:gd name="connsiteY7" fmla="*/ 1132 h 385445"/>
              <a:gd name="connsiteX8" fmla="*/ 2146852 w 2146852"/>
              <a:gd name="connsiteY8" fmla="*/ 1132 h 385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6852" h="385445">
                <a:moveTo>
                  <a:pt x="0" y="385445"/>
                </a:moveTo>
                <a:cubicBezTo>
                  <a:pt x="60739" y="244088"/>
                  <a:pt x="121478" y="102732"/>
                  <a:pt x="238539" y="93897"/>
                </a:cubicBezTo>
                <a:cubicBezTo>
                  <a:pt x="355600" y="85062"/>
                  <a:pt x="569843" y="339062"/>
                  <a:pt x="702365" y="332436"/>
                </a:cubicBezTo>
                <a:cubicBezTo>
                  <a:pt x="834887" y="325810"/>
                  <a:pt x="923234" y="71809"/>
                  <a:pt x="1033669" y="54140"/>
                </a:cubicBezTo>
                <a:cubicBezTo>
                  <a:pt x="1144104" y="36471"/>
                  <a:pt x="1258956" y="235254"/>
                  <a:pt x="1364974" y="226419"/>
                </a:cubicBezTo>
                <a:cubicBezTo>
                  <a:pt x="1470992" y="217584"/>
                  <a:pt x="1568174" y="16593"/>
                  <a:pt x="1669774" y="1132"/>
                </a:cubicBezTo>
                <a:cubicBezTo>
                  <a:pt x="1771374" y="-14329"/>
                  <a:pt x="1895061" y="133653"/>
                  <a:pt x="1974574" y="133653"/>
                </a:cubicBezTo>
                <a:cubicBezTo>
                  <a:pt x="2054087" y="133653"/>
                  <a:pt x="2146852" y="1132"/>
                  <a:pt x="2146852" y="1132"/>
                </a:cubicBezTo>
                <a:lnTo>
                  <a:pt x="2146852" y="1132"/>
                </a:ln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FR"/>
          </a:p>
        </p:txBody>
      </p:sp>
      <p:sp>
        <p:nvSpPr>
          <p:cNvPr id="1048644" name="TextBox 13"/>
          <p:cNvSpPr txBox="1"/>
          <p:nvPr/>
        </p:nvSpPr>
        <p:spPr>
          <a:xfrm>
            <a:off x="10242799" y="3959424"/>
            <a:ext cx="1744979" cy="701040"/>
          </a:xfrm>
          <a:prstGeom prst="rect"/>
          <a:noFill/>
        </p:spPr>
        <p:txBody>
          <a:bodyPr rtlCol="0" wrap="none">
            <a:spAutoFit/>
          </a:bodyPr>
          <a:p>
            <a:pPr algn="ctr"/>
            <a:r>
              <a:rPr b="1" dirty="0" sz="2000" lang="fr-FR">
                <a:effectLst>
                  <a:outerShdw algn="tl" blurRad="38100" dir="2700000" dist="38100">
                    <a:srgbClr val="000000">
                      <a:alpha val="43137"/>
                    </a:srgbClr>
                  </a:outerShdw>
                </a:effectLst>
              </a:rPr>
              <a:t>Rayonnement</a:t>
            </a:r>
          </a:p>
          <a:p>
            <a:pPr algn="ctr"/>
            <a:r>
              <a:rPr b="1" dirty="0" sz="2000" lang="fr-FR">
                <a:effectLst>
                  <a:outerShdw algn="tl" blurRad="38100" dir="2700000" dist="38100">
                    <a:srgbClr val="000000">
                      <a:alpha val="43137"/>
                    </a:srgbClr>
                  </a:outerShdw>
                </a:effectLst>
              </a:rPr>
              <a:t> gamma</a:t>
            </a:r>
          </a:p>
        </p:txBody>
      </p:sp>
      <mc:AlternateContent xmlns:mc="http://schemas.openxmlformats.org/markup-compatibility/2006">
        <mc:Choice xmlns:p14="http://schemas.microsoft.com/office/powerpoint/2010/main" Requires="p14">
          <p:contentPart p14:bwMode="auto" r:id="rId3">
            <p14:nvContentPartPr>
              <p14:cNvPr id="1049359" name=""/>
              <p14:cNvContentPartPr/>
              <p14:nvPr/>
            </p14:nvContentPartPr>
            <p14:xfrm>
              <a:off x="8188114" y="2992017"/>
              <a:ext cx="731622" cy="457436"/>
            </p14:xfrm>
          </p:contentPart>
        </mc:Choice>
        <mc:Fallback>
          <p:sp>
            <p:nvSpPr>
              <p:cNvPr id="1049359" name=""/>
              <p:cNvSpPr/>
              <p:nvPr/>
            </p:nvSpPr>
            <p:spPr>
              <a:xfrm>
                <a:off x="8188114" y="2992017"/>
                <a:ext cx="731622" cy="457436"/>
              </a:xfrm>
            </p:spPr>
          </p:sp>
        </mc:Fallback>
      </mc:AlternateContent>
      <mc:AlternateContent xmlns:mc="http://schemas.openxmlformats.org/markup-compatibility/2006">
        <mc:Choice xmlns:p14="http://schemas.microsoft.com/office/powerpoint/2010/main" Requires="p14">
          <p:contentPart p14:bwMode="auto" r:id="rId4">
            <p14:nvContentPartPr>
              <p14:cNvPr id="1049360" name=""/>
              <p14:cNvContentPartPr/>
              <p14:nvPr/>
            </p14:nvContentPartPr>
            <p14:xfrm>
              <a:off x="10278749" y="3812525"/>
              <a:ext cx="1553884" cy="1052864"/>
            </p14:xfrm>
          </p:contentPart>
        </mc:Choice>
        <mc:Fallback>
          <p:sp>
            <p:nvSpPr>
              <p:cNvPr id="1049360" name=""/>
              <p:cNvSpPr/>
              <p:nvPr/>
            </p:nvSpPr>
            <p:spPr>
              <a:xfrm>
                <a:off x="10278749" y="3812525"/>
                <a:ext cx="1553884" cy="1052864"/>
              </a:xfrm>
            </p:spPr>
          </p:sp>
        </mc:Fallback>
      </mc:AlternateContent>
      <mc:AlternateContent xmlns:mc="http://schemas.openxmlformats.org/markup-compatibility/2006">
        <mc:Choice xmlns:p14="http://schemas.microsoft.com/office/powerpoint/2010/main" Requires="p14">
          <p:contentPart p14:bwMode="auto" r:id="rId5">
            <p14:nvContentPartPr>
              <p14:cNvPr id="1049361" name=""/>
              <p14:cNvContentPartPr/>
              <p14:nvPr/>
            </p14:nvContentPartPr>
            <p14:xfrm>
              <a:off x="2102608" y="3015295"/>
              <a:ext cx="40211" cy="419144"/>
            </p14:xfrm>
          </p:contentPart>
        </mc:Choice>
        <mc:Fallback>
          <p:sp>
            <p:nvSpPr>
              <p:cNvPr id="1049361" name=""/>
              <p:cNvSpPr/>
              <p:nvPr/>
            </p:nvSpPr>
            <p:spPr>
              <a:xfrm>
                <a:off x="2102608" y="3015295"/>
                <a:ext cx="40211" cy="419144"/>
              </a:xfrm>
            </p:spPr>
          </p:sp>
        </mc:Fallback>
      </mc:AlternateContent>
      <mc:AlternateContent xmlns:mc="http://schemas.openxmlformats.org/markup-compatibility/2006">
        <mc:Choice xmlns:p14="http://schemas.microsoft.com/office/powerpoint/2010/main" Requires="p14">
          <p:contentPart p14:bwMode="auto" r:id="rId6">
            <p14:nvContentPartPr>
              <p14:cNvPr id="1049362" name=""/>
              <p14:cNvContentPartPr/>
              <p14:nvPr/>
            </p14:nvContentPartPr>
            <p14:xfrm>
              <a:off x="2070444" y="2995591"/>
              <a:ext cx="2306758" cy="479799"/>
            </p14:xfrm>
          </p:contentPart>
        </mc:Choice>
        <mc:Fallback>
          <p:sp>
            <p:nvSpPr>
              <p:cNvPr id="1049362" name=""/>
              <p:cNvSpPr/>
              <p:nvPr/>
            </p:nvSpPr>
            <p:spPr>
              <a:xfrm>
                <a:off x="2070444" y="2995591"/>
                <a:ext cx="2306758" cy="479799"/>
              </a:xfrm>
            </p:spPr>
          </p:sp>
        </mc:Fallback>
      </mc:AlternateContent>
      <mc:AlternateContent xmlns:mc="http://schemas.openxmlformats.org/markup-compatibility/2006">
        <mc:Choice xmlns:p14="http://schemas.microsoft.com/office/powerpoint/2010/main" Requires="p14">
          <p:contentPart p14:bwMode="auto" r:id="rId7">
            <p14:nvContentPartPr>
              <p14:cNvPr id="1049363" name=""/>
              <p14:cNvContentPartPr/>
              <p14:nvPr/>
            </p14:nvContentPartPr>
            <p14:xfrm>
              <a:off x="2538303" y="2820144"/>
              <a:ext cx="330704" cy="321251"/>
            </p14:xfrm>
          </p:contentPart>
        </mc:Choice>
        <mc:Fallback>
          <p:sp>
            <p:nvSpPr>
              <p:cNvPr id="1049363" name=""/>
              <p:cNvSpPr/>
              <p:nvPr/>
            </p:nvSpPr>
            <p:spPr>
              <a:xfrm>
                <a:off x="2538303" y="2820144"/>
                <a:ext cx="330704" cy="321251"/>
              </a:xfrm>
            </p:spPr>
          </p:sp>
        </mc:Fallback>
      </mc:AlternateContent>
      <mc:AlternateContent xmlns:mc="http://schemas.openxmlformats.org/markup-compatibility/2006">
        <mc:Choice xmlns:p14="http://schemas.microsoft.com/office/powerpoint/2010/main" Requires="p14">
          <p:contentPart p14:bwMode="auto" r:id="rId8">
            <p14:nvContentPartPr>
              <p14:cNvPr id="1049364" name=""/>
              <p14:cNvContentPartPr/>
              <p14:nvPr/>
            </p14:nvContentPartPr>
            <p14:xfrm>
              <a:off x="2696157" y="5543012"/>
              <a:ext cx="187013" cy="144674"/>
            </p14:xfrm>
          </p:contentPart>
        </mc:Choice>
        <mc:Fallback>
          <p:sp>
            <p:nvSpPr>
              <p:cNvPr id="1049364" name=""/>
              <p:cNvSpPr/>
              <p:nvPr/>
            </p:nvSpPr>
            <p:spPr>
              <a:xfrm>
                <a:off x="2696157" y="5543012"/>
                <a:ext cx="187013" cy="144674"/>
              </a:xfrm>
            </p:spPr>
          </p:sp>
        </mc:Fallback>
      </mc:AlternateContent>
      <mc:AlternateContent xmlns:mc="http://schemas.openxmlformats.org/markup-compatibility/2006">
        <mc:Choice xmlns:p14="http://schemas.microsoft.com/office/powerpoint/2010/main" Requires="p14">
          <p:contentPart p14:bwMode="auto" r:id="rId9">
            <p14:nvContentPartPr>
              <p14:cNvPr id="1049365" name=""/>
              <p14:cNvContentPartPr/>
              <p14:nvPr/>
            </p14:nvContentPartPr>
            <p14:xfrm>
              <a:off x="2986212" y="5577886"/>
              <a:ext cx="102452" cy="140489"/>
            </p14:xfrm>
          </p:contentPart>
        </mc:Choice>
        <mc:Fallback>
          <p:sp>
            <p:nvSpPr>
              <p:cNvPr id="1049365" name=""/>
              <p:cNvSpPr/>
              <p:nvPr/>
            </p:nvSpPr>
            <p:spPr>
              <a:xfrm>
                <a:off x="2986212" y="5577886"/>
                <a:ext cx="102452" cy="140489"/>
              </a:xfrm>
            </p:spPr>
          </p:sp>
        </mc:Fallback>
      </mc:AlternateContent>
      <mc:AlternateContent xmlns:mc="http://schemas.openxmlformats.org/markup-compatibility/2006">
        <mc:Choice xmlns:p14="http://schemas.microsoft.com/office/powerpoint/2010/main" Requires="p14">
          <p:contentPart p14:bwMode="auto" r:id="rId10">
            <p14:nvContentPartPr>
              <p14:cNvPr id="1049366" name=""/>
              <p14:cNvContentPartPr/>
              <p14:nvPr/>
            </p14:nvContentPartPr>
            <p14:xfrm>
              <a:off x="984329" y="5750323"/>
              <a:ext cx="2024684" cy="68476"/>
            </p14:xfrm>
          </p:contentPart>
        </mc:Choice>
        <mc:Fallback>
          <p:sp>
            <p:nvSpPr>
              <p:cNvPr id="1049366" name=""/>
              <p:cNvSpPr/>
              <p:nvPr/>
            </p:nvSpPr>
            <p:spPr>
              <a:xfrm>
                <a:off x="984329" y="5750323"/>
                <a:ext cx="2024684" cy="68476"/>
              </a:xfrm>
            </p:spPr>
          </p:sp>
        </mc:Fallback>
      </mc:AlternateContent>
      <mc:AlternateContent xmlns:mc="http://schemas.openxmlformats.org/markup-compatibility/2006">
        <mc:Choice xmlns:p14="http://schemas.microsoft.com/office/powerpoint/2010/main" Requires="p14">
          <p:contentPart p14:bwMode="auto" r:id="rId11">
            <p14:nvContentPartPr>
              <p14:cNvPr id="1049367" name=""/>
              <p14:cNvContentPartPr/>
              <p14:nvPr/>
            </p14:nvContentPartPr>
            <p14:xfrm>
              <a:off x="1220558" y="5242842"/>
              <a:ext cx="143733" cy="351560"/>
            </p14:xfrm>
          </p:contentPart>
        </mc:Choice>
        <mc:Fallback>
          <p:sp>
            <p:nvSpPr>
              <p:cNvPr id="1049367" name=""/>
              <p:cNvSpPr/>
              <p:nvPr/>
            </p:nvSpPr>
            <p:spPr>
              <a:xfrm>
                <a:off x="1220558" y="5242842"/>
                <a:ext cx="143733" cy="351560"/>
              </a:xfrm>
            </p:spPr>
          </p:sp>
        </mc:Fallback>
      </mc:AlternateContent>
      <mc:AlternateContent xmlns:mc="http://schemas.openxmlformats.org/markup-compatibility/2006">
        <mc:Choice xmlns:p14="http://schemas.microsoft.com/office/powerpoint/2010/main" Requires="p14">
          <p:contentPart p14:bwMode="auto" r:id="rId12">
            <p14:nvContentPartPr>
              <p14:cNvPr id="1049368" name=""/>
              <p14:cNvContentPartPr/>
              <p14:nvPr/>
            </p14:nvContentPartPr>
            <p14:xfrm>
              <a:off x="1392915" y="5509524"/>
              <a:ext cx="104920" cy="168591"/>
            </p14:xfrm>
          </p:contentPart>
        </mc:Choice>
        <mc:Fallback>
          <p:sp>
            <p:nvSpPr>
              <p:cNvPr id="1049368" name=""/>
              <p:cNvSpPr/>
              <p:nvPr/>
            </p:nvSpPr>
            <p:spPr>
              <a:xfrm>
                <a:off x="1392915" y="5509524"/>
                <a:ext cx="104920" cy="168591"/>
              </a:xfrm>
            </p:spPr>
          </p:sp>
        </mc:Fallback>
      </mc:AlternateContent>
      <mc:AlternateContent xmlns:mc="http://schemas.openxmlformats.org/markup-compatibility/2006">
        <mc:Choice xmlns:p14="http://schemas.microsoft.com/office/powerpoint/2010/main" Requires="p14">
          <p:contentPart p14:bwMode="auto" r:id="rId13">
            <p14:nvContentPartPr>
              <p14:cNvPr id="1049369" name=""/>
              <p14:cNvContentPartPr/>
              <p14:nvPr/>
            </p14:nvContentPartPr>
            <p14:xfrm>
              <a:off x="10698989" y="3265976"/>
              <a:ext cx="275547" cy="312367"/>
            </p14:xfrm>
          </p:contentPart>
        </mc:Choice>
        <mc:Fallback>
          <p:sp>
            <p:nvSpPr>
              <p:cNvPr id="1049369" name=""/>
              <p:cNvSpPr/>
              <p:nvPr/>
            </p:nvSpPr>
            <p:spPr>
              <a:xfrm>
                <a:off x="10698989" y="3265976"/>
                <a:ext cx="275547" cy="312367"/>
              </a:xfrm>
            </p:spPr>
          </p:sp>
        </mc:Fallback>
      </mc:AlternateContent>
      <mc:AlternateContent xmlns:mc="http://schemas.openxmlformats.org/markup-compatibility/2006">
        <mc:Choice xmlns:p14="http://schemas.microsoft.com/office/powerpoint/2010/main" Requires="p14">
          <p:contentPart p14:bwMode="auto" r:id="rId14">
            <p14:nvContentPartPr>
              <p14:cNvPr id="1049370" name=""/>
              <p14:cNvContentPartPr/>
              <p14:nvPr/>
            </p14:nvContentPartPr>
            <p14:xfrm>
              <a:off x="10714644" y="3419684"/>
              <a:ext cx="100239" cy="15771"/>
            </p14:xfrm>
          </p:contentPart>
        </mc:Choice>
        <mc:Fallback>
          <p:sp>
            <p:nvSpPr>
              <p:cNvPr id="1049370" name=""/>
              <p:cNvSpPr/>
              <p:nvPr/>
            </p:nvSpPr>
            <p:spPr>
              <a:xfrm>
                <a:off x="10714644" y="3419684"/>
                <a:ext cx="100239" cy="15771"/>
              </a:xfrm>
            </p:spPr>
          </p:sp>
        </mc:Fallback>
      </mc:AlternateContent>
      <mc:AlternateContent xmlns:mc="http://schemas.openxmlformats.org/markup-compatibility/2006">
        <mc:Choice xmlns:p14="http://schemas.microsoft.com/office/powerpoint/2010/main" Requires="p14">
          <p:contentPart p14:bwMode="auto" r:id="rId15">
            <p14:nvContentPartPr>
              <p14:cNvPr id="1049371" name=""/>
              <p14:cNvContentPartPr/>
              <p14:nvPr/>
            </p14:nvContentPartPr>
            <p14:xfrm>
              <a:off x="10940869" y="3470846"/>
              <a:ext cx="102103" cy="2879"/>
            </p14:xfrm>
          </p:contentPart>
        </mc:Choice>
        <mc:Fallback>
          <p:sp>
            <p:nvSpPr>
              <p:cNvPr id="1049371" name=""/>
              <p:cNvSpPr/>
              <p:nvPr/>
            </p:nvSpPr>
            <p:spPr>
              <a:xfrm>
                <a:off x="10940869" y="3470846"/>
                <a:ext cx="102103" cy="2879"/>
              </a:xfrm>
            </p:spPr>
          </p:sp>
        </mc:Fallback>
      </mc:AlternateContent>
      <mc:AlternateContent xmlns:mc="http://schemas.openxmlformats.org/markup-compatibility/2006">
        <mc:Choice xmlns:p14="http://schemas.microsoft.com/office/powerpoint/2010/main" Requires="p14">
          <p:contentPart p14:bwMode="auto" r:id="rId16">
            <p14:nvContentPartPr>
              <p14:cNvPr id="1049372" name=""/>
              <p14:cNvContentPartPr/>
              <p14:nvPr/>
            </p14:nvContentPartPr>
            <p14:xfrm>
              <a:off x="10974536" y="3521893"/>
              <a:ext cx="106765" cy="18254"/>
            </p14:xfrm>
          </p:contentPart>
        </mc:Choice>
        <mc:Fallback>
          <p:sp>
            <p:nvSpPr>
              <p:cNvPr id="1049372" name=""/>
              <p:cNvSpPr/>
              <p:nvPr/>
            </p:nvSpPr>
            <p:spPr>
              <a:xfrm>
                <a:off x="10974536" y="3521893"/>
                <a:ext cx="106765" cy="18254"/>
              </a:xfrm>
            </p:spPr>
          </p:sp>
        </mc:Fallback>
      </mc:AlternateContent>
      <mc:AlternateContent xmlns:mc="http://schemas.openxmlformats.org/markup-compatibility/2006">
        <mc:Choice xmlns:p14="http://schemas.microsoft.com/office/powerpoint/2010/main" Requires="p14">
          <p:contentPart p14:bwMode="auto" r:id="rId17">
            <p14:nvContentPartPr>
              <p14:cNvPr id="1049373" name=""/>
              <p14:cNvContentPartPr/>
              <p14:nvPr/>
            </p14:nvContentPartPr>
            <p14:xfrm>
              <a:off x="11174075" y="3274684"/>
              <a:ext cx="108738" cy="260488"/>
            </p14:xfrm>
          </p:contentPart>
        </mc:Choice>
        <mc:Fallback>
          <p:sp>
            <p:nvSpPr>
              <p:cNvPr id="1049373" name=""/>
              <p:cNvSpPr/>
              <p:nvPr/>
            </p:nvSpPr>
            <p:spPr>
              <a:xfrm>
                <a:off x="11174075" y="3274684"/>
                <a:ext cx="108738" cy="260488"/>
              </a:xfrm>
            </p:spPr>
          </p:sp>
        </mc:Fallback>
      </mc:AlternateContent>
      <mc:AlternateContent xmlns:mc="http://schemas.openxmlformats.org/markup-compatibility/2006">
        <mc:Choice xmlns:p14="http://schemas.microsoft.com/office/powerpoint/2010/main" Requires="p14">
          <p:contentPart p14:bwMode="auto" r:id="rId18">
            <p14:nvContentPartPr>
              <p14:cNvPr id="1049374" name=""/>
              <p14:cNvContentPartPr/>
              <p14:nvPr/>
            </p14:nvContentPartPr>
            <p14:xfrm>
              <a:off x="11331861" y="3426843"/>
              <a:ext cx="171497" cy="134655"/>
            </p14:xfrm>
          </p:contentPart>
        </mc:Choice>
        <mc:Fallback>
          <p:sp>
            <p:nvSpPr>
              <p:cNvPr id="1049374" name=""/>
              <p:cNvSpPr/>
              <p:nvPr/>
            </p:nvSpPr>
            <p:spPr>
              <a:xfrm>
                <a:off x="11331861" y="3426843"/>
                <a:ext cx="171497" cy="134655"/>
              </a:xfrm>
            </p:spPr>
          </p:sp>
        </mc:Fallback>
      </mc:AlternateContent>
      <mc:AlternateContent xmlns:mc="http://schemas.openxmlformats.org/markup-compatibility/2006">
        <mc:Choice xmlns:p14="http://schemas.microsoft.com/office/powerpoint/2010/main" Requires="p14">
          <p:contentPart p14:bwMode="auto" r:id="rId19">
            <p14:nvContentPartPr>
              <p14:cNvPr id="1049375" name=""/>
              <p14:cNvContentPartPr/>
              <p14:nvPr/>
            </p14:nvContentPartPr>
            <p14:xfrm>
              <a:off x="11618958" y="3370385"/>
              <a:ext cx="129496" cy="170154"/>
            </p14:xfrm>
          </p:contentPart>
        </mc:Choice>
        <mc:Fallback>
          <p:sp>
            <p:nvSpPr>
              <p:cNvPr id="1049375" name=""/>
              <p:cNvSpPr/>
              <p:nvPr/>
            </p:nvSpPr>
            <p:spPr>
              <a:xfrm>
                <a:off x="11618958" y="3370385"/>
                <a:ext cx="129496" cy="170154"/>
              </a:xfrm>
            </p:spPr>
          </p:sp>
        </mc:Fallback>
      </mc:AlternateContent>
      <mc:AlternateContent xmlns:mc="http://schemas.openxmlformats.org/markup-compatibility/2006">
        <mc:Choice xmlns:p14="http://schemas.microsoft.com/office/powerpoint/2010/main" Requires="p14">
          <p:contentPart p14:bwMode="auto" r:id="rId20">
            <p14:nvContentPartPr>
              <p14:cNvPr id="1049376" name=""/>
              <p14:cNvContentPartPr/>
              <p14:nvPr/>
            </p14:nvContentPartPr>
            <p14:xfrm>
              <a:off x="11782046" y="3213824"/>
              <a:ext cx="57567" cy="158746"/>
            </p14:xfrm>
          </p:contentPart>
        </mc:Choice>
        <mc:Fallback>
          <p:sp>
            <p:nvSpPr>
              <p:cNvPr id="1049376" name=""/>
              <p:cNvSpPr/>
              <p:nvPr/>
            </p:nvSpPr>
            <p:spPr>
              <a:xfrm>
                <a:off x="11782046" y="3213824"/>
                <a:ext cx="57567" cy="158746"/>
              </a:xfrm>
            </p:spPr>
          </p:sp>
        </mc:Fallback>
      </mc:AlternateContent>
      <mc:AlternateContent xmlns:mc="http://schemas.openxmlformats.org/markup-compatibility/2006">
        <mc:Choice xmlns:p14="http://schemas.microsoft.com/office/powerpoint/2010/main" Requires="p14">
          <p:contentPart p14:bwMode="auto" r:id="rId21">
            <p14:nvContentPartPr>
              <p14:cNvPr id="1049377" name=""/>
              <p14:cNvContentPartPr/>
              <p14:nvPr/>
            </p14:nvContentPartPr>
            <p14:xfrm>
              <a:off x="10540159" y="3096780"/>
              <a:ext cx="1305500" cy="567754"/>
            </p14:xfrm>
          </p:contentPart>
        </mc:Choice>
        <mc:Fallback>
          <p:sp>
            <p:nvSpPr>
              <p:cNvPr id="1049377" name=""/>
              <p:cNvSpPr/>
              <p:nvPr/>
            </p:nvSpPr>
            <p:spPr>
              <a:xfrm>
                <a:off x="10540159" y="3096780"/>
                <a:ext cx="1305500" cy="567754"/>
              </a:xfrm>
            </p:spPr>
          </p:sp>
        </mc:Fallback>
      </mc:AlternateContent>
      <mc:AlternateContent xmlns:mc="http://schemas.openxmlformats.org/markup-compatibility/2006">
        <mc:Choice xmlns:p14="http://schemas.microsoft.com/office/powerpoint/2010/main" Requires="p14">
          <p:contentPart p14:bwMode="auto" r:id="rId22">
            <p14:nvContentPartPr>
              <p14:cNvPr id="1049378" name=""/>
              <p14:cNvContentPartPr/>
              <p14:nvPr/>
            </p14:nvContentPartPr>
            <p14:xfrm>
              <a:off x="8095958" y="4598432"/>
              <a:ext cx="170029" cy="81992"/>
            </p14:xfrm>
          </p:contentPart>
        </mc:Choice>
        <mc:Fallback>
          <p:sp>
            <p:nvSpPr>
              <p:cNvPr id="1049378" name=""/>
              <p:cNvSpPr/>
              <p:nvPr/>
            </p:nvSpPr>
            <p:spPr>
              <a:xfrm>
                <a:off x="8095958" y="4598432"/>
                <a:ext cx="170029" cy="81992"/>
              </a:xfrm>
            </p:spPr>
          </p:sp>
        </mc:Fallback>
      </mc:AlternateContent>
      <mc:AlternateContent xmlns:mc="http://schemas.openxmlformats.org/markup-compatibility/2006">
        <mc:Choice xmlns:p14="http://schemas.microsoft.com/office/powerpoint/2010/main" Requires="p14">
          <p:contentPart p14:bwMode="auto" r:id="rId23">
            <p14:nvContentPartPr>
              <p14:cNvPr id="1049379" name=""/>
              <p14:cNvContentPartPr/>
              <p14:nvPr/>
            </p14:nvContentPartPr>
            <p14:xfrm>
              <a:off x="7945761" y="4592895"/>
              <a:ext cx="120688" cy="89238"/>
            </p14:xfrm>
          </p:contentPart>
        </mc:Choice>
        <mc:Fallback>
          <p:sp>
            <p:nvSpPr>
              <p:cNvPr id="1049379" name=""/>
              <p:cNvSpPr/>
              <p:nvPr/>
            </p:nvSpPr>
            <p:spPr>
              <a:xfrm>
                <a:off x="7945761" y="4592895"/>
                <a:ext cx="120688" cy="89238"/>
              </a:xfrm>
            </p:spPr>
          </p:sp>
        </mc:Fallback>
      </mc:AlternateContent>
      <mc:AlternateContent xmlns:mc="http://schemas.openxmlformats.org/markup-compatibility/2006">
        <mc:Choice xmlns:p14="http://schemas.microsoft.com/office/powerpoint/2010/main" Requires="p14">
          <p:contentPart p14:bwMode="auto" r:id="rId24">
            <p14:nvContentPartPr>
              <p14:cNvPr id="1049380" name=""/>
              <p14:cNvContentPartPr/>
              <p14:nvPr/>
            </p14:nvContentPartPr>
            <p14:xfrm>
              <a:off x="8013075" y="4774881"/>
              <a:ext cx="105456" cy="111100"/>
            </p14:xfrm>
          </p:contentPart>
        </mc:Choice>
        <mc:Fallback>
          <p:sp>
            <p:nvSpPr>
              <p:cNvPr id="1049380" name=""/>
              <p:cNvSpPr/>
              <p:nvPr/>
            </p:nvSpPr>
            <p:spPr>
              <a:xfrm>
                <a:off x="8013075" y="4774881"/>
                <a:ext cx="105456" cy="111100"/>
              </a:xfrm>
            </p:spPr>
          </p:sp>
        </mc:Fallback>
      </mc:AlternateContent>
      <mc:AlternateContent xmlns:mc="http://schemas.openxmlformats.org/markup-compatibility/2006">
        <mc:Choice xmlns:p14="http://schemas.microsoft.com/office/powerpoint/2010/main" Requires="p14">
          <p:contentPart p14:bwMode="auto" r:id="rId25">
            <p14:nvContentPartPr>
              <p14:cNvPr id="1049381" name=""/>
              <p14:cNvContentPartPr/>
              <p14:nvPr/>
            </p14:nvContentPartPr>
            <p14:xfrm>
              <a:off x="8133468" y="4653172"/>
              <a:ext cx="12632" cy="80314"/>
            </p14:xfrm>
          </p:contentPart>
        </mc:Choice>
        <mc:Fallback>
          <p:sp>
            <p:nvSpPr>
              <p:cNvPr id="1049381" name=""/>
              <p:cNvSpPr/>
              <p:nvPr/>
            </p:nvSpPr>
            <p:spPr>
              <a:xfrm>
                <a:off x="8133468" y="4653172"/>
                <a:ext cx="12632" cy="80314"/>
              </a:xfrm>
            </p:spPr>
          </p:sp>
        </mc:Fallback>
      </mc:AlternateContent>
      <mc:AlternateContent xmlns:mc="http://schemas.openxmlformats.org/markup-compatibility/2006">
        <mc:Choice xmlns:p14="http://schemas.microsoft.com/office/powerpoint/2010/main" Requires="p14">
          <p:contentPart p14:bwMode="auto" r:id="rId26">
            <p14:nvContentPartPr>
              <p14:cNvPr id="1049382" name=""/>
              <p14:cNvContentPartPr/>
              <p14:nvPr/>
            </p14:nvContentPartPr>
            <p14:xfrm>
              <a:off x="8188501" y="4774881"/>
              <a:ext cx="77486" cy="67929"/>
            </p14:xfrm>
          </p:contentPart>
        </mc:Choice>
        <mc:Fallback>
          <p:sp>
            <p:nvSpPr>
              <p:cNvPr id="1049382" name=""/>
              <p:cNvSpPr/>
              <p:nvPr/>
            </p:nvSpPr>
            <p:spPr>
              <a:xfrm>
                <a:off x="8188501" y="4774881"/>
                <a:ext cx="77486" cy="67929"/>
              </a:xfrm>
            </p:spPr>
          </p:sp>
        </mc:Fallback>
      </mc:AlternateContent>
      <mc:AlternateContent xmlns:mc="http://schemas.openxmlformats.org/markup-compatibility/2006">
        <mc:Choice xmlns:p14="http://schemas.microsoft.com/office/powerpoint/2010/main" Requires="p14">
          <p:contentPart p14:bwMode="auto" r:id="rId27">
            <p14:nvContentPartPr>
              <p14:cNvPr id="1049383" name=""/>
              <p14:cNvContentPartPr/>
              <p14:nvPr/>
            </p14:nvContentPartPr>
            <p14:xfrm>
              <a:off x="6199479" y="3554556"/>
              <a:ext cx="276410" cy="1263301"/>
            </p14:xfrm>
          </p:contentPart>
        </mc:Choice>
        <mc:Fallback>
          <p:sp>
            <p:nvSpPr>
              <p:cNvPr id="1049383" name=""/>
              <p:cNvSpPr/>
              <p:nvPr/>
            </p:nvSpPr>
            <p:spPr>
              <a:xfrm>
                <a:off x="6199479" y="3554556"/>
                <a:ext cx="276410" cy="1263301"/>
              </a:xfrm>
            </p:spPr>
          </p:sp>
        </mc:Fallback>
      </mc:AlternateContent>
      <mc:AlternateContent xmlns:mc="http://schemas.openxmlformats.org/markup-compatibility/2006">
        <mc:Choice xmlns:p14="http://schemas.microsoft.com/office/powerpoint/2010/main" Requires="p14">
          <p:contentPart p14:bwMode="auto" r:id="rId28">
            <p14:nvContentPartPr>
              <p14:cNvPr id="1049384" name=""/>
              <p14:cNvContentPartPr/>
              <p14:nvPr/>
            </p14:nvContentPartPr>
            <p14:xfrm>
              <a:off x="6202859" y="4639777"/>
              <a:ext cx="101527" cy="155014"/>
            </p14:xfrm>
          </p:contentPart>
        </mc:Choice>
        <mc:Fallback>
          <p:sp>
            <p:nvSpPr>
              <p:cNvPr id="1049384" name=""/>
              <p:cNvSpPr/>
              <p:nvPr/>
            </p:nvSpPr>
            <p:spPr>
              <a:xfrm>
                <a:off x="6202859" y="4639777"/>
                <a:ext cx="101527" cy="155014"/>
              </a:xfrm>
            </p:spPr>
          </p:sp>
        </mc:Fallback>
      </mc:AlternateContent>
      <mc:AlternateContent xmlns:mc="http://schemas.openxmlformats.org/markup-compatibility/2006">
        <mc:Choice xmlns:p14="http://schemas.microsoft.com/office/powerpoint/2010/main" Requires="p14">
          <p:contentPart p14:bwMode="auto" r:id="rId29">
            <p14:nvContentPartPr>
              <p14:cNvPr id="1049385" name=""/>
              <p14:cNvContentPartPr/>
              <p14:nvPr/>
            </p14:nvContentPartPr>
            <p14:xfrm>
              <a:off x="5281641" y="3911832"/>
              <a:ext cx="430034" cy="487934"/>
            </p14:xfrm>
          </p:contentPart>
        </mc:Choice>
        <mc:Fallback>
          <p:sp>
            <p:nvSpPr>
              <p:cNvPr id="1049385" name=""/>
              <p:cNvSpPr/>
              <p:nvPr/>
            </p:nvSpPr>
            <p:spPr>
              <a:xfrm>
                <a:off x="5281641" y="3911832"/>
                <a:ext cx="430034" cy="487934"/>
              </a:xfrm>
            </p:spPr>
          </p:sp>
        </mc:Fallback>
      </mc:AlternateContent>
      <mc:AlternateContent xmlns:mc="http://schemas.openxmlformats.org/markup-compatibility/2006">
        <mc:Choice xmlns:p14="http://schemas.microsoft.com/office/powerpoint/2010/main" Requires="p14">
          <p:contentPart p14:bwMode="auto" r:id="rId30">
            <p14:nvContentPartPr>
              <p14:cNvPr id="1049386" name=""/>
              <p14:cNvContentPartPr/>
              <p14:nvPr/>
            </p14:nvContentPartPr>
            <p14:xfrm>
              <a:off x="5388640" y="3721815"/>
              <a:ext cx="72772" cy="270848"/>
            </p14:xfrm>
          </p:contentPart>
        </mc:Choice>
        <mc:Fallback>
          <p:sp>
            <p:nvSpPr>
              <p:cNvPr id="1049386" name=""/>
              <p:cNvSpPr/>
              <p:nvPr/>
            </p:nvSpPr>
            <p:spPr>
              <a:xfrm>
                <a:off x="5388640" y="3721815"/>
                <a:ext cx="72772" cy="270848"/>
              </a:xfrm>
            </p:spPr>
          </p:sp>
        </mc:Fallback>
      </mc:AlternateContent>
      <mc:AlternateContent xmlns:mc="http://schemas.openxmlformats.org/markup-compatibility/2006">
        <mc:Choice xmlns:p14="http://schemas.microsoft.com/office/powerpoint/2010/main" Requires="p14">
          <p:contentPart p14:bwMode="auto" r:id="rId31">
            <p14:nvContentPartPr>
              <p14:cNvPr id="1049387" name=""/>
              <p14:cNvContentPartPr/>
              <p14:nvPr/>
            </p14:nvContentPartPr>
            <p14:xfrm>
              <a:off x="5767006" y="4046705"/>
              <a:ext cx="12616" cy="150168"/>
            </p14:xfrm>
          </p:contentPart>
        </mc:Choice>
        <mc:Fallback>
          <p:sp>
            <p:nvSpPr>
              <p:cNvPr id="1049387" name=""/>
              <p:cNvSpPr/>
              <p:nvPr/>
            </p:nvSpPr>
            <p:spPr>
              <a:xfrm>
                <a:off x="5767006" y="4046705"/>
                <a:ext cx="12616" cy="150168"/>
              </a:xfrm>
            </p:spPr>
          </p:sp>
        </mc:Fallback>
      </mc:AlternateContent>
      <mc:AlternateContent xmlns:mc="http://schemas.openxmlformats.org/markup-compatibility/2006">
        <mc:Choice xmlns:p14="http://schemas.microsoft.com/office/powerpoint/2010/main" Requires="p14">
          <p:contentPart p14:bwMode="auto" r:id="rId32">
            <p14:nvContentPartPr>
              <p14:cNvPr id="1049388" name=""/>
              <p14:cNvContentPartPr/>
              <p14:nvPr/>
            </p14:nvContentPartPr>
            <p14:xfrm>
              <a:off x="5720658" y="3938853"/>
              <a:ext cx="10042" cy="30403"/>
            </p14:xfrm>
          </p:contentPart>
        </mc:Choice>
        <mc:Fallback>
          <p:sp>
            <p:nvSpPr>
              <p:cNvPr id="1049388" name=""/>
              <p:cNvSpPr/>
              <p:nvPr/>
            </p:nvSpPr>
            <p:spPr>
              <a:xfrm>
                <a:off x="5720658" y="3938853"/>
                <a:ext cx="10042" cy="30403"/>
              </a:xfrm>
            </p:spPr>
          </p:sp>
        </mc:Fallback>
      </mc:AlternateContent>
      <mc:AlternateContent xmlns:mc="http://schemas.openxmlformats.org/markup-compatibility/2006">
        <mc:Choice xmlns:p14="http://schemas.microsoft.com/office/powerpoint/2010/main" Requires="p14">
          <p:contentPart p14:bwMode="auto" r:id="rId33">
            <p14:nvContentPartPr>
              <p14:cNvPr id="1049389" name=""/>
              <p14:cNvContentPartPr/>
              <p14:nvPr/>
            </p14:nvContentPartPr>
            <p14:xfrm>
              <a:off x="5831469" y="4030621"/>
              <a:ext cx="231795" cy="164583"/>
            </p14:xfrm>
          </p:contentPart>
        </mc:Choice>
        <mc:Fallback>
          <p:sp>
            <p:nvSpPr>
              <p:cNvPr id="1049389" name=""/>
              <p:cNvSpPr/>
              <p:nvPr/>
            </p:nvSpPr>
            <p:spPr>
              <a:xfrm>
                <a:off x="5831469" y="4030621"/>
                <a:ext cx="231795" cy="164583"/>
              </a:xfrm>
            </p:spPr>
          </p:sp>
        </mc:Fallback>
      </mc:AlternateContent>
      <mc:AlternateContent xmlns:mc="http://schemas.openxmlformats.org/markup-compatibility/2006">
        <mc:Choice xmlns:p14="http://schemas.microsoft.com/office/powerpoint/2010/main" Requires="p14">
          <p:contentPart p14:bwMode="auto" r:id="rId34">
            <p14:nvContentPartPr>
              <p14:cNvPr id="1049390" name=""/>
              <p14:cNvContentPartPr/>
              <p14:nvPr/>
            </p14:nvContentPartPr>
            <p14:xfrm>
              <a:off x="5034038" y="3609658"/>
              <a:ext cx="1126444" cy="1018648"/>
            </p14:xfrm>
          </p:contentPart>
        </mc:Choice>
        <mc:Fallback>
          <p:sp>
            <p:nvSpPr>
              <p:cNvPr id="1049390" name=""/>
              <p:cNvSpPr/>
              <p:nvPr/>
            </p:nvSpPr>
            <p:spPr>
              <a:xfrm>
                <a:off x="5034038" y="3609658"/>
                <a:ext cx="1126444" cy="1018648"/>
              </a:xfrm>
            </p:spPr>
          </p:sp>
        </mc:Fallback>
      </mc:AlternateContent>
      <mc:AlternateContent xmlns:mc="http://schemas.openxmlformats.org/markup-compatibility/2006">
        <mc:Choice xmlns:p14="http://schemas.microsoft.com/office/powerpoint/2010/main" Requires="p14">
          <p:contentPart p14:bwMode="auto" r:id="rId35">
            <p14:nvContentPartPr>
              <p14:cNvPr id="1049391" name=""/>
              <p14:cNvContentPartPr/>
              <p14:nvPr/>
            </p14:nvContentPartPr>
            <p14:xfrm>
              <a:off x="7321749" y="3278113"/>
              <a:ext cx="19218" cy="217367"/>
            </p14:xfrm>
          </p:contentPart>
        </mc:Choice>
        <mc:Fallback>
          <p:sp>
            <p:nvSpPr>
              <p:cNvPr id="1049391" name=""/>
              <p:cNvSpPr/>
              <p:nvPr/>
            </p:nvSpPr>
            <p:spPr>
              <a:xfrm>
                <a:off x="7321749" y="3278113"/>
                <a:ext cx="19218" cy="217367"/>
              </a:xfrm>
            </p:spPr>
          </p:sp>
        </mc:Fallback>
      </mc:AlternateContent>
      <mc:AlternateContent xmlns:mc="http://schemas.openxmlformats.org/markup-compatibility/2006">
        <mc:Choice xmlns:p14="http://schemas.microsoft.com/office/powerpoint/2010/main" Requires="p14">
          <p:contentPart p14:bwMode="auto" r:id="rId36">
            <p14:nvContentPartPr>
              <p14:cNvPr id="1049392" name=""/>
              <p14:cNvContentPartPr/>
              <p14:nvPr/>
            </p14:nvContentPartPr>
            <p14:xfrm>
              <a:off x="7422977" y="3305134"/>
              <a:ext cx="17379" cy="239397"/>
            </p14:xfrm>
          </p:contentPart>
        </mc:Choice>
        <mc:Fallback>
          <p:sp>
            <p:nvSpPr>
              <p:cNvPr id="1049392" name=""/>
              <p:cNvSpPr/>
              <p:nvPr/>
            </p:nvSpPr>
            <p:spPr>
              <a:xfrm>
                <a:off x="7422977" y="3305134"/>
                <a:ext cx="17379" cy="239397"/>
              </a:xfrm>
            </p:spPr>
          </p:sp>
        </mc:Fallback>
      </mc:AlternateContent>
      <mc:AlternateContent xmlns:mc="http://schemas.openxmlformats.org/markup-compatibility/2006">
        <mc:Choice xmlns:p14="http://schemas.microsoft.com/office/powerpoint/2010/main" Requires="p14">
          <p:contentPart p14:bwMode="auto" r:id="rId37">
            <p14:nvContentPartPr>
              <p14:cNvPr id="1049393" name=""/>
              <p14:cNvContentPartPr/>
              <p14:nvPr/>
            </p14:nvContentPartPr>
            <p14:xfrm>
              <a:off x="7334399" y="3379268"/>
              <a:ext cx="104999" cy="14390"/>
            </p14:xfrm>
          </p:contentPart>
        </mc:Choice>
        <mc:Fallback>
          <p:sp>
            <p:nvSpPr>
              <p:cNvPr id="1049393" name=""/>
              <p:cNvSpPr/>
              <p:nvPr/>
            </p:nvSpPr>
            <p:spPr>
              <a:xfrm>
                <a:off x="7334399" y="3379268"/>
                <a:ext cx="104999" cy="14390"/>
              </a:xfrm>
            </p:spPr>
          </p:sp>
        </mc:Fallback>
      </mc:AlternateContent>
      <mc:AlternateContent xmlns:mc="http://schemas.openxmlformats.org/markup-compatibility/2006">
        <mc:Choice xmlns:p14="http://schemas.microsoft.com/office/powerpoint/2010/main" Requires="p14">
          <p:contentPart p14:bwMode="auto" r:id="rId38">
            <p14:nvContentPartPr>
              <p14:cNvPr id="1049394" name=""/>
              <p14:cNvContentPartPr/>
              <p14:nvPr/>
            </p14:nvContentPartPr>
            <p14:xfrm>
              <a:off x="7247767" y="3177420"/>
              <a:ext cx="26687" cy="74133"/>
            </p14:xfrm>
          </p:contentPart>
        </mc:Choice>
        <mc:Fallback>
          <p:sp>
            <p:nvSpPr>
              <p:cNvPr id="1049394" name=""/>
              <p:cNvSpPr/>
              <p:nvPr/>
            </p:nvSpPr>
            <p:spPr>
              <a:xfrm>
                <a:off x="7247767" y="3177420"/>
                <a:ext cx="26687" cy="74133"/>
              </a:xfrm>
            </p:spPr>
          </p:sp>
        </mc:Fallback>
      </mc:AlternateContent>
      <mc:AlternateContent xmlns:mc="http://schemas.openxmlformats.org/markup-compatibility/2006">
        <mc:Choice xmlns:p14="http://schemas.microsoft.com/office/powerpoint/2010/main" Requires="p14">
          <p:contentPart p14:bwMode="auto" r:id="rId39">
            <p14:nvContentPartPr>
              <p14:cNvPr id="1049395" name=""/>
              <p14:cNvContentPartPr/>
              <p14:nvPr/>
            </p14:nvContentPartPr>
            <p14:xfrm>
              <a:off x="7234629" y="3467259"/>
              <a:ext cx="13138" cy="80831"/>
            </p14:xfrm>
          </p:contentPart>
        </mc:Choice>
        <mc:Fallback>
          <p:sp>
            <p:nvSpPr>
              <p:cNvPr id="1049395" name=""/>
              <p:cNvSpPr/>
              <p:nvPr/>
            </p:nvSpPr>
            <p:spPr>
              <a:xfrm>
                <a:off x="7234629" y="3467259"/>
                <a:ext cx="13138" cy="80831"/>
              </a:xfrm>
            </p:spPr>
          </p:sp>
        </mc:Fallback>
      </mc:AlternateContent>
      <mc:AlternateContent xmlns:mc="http://schemas.openxmlformats.org/markup-compatibility/2006">
        <mc:Choice xmlns:p14="http://schemas.microsoft.com/office/powerpoint/2010/main" Requires="p14">
          <p:contentPart p14:bwMode="auto" r:id="rId40">
            <p14:nvContentPartPr>
              <p14:cNvPr id="1049396" name=""/>
              <p14:cNvContentPartPr/>
              <p14:nvPr/>
            </p14:nvContentPartPr>
            <p14:xfrm>
              <a:off x="8226162" y="3440238"/>
              <a:ext cx="18597" cy="205203"/>
            </p14:xfrm>
          </p:contentPart>
        </mc:Choice>
        <mc:Fallback>
          <p:sp>
            <p:nvSpPr>
              <p:cNvPr id="1049396" name=""/>
              <p:cNvSpPr/>
              <p:nvPr/>
            </p:nvSpPr>
            <p:spPr>
              <a:xfrm>
                <a:off x="8226162" y="3440238"/>
                <a:ext cx="18597" cy="205203"/>
              </a:xfrm>
            </p:spPr>
          </p:sp>
        </mc:Fallback>
      </mc:AlternateContent>
      <mc:AlternateContent xmlns:mc="http://schemas.openxmlformats.org/markup-compatibility/2006">
        <mc:Choice xmlns:p14="http://schemas.microsoft.com/office/powerpoint/2010/main" Requires="p14">
          <p:contentPart p14:bwMode="auto" r:id="rId41">
            <p14:nvContentPartPr>
              <p14:cNvPr id="1049397" name=""/>
              <p14:cNvContentPartPr/>
              <p14:nvPr/>
            </p14:nvContentPartPr>
            <p14:xfrm>
              <a:off x="8312382" y="3453402"/>
              <a:ext cx="19594" cy="171223"/>
            </p14:xfrm>
          </p:contentPart>
        </mc:Choice>
        <mc:Fallback>
          <p:sp>
            <p:nvSpPr>
              <p:cNvPr id="1049397" name=""/>
              <p:cNvSpPr/>
              <p:nvPr/>
            </p:nvSpPr>
            <p:spPr>
              <a:xfrm>
                <a:off x="8312382" y="3453402"/>
                <a:ext cx="19594" cy="171223"/>
              </a:xfrm>
            </p:spPr>
          </p:sp>
        </mc:Fallback>
      </mc:AlternateContent>
      <mc:AlternateContent xmlns:mc="http://schemas.openxmlformats.org/markup-compatibility/2006">
        <mc:Choice xmlns:p14="http://schemas.microsoft.com/office/powerpoint/2010/main" Requires="p14">
          <p:contentPart p14:bwMode="auto" r:id="rId42">
            <p14:nvContentPartPr>
              <p14:cNvPr id="1049398" name=""/>
              <p14:cNvContentPartPr/>
              <p14:nvPr/>
            </p14:nvContentPartPr>
            <p14:xfrm>
              <a:off x="8206045" y="3527535"/>
              <a:ext cx="79651" cy="1122"/>
            </p14:xfrm>
          </p:contentPart>
        </mc:Choice>
        <mc:Fallback>
          <p:sp>
            <p:nvSpPr>
              <p:cNvPr id="1049398" name=""/>
              <p:cNvSpPr/>
              <p:nvPr/>
            </p:nvSpPr>
            <p:spPr>
              <a:xfrm>
                <a:off x="8206045" y="3527535"/>
                <a:ext cx="79651" cy="1122"/>
              </a:xfrm>
            </p:spPr>
          </p:sp>
        </mc:Fallback>
      </mc:AlternateContent>
      <mc:AlternateContent xmlns:mc="http://schemas.openxmlformats.org/markup-compatibility/2006">
        <mc:Choice xmlns:p14="http://schemas.microsoft.com/office/powerpoint/2010/main" Requires="p14">
          <p:contentPart p14:bwMode="auto" r:id="rId43">
            <p14:nvContentPartPr>
              <p14:cNvPr id="1049399" name=""/>
              <p14:cNvContentPartPr/>
              <p14:nvPr/>
            </p14:nvContentPartPr>
            <p14:xfrm>
              <a:off x="8137569" y="3366103"/>
              <a:ext cx="3264" cy="97773"/>
            </p14:xfrm>
          </p:contentPart>
        </mc:Choice>
        <mc:Fallback>
          <p:sp>
            <p:nvSpPr>
              <p:cNvPr id="1049399" name=""/>
              <p:cNvSpPr/>
              <p:nvPr/>
            </p:nvSpPr>
            <p:spPr>
              <a:xfrm>
                <a:off x="8137569" y="3366103"/>
                <a:ext cx="3264" cy="97773"/>
              </a:xfrm>
            </p:spPr>
          </p:sp>
        </mc:Fallback>
      </mc:AlternateContent>
      <mc:AlternateContent xmlns:mc="http://schemas.openxmlformats.org/markup-compatibility/2006">
        <mc:Choice xmlns:p14="http://schemas.microsoft.com/office/powerpoint/2010/main" Requires="p14">
          <p:contentPart p14:bwMode="auto" r:id="rId44">
            <p14:nvContentPartPr>
              <p14:cNvPr id="1049400" name=""/>
              <p14:cNvContentPartPr/>
              <p14:nvPr/>
            </p14:nvContentPartPr>
            <p14:xfrm>
              <a:off x="8172788" y="3642085"/>
              <a:ext cx="20118" cy="67899"/>
            </p14:xfrm>
          </p:contentPart>
        </mc:Choice>
        <mc:Fallback>
          <p:sp>
            <p:nvSpPr>
              <p:cNvPr id="1049400" name=""/>
              <p:cNvSpPr/>
              <p:nvPr/>
            </p:nvSpPr>
            <p:spPr>
              <a:xfrm>
                <a:off x="8172788" y="3642085"/>
                <a:ext cx="20118" cy="67899"/>
              </a:xfrm>
            </p:spPr>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pic>
        <p:nvPicPr>
          <p:cNvPr id="2097168" name="Picture 2" descr="Le noyau atomique/Les réactions nucléaires — Wikilivres"/>
          <p:cNvPicPr>
            <a:picLocks noChangeAspect="1" noChangeArrowheads="1"/>
          </p:cNvPicPr>
          <p:nvPr/>
        </p:nvPicPr>
        <p:blipFill>
          <a:blip xmlns:r="http://schemas.openxmlformats.org/officeDocument/2006/relationships" r:embed="rId1"/>
          <a:srcRect/>
          <a:stretch>
            <a:fillRect/>
          </a:stretch>
        </p:blipFill>
        <p:spPr bwMode="auto">
          <a:xfrm>
            <a:off x="927652" y="861392"/>
            <a:ext cx="10495722" cy="5377276"/>
          </a:xfrm>
          <a:prstGeom prst="rect"/>
          <a:noFill/>
        </p:spPr>
      </p:pic>
      <p:sp>
        <p:nvSpPr>
          <p:cNvPr id="1048645" name="TextBox 2"/>
          <p:cNvSpPr txBox="1">
            <a:spLocks noChangeAspect="1" noMove="1" noResize="1" noRot="1" noAdjustHandles="1" noEditPoints="1" noChangeArrowheads="1" noChangeShapeType="1" noTextEdit="1"/>
          </p:cNvSpPr>
          <p:nvPr/>
        </p:nvSpPr>
        <p:spPr>
          <a:xfrm>
            <a:off x="437321" y="255311"/>
            <a:ext cx="10217284" cy="400110"/>
          </a:xfrm>
          <a:prstGeom prst="rect"/>
          <a:blipFill>
            <a:blip xmlns:r="http://schemas.openxmlformats.org/officeDocument/2006/relationships" r:embed="rId2"/>
            <a:stretch>
              <a:fillRect l="-537" t="-9091" r="-239" b="-25758"/>
            </a:stretch>
          </a:blipFill>
        </p:spPr>
        <p:txBody>
          <a:bodyPr/>
          <a:p>
            <a:r>
              <a:rPr lang="fr-FR">
                <a:noFill/>
              </a:rPr>
              <a:t> </a:t>
            </a:r>
          </a:p>
        </p:txBody>
      </p:sp>
      <p:sp>
        <p:nvSpPr>
          <p:cNvPr id="1048646" name="TextBox 4"/>
          <p:cNvSpPr txBox="1">
            <a:spLocks noChangeAspect="1" noMove="1" noResize="1" noRot="1" noAdjustHandles="1" noEditPoints="1" noChangeArrowheads="1" noChangeShapeType="1" noTextEdit="1"/>
          </p:cNvSpPr>
          <p:nvPr/>
        </p:nvSpPr>
        <p:spPr>
          <a:xfrm>
            <a:off x="675861" y="655421"/>
            <a:ext cx="967409" cy="461665"/>
          </a:xfrm>
          <a:prstGeom prst="rect"/>
          <a:blipFill>
            <a:blip xmlns:r="http://schemas.openxmlformats.org/officeDocument/2006/relationships" r:embed="rId3"/>
            <a:stretch>
              <a:fillRect b="-25333"/>
            </a:stretch>
          </a:blipFill>
        </p:spPr>
        <p:txBody>
          <a:bodyPr/>
          <a:p>
            <a:r>
              <a:rPr lang="fr-FR">
                <a:noFill/>
              </a:rPr>
              <a:t> </a:t>
            </a:r>
          </a:p>
        </p:txBody>
      </p:sp>
      <p:sp>
        <p:nvSpPr>
          <p:cNvPr id="1048647" name="TextBox 5"/>
          <p:cNvSpPr txBox="1">
            <a:spLocks noChangeAspect="1" noMove="1" noResize="1" noRot="1" noAdjustHandles="1" noEditPoints="1" noChangeArrowheads="1" noChangeShapeType="1" noTextEdit="1"/>
          </p:cNvSpPr>
          <p:nvPr/>
        </p:nvSpPr>
        <p:spPr>
          <a:xfrm>
            <a:off x="10575235" y="6007835"/>
            <a:ext cx="530087" cy="461665"/>
          </a:xfrm>
          <a:prstGeom prst="rect"/>
          <a:blipFill>
            <a:blip xmlns:r="http://schemas.openxmlformats.org/officeDocument/2006/relationships" r:embed="rId4"/>
            <a:stretch>
              <a:fillRect b="-2667"/>
            </a:stretch>
          </a:blipFill>
        </p:spPr>
        <p:txBody>
          <a:bodyPr/>
          <a:p>
            <a:r>
              <a:rPr lang="fr-FR">
                <a:noFill/>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pic>
        <p:nvPicPr>
          <p:cNvPr id="2097169" name="Picture 2"/>
          <p:cNvPicPr>
            <a:picLocks noChangeAspect="1"/>
          </p:cNvPicPr>
          <p:nvPr/>
        </p:nvPicPr>
        <p:blipFill>
          <a:blip xmlns:r="http://schemas.openxmlformats.org/officeDocument/2006/relationships" r:embed="rId1"/>
          <a:stretch>
            <a:fillRect/>
          </a:stretch>
        </p:blipFill>
        <p:spPr>
          <a:xfrm>
            <a:off x="284922" y="583096"/>
            <a:ext cx="11622156" cy="6162260"/>
          </a:xfrm>
          <a:prstGeom prst="rect"/>
        </p:spPr>
      </p:pic>
      <p:sp>
        <p:nvSpPr>
          <p:cNvPr id="1048648" name="TextBox 3"/>
          <p:cNvSpPr txBox="1"/>
          <p:nvPr/>
        </p:nvSpPr>
        <p:spPr>
          <a:xfrm>
            <a:off x="4028661" y="-1679"/>
            <a:ext cx="3205480" cy="574040"/>
          </a:xfrm>
          <a:prstGeom prst="rect"/>
          <a:noFill/>
        </p:spPr>
        <p:txBody>
          <a:bodyPr rtlCol="0" wrap="none">
            <a:spAutoFit/>
          </a:bodyPr>
          <a:p>
            <a:r>
              <a:rPr b="1" dirty="0" sz="3200" i="1" lang="fr-FR" u="sng">
                <a:effectLst>
                  <a:outerShdw algn="tl" blurRad="38100" dir="2700000" dist="38100">
                    <a:srgbClr val="000000">
                      <a:alpha val="43137"/>
                    </a:srgbClr>
                  </a:outerShdw>
                </a:effectLst>
              </a:rPr>
              <a:t>Nucléosynthèse</a:t>
            </a:r>
          </a:p>
        </p:txBody>
      </p:sp>
      <mc:AlternateContent xmlns:mc="http://schemas.openxmlformats.org/markup-compatibility/2006">
        <mc:Choice xmlns:p14="http://schemas.microsoft.com/office/powerpoint/2010/main" Requires="p14">
          <p:contentPart p14:bwMode="auto" r:id="rId2">
            <p14:nvContentPartPr>
              <p14:cNvPr id="1049401" name=""/>
              <p14:cNvContentPartPr/>
              <p14:nvPr/>
            </p14:nvContentPartPr>
            <p14:xfrm>
              <a:off x="5227154" y="1729833"/>
              <a:ext cx="1267896" cy="381706"/>
            </p14:xfrm>
          </p:contentPart>
        </mc:Choice>
        <mc:Fallback>
          <p:sp>
            <p:nvSpPr>
              <p:cNvPr id="1049401" name=""/>
              <p:cNvSpPr/>
              <p:nvPr/>
            </p:nvSpPr>
            <p:spPr>
              <a:xfrm>
                <a:off x="5227154" y="1729833"/>
                <a:ext cx="1267896" cy="381706"/>
              </a:xfrm>
            </p:spPr>
          </p:sp>
        </mc:Fallback>
      </mc:AlternateContent>
      <mc:AlternateContent xmlns:mc="http://schemas.openxmlformats.org/markup-compatibility/2006">
        <mc:Choice xmlns:p14="http://schemas.microsoft.com/office/powerpoint/2010/main" Requires="p14">
          <p:contentPart p14:bwMode="auto" r:id="rId3">
            <p14:nvContentPartPr>
              <p14:cNvPr id="1049402" name=""/>
              <p14:cNvContentPartPr/>
              <p14:nvPr/>
            </p14:nvContentPartPr>
            <p14:xfrm>
              <a:off x="9443346" y="1076284"/>
              <a:ext cx="104702" cy="894206"/>
            </p14:xfrm>
          </p:contentPart>
        </mc:Choice>
        <mc:Fallback>
          <p:sp>
            <p:nvSpPr>
              <p:cNvPr id="1049402" name=""/>
              <p:cNvSpPr/>
              <p:nvPr/>
            </p:nvSpPr>
            <p:spPr>
              <a:xfrm>
                <a:off x="9443346" y="1076284"/>
                <a:ext cx="104702" cy="894206"/>
              </a:xfrm>
            </p:spPr>
          </p:sp>
        </mc:Fallback>
      </mc:AlternateContent>
      <mc:AlternateContent xmlns:mc="http://schemas.openxmlformats.org/markup-compatibility/2006">
        <mc:Choice xmlns:p14="http://schemas.microsoft.com/office/powerpoint/2010/main" Requires="p14">
          <p:contentPart p14:bwMode="auto" r:id="rId4">
            <p14:nvContentPartPr>
              <p14:cNvPr id="1049403" name=""/>
              <p14:cNvContentPartPr/>
              <p14:nvPr/>
            </p14:nvContentPartPr>
            <p14:xfrm>
              <a:off x="9340128" y="275250"/>
              <a:ext cx="216701" cy="1695239"/>
            </p14:xfrm>
          </p:contentPart>
        </mc:Choice>
        <mc:Fallback>
          <p:sp>
            <p:nvSpPr>
              <p:cNvPr id="1049403" name=""/>
              <p:cNvSpPr/>
              <p:nvPr/>
            </p:nvSpPr>
            <p:spPr>
              <a:xfrm>
                <a:off x="9340128" y="275250"/>
                <a:ext cx="216701" cy="1695239"/>
              </a:xfrm>
            </p:spPr>
          </p:sp>
        </mc:Fallback>
      </mc:AlternateContent>
      <mc:AlternateContent xmlns:mc="http://schemas.openxmlformats.org/markup-compatibility/2006">
        <mc:Choice xmlns:p14="http://schemas.microsoft.com/office/powerpoint/2010/main" Requires="p14">
          <p:contentPart p14:bwMode="auto" r:id="rId5">
            <p14:nvContentPartPr>
              <p14:cNvPr id="1049404" name=""/>
              <p14:cNvContentPartPr/>
              <p14:nvPr/>
            </p14:nvContentPartPr>
            <p14:xfrm>
              <a:off x="9457059" y="1793764"/>
              <a:ext cx="163352" cy="214541"/>
            </p14:xfrm>
          </p:contentPart>
        </mc:Choice>
        <mc:Fallback>
          <p:sp>
            <p:nvSpPr>
              <p:cNvPr id="1049404" name=""/>
              <p:cNvSpPr/>
              <p:nvPr/>
            </p:nvSpPr>
            <p:spPr>
              <a:xfrm>
                <a:off x="9457059" y="1793764"/>
                <a:ext cx="163352" cy="214541"/>
              </a:xfrm>
            </p:spPr>
          </p:sp>
        </mc:Fallback>
      </mc:AlternateContent>
      <mc:AlternateContent xmlns:mc="http://schemas.openxmlformats.org/markup-compatibility/2006">
        <mc:Choice xmlns:p14="http://schemas.microsoft.com/office/powerpoint/2010/main" Requires="p14">
          <p:contentPart p14:bwMode="auto" r:id="rId6">
            <p14:nvContentPartPr>
              <p14:cNvPr id="1049405" name=""/>
              <p14:cNvContentPartPr/>
              <p14:nvPr/>
            </p14:nvContentPartPr>
            <p14:xfrm>
              <a:off x="9363859" y="272104"/>
              <a:ext cx="239775" cy="1671595"/>
            </p14:xfrm>
          </p:contentPart>
        </mc:Choice>
        <mc:Fallback>
          <p:sp>
            <p:nvSpPr>
              <p:cNvPr id="1049405" name=""/>
              <p:cNvSpPr/>
              <p:nvPr/>
            </p:nvSpPr>
            <p:spPr>
              <a:xfrm>
                <a:off x="9363859" y="272104"/>
                <a:ext cx="239775" cy="1671595"/>
              </a:xfrm>
            </p:spPr>
          </p:sp>
        </mc:Fallback>
      </mc:AlternateContent>
      <mc:AlternateContent xmlns:mc="http://schemas.openxmlformats.org/markup-compatibility/2006">
        <mc:Choice xmlns:p14="http://schemas.microsoft.com/office/powerpoint/2010/main" Requires="p14">
          <p:contentPart p14:bwMode="auto" r:id="rId7">
            <p14:nvContentPartPr>
              <p14:cNvPr id="1049406" name=""/>
              <p14:cNvContentPartPr/>
              <p14:nvPr/>
            </p14:nvContentPartPr>
            <p14:xfrm>
              <a:off x="9490316" y="1816445"/>
              <a:ext cx="164359" cy="164946"/>
            </p14:xfrm>
          </p:contentPart>
        </mc:Choice>
        <mc:Fallback>
          <p:sp>
            <p:nvSpPr>
              <p:cNvPr id="1049406" name=""/>
              <p:cNvSpPr/>
              <p:nvPr/>
            </p:nvSpPr>
            <p:spPr>
              <a:xfrm>
                <a:off x="9490316" y="1816445"/>
                <a:ext cx="164359" cy="164946"/>
              </a:xfrm>
            </p:spPr>
          </p:sp>
        </mc:Fallback>
      </mc:AlternateContent>
      <mc:AlternateContent xmlns:mc="http://schemas.openxmlformats.org/markup-compatibility/2006">
        <mc:Choice xmlns:p14="http://schemas.microsoft.com/office/powerpoint/2010/main" Requires="p14">
          <p:contentPart p14:bwMode="auto" r:id="rId8">
            <p14:nvContentPartPr>
              <p14:cNvPr id="1049407" name=""/>
              <p14:cNvContentPartPr/>
              <p14:nvPr/>
            </p14:nvContentPartPr>
            <p14:xfrm>
              <a:off x="9499827" y="319242"/>
              <a:ext cx="140627" cy="156611"/>
            </p14:xfrm>
          </p:contentPart>
        </mc:Choice>
        <mc:Fallback>
          <p:sp>
            <p:nvSpPr>
              <p:cNvPr id="1049407" name=""/>
              <p:cNvSpPr/>
              <p:nvPr/>
            </p:nvSpPr>
            <p:spPr>
              <a:xfrm>
                <a:off x="9499827" y="319242"/>
                <a:ext cx="140627" cy="156611"/>
              </a:xfrm>
            </p:spPr>
          </p:sp>
        </mc:Fallback>
      </mc:AlternateContent>
      <mc:AlternateContent xmlns:mc="http://schemas.openxmlformats.org/markup-compatibility/2006">
        <mc:Choice xmlns:p14="http://schemas.microsoft.com/office/powerpoint/2010/main" Requires="p14">
          <p:contentPart p14:bwMode="auto" r:id="rId9">
            <p14:nvContentPartPr>
              <p14:cNvPr id="1049408" name=""/>
              <p14:cNvContentPartPr/>
              <p14:nvPr/>
            </p14:nvContentPartPr>
            <p14:xfrm>
              <a:off x="9457059" y="237145"/>
              <a:ext cx="101432" cy="41887"/>
            </p14:xfrm>
          </p:contentPart>
        </mc:Choice>
        <mc:Fallback>
          <p:sp>
            <p:nvSpPr>
              <p:cNvPr id="1049408" name=""/>
              <p:cNvSpPr/>
              <p:nvPr/>
            </p:nvSpPr>
            <p:spPr>
              <a:xfrm>
                <a:off x="9457059" y="237145"/>
                <a:ext cx="101432" cy="41887"/>
              </a:xfrm>
            </p:spPr>
          </p:sp>
        </mc:Fallback>
      </mc:AlternateContent>
      <mc:AlternateContent xmlns:mc="http://schemas.openxmlformats.org/markup-compatibility/2006">
        <mc:Choice xmlns:p14="http://schemas.microsoft.com/office/powerpoint/2010/main" Requires="p14">
          <p:contentPart p14:bwMode="auto" r:id="rId10">
            <p14:nvContentPartPr>
              <p14:cNvPr id="1049409" name=""/>
              <p14:cNvContentPartPr/>
              <p14:nvPr/>
            </p14:nvContentPartPr>
            <p14:xfrm>
              <a:off x="9730090" y="124067"/>
              <a:ext cx="20337" cy="314608"/>
            </p14:xfrm>
          </p:contentPart>
        </mc:Choice>
        <mc:Fallback>
          <p:sp>
            <p:nvSpPr>
              <p:cNvPr id="1049409" name=""/>
              <p:cNvSpPr/>
              <p:nvPr/>
            </p:nvSpPr>
            <p:spPr>
              <a:xfrm>
                <a:off x="9730090" y="124067"/>
                <a:ext cx="20337" cy="314608"/>
              </a:xfrm>
            </p:spPr>
          </p:sp>
        </mc:Fallback>
      </mc:AlternateContent>
      <mc:AlternateContent xmlns:mc="http://schemas.openxmlformats.org/markup-compatibility/2006">
        <mc:Choice xmlns:p14="http://schemas.microsoft.com/office/powerpoint/2010/main" Requires="p14">
          <p:contentPart p14:bwMode="auto" r:id="rId11">
            <p14:nvContentPartPr>
              <p14:cNvPr id="1049410" name=""/>
              <p14:cNvContentPartPr/>
              <p14:nvPr/>
            </p14:nvContentPartPr>
            <p14:xfrm>
              <a:off x="9689854" y="293376"/>
              <a:ext cx="326515" cy="118258"/>
            </p14:xfrm>
          </p:contentPart>
        </mc:Choice>
        <mc:Fallback>
          <p:sp>
            <p:nvSpPr>
              <p:cNvPr id="1049410" name=""/>
              <p:cNvSpPr/>
              <p:nvPr/>
            </p:nvSpPr>
            <p:spPr>
              <a:xfrm>
                <a:off x="9689854" y="293376"/>
                <a:ext cx="326515" cy="118258"/>
              </a:xfrm>
            </p:spPr>
          </p:sp>
        </mc:Fallback>
      </mc:AlternateContent>
      <mc:AlternateContent xmlns:mc="http://schemas.openxmlformats.org/markup-compatibility/2006">
        <mc:Choice xmlns:p14="http://schemas.microsoft.com/office/powerpoint/2010/main" Requires="p14">
          <p:contentPart p14:bwMode="auto" r:id="rId12">
            <p14:nvContentPartPr>
              <p14:cNvPr id="1049411" name=""/>
              <p14:cNvContentPartPr/>
              <p14:nvPr/>
            </p14:nvContentPartPr>
            <p14:xfrm>
              <a:off x="9914112" y="191042"/>
              <a:ext cx="42204" cy="97212"/>
            </p14:xfrm>
          </p:contentPart>
        </mc:Choice>
        <mc:Fallback>
          <p:sp>
            <p:nvSpPr>
              <p:cNvPr id="1049411" name=""/>
              <p:cNvSpPr/>
              <p:nvPr/>
            </p:nvSpPr>
            <p:spPr>
              <a:xfrm>
                <a:off x="9914112" y="191042"/>
                <a:ext cx="42204" cy="97212"/>
              </a:xfrm>
            </p:spPr>
          </p:sp>
        </mc:Fallback>
      </mc:AlternateContent>
      <mc:AlternateContent xmlns:mc="http://schemas.openxmlformats.org/markup-compatibility/2006">
        <mc:Choice xmlns:p14="http://schemas.microsoft.com/office/powerpoint/2010/main" Requires="p14">
          <p:contentPart p14:bwMode="auto" r:id="rId13">
            <p14:nvContentPartPr>
              <p14:cNvPr id="1049412" name=""/>
              <p14:cNvContentPartPr/>
              <p14:nvPr/>
            </p14:nvContentPartPr>
            <p14:xfrm>
              <a:off x="10036810" y="110210"/>
              <a:ext cx="26149" cy="302164"/>
            </p14:xfrm>
          </p:contentPart>
        </mc:Choice>
        <mc:Fallback>
          <p:sp>
            <p:nvSpPr>
              <p:cNvPr id="1049412" name=""/>
              <p:cNvSpPr/>
              <p:nvPr/>
            </p:nvSpPr>
            <p:spPr>
              <a:xfrm>
                <a:off x="10036810" y="110210"/>
                <a:ext cx="26149" cy="302164"/>
              </a:xfrm>
            </p:spPr>
          </p:sp>
        </mc:Fallback>
      </mc:AlternateContent>
      <mc:AlternateContent xmlns:mc="http://schemas.openxmlformats.org/markup-compatibility/2006">
        <mc:Choice xmlns:p14="http://schemas.microsoft.com/office/powerpoint/2010/main" Requires="p14">
          <p:contentPart p14:bwMode="auto" r:id="rId14">
            <p14:nvContentPartPr>
              <p14:cNvPr id="1049413" name=""/>
              <p14:cNvContentPartPr/>
              <p14:nvPr/>
            </p14:nvContentPartPr>
            <p14:xfrm>
              <a:off x="10046991" y="130764"/>
              <a:ext cx="170954" cy="331007"/>
            </p14:xfrm>
          </p:contentPart>
        </mc:Choice>
        <mc:Fallback>
          <p:sp>
            <p:nvSpPr>
              <p:cNvPr id="1049413" name=""/>
              <p:cNvSpPr/>
              <p:nvPr/>
            </p:nvSpPr>
            <p:spPr>
              <a:xfrm>
                <a:off x="10046991" y="130764"/>
                <a:ext cx="170954" cy="331007"/>
              </a:xfrm>
            </p:spPr>
          </p:sp>
        </mc:Fallback>
      </mc:AlternateContent>
      <mc:AlternateContent xmlns:mc="http://schemas.openxmlformats.org/markup-compatibility/2006">
        <mc:Choice xmlns:p14="http://schemas.microsoft.com/office/powerpoint/2010/main" Requires="p14">
          <p:contentPart p14:bwMode="auto" r:id="rId15">
            <p14:nvContentPartPr>
              <p14:cNvPr id="1049414" name=""/>
              <p14:cNvContentPartPr/>
              <p14:nvPr/>
            </p14:nvContentPartPr>
            <p14:xfrm>
              <a:off x="9561667" y="501204"/>
              <a:ext cx="667269" cy="148739"/>
            </p14:xfrm>
          </p:contentPart>
        </mc:Choice>
        <mc:Fallback>
          <p:sp>
            <p:nvSpPr>
              <p:cNvPr id="1049414" name=""/>
              <p:cNvSpPr/>
              <p:nvPr/>
            </p:nvSpPr>
            <p:spPr>
              <a:xfrm>
                <a:off x="9561667" y="501204"/>
                <a:ext cx="667269" cy="148739"/>
              </a:xfrm>
            </p:spPr>
          </p:sp>
        </mc:Fallback>
      </mc:AlternateContent>
      <mc:AlternateContent xmlns:mc="http://schemas.openxmlformats.org/markup-compatibility/2006">
        <mc:Choice xmlns:p14="http://schemas.microsoft.com/office/powerpoint/2010/main" Requires="p14">
          <p:contentPart p14:bwMode="auto" r:id="rId16">
            <p14:nvContentPartPr>
              <p14:cNvPr id="1049415" name=""/>
              <p14:cNvContentPartPr/>
              <p14:nvPr/>
            </p14:nvContentPartPr>
            <p14:xfrm>
              <a:off x="5145787" y="2463265"/>
              <a:ext cx="562594" cy="583092"/>
            </p14:xfrm>
          </p:contentPart>
        </mc:Choice>
        <mc:Fallback>
          <p:sp>
            <p:nvSpPr>
              <p:cNvPr id="1049415" name=""/>
              <p:cNvSpPr/>
              <p:nvPr/>
            </p:nvSpPr>
            <p:spPr>
              <a:xfrm>
                <a:off x="5145787" y="2463265"/>
                <a:ext cx="562594" cy="583092"/>
              </a:xfrm>
            </p:spPr>
          </p:sp>
        </mc:Fallback>
      </mc:AlternateContent>
      <mc:AlternateContent xmlns:mc="http://schemas.openxmlformats.org/markup-compatibility/2006">
        <mc:Choice xmlns:p14="http://schemas.microsoft.com/office/powerpoint/2010/main" Requires="p14">
          <p:contentPart p14:bwMode="auto" r:id="rId17">
            <p14:nvContentPartPr>
              <p14:cNvPr id="1049416" name=""/>
              <p14:cNvContentPartPr/>
              <p14:nvPr/>
            </p14:nvContentPartPr>
            <p14:xfrm>
              <a:off x="8139532" y="245083"/>
              <a:ext cx="172850" cy="1718708"/>
            </p14:xfrm>
          </p:contentPart>
        </mc:Choice>
        <mc:Fallback>
          <p:sp>
            <p:nvSpPr>
              <p:cNvPr id="1049416" name=""/>
              <p:cNvSpPr/>
              <p:nvPr/>
            </p:nvSpPr>
            <p:spPr>
              <a:xfrm>
                <a:off x="8139532" y="245083"/>
                <a:ext cx="172850" cy="1718708"/>
              </a:xfrm>
            </p:spPr>
          </p:sp>
        </mc:Fallback>
      </mc:AlternateContent>
      <mc:AlternateContent xmlns:mc="http://schemas.openxmlformats.org/markup-compatibility/2006">
        <mc:Choice xmlns:p14="http://schemas.microsoft.com/office/powerpoint/2010/main" Requires="p14">
          <p:contentPart p14:bwMode="auto" r:id="rId18">
            <p14:nvContentPartPr>
              <p14:cNvPr id="1049417" name=""/>
              <p14:cNvContentPartPr/>
              <p14:nvPr/>
            </p14:nvContentPartPr>
            <p14:xfrm>
              <a:off x="8239300" y="1849243"/>
              <a:ext cx="182273" cy="185711"/>
            </p14:xfrm>
          </p:contentPart>
        </mc:Choice>
        <mc:Fallback>
          <p:sp>
            <p:nvSpPr>
              <p:cNvPr id="1049417" name=""/>
              <p:cNvSpPr/>
              <p:nvPr/>
            </p:nvSpPr>
            <p:spPr>
              <a:xfrm>
                <a:off x="8239300" y="1849243"/>
                <a:ext cx="182273" cy="185711"/>
              </a:xfrm>
            </p:spPr>
          </p:sp>
        </mc:Fallback>
      </mc:AlternateContent>
      <mc:AlternateContent xmlns:mc="http://schemas.openxmlformats.org/markup-compatibility/2006">
        <mc:Choice xmlns:p14="http://schemas.microsoft.com/office/powerpoint/2010/main" Requires="p14">
          <p:contentPart p14:bwMode="auto" r:id="rId19">
            <p14:nvContentPartPr>
              <p14:cNvPr id="1049418" name=""/>
              <p14:cNvContentPartPr/>
              <p14:nvPr/>
            </p14:nvContentPartPr>
            <p14:xfrm>
              <a:off x="7217222" y="216521"/>
              <a:ext cx="158635" cy="2623485"/>
            </p14:xfrm>
          </p:contentPart>
        </mc:Choice>
        <mc:Fallback>
          <p:sp>
            <p:nvSpPr>
              <p:cNvPr id="1049418" name=""/>
              <p:cNvSpPr/>
              <p:nvPr/>
            </p:nvSpPr>
            <p:spPr>
              <a:xfrm>
                <a:off x="7217222" y="216521"/>
                <a:ext cx="158635" cy="2623485"/>
              </a:xfrm>
            </p:spPr>
          </p:sp>
        </mc:Fallback>
      </mc:AlternateContent>
      <mc:AlternateContent xmlns:mc="http://schemas.openxmlformats.org/markup-compatibility/2006">
        <mc:Choice xmlns:p14="http://schemas.microsoft.com/office/powerpoint/2010/main" Requires="p14">
          <p:contentPart p14:bwMode="auto" r:id="rId20">
            <p14:nvContentPartPr>
              <p14:cNvPr id="1049419" name=""/>
              <p14:cNvContentPartPr/>
              <p14:nvPr/>
            </p14:nvContentPartPr>
            <p14:xfrm>
              <a:off x="7181254" y="2705595"/>
              <a:ext cx="120742" cy="159847"/>
            </p14:xfrm>
          </p:contentPart>
        </mc:Choice>
        <mc:Fallback>
          <p:sp>
            <p:nvSpPr>
              <p:cNvPr id="1049419" name=""/>
              <p:cNvSpPr/>
              <p:nvPr/>
            </p:nvSpPr>
            <p:spPr>
              <a:xfrm>
                <a:off x="7181254" y="2705595"/>
                <a:ext cx="120742" cy="159847"/>
              </a:xfrm>
            </p:spPr>
          </p:sp>
        </mc:Fallback>
      </mc:AlternateContent>
      <mc:AlternateContent xmlns:mc="http://schemas.openxmlformats.org/markup-compatibility/2006">
        <mc:Choice xmlns:p14="http://schemas.microsoft.com/office/powerpoint/2010/main" Requires="p14">
          <p:contentPart p14:bwMode="auto" r:id="rId21">
            <p14:nvContentPartPr>
              <p14:cNvPr id="1049420" name=""/>
              <p14:cNvContentPartPr/>
              <p14:nvPr/>
            </p14:nvContentPartPr>
            <p14:xfrm>
              <a:off x="7364358" y="69794"/>
              <a:ext cx="103701" cy="287642"/>
            </p14:xfrm>
          </p:contentPart>
        </mc:Choice>
        <mc:Fallback>
          <p:sp>
            <p:nvSpPr>
              <p:cNvPr id="1049420" name=""/>
              <p:cNvSpPr/>
              <p:nvPr/>
            </p:nvSpPr>
            <p:spPr>
              <a:xfrm>
                <a:off x="7364358" y="69794"/>
                <a:ext cx="103701" cy="287642"/>
              </a:xfrm>
            </p:spPr>
          </p:sp>
        </mc:Fallback>
      </mc:AlternateContent>
      <mc:AlternateContent xmlns:mc="http://schemas.openxmlformats.org/markup-compatibility/2006">
        <mc:Choice xmlns:p14="http://schemas.microsoft.com/office/powerpoint/2010/main" Requires="p14">
          <p:contentPart p14:bwMode="auto" r:id="rId22">
            <p14:nvContentPartPr>
              <p14:cNvPr id="1049421" name=""/>
              <p14:cNvContentPartPr/>
              <p14:nvPr/>
            </p14:nvContentPartPr>
            <p14:xfrm>
              <a:off x="7503312" y="150626"/>
              <a:ext cx="63881" cy="157831"/>
            </p14:xfrm>
          </p:contentPart>
        </mc:Choice>
        <mc:Fallback>
          <p:sp>
            <p:nvSpPr>
              <p:cNvPr id="1049421" name=""/>
              <p:cNvSpPr/>
              <p:nvPr/>
            </p:nvSpPr>
            <p:spPr>
              <a:xfrm>
                <a:off x="7503312" y="150626"/>
                <a:ext cx="63881" cy="157831"/>
              </a:xfrm>
            </p:spPr>
          </p:sp>
        </mc:Fallback>
      </mc:AlternateContent>
      <mc:AlternateContent xmlns:mc="http://schemas.openxmlformats.org/markup-compatibility/2006">
        <mc:Choice xmlns:p14="http://schemas.microsoft.com/office/powerpoint/2010/main" Requires="p14">
          <p:contentPart p14:bwMode="auto" r:id="rId23">
            <p14:nvContentPartPr>
              <p14:cNvPr id="1049422" name=""/>
              <p14:cNvContentPartPr/>
              <p14:nvPr/>
            </p14:nvContentPartPr>
            <p14:xfrm>
              <a:off x="7563992" y="157092"/>
              <a:ext cx="124502" cy="142535"/>
            </p14:xfrm>
          </p:contentPart>
        </mc:Choice>
        <mc:Fallback>
          <p:sp>
            <p:nvSpPr>
              <p:cNvPr id="1049422" name=""/>
              <p:cNvSpPr/>
              <p:nvPr/>
            </p:nvSpPr>
            <p:spPr>
              <a:xfrm>
                <a:off x="7563992" y="157092"/>
                <a:ext cx="124502" cy="142535"/>
              </a:xfrm>
            </p:spPr>
          </p:sp>
        </mc:Fallback>
      </mc:AlternateContent>
      <mc:AlternateContent xmlns:mc="http://schemas.openxmlformats.org/markup-compatibility/2006">
        <mc:Choice xmlns:p14="http://schemas.microsoft.com/office/powerpoint/2010/main" Requires="p14">
          <p:contentPart p14:bwMode="auto" r:id="rId24">
            <p14:nvContentPartPr>
              <p14:cNvPr id="1049423" name=""/>
              <p14:cNvContentPartPr/>
              <p14:nvPr/>
            </p14:nvContentPartPr>
            <p14:xfrm>
              <a:off x="7641602" y="137231"/>
              <a:ext cx="38908" cy="407072"/>
            </p14:xfrm>
          </p:contentPart>
        </mc:Choice>
        <mc:Fallback>
          <p:sp>
            <p:nvSpPr>
              <p:cNvPr id="1049423" name=""/>
              <p:cNvSpPr/>
              <p:nvPr/>
            </p:nvSpPr>
            <p:spPr>
              <a:xfrm>
                <a:off x="7641602" y="137231"/>
                <a:ext cx="38908" cy="407072"/>
              </a:xfrm>
            </p:spPr>
          </p:sp>
        </mc:Fallback>
      </mc:AlternateContent>
      <mc:AlternateContent xmlns:mc="http://schemas.openxmlformats.org/markup-compatibility/2006">
        <mc:Choice xmlns:p14="http://schemas.microsoft.com/office/powerpoint/2010/main" Requires="p14">
          <p:contentPart p14:bwMode="auto" r:id="rId25">
            <p14:nvContentPartPr>
              <p14:cNvPr id="1049424" name=""/>
              <p14:cNvContentPartPr/>
              <p14:nvPr/>
            </p14:nvContentPartPr>
            <p14:xfrm>
              <a:off x="7633706" y="162270"/>
              <a:ext cx="382191" cy="192590"/>
            </p14:xfrm>
          </p:contentPart>
        </mc:Choice>
        <mc:Fallback>
          <p:sp>
            <p:nvSpPr>
              <p:cNvPr id="1049424" name=""/>
              <p:cNvSpPr/>
              <p:nvPr/>
            </p:nvSpPr>
            <p:spPr>
              <a:xfrm>
                <a:off x="7633706" y="162270"/>
                <a:ext cx="382191" cy="192590"/>
              </a:xfrm>
            </p:spPr>
          </p:sp>
        </mc:Fallback>
      </mc:AlternateContent>
      <mc:AlternateContent xmlns:mc="http://schemas.openxmlformats.org/markup-compatibility/2006">
        <mc:Choice xmlns:p14="http://schemas.microsoft.com/office/powerpoint/2010/main" Requires="p14">
          <p:contentPart p14:bwMode="auto" r:id="rId26">
            <p14:nvContentPartPr>
              <p14:cNvPr id="1049425" name=""/>
              <p14:cNvContentPartPr/>
              <p14:nvPr/>
            </p14:nvContentPartPr>
            <p14:xfrm>
              <a:off x="8006506" y="155781"/>
              <a:ext cx="172976" cy="149508"/>
            </p14:xfrm>
          </p:contentPart>
        </mc:Choice>
        <mc:Fallback>
          <p:sp>
            <p:nvSpPr>
              <p:cNvPr id="1049425" name=""/>
              <p:cNvSpPr/>
              <p:nvPr/>
            </p:nvSpPr>
            <p:spPr>
              <a:xfrm>
                <a:off x="8006506" y="155781"/>
                <a:ext cx="172976" cy="149508"/>
              </a:xfrm>
            </p:spPr>
          </p:sp>
        </mc:Fallback>
      </mc:AlternateContent>
      <mc:AlternateContent xmlns:mc="http://schemas.openxmlformats.org/markup-compatibility/2006">
        <mc:Choice xmlns:p14="http://schemas.microsoft.com/office/powerpoint/2010/main" Requires="p14">
          <p:contentPart p14:bwMode="auto" r:id="rId27">
            <p14:nvContentPartPr>
              <p14:cNvPr id="1049426" name=""/>
              <p14:cNvContentPartPr/>
              <p14:nvPr/>
            </p14:nvContentPartPr>
            <p14:xfrm>
              <a:off x="8195603" y="69794"/>
              <a:ext cx="216548" cy="204549"/>
            </p14:xfrm>
          </p:contentPart>
        </mc:Choice>
        <mc:Fallback>
          <p:sp>
            <p:nvSpPr>
              <p:cNvPr id="1049426" name=""/>
              <p:cNvSpPr/>
              <p:nvPr/>
            </p:nvSpPr>
            <p:spPr>
              <a:xfrm>
                <a:off x="8195603" y="69794"/>
                <a:ext cx="216548" cy="204549"/>
              </a:xfrm>
            </p:spPr>
          </p:sp>
        </mc:Fallback>
      </mc:AlternateContent>
      <mc:AlternateContent xmlns:mc="http://schemas.openxmlformats.org/markup-compatibility/2006">
        <mc:Choice xmlns:p14="http://schemas.microsoft.com/office/powerpoint/2010/main" Requires="p14">
          <p:contentPart p14:bwMode="auto" r:id="rId28">
            <p14:nvContentPartPr>
              <p14:cNvPr id="1049427" name=""/>
              <p14:cNvContentPartPr/>
              <p14:nvPr/>
            </p14:nvContentPartPr>
            <p14:xfrm>
              <a:off x="8405993" y="137231"/>
              <a:ext cx="132615" cy="144612"/>
            </p14:xfrm>
          </p:contentPart>
        </mc:Choice>
        <mc:Fallback>
          <p:sp>
            <p:nvSpPr>
              <p:cNvPr id="1049427" name=""/>
              <p:cNvSpPr/>
              <p:nvPr/>
            </p:nvSpPr>
            <p:spPr>
              <a:xfrm>
                <a:off x="8405993" y="137231"/>
                <a:ext cx="132615" cy="144612"/>
              </a:xfrm>
            </p:spPr>
          </p:sp>
        </mc:Fallback>
      </mc:AlternateContent>
      <mc:AlternateContent xmlns:mc="http://schemas.openxmlformats.org/markup-compatibility/2006">
        <mc:Choice xmlns:p14="http://schemas.microsoft.com/office/powerpoint/2010/main" Requires="p14">
          <p:contentPart p14:bwMode="auto" r:id="rId29">
            <p14:nvContentPartPr>
              <p14:cNvPr id="1049428" name=""/>
              <p14:cNvContentPartPr/>
              <p14:nvPr/>
            </p14:nvContentPartPr>
            <p14:xfrm>
              <a:off x="8531868" y="199745"/>
              <a:ext cx="140176" cy="114156"/>
            </p14:xfrm>
          </p:contentPart>
        </mc:Choice>
        <mc:Fallback>
          <p:sp>
            <p:nvSpPr>
              <p:cNvPr id="1049428" name=""/>
              <p:cNvSpPr/>
              <p:nvPr/>
            </p:nvSpPr>
            <p:spPr>
              <a:xfrm>
                <a:off x="8531868" y="199745"/>
                <a:ext cx="140176" cy="114156"/>
              </a:xfrm>
            </p:spPr>
          </p:sp>
        </mc:Fallback>
      </mc:AlternateContent>
      <mc:AlternateContent xmlns:mc="http://schemas.openxmlformats.org/markup-compatibility/2006">
        <mc:Choice xmlns:p14="http://schemas.microsoft.com/office/powerpoint/2010/main" Requires="p14">
          <p:contentPart p14:bwMode="auto" r:id="rId30">
            <p14:nvContentPartPr>
              <p14:cNvPr id="1049429" name=""/>
              <p14:cNvContentPartPr/>
              <p14:nvPr/>
            </p14:nvContentPartPr>
            <p14:xfrm>
              <a:off x="7219789" y="-124515"/>
              <a:ext cx="1483320" cy="674085"/>
            </p14:xfrm>
          </p:contentPart>
        </mc:Choice>
        <mc:Fallback>
          <p:sp>
            <p:nvSpPr>
              <p:cNvPr id="1049429" name=""/>
              <p:cNvSpPr/>
              <p:nvPr/>
            </p:nvSpPr>
            <p:spPr>
              <a:xfrm>
                <a:off x="7219789" y="-124515"/>
                <a:ext cx="1483320" cy="674085"/>
              </a:xfrm>
            </p:spPr>
          </p:sp>
        </mc:Fallback>
      </mc:AlternateContent>
      <mc:AlternateContent xmlns:mc="http://schemas.openxmlformats.org/markup-compatibility/2006">
        <mc:Choice xmlns:p14="http://schemas.microsoft.com/office/powerpoint/2010/main" Requires="p14">
          <p:contentPart p14:bwMode="auto" r:id="rId31">
            <p14:nvContentPartPr>
              <p14:cNvPr id="1049430" name=""/>
              <p14:cNvContentPartPr/>
              <p14:nvPr/>
            </p14:nvContentPartPr>
            <p14:xfrm>
              <a:off x="7050129" y="312751"/>
              <a:ext cx="217756" cy="2370614"/>
            </p14:xfrm>
          </p:contentPart>
        </mc:Choice>
        <mc:Fallback>
          <p:sp>
            <p:nvSpPr>
              <p:cNvPr id="1049430" name=""/>
              <p:cNvSpPr/>
              <p:nvPr/>
            </p:nvSpPr>
            <p:spPr>
              <a:xfrm>
                <a:off x="7050129" y="312751"/>
                <a:ext cx="217756" cy="2370614"/>
              </a:xfrm>
            </p:spPr>
          </p:sp>
        </mc:Fallback>
      </mc:AlternateContent>
      <mc:AlternateContent xmlns:mc="http://schemas.openxmlformats.org/markup-compatibility/2006">
        <mc:Choice xmlns:p14="http://schemas.microsoft.com/office/powerpoint/2010/main" Requires="p14">
          <p:contentPart p14:bwMode="auto" r:id="rId32">
            <p14:nvContentPartPr>
              <p14:cNvPr id="1049431" name=""/>
              <p14:cNvContentPartPr/>
              <p14:nvPr/>
            </p14:nvContentPartPr>
            <p14:xfrm>
              <a:off x="7008403" y="2301206"/>
              <a:ext cx="206108" cy="442781"/>
            </p14:xfrm>
          </p:contentPart>
        </mc:Choice>
        <mc:Fallback>
          <p:sp>
            <p:nvSpPr>
              <p:cNvPr id="1049431" name=""/>
              <p:cNvSpPr/>
              <p:nvPr/>
            </p:nvSpPr>
            <p:spPr>
              <a:xfrm>
                <a:off x="7008403" y="2301206"/>
                <a:ext cx="206108" cy="442781"/>
              </a:xfrm>
            </p:spPr>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pic>
        <p:nvPicPr>
          <p:cNvPr id="2097170" name="Picture 14" descr="Cours Enseignement scientifique 1ère SVT HTM"/>
          <p:cNvPicPr>
            <a:picLocks noChangeAspect="1" noChangeArrowheads="1"/>
          </p:cNvPicPr>
          <p:nvPr/>
        </p:nvPicPr>
        <p:blipFill>
          <a:blip xmlns:r="http://schemas.openxmlformats.org/officeDocument/2006/relationships" r:embed="rId1"/>
          <a:srcRect/>
          <a:stretch>
            <a:fillRect/>
          </a:stretch>
        </p:blipFill>
        <p:spPr bwMode="auto">
          <a:xfrm>
            <a:off x="1166191" y="132520"/>
            <a:ext cx="8719931" cy="6400802"/>
          </a:xfrm>
          <a:prstGeom prst="rect"/>
          <a:noFill/>
        </p:spPr>
      </p:pic>
      <mc:AlternateContent xmlns:mc="http://schemas.openxmlformats.org/markup-compatibility/2006">
        <mc:Choice xmlns:p14="http://schemas.microsoft.com/office/powerpoint/2010/main" Requires="p14">
          <p:contentPart p14:bwMode="auto" r:id="rId2">
            <p14:nvContentPartPr>
              <p14:cNvPr id="1049432" name=""/>
              <p14:cNvContentPartPr/>
              <p14:nvPr/>
            </p14:nvContentPartPr>
            <p14:xfrm>
              <a:off x="3640291" y="2075328"/>
              <a:ext cx="688169" cy="316211"/>
            </p14:xfrm>
          </p:contentPart>
        </mc:Choice>
        <mc:Fallback>
          <p:sp>
            <p:nvSpPr>
              <p:cNvPr id="1049432" name=""/>
              <p:cNvSpPr/>
              <p:nvPr/>
            </p:nvSpPr>
            <p:spPr>
              <a:xfrm>
                <a:off x="3640291" y="2075328"/>
                <a:ext cx="688169" cy="316211"/>
              </a:xfrm>
            </p:spPr>
          </p:sp>
        </mc:Fallback>
      </mc:AlternateContent>
      <mc:AlternateContent xmlns:mc="http://schemas.openxmlformats.org/markup-compatibility/2006">
        <mc:Choice xmlns:p14="http://schemas.microsoft.com/office/powerpoint/2010/main" Requires="p14">
          <p:contentPart p14:bwMode="auto" r:id="rId3">
            <p14:nvContentPartPr>
              <p14:cNvPr id="1049433" name=""/>
              <p14:cNvContentPartPr/>
              <p14:nvPr/>
            </p14:nvContentPartPr>
            <p14:xfrm>
              <a:off x="2963562" y="2314370"/>
              <a:ext cx="730697" cy="634008"/>
            </p14:xfrm>
          </p:contentPart>
        </mc:Choice>
        <mc:Fallback>
          <p:sp>
            <p:nvSpPr>
              <p:cNvPr id="1049433" name=""/>
              <p:cNvSpPr/>
              <p:nvPr/>
            </p:nvSpPr>
            <p:spPr>
              <a:xfrm>
                <a:off x="2963562" y="2314370"/>
                <a:ext cx="730697" cy="634008"/>
              </a:xfrm>
            </p:spPr>
          </p:sp>
        </mc:Fallback>
      </mc:AlternateContent>
      <mc:AlternateContent xmlns:mc="http://schemas.openxmlformats.org/markup-compatibility/2006">
        <mc:Choice xmlns:p14="http://schemas.microsoft.com/office/powerpoint/2010/main" Requires="p14">
          <p:contentPart p14:bwMode="auto" r:id="rId4">
            <p14:nvContentPartPr>
              <p14:cNvPr id="1049434" name=""/>
              <p14:cNvContentPartPr/>
              <p14:nvPr/>
            </p14:nvContentPartPr>
            <p14:xfrm>
              <a:off x="2951055" y="2826611"/>
              <a:ext cx="93954" cy="126015"/>
            </p14:xfrm>
          </p:contentPart>
        </mc:Choice>
        <mc:Fallback>
          <p:sp>
            <p:nvSpPr>
              <p:cNvPr id="1049434" name=""/>
              <p:cNvSpPr/>
              <p:nvPr/>
            </p:nvSpPr>
            <p:spPr>
              <a:xfrm>
                <a:off x="2951055" y="2826611"/>
                <a:ext cx="93954" cy="126015"/>
              </a:xfrm>
            </p:spPr>
          </p:sp>
        </mc:Fallback>
      </mc:AlternateContent>
      <mc:AlternateContent xmlns:mc="http://schemas.openxmlformats.org/markup-compatibility/2006">
        <mc:Choice xmlns:p14="http://schemas.microsoft.com/office/powerpoint/2010/main" Requires="p14">
          <p:contentPart p14:bwMode="auto" r:id="rId5">
            <p14:nvContentPartPr>
              <p14:cNvPr id="1049435" name=""/>
              <p14:cNvContentPartPr/>
              <p14:nvPr/>
            </p14:nvContentPartPr>
            <p14:xfrm>
              <a:off x="7216715" y="2054773"/>
              <a:ext cx="660078" cy="335251"/>
            </p14:xfrm>
          </p:contentPart>
        </mc:Choice>
        <mc:Fallback>
          <p:sp>
            <p:nvSpPr>
              <p:cNvPr id="1049435" name=""/>
              <p:cNvSpPr/>
              <p:nvPr/>
            </p:nvSpPr>
            <p:spPr>
              <a:xfrm>
                <a:off x="7216715" y="2054773"/>
                <a:ext cx="660078" cy="335251"/>
              </a:xfrm>
            </p:spPr>
          </p:sp>
        </mc:Fallback>
      </mc:AlternateContent>
      <mc:AlternateContent xmlns:mc="http://schemas.openxmlformats.org/markup-compatibility/2006">
        <mc:Choice xmlns:p14="http://schemas.microsoft.com/office/powerpoint/2010/main" Requires="p14">
          <p:contentPart p14:bwMode="auto" r:id="rId6">
            <p14:nvContentPartPr>
              <p14:cNvPr id="1049436" name=""/>
              <p14:cNvContentPartPr/>
              <p14:nvPr/>
            </p14:nvContentPartPr>
            <p14:xfrm>
              <a:off x="2607315" y="3490945"/>
              <a:ext cx="1369616" cy="291992"/>
            </p14:xfrm>
          </p:contentPart>
        </mc:Choice>
        <mc:Fallback>
          <p:sp>
            <p:nvSpPr>
              <p:cNvPr id="1049436" name=""/>
              <p:cNvSpPr/>
              <p:nvPr/>
            </p:nvSpPr>
            <p:spPr>
              <a:xfrm>
                <a:off x="2607315" y="3490945"/>
                <a:ext cx="1369616" cy="291992"/>
              </a:xfrm>
            </p:spPr>
          </p:sp>
        </mc:Fallback>
      </mc:AlternateContent>
      <mc:AlternateContent xmlns:mc="http://schemas.openxmlformats.org/markup-compatibility/2006">
        <mc:Choice xmlns:p14="http://schemas.microsoft.com/office/powerpoint/2010/main" Requires="p14">
          <p:contentPart p14:bwMode="auto" r:id="rId7">
            <p14:nvContentPartPr>
              <p14:cNvPr id="1049437" name=""/>
              <p14:cNvContentPartPr/>
              <p14:nvPr/>
            </p14:nvContentPartPr>
            <p14:xfrm>
              <a:off x="3028721" y="2471728"/>
              <a:ext cx="3381240" cy="961811"/>
            </p14:xfrm>
          </p:contentPart>
        </mc:Choice>
        <mc:Fallback>
          <p:sp>
            <p:nvSpPr>
              <p:cNvPr id="1049437" name=""/>
              <p:cNvSpPr/>
              <p:nvPr/>
            </p:nvSpPr>
            <p:spPr>
              <a:xfrm>
                <a:off x="3028721" y="2471728"/>
                <a:ext cx="3381240" cy="961811"/>
              </a:xfrm>
            </p:spPr>
          </p:sp>
        </mc:Fallback>
      </mc:AlternateContent>
      <mc:AlternateContent xmlns:mc="http://schemas.openxmlformats.org/markup-compatibility/2006">
        <mc:Choice xmlns:p14="http://schemas.microsoft.com/office/powerpoint/2010/main" Requires="p14">
          <p:contentPart p14:bwMode="auto" r:id="rId8">
            <p14:nvContentPartPr>
              <p14:cNvPr id="1049438" name=""/>
              <p14:cNvContentPartPr/>
              <p14:nvPr/>
            </p14:nvContentPartPr>
            <p14:xfrm>
              <a:off x="6243095" y="3021992"/>
              <a:ext cx="229388" cy="153327"/>
            </p14:xfrm>
          </p:contentPart>
        </mc:Choice>
        <mc:Fallback>
          <p:sp>
            <p:nvSpPr>
              <p:cNvPr id="1049438" name=""/>
              <p:cNvSpPr/>
              <p:nvPr/>
            </p:nvSpPr>
            <p:spPr>
              <a:xfrm>
                <a:off x="6243095" y="3021992"/>
                <a:ext cx="229388" cy="153327"/>
              </a:xfrm>
            </p:spPr>
          </p:sp>
        </mc:Fallback>
      </mc:AlternateContent>
      <mc:AlternateContent xmlns:mc="http://schemas.openxmlformats.org/markup-compatibility/2006">
        <mc:Choice xmlns:p14="http://schemas.microsoft.com/office/powerpoint/2010/main" Requires="p14">
          <p:contentPart p14:bwMode="auto" r:id="rId9">
            <p14:nvContentPartPr>
              <p14:cNvPr id="1049439" name=""/>
              <p14:cNvContentPartPr/>
              <p14:nvPr/>
            </p14:nvContentPartPr>
            <p14:xfrm>
              <a:off x="3913916" y="3805770"/>
              <a:ext cx="709047" cy="122625"/>
            </p14:xfrm>
          </p:contentPart>
        </mc:Choice>
        <mc:Fallback>
          <p:sp>
            <p:nvSpPr>
              <p:cNvPr id="1049439" name=""/>
              <p:cNvSpPr/>
              <p:nvPr/>
            </p:nvSpPr>
            <p:spPr>
              <a:xfrm>
                <a:off x="3913916" y="3805770"/>
                <a:ext cx="709047" cy="122625"/>
              </a:xfrm>
            </p:spPr>
          </p:sp>
        </mc:Fallback>
      </mc:AlternateContent>
      <mc:AlternateContent xmlns:mc="http://schemas.openxmlformats.org/markup-compatibility/2006">
        <mc:Choice xmlns:p14="http://schemas.microsoft.com/office/powerpoint/2010/main" Requires="p14">
          <p:contentPart p14:bwMode="auto" r:id="rId10">
            <p14:nvContentPartPr>
              <p14:cNvPr id="1049440" name=""/>
              <p14:cNvContentPartPr/>
              <p14:nvPr/>
            </p14:nvContentPartPr>
            <p14:xfrm>
              <a:off x="4526080" y="3783656"/>
              <a:ext cx="82463" cy="113577"/>
            </p14:xfrm>
          </p:contentPart>
        </mc:Choice>
        <mc:Fallback>
          <p:sp>
            <p:nvSpPr>
              <p:cNvPr id="1049440" name=""/>
              <p:cNvSpPr/>
              <p:nvPr/>
            </p:nvSpPr>
            <p:spPr>
              <a:xfrm>
                <a:off x="4526080" y="3783656"/>
                <a:ext cx="82463" cy="113577"/>
              </a:xfrm>
            </p:spPr>
          </p:sp>
        </mc:Fallback>
      </mc:AlternateContent>
      <mc:AlternateContent xmlns:mc="http://schemas.openxmlformats.org/markup-compatibility/2006">
        <mc:Choice xmlns:p14="http://schemas.microsoft.com/office/powerpoint/2010/main" Requires="p14">
          <p:contentPart p14:bwMode="auto" r:id="rId11">
            <p14:nvContentPartPr>
              <p14:cNvPr id="1049441" name=""/>
              <p14:cNvContentPartPr/>
              <p14:nvPr/>
            </p14:nvContentPartPr>
            <p14:xfrm>
              <a:off x="3594490" y="3351637"/>
              <a:ext cx="1251256" cy="865651"/>
            </p14:xfrm>
          </p:contentPart>
        </mc:Choice>
        <mc:Fallback>
          <p:sp>
            <p:nvSpPr>
              <p:cNvPr id="1049441" name=""/>
              <p:cNvSpPr/>
              <p:nvPr/>
            </p:nvSpPr>
            <p:spPr>
              <a:xfrm>
                <a:off x="3594490" y="3351637"/>
                <a:ext cx="1251256" cy="865651"/>
              </a:xfrm>
            </p:spPr>
          </p:sp>
        </mc:Fallback>
      </mc:AlternateContent>
      <mc:AlternateContent xmlns:mc="http://schemas.openxmlformats.org/markup-compatibility/2006">
        <mc:Choice xmlns:p14="http://schemas.microsoft.com/office/powerpoint/2010/main" Requires="p14">
          <p:contentPart p14:bwMode="auto" r:id="rId12">
            <p14:nvContentPartPr>
              <p14:cNvPr id="1049442" name=""/>
              <p14:cNvContentPartPr/>
              <p14:nvPr/>
            </p14:nvContentPartPr>
            <p14:xfrm>
              <a:off x="4732187" y="3318759"/>
              <a:ext cx="98566" cy="189227"/>
            </p14:xfrm>
          </p:contentPart>
        </mc:Choice>
        <mc:Fallback>
          <p:sp>
            <p:nvSpPr>
              <p:cNvPr id="1049442" name=""/>
              <p:cNvSpPr/>
              <p:nvPr/>
            </p:nvSpPr>
            <p:spPr>
              <a:xfrm>
                <a:off x="4732187" y="3318759"/>
                <a:ext cx="98566" cy="189227"/>
              </a:xfrm>
            </p:spPr>
          </p:sp>
        </mc:Fallback>
      </mc:AlternateContent>
      <mc:AlternateContent xmlns:mc="http://schemas.openxmlformats.org/markup-compatibility/2006">
        <mc:Choice xmlns:p14="http://schemas.microsoft.com/office/powerpoint/2010/main" Requires="p14">
          <p:contentPart p14:bwMode="auto" r:id="rId13">
            <p14:nvContentPartPr>
              <p14:cNvPr id="1049443" name=""/>
              <p14:cNvContentPartPr/>
              <p14:nvPr/>
            </p14:nvContentPartPr>
            <p14:xfrm>
              <a:off x="5309918" y="2926120"/>
              <a:ext cx="625440" cy="406622"/>
            </p14:xfrm>
          </p:contentPart>
        </mc:Choice>
        <mc:Fallback>
          <p:sp>
            <p:nvSpPr>
              <p:cNvPr id="1049443" name=""/>
              <p:cNvSpPr/>
              <p:nvPr/>
            </p:nvSpPr>
            <p:spPr>
              <a:xfrm>
                <a:off x="5309918" y="2926120"/>
                <a:ext cx="625440" cy="406622"/>
              </a:xfrm>
            </p:spPr>
          </p:sp>
        </mc:Fallback>
      </mc:AlternateContent>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HP</dc:creator>
  <cp:lastModifiedBy>Mohamed Azagrouze</cp:lastModifiedBy>
  <dcterms:created xsi:type="dcterms:W3CDTF">2024-10-04T08:46:42Z</dcterms:created>
  <dcterms:modified xsi:type="dcterms:W3CDTF">2025-10-23T11:05:05Z</dcterms:modified>
</cp:coreProperties>
</file>