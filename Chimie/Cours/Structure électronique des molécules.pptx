
<file path=[Content_Types].xml><?xml version="1.0" encoding="utf-8"?>
<Types xmlns="http://schemas.openxmlformats.org/package/2006/content-types">
  <Default Extension="rels" ContentType="application/vnd.openxmlformats-package.relationships+xml"/>
  <Default Extension="xml" ContentType="application/xml"/>
  <Default Extension="emf" ContentType="image/x-emf"/>
  <Default Extension="gif" ContentType="image/gif"/>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ink/ink17.xml" ContentType="application/inkml+xml"/>
  <Override PartName="/ppt/ink/ink18.xml" ContentType="application/inkml+xml"/>
  <Override PartName="/ppt/ink/ink19.xml" ContentType="application/inkml+xml"/>
  <Override PartName="/ppt/slides/slide3.xml" ContentType="application/vnd.openxmlformats-officedocument.presentationml.slide+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slides/slide4.xml" ContentType="application/vnd.openxmlformats-officedocument.presentationml.slide+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slides/slide5.xml" ContentType="application/vnd.openxmlformats-officedocument.presentationml.slide+xml"/>
  <Override PartName="/ppt/slides/slide6.xml" ContentType="application/vnd.openxmlformats-officedocument.presentationml.slide+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slides/slide7.xml" ContentType="application/vnd.openxmlformats-officedocument.presentationml.slide+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59.xml" ContentType="application/inkml+xml"/>
  <Override PartName="/ppt/ink/ink360.xml" ContentType="application/inkml+xml"/>
  <Override PartName="/ppt/slides/slide8.xml" ContentType="application/vnd.openxmlformats-officedocument.presentationml.slide+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9.xml" ContentType="application/inkml+xml"/>
  <Override PartName="/ppt/ink/ink400.xml" ContentType="application/inkml+xml"/>
  <Override PartName="/ppt/ink/ink401.xml" ContentType="application/inkml+xml"/>
  <Override PartName="/ppt/ink/ink402.xml" ContentType="application/inkml+xml"/>
  <Override PartName="/ppt/ink/ink403.xml" ContentType="application/inkml+xml"/>
  <Override PartName="/ppt/ink/ink404.xml" ContentType="application/inkml+xml"/>
  <Override PartName="/ppt/ink/ink405.xml" ContentType="application/inkml+xml"/>
  <Override PartName="/ppt/ink/ink406.xml" ContentType="application/inkml+xml"/>
  <Override PartName="/ppt/ink/ink409.xml" ContentType="application/inkml+xml"/>
  <Override PartName="/ppt/ink/ink410.xml" ContentType="application/inkml+xml"/>
  <Override PartName="/ppt/ink/ink411.xml" ContentType="application/inkml+xml"/>
  <Override PartName="/ppt/ink/ink412.xml" ContentType="application/inkml+xml"/>
  <Override PartName="/ppt/ink/ink413.xml" ContentType="application/inkml+xml"/>
  <Override PartName="/ppt/ink/ink414.xml" ContentType="application/inkml+xml"/>
  <Override PartName="/ppt/ink/ink415.xml" ContentType="application/inkml+xml"/>
  <Override PartName="/ppt/ink/ink416.xml" ContentType="application/inkml+xml"/>
  <Override PartName="/ppt/ink/ink417.xml" ContentType="application/inkml+xml"/>
  <Override PartName="/ppt/ink/ink418.xml" ContentType="application/inkml+xml"/>
  <Override PartName="/ppt/ink/ink419.xml" ContentType="application/inkml+xml"/>
  <Override PartName="/ppt/ink/ink420.xml" ContentType="application/inkml+xml"/>
  <Override PartName="/ppt/ink/ink421.xml" ContentType="application/inkml+xml"/>
  <Override PartName="/ppt/ink/ink422.xml" ContentType="application/inkml+xml"/>
  <Override PartName="/ppt/ink/ink423.xml" ContentType="application/inkml+xml"/>
  <Override PartName="/ppt/ink/ink424.xml" ContentType="application/inkml+xml"/>
  <Override PartName="/ppt/ink/ink425.xml" ContentType="application/inkml+xml"/>
  <Override PartName="/ppt/ink/ink426.xml" ContentType="application/inkml+xml"/>
  <Override PartName="/ppt/ink/ink427.xml" ContentType="application/inkml+xml"/>
  <Override PartName="/ppt/ink/ink428.xml" ContentType="application/inkml+xml"/>
  <Override PartName="/ppt/ink/ink429.xml" ContentType="application/inkml+xml"/>
  <Override PartName="/ppt/ink/ink430.xml" ContentType="application/inkml+xml"/>
  <Override PartName="/ppt/ink/ink431.xml" ContentType="application/inkml+xml"/>
  <Override PartName="/ppt/ink/ink432.xml" ContentType="application/inkml+xml"/>
  <Override PartName="/ppt/ink/ink433.xml" ContentType="application/inkml+xml"/>
  <Override PartName="/ppt/ink/ink434.xml" ContentType="application/inkml+xml"/>
  <Override PartName="/ppt/ink/ink435.xml" ContentType="application/inkml+xml"/>
  <Override PartName="/ppt/ink/ink436.xml" ContentType="application/inkml+xml"/>
  <Override PartName="/ppt/ink/ink437.xml" ContentType="application/inkml+xml"/>
  <Override PartName="/ppt/ink/ink438.xml" ContentType="application/inkml+xml"/>
  <Override PartName="/ppt/ink/ink439.xml" ContentType="application/inkml+xml"/>
  <Override PartName="/ppt/ink/ink440.xml" ContentType="application/inkml+xml"/>
  <Override PartName="/ppt/ink/ink441.xml" ContentType="application/inkml+xml"/>
  <Override PartName="/ppt/ink/ink442.xml" ContentType="application/inkml+xml"/>
  <Override PartName="/ppt/ink/ink443.xml" ContentType="application/inkml+xml"/>
  <Override PartName="/ppt/ink/ink444.xml" ContentType="application/inkml+xml"/>
  <Override PartName="/ppt/ink/ink445.xml" ContentType="application/inkml+xml"/>
  <Override PartName="/ppt/ink/ink446.xml" ContentType="application/inkml+xml"/>
  <Override PartName="/ppt/ink/ink447.xml" ContentType="application/inkml+xml"/>
  <Override PartName="/ppt/ink/ink448.xml" ContentType="application/inkml+xml"/>
  <Override PartName="/ppt/ink/ink449.xml" ContentType="application/inkml+xml"/>
  <Override PartName="/ppt/ink/ink450.xml" ContentType="application/inkml+xml"/>
  <Override PartName="/ppt/ink/ink451.xml" ContentType="application/inkml+xml"/>
  <Override PartName="/ppt/ink/ink452.xml" ContentType="application/inkml+xml"/>
  <Override PartName="/ppt/ink/ink453.xml" ContentType="application/inkml+xml"/>
  <Override PartName="/ppt/ink/ink454.xml" ContentType="application/inkml+xml"/>
  <Override PartName="/ppt/ink/ink455.xml" ContentType="application/inkml+xml"/>
  <Override PartName="/ppt/ink/ink456.xml" ContentType="application/inkml+xml"/>
  <Override PartName="/ppt/ink/ink457.xml" ContentType="application/inkml+xml"/>
  <Override PartName="/ppt/ink/ink458.xml" ContentType="application/inkml+xml"/>
  <Override PartName="/ppt/ink/ink459.xml" ContentType="application/inkml+xml"/>
  <Override PartName="/ppt/ink/ink460.xml" ContentType="application/inkml+xml"/>
  <Override PartName="/ppt/ink/ink461.xml" ContentType="application/inkml+xml"/>
  <Override PartName="/ppt/ink/ink462.xml" ContentType="application/inkml+xml"/>
  <Override PartName="/ppt/ink/ink463.xml" ContentType="application/inkml+xml"/>
  <Override PartName="/ppt/ink/ink464.xml" ContentType="application/inkml+xml"/>
  <Override PartName="/ppt/ink/ink465.xml" ContentType="application/inkml+xml"/>
  <Override PartName="/ppt/ink/ink466.xml" ContentType="application/inkml+xml"/>
  <Override PartName="/ppt/ink/ink467.xml" ContentType="application/inkml+xml"/>
  <Override PartName="/ppt/ink/ink468.xml" ContentType="application/inkml+xml"/>
  <Override PartName="/ppt/ink/ink469.xml" ContentType="application/inkml+xml"/>
  <Override PartName="/ppt/ink/ink470.xml" ContentType="application/inkml+xml"/>
  <Override PartName="/ppt/ink/ink471.xml" ContentType="application/inkml+xml"/>
  <Override PartName="/ppt/ink/ink472.xml" ContentType="application/inkml+xml"/>
  <Override PartName="/ppt/ink/ink473.xml" ContentType="application/inkml+xml"/>
  <Override PartName="/ppt/ink/ink474.xml" ContentType="application/inkml+xml"/>
  <Override PartName="/ppt/ink/ink475.xml" ContentType="application/inkml+xml"/>
  <Override PartName="/ppt/ink/ink476.xml" ContentType="application/inkml+xml"/>
  <Override PartName="/ppt/ink/ink477.xml" ContentType="application/inkml+xml"/>
  <Override PartName="/ppt/ink/ink478.xml" ContentType="application/inkml+xml"/>
  <Override PartName="/ppt/ink/ink479.xml" ContentType="application/inkml+xml"/>
  <Override PartName="/ppt/ink/ink480.xml" ContentType="application/inkml+xml"/>
  <Override PartName="/ppt/ink/ink481.xml" ContentType="application/inkml+xml"/>
  <Override PartName="/ppt/ink/ink482.xml" ContentType="application/inkml+xml"/>
  <Override PartName="/ppt/ink/ink483.xml" ContentType="application/inkml+xml"/>
  <Override PartName="/ppt/ink/ink484.xml" ContentType="application/inkml+xml"/>
  <Override PartName="/ppt/ink/ink485.xml" ContentType="application/inkml+xml"/>
  <Override PartName="/ppt/ink/ink486.xml" ContentType="application/inkml+xml"/>
  <Override PartName="/ppt/ink/ink487.xml" ContentType="application/inkml+xml"/>
  <Override PartName="/ppt/ink/ink488.xml" ContentType="application/inkml+xml"/>
  <Override PartName="/ppt/ink/ink489.xml" ContentType="application/inkml+xml"/>
  <Override PartName="/ppt/ink/ink490.xml" ContentType="application/inkml+xml"/>
  <Override PartName="/ppt/ink/ink491.xml" ContentType="application/inkml+xml"/>
  <Override PartName="/ppt/ink/ink492.xml" ContentType="application/inkml+xml"/>
  <Override PartName="/ppt/ink/ink493.xml" ContentType="application/inkml+xml"/>
  <Override PartName="/ppt/ink/ink494.xml" ContentType="application/inkml+xml"/>
  <Override PartName="/ppt/ink/ink495.xml" ContentType="application/inkml+xml"/>
  <Override PartName="/ppt/ink/ink496.xml" ContentType="application/inkml+xml"/>
  <Override PartName="/ppt/ink/ink497.xml" ContentType="application/inkml+xml"/>
  <Override PartName="/ppt/ink/ink498.xml" ContentType="application/inkml+xml"/>
  <Override PartName="/ppt/ink/ink499.xml" ContentType="application/inkml+xml"/>
  <Override PartName="/ppt/ink/ink500.xml" ContentType="application/inkml+xml"/>
  <Override PartName="/ppt/ink/ink501.xml" ContentType="application/inkml+xml"/>
  <Override PartName="/ppt/ink/ink502.xml" ContentType="application/inkml+xml"/>
  <Override PartName="/ppt/ink/ink503.xml" ContentType="application/inkml+xml"/>
  <Override PartName="/ppt/ink/ink504.xml" ContentType="application/inkml+xml"/>
  <Override PartName="/ppt/ink/ink505.xml" ContentType="application/inkml+xml"/>
  <Override PartName="/ppt/ink/ink506.xml" ContentType="application/inkml+xml"/>
  <Override PartName="/ppt/ink/ink507.xml" ContentType="application/inkml+xml"/>
  <Override PartName="/ppt/ink/ink508.xml" ContentType="application/inkml+xml"/>
  <Override PartName="/ppt/ink/ink509.xml" ContentType="application/inkml+xml"/>
  <Override PartName="/ppt/ink/ink510.xml" ContentType="application/inkml+xml"/>
  <Override PartName="/ppt/ink/ink511.xml" ContentType="application/inkml+xml"/>
  <Override PartName="/ppt/ink/ink512.xml" ContentType="application/inkml+xml"/>
  <Override PartName="/ppt/ink/ink513.xml" ContentType="application/inkml+xml"/>
  <Override PartName="/ppt/ink/ink514.xml" ContentType="application/inkml+xml"/>
  <Override PartName="/ppt/ink/ink515.xml" ContentType="application/inkml+xml"/>
  <Override PartName="/ppt/ink/ink516.xml" ContentType="application/inkml+xml"/>
  <Override PartName="/ppt/ink/ink517.xml" ContentType="application/inkml+xml"/>
  <Override PartName="/ppt/ink/ink518.xml" ContentType="application/inkml+xml"/>
  <Override PartName="/ppt/ink/ink519.xml" ContentType="application/inkml+xml"/>
  <Override PartName="/ppt/ink/ink520.xml" ContentType="application/inkml+xml"/>
  <Override PartName="/ppt/ink/ink521.xml" ContentType="application/inkml+xml"/>
  <Override PartName="/ppt/ink/ink522.xml" ContentType="application/inkml+xml"/>
  <Override PartName="/ppt/ink/ink523.xml" ContentType="application/inkml+xml"/>
  <Override PartName="/ppt/ink/ink524.xml" ContentType="application/inkml+xml"/>
  <Override PartName="/ppt/ink/ink538.xml" ContentType="application/inkml+xml"/>
  <Override PartName="/ppt/ink/ink539.xml" ContentType="application/inkml+xml"/>
  <Override PartName="/ppt/ink/ink540.xml" ContentType="application/inkml+xml"/>
  <Override PartName="/ppt/ink/ink541.xml" ContentType="application/inkml+xml"/>
  <Override PartName="/ppt/ink/ink542.xml" ContentType="application/inkml+xml"/>
  <Override PartName="/ppt/ink/ink543.xml" ContentType="application/inkml+xml"/>
  <Override PartName="/ppt/ink/ink544.xml" ContentType="application/inkml+xml"/>
  <Override PartName="/ppt/ink/ink545.xml" ContentType="application/inkml+xml"/>
  <Override PartName="/ppt/ink/ink546.xml" ContentType="application/inkml+xml"/>
  <Override PartName="/ppt/ink/ink547.xml" ContentType="application/inkml+xml"/>
  <Override PartName="/ppt/ink/ink548.xml" ContentType="application/inkml+xml"/>
  <Override PartName="/ppt/ink/ink549.xml" ContentType="application/inkml+xml"/>
  <Override PartName="/ppt/ink/ink550.xml" ContentType="application/inkml+xml"/>
  <Override PartName="/ppt/ink/ink551.xml" ContentType="application/inkml+xml"/>
  <Override PartName="/ppt/ink/ink552.xml" ContentType="application/inkml+xml"/>
  <Override PartName="/ppt/ink/ink553.xml" ContentType="application/inkml+xml"/>
  <Override PartName="/ppt/ink/ink554.xml" ContentType="application/inkml+xml"/>
  <Override PartName="/ppt/ink/ink555.xml" ContentType="application/inkml+xml"/>
  <Override PartName="/ppt/ink/ink556.xml" ContentType="application/inkml+xml"/>
  <Override PartName="/ppt/ink/ink557.xml" ContentType="application/inkml+xml"/>
  <Override PartName="/ppt/ink/ink558.xml" ContentType="application/inkml+xml"/>
  <Override PartName="/ppt/ink/ink559.xml" ContentType="application/inkml+xml"/>
  <Override PartName="/ppt/ink/ink560.xml" ContentType="application/inkml+xml"/>
  <Override PartName="/ppt/ink/ink561.xml" ContentType="application/inkml+xml"/>
  <Override PartName="/ppt/ink/ink562.xml" ContentType="application/inkml+xml"/>
  <Override PartName="/ppt/ink/ink563.xml" ContentType="application/inkml+xml"/>
  <Override PartName="/ppt/ink/ink564.xml" ContentType="application/inkml+xml"/>
  <Override PartName="/ppt/ink/ink565.xml" ContentType="application/inkml+xml"/>
  <Override PartName="/ppt/ink/ink566.xml" ContentType="application/inkml+xml"/>
  <Override PartName="/ppt/ink/ink567.xml" ContentType="application/inkml+xml"/>
  <Override PartName="/ppt/ink/ink568.xml" ContentType="application/inkml+xml"/>
  <Override PartName="/ppt/ink/ink569.xml" ContentType="application/inkml+xml"/>
  <Override PartName="/ppt/ink/ink570.xml" ContentType="application/inkml+xml"/>
  <Override PartName="/ppt/ink/ink571.xml" ContentType="application/inkml+xml"/>
  <Override PartName="/ppt/ink/ink572.xml" ContentType="application/inkml+xml"/>
  <Override PartName="/ppt/ink/ink573.xml" ContentType="application/inkml+xml"/>
  <Override PartName="/ppt/ink/ink574.xml" ContentType="application/inkml+xml"/>
  <Override PartName="/ppt/ink/ink575.xml" ContentType="application/inkml+xml"/>
  <Override PartName="/ppt/ink/ink576.xml" ContentType="application/inkml+xml"/>
  <Override PartName="/ppt/ink/ink577.xml" ContentType="application/inkml+xml"/>
  <Override PartName="/ppt/ink/ink578.xml" ContentType="application/inkml+xml"/>
  <Override PartName="/ppt/ink/ink579.xml" ContentType="application/inkml+xml"/>
  <Override PartName="/ppt/ink/ink580.xml" ContentType="application/inkml+xml"/>
  <Override PartName="/ppt/ink/ink581.xml" ContentType="application/inkml+xml"/>
  <Override PartName="/ppt/ink/ink582.xml" ContentType="application/inkml+xml"/>
  <Override PartName="/ppt/ink/ink583.xml" ContentType="application/inkml+xml"/>
  <Override PartName="/ppt/ink/ink584.xml" ContentType="application/inkml+xml"/>
  <Override PartName="/ppt/ink/ink585.xml" ContentType="application/inkml+xml"/>
  <Override PartName="/ppt/ink/ink586.xml" ContentType="application/inkml+xml"/>
  <Override PartName="/ppt/ink/ink587.xml" ContentType="application/inkml+xml"/>
  <Override PartName="/ppt/ink/ink588.xml" ContentType="application/inkml+xml"/>
  <Override PartName="/ppt/ink/ink589.xml" ContentType="application/inkml+xml"/>
  <Override PartName="/ppt/ink/ink590.xml" ContentType="application/inkml+xml"/>
  <Override PartName="/ppt/ink/ink591.xml" ContentType="application/inkml+xml"/>
  <Override PartName="/ppt/ink/ink592.xml" ContentType="application/inkml+xml"/>
  <Override PartName="/ppt/ink/ink593.xml" ContentType="application/inkml+xml"/>
  <Override PartName="/ppt/ink/ink594.xml" ContentType="application/inkml+xml"/>
  <Override PartName="/ppt/ink/ink595.xml" ContentType="application/inkml+xml"/>
  <Override PartName="/ppt/ink/ink596.xml" ContentType="application/inkml+xml"/>
  <Override PartName="/ppt/ink/ink597.xml" ContentType="application/inkml+xml"/>
  <Override PartName="/ppt/ink/ink598.xml" ContentType="application/inkml+xml"/>
  <Override PartName="/ppt/ink/ink599.xml" ContentType="application/inkml+xml"/>
  <Override PartName="/ppt/ink/ink600.xml" ContentType="application/inkml+xml"/>
  <Override PartName="/ppt/ink/ink601.xml" ContentType="application/inkml+xml"/>
  <Override PartName="/ppt/ink/ink602.xml" ContentType="application/inkml+xml"/>
  <Override PartName="/ppt/ink/ink603.xml" ContentType="application/inkml+xml"/>
  <Override PartName="/ppt/ink/ink604.xml" ContentType="application/inkml+xml"/>
  <Override PartName="/ppt/ink/ink605.xml" ContentType="application/inkml+xml"/>
  <Override PartName="/ppt/ink/ink606.xml" ContentType="application/inkml+xml"/>
  <Override PartName="/ppt/ink/ink607.xml" ContentType="application/inkml+xml"/>
  <Override PartName="/ppt/ink/ink608.xml" ContentType="application/inkml+xml"/>
  <Override PartName="/ppt/ink/ink609.xml" ContentType="application/inkml+xml"/>
  <Override PartName="/ppt/ink/ink610.xml" ContentType="application/inkml+xml"/>
  <Override PartName="/ppt/ink/ink611.xml" ContentType="application/inkml+xml"/>
  <Override PartName="/ppt/ink/ink612.xml" ContentType="application/inkml+xml"/>
  <Override PartName="/ppt/ink/ink613.xml" ContentType="application/inkml+xml"/>
  <Override PartName="/ppt/ink/ink614.xml" ContentType="application/inkml+xml"/>
  <Override PartName="/ppt/ink/ink615.xml" ContentType="application/inkml+xml"/>
  <Override PartName="/ppt/ink/ink616.xml" ContentType="application/inkml+xml"/>
  <Override PartName="/ppt/ink/ink617.xml" ContentType="application/inkml+xml"/>
  <Override PartName="/ppt/ink/ink618.xml" ContentType="application/inkml+xml"/>
  <Override PartName="/ppt/ink/ink619.xml" ContentType="application/inkml+xml"/>
  <Override PartName="/ppt/slides/slide9.xml" ContentType="application/vnd.openxmlformats-officedocument.presentationml.slide+xml"/>
  <Override PartName="/ppt/slides/slide10.xml" ContentType="application/vnd.openxmlformats-officedocument.presentationml.slide+xml"/>
  <Override PartName="/ppt/ink/ink525.xml" ContentType="application/inkml+xml"/>
  <Override PartName="/ppt/ink/ink526.xml" ContentType="application/inkml+xml"/>
  <Override PartName="/ppt/ink/ink527.xml" ContentType="application/inkml+xml"/>
  <Override PartName="/ppt/ink/ink528.xml" ContentType="application/inkml+xml"/>
  <Override PartName="/ppt/ink/ink529.xml" ContentType="application/inkml+xml"/>
  <Override PartName="/ppt/ink/ink530.xml" ContentType="application/inkml+xml"/>
  <Override PartName="/ppt/ink/ink531.xml" ContentType="application/inkml+xml"/>
  <Override PartName="/ppt/ink/ink532.xml" ContentType="application/inkml+xml"/>
  <Override PartName="/ppt/ink/ink533.xml" ContentType="application/inkml+xml"/>
  <Override PartName="/ppt/ink/ink534.xml" ContentType="application/inkml+xml"/>
  <Override PartName="/ppt/ink/ink535.xml" ContentType="application/inkml+xml"/>
  <Override PartName="/ppt/ink/ink536.xml" ContentType="application/inkml+xml"/>
  <Override PartName="/ppt/ink/ink537.xml" ContentType="application/inkml+xml"/>
  <Override PartName="/ppt/slides/slide11.xml" ContentType="application/vnd.openxmlformats-officedocument.presentationml.slide+xml"/>
  <Override PartName="/ppt/ink/ink620.xml" ContentType="application/inkml+xml"/>
  <Override PartName="/ppt/ink/ink621.xml" ContentType="application/inkml+xml"/>
  <Override PartName="/ppt/ink/ink622.xml" ContentType="application/inkml+xml"/>
  <Override PartName="/ppt/ink/ink623.xml" ContentType="application/inkml+xml"/>
  <Override PartName="/ppt/ink/ink624.xml" ContentType="application/inkml+xml"/>
  <Override PartName="/ppt/ink/ink625.xml" ContentType="application/inkml+xml"/>
  <Override PartName="/ppt/ink/ink626.xml" ContentType="application/inkml+xml"/>
  <Override PartName="/ppt/ink/ink627.xml" ContentType="application/inkml+xml"/>
  <Override PartName="/ppt/ink/ink628.xml" ContentType="application/inkml+xml"/>
  <Override PartName="/ppt/ink/ink629.xml" ContentType="application/inkml+xml"/>
  <Override PartName="/ppt/ink/ink630.xml" ContentType="application/inkml+xml"/>
  <Override PartName="/ppt/ink/ink631.xml" ContentType="application/inkml+xml"/>
  <Override PartName="/ppt/ink/ink632.xml" ContentType="application/inkml+xml"/>
  <Override PartName="/ppt/ink/ink633.xml" ContentType="application/inkml+xml"/>
  <Override PartName="/ppt/ink/ink634.xml" ContentType="application/inkml+xml"/>
  <Override PartName="/ppt/slides/slide12.xml" ContentType="application/vnd.openxmlformats-officedocument.presentationml.slide+xml"/>
  <Override PartName="/ppt/ink/ink635.xml" ContentType="application/inkml+xml"/>
  <Override PartName="/ppt/ink/ink636.xml" ContentType="application/inkml+xml"/>
  <Override PartName="/ppt/ink/ink637.xml" ContentType="application/inkml+xml"/>
  <Override PartName="/ppt/ink/ink638.xml" ContentType="application/inkml+xml"/>
  <Override PartName="/ppt/ink/ink639.xml" ContentType="application/inkml+xml"/>
  <Override PartName="/ppt/ink/ink640.xml" ContentType="application/inkml+xml"/>
  <Override PartName="/ppt/ink/ink641.xml" ContentType="application/inkml+xml"/>
  <Override PartName="/ppt/ink/ink642.xml" ContentType="application/inkml+xml"/>
  <Override PartName="/ppt/ink/ink643.xml" ContentType="application/inkml+xml"/>
  <Override PartName="/ppt/ink/ink645.xml" ContentType="application/inkml+xml"/>
  <Override PartName="/ppt/ink/ink646.xml" ContentType="application/inkml+xml"/>
  <Override PartName="/ppt/ink/ink647.xml" ContentType="application/inkml+xml"/>
  <Override PartName="/ppt/ink/ink648.xml" ContentType="application/inkml+xml"/>
  <Override PartName="/ppt/ink/ink649.xml" ContentType="application/inkml+xml"/>
  <Override PartName="/ppt/ink/ink650.xml" ContentType="application/inkml+xml"/>
  <Override PartName="/ppt/ink/ink651.xml" ContentType="application/inkml+xml"/>
  <Override PartName="/ppt/ink/ink652.xml" ContentType="application/inkml+xml"/>
  <Override PartName="/ppt/ink/ink653.xml" ContentType="application/inkml+xml"/>
  <Override PartName="/ppt/ink/ink654.xml" ContentType="application/inkml+xml"/>
  <Override PartName="/ppt/ink/ink655.xml" ContentType="application/inkml+xml"/>
  <Override PartName="/ppt/ink/ink656.xml" ContentType="application/inkml+xml"/>
  <Override PartName="/ppt/ink/ink657.xml" ContentType="application/inkml+xml"/>
  <Override PartName="/ppt/ink/ink658.xml" ContentType="application/inkml+xml"/>
  <Override PartName="/ppt/ink/ink659.xml" ContentType="application/inkml+xml"/>
  <Override PartName="/ppt/ink/ink660.xml" ContentType="application/inkml+xml"/>
  <Override PartName="/ppt/ink/ink661.xml" ContentType="application/inkml+xml"/>
  <Override PartName="/ppt/ink/ink662.xml" ContentType="application/inkml+xml"/>
  <Override PartName="/ppt/ink/ink663.xml" ContentType="application/inkml+xml"/>
  <Override PartName="/ppt/ink/ink664.xml" ContentType="application/inkml+xml"/>
  <Override PartName="/ppt/ink/ink665.xml" ContentType="application/inkml+xml"/>
  <Override PartName="/ppt/ink/ink666.xml" ContentType="application/inkml+xml"/>
  <Override PartName="/ppt/ink/ink667.xml" ContentType="application/inkml+xml"/>
  <Override PartName="/ppt/ink/ink668.xml" ContentType="application/inkml+xml"/>
  <Override PartName="/ppt/ink/ink669.xml" ContentType="application/inkml+xml"/>
  <Override PartName="/ppt/ink/ink670.xml" ContentType="application/inkml+xml"/>
  <Override PartName="/ppt/ink/ink671.xml" ContentType="application/inkml+xml"/>
  <Override PartName="/ppt/ink/ink672.xml" ContentType="application/inkml+xml"/>
  <Override PartName="/ppt/ink/ink673.xml" ContentType="application/inkml+xml"/>
  <Override PartName="/ppt/ink/ink674.xml" ContentType="application/inkml+xml"/>
  <Override PartName="/ppt/ink/ink675.xml" ContentType="application/inkml+xml"/>
  <Override PartName="/ppt/ink/ink676.xml" ContentType="application/inkml+xml"/>
  <Override PartName="/ppt/ink/ink677.xml" ContentType="application/inkml+xml"/>
  <Override PartName="/ppt/ink/ink678.xml" ContentType="application/inkml+xml"/>
  <Override PartName="/ppt/ink/ink679.xml" ContentType="application/inkml+xml"/>
  <Override PartName="/ppt/ink/ink680.xml" ContentType="application/inkml+xml"/>
  <Override PartName="/ppt/ink/ink681.xml" ContentType="application/inkml+xml"/>
  <Override PartName="/ppt/ink/ink682.xml" ContentType="application/inkml+xml"/>
  <Override PartName="/ppt/ink/ink683.xml" ContentType="application/inkml+xml"/>
  <Override PartName="/ppt/ink/ink684.xml" ContentType="application/inkml+xml"/>
  <Override PartName="/ppt/ink/ink685.xml" ContentType="application/inkml+xml"/>
  <Override PartName="/ppt/ink/ink686.xml" ContentType="application/inkml+xml"/>
  <Override PartName="/ppt/ink/ink687.xml" ContentType="application/inkml+xml"/>
  <Override PartName="/ppt/ink/ink688.xml" ContentType="application/inkml+xml"/>
  <Override PartName="/ppt/ink/ink689.xml" ContentType="application/inkml+xml"/>
  <Override PartName="/ppt/ink/ink690.xml" ContentType="application/inkml+xml"/>
  <Override PartName="/ppt/ink/ink691.xml" ContentType="application/inkml+xml"/>
  <Override PartName="/ppt/ink/ink692.xml" ContentType="application/inkml+xml"/>
  <Override PartName="/ppt/ink/ink693.xml" ContentType="application/inkml+xml"/>
  <Override PartName="/ppt/ink/ink694.xml" ContentType="application/inkml+xml"/>
  <Override PartName="/ppt/ink/ink695.xml" ContentType="application/inkml+xml"/>
  <Override PartName="/ppt/ink/ink696.xml" ContentType="application/inkml+xml"/>
  <Override PartName="/ppt/ink/ink697.xml" ContentType="application/inkml+xml"/>
  <Override PartName="/ppt/ink/ink698.xml" ContentType="application/inkml+xml"/>
  <Override PartName="/ppt/ink/ink699.xml" ContentType="application/inkml+xml"/>
  <Override PartName="/ppt/ink/ink700.xml" ContentType="application/inkml+xml"/>
  <Override PartName="/ppt/ink/ink701.xml" ContentType="application/inkml+xml"/>
  <Override PartName="/ppt/ink/ink702.xml" ContentType="application/inkml+xml"/>
  <Override PartName="/ppt/ink/ink703.xml" ContentType="application/inkml+xml"/>
  <Override PartName="/ppt/ink/ink704.xml" ContentType="application/inkml+xml"/>
  <Override PartName="/ppt/ink/ink705.xml" ContentType="application/inkml+xml"/>
  <Override PartName="/ppt/ink/ink706.xml" ContentType="application/inkml+xml"/>
  <Override PartName="/ppt/ink/ink707.xml" ContentType="application/inkml+xml"/>
  <Override PartName="/ppt/ink/ink708.xml" ContentType="application/inkml+xml"/>
  <Override PartName="/ppt/ink/ink709.xml" ContentType="application/inkml+xml"/>
  <Override PartName="/ppt/ink/ink710.xml" ContentType="application/inkml+xml"/>
  <Override PartName="/ppt/ink/ink711.xml" ContentType="application/inkml+xml"/>
  <Override PartName="/ppt/ink/ink712.xml" ContentType="application/inkml+xml"/>
  <Override PartName="/ppt/ink/ink713.xml" ContentType="application/inkml+xml"/>
  <Override PartName="/ppt/ink/ink714.xml" ContentType="application/inkml+xml"/>
  <Override PartName="/ppt/ink/ink715.xml" ContentType="application/inkml+xml"/>
  <Override PartName="/ppt/ink/ink716.xml" ContentType="application/inkml+xml"/>
  <Override PartName="/ppt/ink/ink717.xml" ContentType="application/inkml+xml"/>
  <Override PartName="/ppt/ink/ink718.xml" ContentType="application/inkml+xml"/>
  <Override PartName="/ppt/ink/ink719.xml" ContentType="application/inkml+xml"/>
  <Override PartName="/ppt/ink/ink720.xml" ContentType="application/inkml+xml"/>
  <Override PartName="/ppt/ink/ink721.xml" ContentType="application/inkml+xml"/>
  <Override PartName="/ppt/ink/ink722.xml" ContentType="application/inkml+xml"/>
  <Override PartName="/ppt/ink/ink723.xml" ContentType="application/inkml+xml"/>
  <Override PartName="/ppt/ink/ink724.xml" ContentType="application/inkml+xml"/>
  <Override PartName="/ppt/ink/ink725.xml" ContentType="application/inkml+xml"/>
  <Override PartName="/ppt/ink/ink726.xml" ContentType="application/inkml+xml"/>
  <Override PartName="/ppt/ink/ink727.xml" ContentType="application/inkml+xml"/>
  <Override PartName="/ppt/ink/ink728.xml" ContentType="application/inkml+xml"/>
  <Override PartName="/ppt/ink/ink729.xml" ContentType="application/inkml+xml"/>
  <Override PartName="/ppt/ink/ink730.xml" ContentType="application/inkml+xml"/>
  <Override PartName="/ppt/ink/ink731.xml" ContentType="application/inkml+xml"/>
  <Override PartName="/ppt/ink/ink732.xml" ContentType="application/inkml+xml"/>
  <Override PartName="/ppt/ink/ink733.xml" ContentType="application/inkml+xml"/>
  <Override PartName="/ppt/ink/ink734.xml" ContentType="application/inkml+xml"/>
  <Override PartName="/ppt/ink/ink735.xml" ContentType="application/inkml+xml"/>
  <Override PartName="/ppt/ink/ink736.xml" ContentType="application/inkml+xml"/>
  <Override PartName="/ppt/ink/ink737.xml" ContentType="application/inkml+xml"/>
  <Override PartName="/ppt/ink/ink738.xml" ContentType="application/inkml+xml"/>
  <Override PartName="/ppt/ink/ink739.xml" ContentType="application/inkml+xml"/>
  <Override PartName="/ppt/ink/ink740.xml" ContentType="application/inkml+xml"/>
  <Override PartName="/ppt/ink/ink741.xml" ContentType="application/inkml+xml"/>
  <Override PartName="/ppt/ink/ink742.xml" ContentType="application/inkml+xml"/>
  <Override PartName="/ppt/ink/ink743.xml" ContentType="application/inkml+xml"/>
  <Override PartName="/ppt/ink/ink744.xml" ContentType="application/inkml+xml"/>
  <Override PartName="/ppt/ink/ink745.xml" ContentType="application/inkml+xml"/>
  <Override PartName="/ppt/ink/ink746.xml" ContentType="application/inkml+xml"/>
  <Override PartName="/ppt/ink/ink747.xml" ContentType="application/inkml+xml"/>
  <Override PartName="/ppt/ink/ink748.xml" ContentType="application/inkml+xml"/>
  <Override PartName="/ppt/ink/ink749.xml" ContentType="application/inkml+xml"/>
  <Override PartName="/ppt/ink/ink750.xml" ContentType="application/inkml+xml"/>
  <Override PartName="/ppt/ink/ink751.xml" ContentType="application/inkml+xml"/>
  <Override PartName="/ppt/ink/ink752.xml" ContentType="application/inkml+xml"/>
  <Override PartName="/ppt/ink/ink753.xml" ContentType="application/inkml+xml"/>
  <Override PartName="/ppt/ink/ink754.xml" ContentType="application/inkml+xml"/>
  <Override PartName="/ppt/ink/ink755.xml" ContentType="application/inkml+xml"/>
  <Override PartName="/ppt/ink/ink756.xml" ContentType="application/inkml+xml"/>
  <Override PartName="/ppt/ink/ink757.xml" ContentType="application/inkml+xml"/>
  <Override PartName="/ppt/ink/ink758.xml" ContentType="application/inkml+xml"/>
  <Override PartName="/ppt/ink/ink759.xml" ContentType="application/inkml+xml"/>
  <Override PartName="/ppt/ink/ink760.xml" ContentType="application/inkml+xml"/>
  <Override PartName="/ppt/ink/ink761.xml" ContentType="application/inkml+xml"/>
  <Override PartName="/ppt/ink/ink762.xml" ContentType="application/inkml+xml"/>
  <Override PartName="/ppt/ink/ink763.xml" ContentType="application/inkml+xml"/>
  <Override PartName="/ppt/ink/ink764.xml" ContentType="application/inkml+xml"/>
  <Override PartName="/ppt/ink/ink765.xml" ContentType="application/inkml+xml"/>
  <Override PartName="/ppt/ink/ink766.xml" ContentType="application/inkml+xml"/>
  <Override PartName="/ppt/ink/ink767.xml" ContentType="application/inkml+xml"/>
  <Override PartName="/ppt/ink/ink768.xml" ContentType="application/inkml+xml"/>
  <Override PartName="/ppt/ink/ink769.xml" ContentType="application/inkml+xml"/>
  <Override PartName="/ppt/ink/ink770.xml" ContentType="application/inkml+xml"/>
  <Override PartName="/ppt/ink/ink771.xml" ContentType="application/inkml+xml"/>
  <Override PartName="/ppt/ink/ink772.xml" ContentType="application/inkml+xml"/>
  <Override PartName="/ppt/ink/ink773.xml" ContentType="application/inkml+xml"/>
  <Override PartName="/ppt/ink/ink774.xml" ContentType="application/inkml+xml"/>
  <Override PartName="/ppt/ink/ink775.xml" ContentType="application/inkml+xml"/>
  <Override PartName="/ppt/ink/ink776.xml" ContentType="application/inkml+xml"/>
  <Override PartName="/ppt/ink/ink777.xml" ContentType="application/inkml+xml"/>
  <Override PartName="/ppt/ink/ink778.xml" ContentType="application/inkml+xml"/>
  <Override PartName="/ppt/ink/ink779.xml" ContentType="application/inkml+xml"/>
  <Override PartName="/ppt/ink/ink780.xml" ContentType="application/inkml+xml"/>
  <Override PartName="/ppt/ink/ink781.xml" ContentType="application/inkml+xml"/>
  <Override PartName="/ppt/ink/ink782.xml" ContentType="application/inkml+xml"/>
  <Override PartName="/ppt/ink/ink783.xml" ContentType="application/inkml+xml"/>
  <Override PartName="/ppt/ink/ink784.xml" ContentType="application/inkml+xml"/>
  <Override PartName="/ppt/ink/ink785.xml" ContentType="application/inkml+xml"/>
  <Override PartName="/ppt/ink/ink786.xml" ContentType="application/inkml+xml"/>
  <Override PartName="/ppt/ink/ink787.xml" ContentType="application/inkml+xml"/>
  <Override PartName="/ppt/ink/ink788.xml" ContentType="application/inkml+xml"/>
  <Override PartName="/ppt/ink/ink789.xml" ContentType="application/inkml+xml"/>
  <Override PartName="/ppt/ink/ink790.xml" ContentType="application/inkml+xml"/>
  <Override PartName="/ppt/ink/ink791.xml" ContentType="application/inkml+xml"/>
  <Override PartName="/ppt/ink/ink792.xml" ContentType="application/inkml+xml"/>
  <Override PartName="/ppt/ink/ink793.xml" ContentType="application/inkml+xml"/>
  <Override PartName="/ppt/ink/ink794.xml" ContentType="application/inkml+xml"/>
  <Override PartName="/ppt/ink/ink795.xml" ContentType="application/inkml+xml"/>
  <Override PartName="/ppt/ink/ink796.xml" ContentType="application/inkml+xml"/>
  <Override PartName="/ppt/ink/ink797.xml" ContentType="application/inkml+xml"/>
  <Override PartName="/ppt/ink/ink798.xml" ContentType="application/inkml+xml"/>
  <Override PartName="/ppt/ink/ink799.xml" ContentType="application/inkml+xml"/>
  <Override PartName="/ppt/ink/ink800.xml" ContentType="application/inkml+xml"/>
  <Override PartName="/ppt/ink/ink801.xml" ContentType="application/inkml+xml"/>
  <Override PartName="/ppt/ink/ink802.xml" ContentType="application/inkml+xml"/>
  <Override PartName="/ppt/ink/ink803.xml" ContentType="application/inkml+xml"/>
  <Override PartName="/ppt/ink/ink804.xml" ContentType="application/inkml+xml"/>
  <Override PartName="/ppt/ink/ink805.xml" ContentType="application/inkml+xml"/>
  <Override PartName="/ppt/ink/ink806.xml" ContentType="application/inkml+xml"/>
  <Override PartName="/ppt/ink/ink807.xml" ContentType="application/inkml+xml"/>
  <Override PartName="/ppt/ink/ink808.xml" ContentType="application/inkml+xml"/>
  <Override PartName="/ppt/ink/ink809.xml" ContentType="application/inkml+xml"/>
  <Override PartName="/ppt/ink/ink810.xml" ContentType="application/inkml+xml"/>
  <Override PartName="/ppt/ink/ink811.xml" ContentType="application/inkml+xml"/>
  <Override PartName="/ppt/ink/ink812.xml" ContentType="application/inkml+xml"/>
  <Override PartName="/ppt/ink/ink813.xml" ContentType="application/inkml+xml"/>
  <Override PartName="/ppt/ink/ink814.xml" ContentType="application/inkml+xml"/>
  <Override PartName="/ppt/ink/ink815.xml" ContentType="application/inkml+xml"/>
  <Override PartName="/ppt/ink/ink816.xml" ContentType="application/inkml+xml"/>
  <Override PartName="/ppt/ink/ink817.xml" ContentType="application/inkml+xml"/>
  <Override PartName="/ppt/ink/ink818.xml" ContentType="application/inkml+xml"/>
  <Override PartName="/ppt/ink/ink819.xml" ContentType="application/inkml+xml"/>
  <Override PartName="/ppt/ink/ink820.xml" ContentType="application/inkml+xml"/>
  <Override PartName="/ppt/ink/ink821.xml" ContentType="application/inkml+xml"/>
  <Override PartName="/ppt/ink/ink822.xml" ContentType="application/inkml+xml"/>
  <Override PartName="/ppt/ink/ink823.xml" ContentType="application/inkml+xml"/>
  <Override PartName="/ppt/ink/ink824.xml" ContentType="application/inkml+xml"/>
  <Override PartName="/ppt/ink/ink825.xml" ContentType="application/inkml+xml"/>
  <Override PartName="/ppt/ink/ink826.xml" ContentType="application/inkml+xml"/>
  <Override PartName="/ppt/ink/ink827.xml" ContentType="application/inkml+xml"/>
  <Override PartName="/ppt/ink/ink828.xml" ContentType="application/inkml+xml"/>
  <Override PartName="/ppt/ink/ink829.xml" ContentType="application/inkml+xml"/>
  <Override PartName="/ppt/ink/ink830.xml" ContentType="application/inkml+xml"/>
  <Override PartName="/ppt/ink/ink831.xml" ContentType="application/inkml+xml"/>
  <Override PartName="/ppt/ink/ink832.xml" ContentType="application/inkml+xml"/>
  <Override PartName="/ppt/ink/ink833.xml" ContentType="application/inkml+xml"/>
  <Override PartName="/ppt/ink/ink834.xml" ContentType="application/inkml+xml"/>
  <Override PartName="/ppt/ink/ink835.xml" ContentType="application/inkml+xml"/>
  <Override PartName="/ppt/ink/ink836.xml" ContentType="application/inkml+xml"/>
  <Override PartName="/ppt/ink/ink837.xml" ContentType="application/inkml+xml"/>
  <Override PartName="/ppt/ink/ink838.xml" ContentType="application/inkml+xml"/>
  <Override PartName="/ppt/ink/ink839.xml" ContentType="application/inkml+xml"/>
  <Override PartName="/ppt/ink/ink840.xml" ContentType="application/inkml+xml"/>
  <Override PartName="/ppt/ink/ink841.xml" ContentType="application/inkml+xml"/>
  <Override PartName="/ppt/ink/ink842.xml" ContentType="application/inkml+xml"/>
  <Override PartName="/ppt/ink/ink843.xml" ContentType="application/inkml+xml"/>
  <Override PartName="/ppt/ink/ink844.xml" ContentType="application/inkml+xml"/>
  <Override PartName="/ppt/ink/ink845.xml" ContentType="application/inkml+xml"/>
  <Override PartName="/ppt/ink/ink846.xml" ContentType="application/inkml+xml"/>
  <Override PartName="/ppt/ink/ink847.xml" ContentType="application/inkml+xml"/>
  <Override PartName="/ppt/ink/ink848.xml" ContentType="application/inkml+xml"/>
  <Override PartName="/ppt/ink/ink849.xml" ContentType="application/inkml+xml"/>
  <Override PartName="/ppt/ink/ink850.xml" ContentType="application/inkml+xml"/>
  <Override PartName="/ppt/ink/ink851.xml" ContentType="application/inkml+xml"/>
  <Override PartName="/ppt/ink/ink852.xml" ContentType="application/inkml+xml"/>
  <Override PartName="/ppt/ink/ink853.xml" ContentType="application/inkml+xml"/>
  <Override PartName="/ppt/ink/ink854.xml" ContentType="application/inkml+xml"/>
  <Override PartName="/ppt/ink/ink855.xml" ContentType="application/inkml+xml"/>
  <Override PartName="/ppt/ink/ink856.xml" ContentType="application/inkml+xml"/>
  <Override PartName="/ppt/ink/ink857.xml" ContentType="application/inkml+xml"/>
  <Override PartName="/ppt/ink/ink858.xml" ContentType="application/inkml+xml"/>
  <Override PartName="/ppt/ink/ink859.xml" ContentType="application/inkml+xml"/>
  <Override PartName="/ppt/ink/ink860.xml" ContentType="application/inkml+xml"/>
  <Override PartName="/ppt/ink/ink861.xml" ContentType="application/inkml+xml"/>
  <Override PartName="/ppt/ink/ink862.xml" ContentType="application/inkml+xml"/>
  <Override PartName="/ppt/ink/ink863.xml" ContentType="application/inkml+xml"/>
  <Override PartName="/ppt/ink/ink864.xml" ContentType="application/inkml+xml"/>
  <Override PartName="/ppt/ink/ink865.xml" ContentType="application/inkml+xml"/>
  <Override PartName="/ppt/ink/ink866.xml" ContentType="application/inkml+xml"/>
  <Override PartName="/ppt/ink/ink867.xml" ContentType="application/inkml+xml"/>
  <Override PartName="/ppt/ink/ink868.xml" ContentType="application/inkml+xml"/>
  <Override PartName="/ppt/ink/ink869.xml" ContentType="application/inkml+xml"/>
  <Override PartName="/ppt/ink/ink870.xml" ContentType="application/inkml+xml"/>
  <Override PartName="/ppt/ink/ink871.xml" ContentType="application/inkml+xml"/>
  <Override PartName="/ppt/ink/ink872.xml" ContentType="application/inkml+xml"/>
  <Override PartName="/ppt/ink/ink873.xml" ContentType="application/inkml+xml"/>
  <Override PartName="/ppt/ink/ink874.xml" ContentType="application/inkml+xml"/>
  <Override PartName="/ppt/ink/ink875.xml" ContentType="application/inkml+xml"/>
  <Override PartName="/ppt/ink/ink876.xml" ContentType="application/inkml+xml"/>
  <Override PartName="/ppt/ink/ink877.xml" ContentType="application/inkml+xml"/>
  <Override PartName="/ppt/ink/ink878.xml" ContentType="application/inkml+xml"/>
  <Override PartName="/ppt/ink/ink879.xml" ContentType="application/inkml+xml"/>
  <Override PartName="/ppt/slides/slide13.xml" ContentType="application/vnd.openxmlformats-officedocument.presentationml.slide+xml"/>
  <Override PartName="/ppt/ink/ink880.xml" ContentType="application/inkml+xml"/>
  <Override PartName="/ppt/ink/ink881.xml" ContentType="application/inkml+xml"/>
  <Override PartName="/ppt/ink/ink882.xml" ContentType="application/inkml+xml"/>
  <Override PartName="/ppt/ink/ink883.xml" ContentType="application/inkml+xml"/>
  <Override PartName="/ppt/ink/ink884.xml" ContentType="application/inkml+xml"/>
  <Override PartName="/ppt/ink/ink885.xml" ContentType="application/inkml+xml"/>
  <Override PartName="/ppt/ink/ink886.xml" ContentType="application/inkml+xml"/>
  <Override PartName="/ppt/ink/ink887.xml" ContentType="application/inkml+xml"/>
  <Override PartName="/ppt/ink/ink888.xml" ContentType="application/inkml+xml"/>
  <Override PartName="/ppt/ink/ink889.xml" ContentType="application/inkml+xml"/>
  <Override PartName="/ppt/ink/ink890.xml" ContentType="application/inkml+xml"/>
  <Override PartName="/ppt/ink/ink891.xml" ContentType="application/inkml+xml"/>
  <Override PartName="/ppt/ink/ink892.xml" ContentType="application/inkml+xml"/>
  <Override PartName="/ppt/ink/ink893.xml" ContentType="application/inkml+xml"/>
  <Override PartName="/ppt/ink/ink894.xml" ContentType="application/inkml+xml"/>
  <Override PartName="/ppt/ink/ink895.xml" ContentType="application/inkml+xml"/>
  <Override PartName="/ppt/ink/ink896.xml" ContentType="application/inkml+xml"/>
  <Override PartName="/ppt/ink/ink897.xml" ContentType="application/inkml+xml"/>
  <Override PartName="/ppt/ink/ink898.xml" ContentType="application/inkml+xml"/>
  <Override PartName="/ppt/ink/ink899.xml" ContentType="application/inkml+xml"/>
  <Override PartName="/ppt/ink/ink900.xml" ContentType="application/inkml+xml"/>
  <Override PartName="/ppt/ink/ink901.xml" ContentType="application/inkml+xml"/>
  <Override PartName="/ppt/ink/ink902.xml" ContentType="application/inkml+xml"/>
  <Override PartName="/ppt/ink/ink903.xml" ContentType="application/inkml+xml"/>
  <Override PartName="/ppt/ink/ink904.xml" ContentType="application/inkml+xml"/>
  <Override PartName="/ppt/ink/ink905.xml" ContentType="application/inkml+xml"/>
  <Override PartName="/ppt/ink/ink906.xml" ContentType="application/inkml+xml"/>
  <Override PartName="/ppt/ink/ink907.xml" ContentType="application/inkml+xml"/>
  <Override PartName="/ppt/ink/ink908.xml" ContentType="application/inkml+xml"/>
  <Override PartName="/ppt/ink/ink909.xml" ContentType="application/inkml+xml"/>
  <Override PartName="/ppt/ink/ink910.xml" ContentType="application/inkml+xml"/>
  <Override PartName="/ppt/ink/ink911.xml" ContentType="application/inkml+xml"/>
  <Override PartName="/ppt/ink/ink912.xml" ContentType="application/inkml+xml"/>
  <Override PartName="/ppt/ink/ink913.xml" ContentType="application/inkml+xml"/>
  <Override PartName="/ppt/ink/ink914.xml" ContentType="application/inkml+xml"/>
  <Override PartName="/ppt/ink/ink915.xml" ContentType="application/inkml+xml"/>
  <Override PartName="/ppt/ink/ink916.xml" ContentType="application/inkml+xml"/>
  <Override PartName="/ppt/ink/ink917.xml" ContentType="application/inkml+xml"/>
  <Override PartName="/ppt/ink/ink918.xml" ContentType="application/inkml+xml"/>
  <Override PartName="/ppt/ink/ink919.xml" ContentType="application/inkml+xml"/>
  <Override PartName="/ppt/ink/ink920.xml" ContentType="application/inkml+xml"/>
  <Override PartName="/ppt/ink/ink921.xml" ContentType="application/inkml+xml"/>
  <Override PartName="/ppt/ink/ink922.xml" ContentType="application/inkml+xml"/>
  <Override PartName="/ppt/ink/ink923.xml" ContentType="application/inkml+xml"/>
  <Override PartName="/ppt/ink/ink924.xml" ContentType="application/inkml+xml"/>
  <Override PartName="/ppt/ink/ink925.xml" ContentType="application/inkml+xml"/>
  <Override PartName="/ppt/ink/ink926.xml" ContentType="application/inkml+xml"/>
  <Override PartName="/ppt/ink/ink927.xml" ContentType="application/inkml+xml"/>
  <Override PartName="/ppt/ink/ink928.xml" ContentType="application/inkml+xml"/>
  <Override PartName="/ppt/ink/ink929.xml" ContentType="application/inkml+xml"/>
  <Override PartName="/ppt/ink/ink930.xml" ContentType="application/inkml+xml"/>
  <Override PartName="/ppt/ink/ink931.xml" ContentType="application/inkml+xml"/>
  <Override PartName="/ppt/ink/ink932.xml" ContentType="application/inkml+xml"/>
  <Override PartName="/ppt/ink/ink933.xml" ContentType="application/inkml+xml"/>
  <Override PartName="/ppt/ink/ink934.xml" ContentType="application/inkml+xml"/>
  <Override PartName="/ppt/ink/ink935.xml" ContentType="application/inkml+xml"/>
  <Override PartName="/ppt/ink/ink936.xml" ContentType="application/inkml+xml"/>
  <Override PartName="/ppt/ink/ink937.xml" ContentType="application/inkml+xml"/>
  <Override PartName="/ppt/ink/ink938.xml" ContentType="application/inkml+xml"/>
  <Override PartName="/ppt/ink/ink939.xml" ContentType="application/inkml+xml"/>
  <Override PartName="/ppt/ink/ink940.xml" ContentType="application/inkml+xml"/>
  <Override PartName="/ppt/ink/ink941.xml" ContentType="application/inkml+xml"/>
  <Override PartName="/ppt/ink/ink942.xml" ContentType="application/inkml+xml"/>
  <Override PartName="/ppt/ink/ink943.xml" ContentType="application/inkml+xml"/>
  <Override PartName="/ppt/ink/ink944.xml" ContentType="application/inkml+xml"/>
  <Override PartName="/ppt/ink/ink945.xml" ContentType="application/inkml+xml"/>
  <Override PartName="/ppt/ink/ink946.xml" ContentType="application/inkml+xml"/>
  <Override PartName="/ppt/slides/slide14.xml" ContentType="application/vnd.openxmlformats-officedocument.presentationml.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947.xml" ContentType="application/inkml+xml"/>
  <Override PartName="/ppt/ink/ink948.xml" ContentType="application/inkml+xml"/>
  <Override PartName="/ppt/ink/ink949.xml" ContentType="application/inkml+xml"/>
  <Override PartName="/ppt/ink/ink950.xml" ContentType="application/inkml+xml"/>
  <Override PartName="/ppt/ink/ink951.xml" ContentType="application/inkml+xml"/>
  <Override PartName="/ppt/ink/ink952.xml" ContentType="application/inkml+xml"/>
  <Override PartName="/ppt/ink/ink953.xml" ContentType="application/inkml+xml"/>
  <Override PartName="/ppt/ink/ink1049.xml" ContentType="application/inkml+xml"/>
  <Override PartName="/ppt/ink/ink1050.xml" ContentType="application/inkml+xml"/>
  <Override PartName="/ppt/ink/ink1167.xml" ContentType="application/inkml+xml"/>
  <Override PartName="/ppt/ink/ink1168.xml" ContentType="application/inkml+xml"/>
  <Override PartName="/ppt/ink/ink1169.xml" ContentType="application/inkml+xml"/>
  <Override PartName="/ppt/ink/ink1170.xml" ContentType="application/inkml+xml"/>
  <Override PartName="/ppt/slides/slide15.xml" ContentType="application/vnd.openxmlformats-officedocument.presentationml.slide+xml"/>
  <Override PartName="/ppt/ink/ink954.xml" ContentType="application/inkml+xml"/>
  <Override PartName="/ppt/ink/ink955.xml" ContentType="application/inkml+xml"/>
  <Override PartName="/ppt/ink/ink956.xml" ContentType="application/inkml+xml"/>
  <Override PartName="/ppt/ink/ink957.xml" ContentType="application/inkml+xml"/>
  <Override PartName="/ppt/ink/ink958.xml" ContentType="application/inkml+xml"/>
  <Override PartName="/ppt/ink/ink959.xml" ContentType="application/inkml+xml"/>
  <Override PartName="/ppt/ink/ink960.xml" ContentType="application/inkml+xml"/>
  <Override PartName="/ppt/ink/ink961.xml" ContentType="application/inkml+xml"/>
  <Override PartName="/ppt/ink/ink962.xml" ContentType="application/inkml+xml"/>
  <Override PartName="/ppt/ink/ink963.xml" ContentType="application/inkml+xml"/>
  <Override PartName="/ppt/ink/ink964.xml" ContentType="application/inkml+xml"/>
  <Override PartName="/ppt/ink/ink965.xml" ContentType="application/inkml+xml"/>
  <Override PartName="/ppt/ink/ink966.xml" ContentType="application/inkml+xml"/>
  <Override PartName="/ppt/ink/ink967.xml" ContentType="application/inkml+xml"/>
  <Override PartName="/ppt/ink/ink968.xml" ContentType="application/inkml+xml"/>
  <Override PartName="/ppt/ink/ink969.xml" ContentType="application/inkml+xml"/>
  <Override PartName="/ppt/ink/ink970.xml" ContentType="application/inkml+xml"/>
  <Override PartName="/ppt/ink/ink971.xml" ContentType="application/inkml+xml"/>
  <Override PartName="/ppt/ink/ink972.xml" ContentType="application/inkml+xml"/>
  <Override PartName="/ppt/ink/ink973.xml" ContentType="application/inkml+xml"/>
  <Override PartName="/ppt/ink/ink974.xml" ContentType="application/inkml+xml"/>
  <Override PartName="/ppt/ink/ink975.xml" ContentType="application/inkml+xml"/>
  <Override PartName="/ppt/ink/ink976.xml" ContentType="application/inkml+xml"/>
  <Override PartName="/ppt/ink/ink977.xml" ContentType="application/inkml+xml"/>
  <Override PartName="/ppt/ink/ink978.xml" ContentType="application/inkml+xml"/>
  <Override PartName="/ppt/ink/ink979.xml" ContentType="application/inkml+xml"/>
  <Override PartName="/ppt/ink/ink980.xml" ContentType="application/inkml+xml"/>
  <Override PartName="/ppt/ink/ink981.xml" ContentType="application/inkml+xml"/>
  <Override PartName="/ppt/ink/ink982.xml" ContentType="application/inkml+xml"/>
  <Override PartName="/ppt/ink/ink983.xml" ContentType="application/inkml+xml"/>
  <Override PartName="/ppt/ink/ink984.xml" ContentType="application/inkml+xml"/>
  <Override PartName="/ppt/ink/ink985.xml" ContentType="application/inkml+xml"/>
  <Override PartName="/ppt/ink/ink986.xml" ContentType="application/inkml+xml"/>
  <Override PartName="/ppt/ink/ink987.xml" ContentType="application/inkml+xml"/>
  <Override PartName="/ppt/ink/ink988.xml" ContentType="application/inkml+xml"/>
  <Override PartName="/ppt/ink/ink989.xml" ContentType="application/inkml+xml"/>
  <Override PartName="/ppt/ink/ink990.xml" ContentType="application/inkml+xml"/>
  <Override PartName="/ppt/ink/ink991.xml" ContentType="application/inkml+xml"/>
  <Override PartName="/ppt/ink/ink992.xml" ContentType="application/inkml+xml"/>
  <Override PartName="/ppt/ink/ink993.xml" ContentType="application/inkml+xml"/>
  <Override PartName="/ppt/ink/ink994.xml" ContentType="application/inkml+xml"/>
  <Override PartName="/ppt/ink/ink995.xml" ContentType="application/inkml+xml"/>
  <Override PartName="/ppt/ink/ink996.xml" ContentType="application/inkml+xml"/>
  <Override PartName="/ppt/ink/ink997.xml" ContentType="application/inkml+xml"/>
  <Override PartName="/ppt/ink/ink998.xml" ContentType="application/inkml+xml"/>
  <Override PartName="/ppt/ink/ink999.xml" ContentType="application/inkml+xml"/>
  <Override PartName="/ppt/ink/ink1000.xml" ContentType="application/inkml+xml"/>
  <Override PartName="/ppt/ink/ink1001.xml" ContentType="application/inkml+xml"/>
  <Override PartName="/ppt/ink/ink1002.xml" ContentType="application/inkml+xml"/>
  <Override PartName="/ppt/ink/ink1003.xml" ContentType="application/inkml+xml"/>
  <Override PartName="/ppt/ink/ink1004.xml" ContentType="application/inkml+xml"/>
  <Override PartName="/ppt/ink/ink1005.xml" ContentType="application/inkml+xml"/>
  <Override PartName="/ppt/ink/ink1006.xml" ContentType="application/inkml+xml"/>
  <Override PartName="/ppt/ink/ink1007.xml" ContentType="application/inkml+xml"/>
  <Override PartName="/ppt/ink/ink1008.xml" ContentType="application/inkml+xml"/>
  <Override PartName="/ppt/ink/ink1009.xml" ContentType="application/inkml+xml"/>
  <Override PartName="/ppt/ink/ink1010.xml" ContentType="application/inkml+xml"/>
  <Override PartName="/ppt/ink/ink1011.xml" ContentType="application/inkml+xml"/>
  <Override PartName="/ppt/ink/ink1012.xml" ContentType="application/inkml+xml"/>
  <Override PartName="/ppt/ink/ink1013.xml" ContentType="application/inkml+xml"/>
  <Override PartName="/ppt/ink/ink1014.xml" ContentType="application/inkml+xml"/>
  <Override PartName="/ppt/ink/ink1015.xml" ContentType="application/inkml+xml"/>
  <Override PartName="/ppt/ink/ink1016.xml" ContentType="application/inkml+xml"/>
  <Override PartName="/ppt/ink/ink1017.xml" ContentType="application/inkml+xml"/>
  <Override PartName="/ppt/ink/ink1018.xml" ContentType="application/inkml+xml"/>
  <Override PartName="/ppt/ink/ink1019.xml" ContentType="application/inkml+xml"/>
  <Override PartName="/ppt/ink/ink1020.xml" ContentType="application/inkml+xml"/>
  <Override PartName="/ppt/ink/ink1021.xml" ContentType="application/inkml+xml"/>
  <Override PartName="/ppt/ink/ink1022.xml" ContentType="application/inkml+xml"/>
  <Override PartName="/ppt/ink/ink1023.xml" ContentType="application/inkml+xml"/>
  <Override PartName="/ppt/ink/ink1024.xml" ContentType="application/inkml+xml"/>
  <Override PartName="/ppt/ink/ink1025.xml" ContentType="application/inkml+xml"/>
  <Override PartName="/ppt/ink/ink1026.xml" ContentType="application/inkml+xml"/>
  <Override PartName="/ppt/ink/ink1027.xml" ContentType="application/inkml+xml"/>
  <Override PartName="/ppt/ink/ink1028.xml" ContentType="application/inkml+xml"/>
  <Override PartName="/ppt/ink/ink1029.xml" ContentType="application/inkml+xml"/>
  <Override PartName="/ppt/ink/ink1030.xml" ContentType="application/inkml+xml"/>
  <Override PartName="/ppt/ink/ink1031.xml" ContentType="application/inkml+xml"/>
  <Override PartName="/ppt/ink/ink1032.xml" ContentType="application/inkml+xml"/>
  <Override PartName="/ppt/ink/ink1033.xml" ContentType="application/inkml+xml"/>
  <Override PartName="/ppt/ink/ink1034.xml" ContentType="application/inkml+xml"/>
  <Override PartName="/ppt/ink/ink1035.xml" ContentType="application/inkml+xml"/>
  <Override PartName="/ppt/ink/ink1036.xml" ContentType="application/inkml+xml"/>
  <Override PartName="/ppt/ink/ink1037.xml" ContentType="application/inkml+xml"/>
  <Override PartName="/ppt/ink/ink1038.xml" ContentType="application/inkml+xml"/>
  <Override PartName="/ppt/ink/ink1039.xml" ContentType="application/inkml+xml"/>
  <Override PartName="/ppt/ink/ink1040.xml" ContentType="application/inkml+xml"/>
  <Override PartName="/ppt/ink/ink1041.xml" ContentType="application/inkml+xml"/>
  <Override PartName="/ppt/ink/ink1042.xml" ContentType="application/inkml+xml"/>
  <Override PartName="/ppt/ink/ink1043.xml" ContentType="application/inkml+xml"/>
  <Override PartName="/ppt/ink/ink1044.xml" ContentType="application/inkml+xml"/>
  <Override PartName="/ppt/ink/ink1045.xml" ContentType="application/inkml+xml"/>
  <Override PartName="/ppt/ink/ink1046.xml" ContentType="application/inkml+xml"/>
  <Override PartName="/ppt/ink/ink1047.xml" ContentType="application/inkml+xml"/>
  <Override PartName="/ppt/ink/ink1048.xml" ContentType="application/inkml+xml"/>
  <Override PartName="/ppt/ink/ink1051.xml" ContentType="application/inkml+xml"/>
  <Override PartName="/ppt/ink/ink1052.xml" ContentType="application/inkml+xml"/>
  <Override PartName="/ppt/ink/ink1053.xml" ContentType="application/inkml+xml"/>
  <Override PartName="/ppt/ink/ink1054.xml" ContentType="application/inkml+xml"/>
  <Override PartName="/ppt/ink/ink1055.xml" ContentType="application/inkml+xml"/>
  <Override PartName="/ppt/ink/ink1056.xml" ContentType="application/inkml+xml"/>
  <Override PartName="/ppt/ink/ink1057.xml" ContentType="application/inkml+xml"/>
  <Override PartName="/ppt/ink/ink1058.xml" ContentType="application/inkml+xml"/>
  <Override PartName="/ppt/ink/ink1059.xml" ContentType="application/inkml+xml"/>
  <Override PartName="/ppt/ink/ink1060.xml" ContentType="application/inkml+xml"/>
  <Override PartName="/ppt/ink/ink1061.xml" ContentType="application/inkml+xml"/>
  <Override PartName="/ppt/ink/ink1062.xml" ContentType="application/inkml+xml"/>
  <Override PartName="/ppt/ink/ink1063.xml" ContentType="application/inkml+xml"/>
  <Override PartName="/ppt/ink/ink1064.xml" ContentType="application/inkml+xml"/>
  <Override PartName="/ppt/ink/ink1065.xml" ContentType="application/inkml+xml"/>
  <Override PartName="/ppt/ink/ink1066.xml" ContentType="application/inkml+xml"/>
  <Override PartName="/ppt/ink/ink1067.xml" ContentType="application/inkml+xml"/>
  <Override PartName="/ppt/ink/ink1068.xml" ContentType="application/inkml+xml"/>
  <Override PartName="/ppt/ink/ink1069.xml" ContentType="application/inkml+xml"/>
  <Override PartName="/ppt/ink/ink1070.xml" ContentType="application/inkml+xml"/>
  <Override PartName="/ppt/ink/ink1071.xml" ContentType="application/inkml+xml"/>
  <Override PartName="/ppt/ink/ink1072.xml" ContentType="application/inkml+xml"/>
  <Override PartName="/ppt/ink/ink1073.xml" ContentType="application/inkml+xml"/>
  <Override PartName="/ppt/ink/ink1074.xml" ContentType="application/inkml+xml"/>
  <Override PartName="/ppt/ink/ink1075.xml" ContentType="application/inkml+xml"/>
  <Override PartName="/ppt/ink/ink1076.xml" ContentType="application/inkml+xml"/>
  <Override PartName="/ppt/ink/ink1077.xml" ContentType="application/inkml+xml"/>
  <Override PartName="/ppt/ink/ink1078.xml" ContentType="application/inkml+xml"/>
  <Override PartName="/ppt/ink/ink1079.xml" ContentType="application/inkml+xml"/>
  <Override PartName="/ppt/ink/ink1080.xml" ContentType="application/inkml+xml"/>
  <Override PartName="/ppt/ink/ink1081.xml" ContentType="application/inkml+xml"/>
  <Override PartName="/ppt/ink/ink1082.xml" ContentType="application/inkml+xml"/>
  <Override PartName="/ppt/ink/ink1083.xml" ContentType="application/inkml+xml"/>
  <Override PartName="/ppt/ink/ink1084.xml" ContentType="application/inkml+xml"/>
  <Override PartName="/ppt/ink/ink1085.xml" ContentType="application/inkml+xml"/>
  <Override PartName="/ppt/ink/ink1086.xml" ContentType="application/inkml+xml"/>
  <Override PartName="/ppt/ink/ink1087.xml" ContentType="application/inkml+xml"/>
  <Override PartName="/ppt/ink/ink1088.xml" ContentType="application/inkml+xml"/>
  <Override PartName="/ppt/ink/ink1089.xml" ContentType="application/inkml+xml"/>
  <Override PartName="/ppt/ink/ink1090.xml" ContentType="application/inkml+xml"/>
  <Override PartName="/ppt/ink/ink1091.xml" ContentType="application/inkml+xml"/>
  <Override PartName="/ppt/ink/ink1092.xml" ContentType="application/inkml+xml"/>
  <Override PartName="/ppt/ink/ink1093.xml" ContentType="application/inkml+xml"/>
  <Override PartName="/ppt/ink/ink1094.xml" ContentType="application/inkml+xml"/>
  <Override PartName="/ppt/ink/ink1095.xml" ContentType="application/inkml+xml"/>
  <Override PartName="/ppt/ink/ink1096.xml" ContentType="application/inkml+xml"/>
  <Override PartName="/ppt/ink/ink1097.xml" ContentType="application/inkml+xml"/>
  <Override PartName="/ppt/ink/ink1098.xml" ContentType="application/inkml+xml"/>
  <Override PartName="/ppt/ink/ink1099.xml" ContentType="application/inkml+xml"/>
  <Override PartName="/ppt/ink/ink1100.xml" ContentType="application/inkml+xml"/>
  <Override PartName="/ppt/ink/ink1101.xml" ContentType="application/inkml+xml"/>
  <Override PartName="/ppt/ink/ink1102.xml" ContentType="application/inkml+xml"/>
  <Override PartName="/ppt/ink/ink1103.xml" ContentType="application/inkml+xml"/>
  <Override PartName="/ppt/ink/ink1104.xml" ContentType="application/inkml+xml"/>
  <Override PartName="/ppt/ink/ink1105.xml" ContentType="application/inkml+xml"/>
  <Override PartName="/ppt/ink/ink1106.xml" ContentType="application/inkml+xml"/>
  <Override PartName="/ppt/ink/ink1107.xml" ContentType="application/inkml+xml"/>
  <Override PartName="/ppt/ink/ink1108.xml" ContentType="application/inkml+xml"/>
  <Override PartName="/ppt/ink/ink1109.xml" ContentType="application/inkml+xml"/>
  <Override PartName="/ppt/ink/ink1110.xml" ContentType="application/inkml+xml"/>
  <Override PartName="/ppt/ink/ink1111.xml" ContentType="application/inkml+xml"/>
  <Override PartName="/ppt/ink/ink1112.xml" ContentType="application/inkml+xml"/>
  <Override PartName="/ppt/ink/ink1113.xml" ContentType="application/inkml+xml"/>
  <Override PartName="/ppt/ink/ink1114.xml" ContentType="application/inkml+xml"/>
  <Override PartName="/ppt/ink/ink1115.xml" ContentType="application/inkml+xml"/>
  <Override PartName="/ppt/ink/ink1116.xml" ContentType="application/inkml+xml"/>
  <Override PartName="/ppt/ink/ink1117.xml" ContentType="application/inkml+xml"/>
  <Override PartName="/ppt/ink/ink1118.xml" ContentType="application/inkml+xml"/>
  <Override PartName="/ppt/ink/ink1119.xml" ContentType="application/inkml+xml"/>
  <Override PartName="/ppt/ink/ink1120.xml" ContentType="application/inkml+xml"/>
  <Override PartName="/ppt/ink/ink1121.xml" ContentType="application/inkml+xml"/>
  <Override PartName="/ppt/ink/ink1122.xml" ContentType="application/inkml+xml"/>
  <Override PartName="/ppt/ink/ink1123.xml" ContentType="application/inkml+xml"/>
  <Override PartName="/ppt/ink/ink1124.xml" ContentType="application/inkml+xml"/>
  <Override PartName="/ppt/ink/ink1125.xml" ContentType="application/inkml+xml"/>
  <Override PartName="/ppt/ink/ink1126.xml" ContentType="application/inkml+xml"/>
  <Override PartName="/ppt/ink/ink1127.xml" ContentType="application/inkml+xml"/>
  <Override PartName="/ppt/ink/ink1128.xml" ContentType="application/inkml+xml"/>
  <Override PartName="/ppt/ink/ink1129.xml" ContentType="application/inkml+xml"/>
  <Override PartName="/ppt/ink/ink1130.xml" ContentType="application/inkml+xml"/>
  <Override PartName="/ppt/ink/ink1131.xml" ContentType="application/inkml+xml"/>
  <Override PartName="/ppt/ink/ink1132.xml" ContentType="application/inkml+xml"/>
  <Override PartName="/ppt/ink/ink1133.xml" ContentType="application/inkml+xml"/>
  <Override PartName="/ppt/ink/ink1134.xml" ContentType="application/inkml+xml"/>
  <Override PartName="/ppt/ink/ink1135.xml" ContentType="application/inkml+xml"/>
  <Override PartName="/ppt/ink/ink1136.xml" ContentType="application/inkml+xml"/>
  <Override PartName="/ppt/ink/ink1137.xml" ContentType="application/inkml+xml"/>
  <Override PartName="/ppt/ink/ink1138.xml" ContentType="application/inkml+xml"/>
  <Override PartName="/ppt/ink/ink1139.xml" ContentType="application/inkml+xml"/>
  <Override PartName="/ppt/ink/ink1140.xml" ContentType="application/inkml+xml"/>
  <Override PartName="/ppt/ink/ink1141.xml" ContentType="application/inkml+xml"/>
  <Override PartName="/ppt/ink/ink1142.xml" ContentType="application/inkml+xml"/>
  <Override PartName="/ppt/ink/ink1143.xml" ContentType="application/inkml+xml"/>
  <Override PartName="/ppt/ink/ink1144.xml" ContentType="application/inkml+xml"/>
  <Override PartName="/ppt/ink/ink1145.xml" ContentType="application/inkml+xml"/>
  <Override PartName="/ppt/ink/ink1146.xml" ContentType="application/inkml+xml"/>
  <Override PartName="/ppt/ink/ink1147.xml" ContentType="application/inkml+xml"/>
  <Override PartName="/ppt/ink/ink1148.xml" ContentType="application/inkml+xml"/>
  <Override PartName="/ppt/ink/ink1149.xml" ContentType="application/inkml+xml"/>
  <Override PartName="/ppt/ink/ink1150.xml" ContentType="application/inkml+xml"/>
  <Override PartName="/ppt/ink/ink1151.xml" ContentType="application/inkml+xml"/>
  <Override PartName="/ppt/ink/ink1152.xml" ContentType="application/inkml+xml"/>
  <Override PartName="/ppt/ink/ink1153.xml" ContentType="application/inkml+xml"/>
  <Override PartName="/ppt/ink/ink1154.xml" ContentType="application/inkml+xml"/>
  <Override PartName="/ppt/ink/ink1155.xml" ContentType="application/inkml+xml"/>
  <Override PartName="/ppt/ink/ink1156.xml" ContentType="application/inkml+xml"/>
  <Override PartName="/ppt/ink/ink1157.xml" ContentType="application/inkml+xml"/>
  <Override PartName="/ppt/ink/ink1158.xml" ContentType="application/inkml+xml"/>
  <Override PartName="/ppt/ink/ink1159.xml" ContentType="application/inkml+xml"/>
  <Override PartName="/ppt/ink/ink1160.xml" ContentType="application/inkml+xml"/>
  <Override PartName="/ppt/slides/slide16.xml" ContentType="application/vnd.openxmlformats-officedocument.presentationml.slide+xml"/>
  <Override PartName="/ppt/ink/ink5.xml" ContentType="application/inkml+xml"/>
  <Override PartName="/ppt/ink/ink1161.xml" ContentType="application/inkml+xml"/>
  <Override PartName="/ppt/ink/ink1162.xml" ContentType="application/inkml+xml"/>
  <Override PartName="/ppt/ink/ink1163.xml" ContentType="application/inkml+xml"/>
  <Override PartName="/ppt/ink/ink1164.xml" ContentType="application/inkml+xml"/>
  <Override PartName="/ppt/ink/ink1165.xml" ContentType="application/inkml+xml"/>
  <Override PartName="/ppt/ink/ink1166.xml" ContentType="application/inkml+xml"/>
  <Override PartName="/ppt/slides/slide17.xml" ContentType="application/vnd.openxmlformats-officedocument.presentationml.slide+xml"/>
  <Override PartName="/ppt/ink/ink1171.xml" ContentType="application/inkml+xml"/>
  <Override PartName="/ppt/ink/ink1172.xml" ContentType="application/inkml+xml"/>
  <Override PartName="/ppt/ink/ink1173.xml" ContentType="application/inkml+xml"/>
  <Override PartName="/ppt/ink/ink1174.xml" ContentType="application/inkml+xml"/>
  <Override PartName="/ppt/slides/slide18.xml" ContentType="application/vnd.openxmlformats-officedocument.presentationml.slide+xml"/>
  <Override PartName="/ppt/ink/ink1175.xml" ContentType="application/inkml+xml"/>
  <Override PartName="/ppt/ink/ink1176.xml" ContentType="application/inkml+xml"/>
  <Override PartName="/ppt/ink/ink1177.xml" ContentType="application/inkml+xml"/>
  <Override PartName="/ppt/ink/ink1178.xml" ContentType="application/inkml+xml"/>
  <Override PartName="/ppt/ink/ink1179.xml" ContentType="application/inkml+xml"/>
  <Override PartName="/ppt/ink/ink1180.xml" ContentType="application/inkml+xml"/>
  <Override PartName="/ppt/ink/ink1181.xml" ContentType="application/inkml+xml"/>
  <Override PartName="/ppt/ink/ink1182.xml" ContentType="application/inkml+xml"/>
  <Override PartName="/ppt/ink/ink1183.xml" ContentType="application/inkml+xml"/>
  <Override PartName="/ppt/ink/ink1184.xml" ContentType="application/inkml+xml"/>
  <Override PartName="/ppt/ink/ink1185.xml" ContentType="application/inkml+xml"/>
  <Override PartName="/ppt/ink/ink1186.xml" ContentType="application/inkml+xml"/>
  <Override PartName="/ppt/ink/ink1187.xml" ContentType="application/inkml+xml"/>
  <Override PartName="/ppt/ink/ink1188.xml" ContentType="application/inkml+xml"/>
  <Override PartName="/ppt/ink/ink1189.xml" ContentType="application/inkml+xml"/>
  <Override PartName="/ppt/ink/ink1190.xml" ContentType="application/inkml+xml"/>
  <Override PartName="/ppt/ink/ink1191.xml" ContentType="application/inkml+xml"/>
  <Override PartName="/ppt/ink/ink1192.xml" ContentType="application/inkml+xml"/>
  <Override PartName="/ppt/ink/ink1193.xml" ContentType="application/inkml+xml"/>
  <Override PartName="/ppt/ink/ink1194.xml" ContentType="application/inkml+xml"/>
  <Override PartName="/ppt/ink/ink1195.xml" ContentType="application/inkml+xml"/>
  <Override PartName="/ppt/ink/ink1196.xml" ContentType="application/inkml+xml"/>
  <Override PartName="/ppt/ink/ink1197.xml" ContentType="application/inkml+xml"/>
  <Override PartName="/ppt/ink/ink1198.xml" ContentType="application/inkml+xml"/>
  <Override PartName="/ppt/ink/ink1199.xml" ContentType="application/inkml+xml"/>
  <Override PartName="/ppt/ink/ink1200.xml" ContentType="application/inkml+xml"/>
  <Override PartName="/ppt/ink/ink1201.xml" ContentType="application/inkml+xml"/>
  <Override PartName="/ppt/ink/ink1202.xml" ContentType="application/inkml+xml"/>
  <Override PartName="/ppt/ink/ink1203.xml" ContentType="application/inkml+xml"/>
  <Override PartName="/ppt/ink/ink1204.xml" ContentType="application/inkml+xml"/>
  <Override PartName="/ppt/ink/ink1205.xml" ContentType="application/inkml+xml"/>
  <Override PartName="/ppt/ink/ink1206.xml" ContentType="application/inkml+xml"/>
  <Override PartName="/ppt/ink/ink1207.xml" ContentType="application/inkml+xml"/>
  <Override PartName="/ppt/ink/ink1208.xml" ContentType="application/inkml+xml"/>
  <Override PartName="/ppt/ink/ink1209.xml" ContentType="application/inkml+xml"/>
  <Override PartName="/ppt/ink/ink1210.xml" ContentType="application/inkml+xml"/>
  <Override PartName="/ppt/ink/ink1211.xml" ContentType="application/inkml+xml"/>
  <Override PartName="/ppt/ink/ink1212.xml" ContentType="application/inkml+xml"/>
  <Override PartName="/ppt/ink/ink1213.xml" ContentType="application/inkml+xml"/>
  <Override PartName="/ppt/ink/ink1214.xml" ContentType="application/inkml+xml"/>
  <Override PartName="/ppt/ink/ink1215.xml" ContentType="application/inkml+xml"/>
  <Override PartName="/ppt/ink/ink1216.xml" ContentType="application/inkml+xml"/>
  <Override PartName="/ppt/ink/ink1217.xml" ContentType="application/inkml+xml"/>
  <Override PartName="/ppt/ink/ink1218.xml" ContentType="application/inkml+xml"/>
  <Override PartName="/ppt/ink/ink1219.xml" ContentType="application/inkml+xml"/>
  <Override PartName="/ppt/ink/ink1220.xml" ContentType="application/inkml+xml"/>
  <Override PartName="/ppt/ink/ink1221.xml" ContentType="application/inkml+xml"/>
  <Override PartName="/ppt/ink/ink1222.xml" ContentType="application/inkml+xml"/>
  <Override PartName="/ppt/ink/ink1223.xml" ContentType="application/inkml+xml"/>
  <Override PartName="/ppt/ink/ink1224.xml" ContentType="application/inkml+xml"/>
  <Override PartName="/ppt/ink/ink1225.xml" ContentType="application/inkml+xml"/>
  <Override PartName="/ppt/ink/ink1226.xml" ContentType="application/inkml+xml"/>
  <Override PartName="/ppt/ink/ink1227.xml" ContentType="application/inkml+xml"/>
  <Override PartName="/ppt/ink/ink1228.xml" ContentType="application/inkml+xml"/>
  <Override PartName="/ppt/ink/ink1229.xml" ContentType="application/inkml+xml"/>
  <Override PartName="/ppt/ink/ink1230.xml" ContentType="application/inkml+xml"/>
  <Override PartName="/ppt/ink/ink1231.xml" ContentType="application/inkml+xml"/>
  <Override PartName="/ppt/ink/ink1232.xml" ContentType="application/inkml+xml"/>
  <Override PartName="/ppt/ink/ink1233.xml" ContentType="application/inkml+xml"/>
  <Override PartName="/ppt/ink/ink1234.xml" ContentType="application/inkml+xml"/>
  <Override PartName="/ppt/ink/ink1235.xml" ContentType="application/inkml+xml"/>
  <Override PartName="/ppt/ink/ink1236.xml" ContentType="application/inkml+xml"/>
  <Override PartName="/ppt/ink/ink1237.xml" ContentType="application/inkml+xml"/>
  <Override PartName="/ppt/ink/ink1238.xml" ContentType="application/inkml+xml"/>
  <Override PartName="/ppt/ink/ink1239.xml" ContentType="application/inkml+xml"/>
  <Override PartName="/ppt/ink/ink1240.xml" ContentType="application/inkml+xml"/>
  <Override PartName="/ppt/ink/ink1241.xml" ContentType="application/inkml+xml"/>
  <Override PartName="/ppt/ink/ink1242.xml" ContentType="application/inkml+xml"/>
  <Override PartName="/ppt/ink/ink1243.xml" ContentType="application/inkml+xml"/>
  <Override PartName="/ppt/ink/ink1244.xml" ContentType="application/inkml+xml"/>
  <Override PartName="/ppt/ink/ink1245.xml" ContentType="application/inkml+xml"/>
  <Override PartName="/ppt/ink/ink1246.xml" ContentType="application/inkml+xml"/>
  <Override PartName="/ppt/ink/ink1247.xml" ContentType="application/inkml+xml"/>
  <Override PartName="/ppt/ink/ink1248.xml" ContentType="application/inkml+xml"/>
  <Override PartName="/ppt/ink/ink1249.xml" ContentType="application/inkml+xml"/>
  <Override PartName="/ppt/ink/ink1250.xml" ContentType="application/inkml+xml"/>
  <Override PartName="/ppt/ink/ink1251.xml" ContentType="application/inkml+xml"/>
  <Override PartName="/ppt/ink/ink1252.xml" ContentType="application/inkml+xml"/>
  <Override PartName="/ppt/ink/ink1253.xml" ContentType="application/inkml+xml"/>
  <Override PartName="/ppt/ink/ink1254.xml" ContentType="application/inkml+xml"/>
  <Override PartName="/ppt/ink/ink1255.xml" ContentType="application/inkml+xml"/>
  <Override PartName="/ppt/ink/ink1256.xml" ContentType="application/inkml+xml"/>
  <Override PartName="/ppt/ink/ink1257.xml" ContentType="application/inkml+xml"/>
  <Override PartName="/ppt/ink/ink1258.xml" ContentType="application/inkml+xml"/>
  <Override PartName="/ppt/ink/ink1259.xml" ContentType="application/inkml+xml"/>
  <Override PartName="/ppt/ink/ink1260.xml" ContentType="application/inkml+xml"/>
  <Override PartName="/ppt/ink/ink1261.xml" ContentType="application/inkml+xml"/>
  <Override PartName="/ppt/ink/ink1262.xml" ContentType="application/inkml+xml"/>
  <Override PartName="/ppt/ink/ink1263.xml" ContentType="application/inkml+xml"/>
  <Override PartName="/ppt/ink/ink1264.xml" ContentType="application/inkml+xml"/>
  <Override PartName="/ppt/ink/ink1265.xml" ContentType="application/inkml+xml"/>
  <Override PartName="/ppt/ink/ink1266.xml" ContentType="application/inkml+xml"/>
  <Override PartName="/ppt/ink/ink1267.xml" ContentType="application/inkml+xml"/>
  <Override PartName="/ppt/ink/ink1268.xml" ContentType="application/inkml+xml"/>
  <Override PartName="/ppt/ink/ink1269.xml" ContentType="application/inkml+xml"/>
  <Override PartName="/ppt/ink/ink1270.xml" ContentType="application/inkml+xml"/>
  <Override PartName="/ppt/ink/ink1271.xml" ContentType="application/inkml+xml"/>
  <Override PartName="/ppt/ink/ink1272.xml" ContentType="application/inkml+xml"/>
  <Override PartName="/ppt/ink/ink1273.xml" ContentType="application/inkml+xml"/>
  <Override PartName="/ppt/ink/ink1274.xml" ContentType="application/inkml+xml"/>
  <Override PartName="/ppt/ink/ink1275.xml" ContentType="application/inkml+xml"/>
  <Override PartName="/ppt/slides/slide19.xml" ContentType="application/vnd.openxmlformats-officedocument.presentationml.slide+xml"/>
  <Override PartName="/ppt/ink/ink6.xml" ContentType="application/inkml+xml"/>
  <Override PartName="/ppt/ink/ink7.xml" ContentType="application/inkml+xml"/>
  <Override PartName="/ppt/slides/slide20.xml" ContentType="application/vnd.openxmlformats-officedocument.presentationml.slide+xml"/>
  <Override PartName="/ppt/slides/slide21.xml" ContentType="application/vnd.openxmlformats-officedocument.presentationml.slide+xml"/>
  <Override PartName="/ppt/ink/ink8.xml" ContentType="application/inkml+xml"/>
  <Override PartName="/ppt/slides/slide22.xml" ContentType="application/vnd.openxmlformats-officedocument.presentationml.slide+xml"/>
  <Override PartName="/ppt/ink/ink9.xml" ContentType="application/inkml+xml"/>
  <Override PartName="/ppt/slides/slide23.xml" ContentType="application/vnd.openxmlformats-officedocument.presentationml.slide+xml"/>
  <Override PartName="/ppt/slides/slide24.xml" ContentType="application/vnd.openxmlformats-officedocument.presentationml.slide+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ink/ink15.xml" ContentType="application/inkml+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ink/ink16.xml" ContentType="application/inkml+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s>
</file>

<file path=ppt/presentation.xml><?xml version="1.0" encoding="utf-8"?>
<p:presentation xmlns:p="http://schemas.openxmlformats.org/presentationml/2006/main" xmlns:r="http://schemas.openxmlformats.org/officeDocument/2006/relationships" xmlns:a="http://schemas.openxmlformats.org/drawingml/2006/main" saveSubsetFonts="1">
  <p:sldMasterIdLst>
    <p:sldMasterId id="2147483660" r:id="rId1"/>
  </p:sldMasterIdLst>
  <p:notesMasterIdLst>
    <p:notesMasterId r:id="rId2"/>
  </p:notesMasterIdLst>
  <p:sldIdLst>
    <p:sldId id="281" r:id="rId3"/>
    <p:sldId id="282" r:id="rId4"/>
    <p:sldId id="286" r:id="rId5"/>
    <p:sldId id="283" r:id="rId6"/>
    <p:sldId id="284" r:id="rId7"/>
    <p:sldId id="285" r:id="rId8"/>
    <p:sldId id="319" r:id="rId9"/>
    <p:sldId id="320" r:id="rId10"/>
    <p:sldId id="287" r:id="rId11"/>
    <p:sldId id="288" r:id="rId12"/>
    <p:sldId id="289" r:id="rId13"/>
    <p:sldId id="292" r:id="rId14"/>
    <p:sldId id="321" r:id="rId15"/>
    <p:sldId id="290" r:id="rId16"/>
    <p:sldId id="322" r:id="rId17"/>
    <p:sldId id="293" r:id="rId18"/>
    <p:sldId id="294" r:id="rId19"/>
    <p:sldId id="323" r:id="rId20"/>
    <p:sldId id="295" r:id="rId21"/>
    <p:sldId id="296" r:id="rId22"/>
    <p:sldId id="297" r:id="rId23"/>
    <p:sldId id="298" r:id="rId24"/>
    <p:sldId id="299" r:id="rId25"/>
    <p:sldId id="300" r:id="rId26"/>
    <p:sldId id="301" r:id="rId27"/>
    <p:sldId id="302" r:id="rId28"/>
    <p:sldId id="303" r:id="rId29"/>
    <p:sldId id="304" r:id="rId30"/>
    <p:sldId id="305" r:id="rId31"/>
    <p:sldId id="306" r:id="rId32"/>
    <p:sldId id="307" r:id="rId33"/>
    <p:sldId id="308" r:id="rId34"/>
    <p:sldId id="309" r:id="rId35"/>
    <p:sldId id="310" r:id="rId36"/>
    <p:sldId id="311" r:id="rId37"/>
    <p:sldId id="312" r:id="rId38"/>
    <p:sldId id="313" r:id="rId39"/>
    <p:sldId id="314" r:id="rId40"/>
    <p:sldId id="315" r:id="rId41"/>
    <p:sldId id="316" r:id="rId42"/>
    <p:sldId id="317" r:id="rId43"/>
    <p:sldId id="318" r:id="rId44"/>
  </p:sldIdLst>
  <p:sldSz cy="6858000" cx="12192000"/>
  <p:notesSz cx="6858000" cy="9144000"/>
  <p:defaultText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lastView="sldThumbnailView">
  <p:normalViewPr horzBarState="maximized">
    <p:restoredLeft sz="15000" autoAdjust="0"/>
    <p:restoredTop sz="94660"/>
  </p:normalViewPr>
  <p:slideViewPr>
    <p:cSldViewPr snapToGrid="0">
      <p:cViewPr varScale="1">
        <p:scale>
          <a:sx n="72" d="100"/>
          <a:sy n="72" d="100"/>
        </p:scale>
        <p:origin x="660" y="66"/>
      </p:cViewPr>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tableStyles" Target="tableStyles.xml"/><Relationship Id="rId46" Type="http://schemas.openxmlformats.org/officeDocument/2006/relationships/presProps" Target="presProps.xml"/><Relationship Id="rId47" Type="http://schemas.openxmlformats.org/officeDocument/2006/relationships/viewProps" Target="viewProps.xml"/></Relationships>
</file>

<file path=ppt/ink/ink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9036 5915 874, 9147 6012 870, 9224 5888 866, 9239 5791 678</trace>
</ink>
</file>

<file path=ppt/ink/ink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16142 9309 874, 16242 9309 874, 16399 9309 869, 16489 9311 869, 16581 9316 868, 16677 9319 867, 16779 9321 867, 16886 9323 866, 17002 9324 866, 17124 9326 865, 17251 9326 864, 17380 9327 864, 17478 9327 863, 17574 9327 863, 17675 9327 861, 17775 9326 861, 17876 9322 862, 17983 9319 863, 18096 9316 862, 18211 9314 862, 18374 9311 861, 18466 9310 861, 18551 9310 861, 18694 9309 863, 18787 9309 863, 18931 9309 862, 19024 9309 862, 19120 9309 862, 19265 9309 863, 19389 9309 862, 19547 9309 860, 19693 9309 860, 19820 9307 862, 19965 9300 861, 20115 9294 861, 20259 9286 862, 20413 9279 861, 20504 9273 862, 20653 9267 862, 20785 9262 862, 20937 9260 862, 21022 9260 862, 21152 9259 860, 21289 9259 860, 21402 9258 861, 21548 9251 863, 21666 9247 865, 21773 9245 866, 21864 9271 865, 21850 9342 423</trace>
</ink>
</file>

<file path=ppt/ink/ink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8901 9890 874, 9009 9895 871, 9178 9903 866, 9277 9906 863, 9374 9908 860, 9461 9911 859, 9589 9916 858, 9745 9928 858, 9870 9939 858, 10031 9946 858, 10123 9949 858, 10262 9950 858, 10350 9950 857, 10447 9952 857, 10550 9952 856, 10646 9952 856, 10815 9952 855, 10921 9952 854, 11078 9949 853, 11179 9945 852, 11293 9941 852, 11397 9940 852, 11481 9939 852, 11582 9937 851, 11695 9936 851, 11819 9936 850, 11909 9936 849, 12005 9937 849, 12115 9941 849, 12236 9944 849, 12351 9945 848, 12439 9948 847, 12548 9949 846, 12671 9949 845, 12798 9950 844, 12895 9950 844, 12994 9950 844, 13106 9952 844, 13211 9952 845, 13296 9952 845, 13404 9952 845, 13527 9952 844, 13658 9952 843, 13755 9952 839, 13858 9952 833, 13975 9949 824, 14099 9945 812, 14216 9943 792, 14303 9939 764, 14407 9935 728, 14520 9928 685, 14639 9923 636, 14724 9919 580, 14811 9916 519, 14904 9915 455, 14995 9916 387, 15079 9920 319, 15224 9925 197, 15315 9929 27</trace>
</ink>
</file>

<file path=ppt/ink/ink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4804 11774 874, 4941 11767 871, 5073 11743 870, 5191 11731 870, 5275 11724 815</trace>
</ink>
</file>

<file path=ppt/ink/ink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5757 4351 874, 5870 4364 869, 5994 4376 865, 6126 4385 862, 6286 4389 860, 6417 4393 858, 6593 4400 857, 6743 4406 856, 6834 4410 855, 6937 4415 855, 7050 4419 854, 7221 4425 853, 7335 4428 851, 7461 4429 849, 7571 4430 847, 7666 4430 845, 7782 4432 842, 7911 4433 840, 8052 4436 839, 8147 4437 837, 8260 4438 836, 8391 4439 835, 8532 4441 834, 8679 4441 833, 8820 4441 833, 8922 4441 832, 9043 4441 833, 9175 4441 834, 9268 4441 835, 9376 4442 836, 9501 4443 836, 9636 4442 836, 9763 4439 836, 9859 4438 836, 9973 4436 837, 10097 4433 838, 10228 4432 839, 10325 4432 841, 10427 4430 842, 10541 4430 844, 10663 4430 845, 10780 4430 846, 10965 4430 848, 11078 4430 849, 11197 4430 850, 11293 4430 851, 11382 4430 851, 11484 4430 851, 11593 4430 852, 11708 4430 852, 11876 4430 853, 11978 4430 853, 12089 4430 853, 12182 4430 854, 12362 4430 854, 12468 4430 854, 12574 4430 853, 12727 4428 844, 12815 4425 838, 12902 4421 829, 13030 4415 798, 13123 4412 736, 13209 4415 295</trace>
</ink>
</file>

<file path=ppt/ink/ink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6622 13071 874, 6679 12987 863, 6738 12875 848, 6786 12780 818</trace>
</ink>
</file>

<file path=ppt/ink/ink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14548 12936 874, 14589 12848 861, 14630 12762 830</trace>
</ink>
</file>

<file path=ppt/ink/ink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color" value="#0000FF"/>
      <brushProperty name="fitToCurve" value="1"/>
    </brush>
  </definitions>
  <trace timeOffset="0.0" brushRef="#br0" contextRef="#ctx0"> 7188 8184 874, 7287 8207 862</trace>
</ink>
</file>

<file path=ppt/ink/ink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color" value="#0000FF"/>
      <brushProperty name="fitToCurve" value="1"/>
    </brush>
  </definitions>
  <trace timeOffset="0.0" brushRef="#br0" contextRef="#ctx0"> 18542 11178 874, 18637 11137 868, 18763 11068 862, 18855 11008 860, 18981 10920 860, 19109 10828 858, 19242 10733 857, 19409 10618 856, 19545 10523 855, 19631 10461 854, 19723 10390 854, 19869 10275 852, 19953 10207 850, 20042 10133 849, 20130 10062 849, 20263 9955 850, 20417 9846 852, 20529 9771 855, 20645 9693 861, 20745 9625 865, 20834 9566 868, 20937 9543 870, 21035 9555 869, 21179 9620 866, 21319 9697 862, 21430 9766 859, 21562 9856 859, 21663 9931 858, 21807 10042 857, 21973 10165 856, 22106 10267 855, 22278 10404 854, 22421 10515 852, 22594 10650 851, 22687 10724 851, 22829 10837 850, 22915 10910 849, 23005 10989 849, 23094 11070 849, 23231 11197 851, 23362 11319 853, 23486 11426 858, 23573 11515 860</trace>
</ink>
</file>

<file path=ppt/ink/ink1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6562 2048 874, 6622 1960 867, 6719 1855 861, 6819 1796 859, 6939 1749 858, 7101 1721 855, 7203 1720 854, 7290 1725 854, 7451 1756 852, 7599 1845 853, 7680 1931 854, 7718 2059 854, 7718 2193 854, 7699 2280 854, 7667 2375 854, 7600 2519 852, 7540 2608 849, 7467 2693 847, 7355 2809 849, 7271 2867 856, 7183 2878 8</trace>
</ink>
</file>

<file path=ppt/ink/ink1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6486 2158 874, 6486 2057 871, 6471 1960 863, 6439 1869 859, 6359 1782 860, 6220 1752 859, 6098 1773 856, 5981 1850 855, 5893 1967 855, 5832 2105 854, 5810 2197 854, 5792 2294 853, 5775 2441 851, 5780 2591 841, 5788 2700 814</trace>
</ink>
</file>

<file path=ppt/ink/ink1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5579 2378 874, 5638 2476 869, 5731 2546 862, 5821 2556 860, 5910 2514 858, 5994 2423 851, 6074 2298 832</trace>
</ink>
</file>

<file path=ppt/ink/ink1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14697 1730 874, 14816 1622 865, 14938 1531 856, 15053 1466 854, 15171 1407 852, 15316 1361 852, 15455 1344 854, 15580 1351 857, 15720 1385 858, 15833 1425 859, 15950 1484 859, 16049 1560 859, 16117 1649 861, 16149 1808 860, 16142 1936 858, 16078 2103 855, 16005 2238 854, 15917 2361 853, 15820 2456 861</trace>
</ink>
</file>

<file path=ppt/ink/ink1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14994 1745 874, 14909 1630 870, 14801 1545 865, 14702 1498 862, 14607 1485 860, 14480 1524 858, 14383 1581 857, 14274 1689 856, 14178 1833 856, 14127 1943 858, 14110 2054 860, 14123 2207 860, 14141 2340 858, 14154 2428 852</trace>
</ink>
</file>

<file path=ppt/ink/ink1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color" value="#0000FF"/>
      <brushProperty name="fitToCurve" value="1"/>
    </brush>
  </definitions>
  <trace timeOffset="0.0" brushRef="#br0" contextRef="#ctx0"> 20484 4714 874, 20330 4679 874, 20195 4663 874, 20057 4679 874, 19932 4731 873, 19820 4821 871, 19724 4977 870, 19710 5145 870, 19757 5303 869, 19863 5421 868, 20015 5484 868, 20187 5482 868, 20358 5421 867, 20496 5316 867, 20587 5170 867, 20614 5000 867, 20488 4860 862, 20386 4776 849, 20285 4757 734</trace>
</ink>
</file>

<file path=ppt/ink/ink1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color" value="#0000FF"/>
      <brushProperty name="fitToCurve" value="1"/>
    </brush>
  </definitions>
  <trace timeOffset="0.0" brushRef="#br0" contextRef="#ctx0"> -556 5411 874, -672 5341 853</trace>
</ink>
</file>

<file path=ppt/ink/ink1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18605.027 3347.7603 874.14984, 18618.377 3426.1895 867.5955, 18621.447 3501.593 858.8113, 18617.666 3568.6345 854.6818, 18606.361 3685.0945 849.71387, 18596.688 3758.0237 844.78424, 18585.951 3841.233 838.438, 18576.646 3931.3997 828.4911, 18565.87 4059.6445 797.8636, 18561.541 4130.292 770.8365, 18556.135 4193.782 737.5888, 18540.773 4267.758 659.8206, 18515.898 4331.795 5.067465</trace>
</ink>
</file>

<file path=ppt/ink/ink1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18634.445 3393.2637 874.14984, 18717.41 3378.805 866.67346, 18796.045 3371.2031 860.054, 18889.102 3366.0454 855.1494, 18965.195 3362.9873 851.6056, 19032.088 3360.355 848.87244, 19095.496 3357.9045 846.90765, 19179.705 3355.0535 843.2074, 19278.22 3352.7078 839.5511, 19387.277 3350.8748 837.10834, 19459.36 3349.6743 834.74994, 19555.936 3348.923 831.5243, 19672.148 3348.4373 826.3577, 19802.98 3348.134 820.98755, 19918.412 3347.9565 816.23303, 20018.688 3347.8503 811.6405, 20141.314 3347.791 806.5383, 20278.523 3347.7683 801.1843, 20424.514 3347.7603 797.82275, 20523.898 3347.7603 795.8319, 20641.105 3349.0442 794.8193, 20773.031 3351.8975 794.79944, 20913.834 3355.219 796.0909, 21058.744 3357.9285 798.1535, 21201.262 3358.8328 799.361, 21296.99 3359.36 800.30835, 21406.098 3357.9275 803.86285, 21477.82 3356.937 807.5629, 21569.006 3355.0095 811.52576, 21672.557 3353.2058 815.9656, 21781.557 3351.6494 820.9186, 21891.105 3349.3271 825.8994, 21989.527 3346.1113 830.02484, 22061.336 3343.498 833.77185, 22139.314 3340.5269 838.1293, 22219.63 3338.9636 842.76984, 22289.797 3338.9443 847.36005, 22407.06 3341.959 856.17145, 22470.723 3353.5193 859.63464, 22560.318 3394.585 861.8975, 22606.896 3459.7659 864.2989, 22617.611 3575.1755 862.7148, 22613.059 3645.4995 860.24506, 22605.73 3715.418 857.8625, 22593.62 3820.1082 857.2714, 22586.686 3918.03 860.2013, 22585.26 4006.1167 862.2405, 22593.498 4100.304 864.85736, 22594.29 4169.9146 868.43036, 22499.258 4224.5747 865.5589, 22407.68 4237.2017 858.2888, 22293.332 4237.484 847.34503, 22137.877 4231.366 833.7269, 22009.145 4225.57 822.963, 21924.0 4221.669 813.32465, 21796.365 4216.2427 797.74133, 21635.576 4210.1357 775.7211, 21451.15 4204.3354 749.92, 21281.998 4200.8906 730.7474, 21139.002 4198.8965 713.2053, 20983.06 4199.264 699.32855, 20860.535 4200.075 686.8987, 20706.254 4202.104 679.51196, 20597.154 4203.651 674.5349, 20439.514 4205.5747 670.29407, 20252.252 4208.5146 667.0932, 20050.047 4213.761 637.9856, 19881.887 4218.805 602.66034, 19733.436 4223.774 558.4358, 19565.32 4230.4854 507.46835, 19391.346 4238.8623 450.06363, 19222.492 4249.203 388.39578, 19111.105 4256.1387 323.20163, 18988.613 4264.678 257.93088, 18867.76 4273.336 197.20526, 18758.729 4282.794 143.21674, 18688.957 4288.8975 104.75523, 18615.16 4294.94 12.895047</trace>
</ink>
</file>

<file path=ppt/ink/ink1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5120.409 4918.1426 874.14984, 5096.8325 4851.3267 868.82935, 5084.0684 4781.1865 866.94196, 5077.1274 4707.4194 864.89575, 5069.721 4610.221 862.3371, 5055.4863 4495.5127 859.08167, 5039.901 4395.8413 860.1455, 5017.032 4299.443 861.18036, 4967.5625 4217.193 862.7463, 4896.55 4158.57 863.5279, 4827.501 4131.5327 862.367, 4742.534 4110.2803 857.1382, 4676.3525 4096.7295 850.139, 4603.615 4088.5046 842.62445, 4515.6665 4086.0164 835.66016, 4416.7725 4087.0225 832.3939, 4313.197 4090.635 829.46844, 4240.9116 4093.543 826.55566, 4146.3433 4096.739 823.64746, 4035.7495 4100.8228 820.353, 3913.822 4107.0635 816.79785, 3811.7651 4112.5938 814.9307, 3717.7178 4117.8823 813.61926, 3604.8064 4124.803 813.62427, 3479.4553 4133.119 813.5583, 3347.0112 4143.26 812.1749, 3212.8604 4153.666 811.08307, 3118.0535 4161.0347 810.6123, 3018.4385 4168.8677 811.0316, 2911.9583 4176.8687 813.4677, 2805.27 4184.774 818.5977, 2713.2537 4191.6 824.543, 2642.2314 4196.877 830.0224, 2567.091 4201.544 834.95465, 2494.1707 4204.891 840.0098, 2388.6294 4209.092 851.23096, 2316.8682 4222.671 860.83716, 2276.5566 4295.1353 864.102, 2265.0303 4395.4575 862.2374, 2269.7915 4473.9165 854.2506, 2282.3516 4566.3677 846.00275, 2299.689 4658.376 838.3371, 2312.8284 4724.4175 831.6627, 2332.6362 4801.19 829.80945, 2360.8535 4880.4385 830.2028, 2398.8506 4956.075 831.8084, 2470.5676 5061.0107 835.914, 2591.6968 5140.4937 841.85474, 2674.2048 5165.746 843.9048, 2770.437 5181.7295 843.58856, 2841.0537 5192.0356 842.46954, 2926.0054 5194.976 838.5588, 3032.5461 5192.457 832.36664, 3154.6936 5186.4536 825.1473, 3271.398 5179.3413 818.87115, 3365.065 5173.085 813.1386, 3483.9348 5163.5137 808.1164, 3621.073 5152.98 802.9723, 3769.7083 5142.7905 798.7167, 3876.0493 5135.4673 795.8861, 3994.1147 5127.3716 793.23846, 4129.359 5117.5674 791.1002, 4273.3203 5107.2124 776.3581, 4404.981 5099.2075 753.67456, 4504.74 5093.5415 722.7615, 4620.5444 5089.144 684.09937, 4746.2344 5085.0737 638.0371, 4878.649 5078.083 585.4213, 5016.092 5063.676 526.75134, 5105.2915 5054.3213 473.85815, 5193.9414 5047.8516 323.1368, 5257.1396 5037.9673 271.9835</trace>
</ink>
</file>

<file path=ppt/ink/ink2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2122.3252 1348.404 874.14984, 2109.0854 1443.6742 867.097, 2092.28 1542.7325 851.07404, 2078.9468 1611.4741 843.63165, 2060.741 1695.2561 837.62604, 2029.1494 1828.203 831.3365, 2006.1115 1912.4253 831.1517, 1980.5814 2005.0507 829.76544, 1958.8767 2085.3325 830.6772, 1941.8312 2148.9912 832.75183, 1924.9443 2217.173 836.15015, 1900.1953 2313.1658 843.7701, 1874.7081 2249.3408 846.0749, 1879.4281 2167.3079 839.0088, 1892.4994 2034.5349 825.36017, 1910.7489 1944.8817 808.0352, 1924.516 1869.8873 775.85986, 1943.9889 1785.8564 723.18353</trace>
</ink>
</file>

<file path=ppt/ink/ink2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2078.201 1423.8982 874.14984, 2115.3704 1492.8217 868.076, 2139.1555 1558.9961 859.17975, 2161.847 1645.6641 851.5516, 2175.8071 1721.0219 847.2082, 2188.102 1789.3011 843.89484, 2199.336 1853.02 840.943, 2214.0117 1933.2393 832.72424, 2229.6072 2017.8258 822.6113, 2245.1519 2100.1719 809.9557, 2264.5977 2212.3752 761.525, 2260.5737 2276.3765 694.5847</trace>
</ink>
</file>

<file path=ppt/ink/ink2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1913.6534 1936.8451 874.14984, 1986.7988 1923.3462 850.92, 2088.7 1904.7902 783.3925, 2167.369 1891.3416 685.78186</trace>
</ink>
</file>

<file path=ppt/ink/ink2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2718.9248 1333.9257 874.14984, 2705.2634 1427.6367 866.9865, 2699.3342 1498.3037 858.177, 2691.878 1603.3082 847.15216, 2685.0847 1719.0667 838.8631, 2681.4094 1805.5873 835.99805, 2677.434 1903.7031 832.98895, 2672.7139 2007.5221 823.7384, 2669.6987 2104.6511 812.56055, 2667.7874 2169.147 794.769, 2668.532 2233.6724 769.97955, 2675.8196 2315.9214 708.6147, 2679.6218 2381.1404 396.8713</trace>
</ink>
</file>

<file path=ppt/ink/ink2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2703.2974 1378.3948 874.14984, 2800.2815 1359.4564 863.6926, 2869.9814 1345.4578 853.8282, 2978.9802 1324.3931 843.81464, 3051.1309 1313.0714 843.8401, 3168.418 1297.6083 845.19495, 3238.4834 1292.4958 844.5925, 3311.9905 1289.1854 844.71124, 3384.9224 1290.395 845.8591, 3485.1523 1296.2513 850.4705, 3595.486 1315.6504 856.1658, 3679.5115 1338.7137 860.0843, 3753.455 1389.471 863.3442, 3805.2786 1483.9911 863.7087, 3809.4033 1585.8644 862.0468, 3804.9915 1680.7174 860.13336, 3802.85 1778.9784 858.3626, 3805.1995 1891.5963 857.3568, 3808.8047 1957.601 856.9638, 3812.7837 2026.8054 856.7605, 3816.7908 2090.4934 856.69556, 3824.3948 2197.4468 857.9986, 3821.2004 2311.8896 860.8161, 3784.834 2379.161 861.7221, 3714.9905 2399.0903 860.851, 3592.634 2397.8447 857.72906, 3488.0708 2394.6428 854.1041, 3416.089 2393.0823 851.9991, 3335.4756 2393.3354 850.5308, 3265.3416 2394.5007 849.7722, 3130.8323 2399.8896 849.0278, 3050.7573 2405.096 849.3745, 2968.4387 2411.4521 849.85657, 2888.2632 2419.643 851.02747, 2775.512 2432.0286 855.69714, 2698.2366 2414.5986 860.4298, 2633.6462 2375.5671 683.9012</trace>
</ink>
</file>

<file path=ppt/ink/ink2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3105.933 2298.8037 874.14984, 3106.6873 2213.6997 866.6972, 3111.8032 2125.5623 861.74274, 3117.2886 2005.4314 859.30945, 3118.877 1909.7688 858.26776, 3108.9482 1793.1442 857.8785, 3097.5383 1701.9635 860.208, 3089.926 1604.9579 864.0558, 3021.4133 1657.6537 866.10706, 2984.9263 1744.5691 865.2915, 2994.8428 1679.5728 862.457, 3030.344 1594.1814 863.4961, 3113.121 1570.0914 865.64935, 3160.0774 1676.0231 864.9987, 3197.263 1754.9347 863.5528, 3232.7913 1824.1206 858.3324</trace>
</ink>
</file>

<file path=ppt/ink/ink2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2063.4927 1514.3878 874.14984, 2032.4963 1613.3689 853.8623, 2007.6609 1693.3159 848.2963, 1979.9696 1781.7699 847.42523, 1959.0511 1851.6454 845.2327, 1936.9022 1929.896 838.4625, 1919.7527 2000.6083 829.8002, 1900.1709 2104.7356 806.18365, 1898.594 2173.1875 765.3216, 1895.8896 2237.1538 341.9593</trace>
</ink>
</file>

<file path=ppt/ink/ink2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1988.1135 1725.358 874.14984, 1992.7935 1648.7999 870.11127, 1988.4292 1734.3883 857.7908, 1974.5198 1839.2168 852.6827, 1964.2316 1904.148 851.03076, 1945.339 2007.9209 852.2833, 1915.1099 2104.3445 857.1523, 1911.2947 2012.6766 858.90466, 1924.596 1940.7184 843.9572</trace>
</ink>
</file>

<file path=ppt/ink/ink2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2003.741 1574.8866 874.14984, 1990.0575 1659.229 868.10535, 1976.9948 1734.426 863.64325, 1965.5198 1814.2609 861.49744, 1948.4369 1924.1954 859.72626, 1927.2167 2031.8389 858.37646, 1908.6671 2117.2537 858.0641, 1869.8771 2053.421 851.15607</trace>
</ink>
</file>

<file path=ppt/ink/ink2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2018.449 1589.8821 874.14984, 2021.2743 1675.5948 860.2072, 1996.6232 1751.9191 852.646, 1972.4873 1816.0334 851.02893, 1971.1626 1728.6375 855.7829, 1988.8702 1642.0669 857.74994, 2000.1005 1574.2041 861.3596, 1968.0336 1679.9717 862.99835, 1937.9042 1791.0593 858.9719, 1923.735 1706.1835 856.5635, 1933.0195 1619.5468 859.1844, 1950.3181 1550.4705 860.5186, 2016.8904 1536.61 863.9435, 2010.1614 1640.099 859.09094, 1994.7964 1723.6017 852.7247, 1958.7887 1840.6249 850.64514, 1910.9453 1940.4219 850.7355, 1850.8678 2011.455 851.1128, 1785.6774 2070.5771 563.9939</trace>
</ink>
</file>

<file path=ppt/ink/ink3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2033.1572 1499.9095 874.14984, 2017.8323 1566.737 866.1921, 1994.3678 1647.1472 860.8539, 1960.4119 1737.4689 857.16, 1899.8191 1857.1135 847.2127, 1864.8442 1924.919 832.0265, 1818.8574 1989.0381 403.37674</trace>
</ink>
</file>

<file path=ppt/ink/ink3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7084.489 1287.9052 874.14984, 7004.228 1295.44 868.8413, 6940.0806 1302.6621 859.795, 6866.1587 1311.1567 856.9275, 6745.956 1325.1678 856.5292, 6651.4526 1336.3152 858.70526, 6539.176 1359.3799 860.2025, 6468.5938 1390.0245 862.4636, 6413.4307 1492.0765 864.1742, 6402.919 1560.7148 862.77075, 6390.2295 1642.3842 858.00476, 6373.866 1729.977 851.63116, 6347.688 1860.1437 841.59155, 6328.4907 1936.7683 839.4826, 6307.35 2011.3237 840.57526, 6276.2524 2121.101 844.92957, 6272.0234 2220.4937 849.64166, 6344.075 2302.9155 857.9218, 6437.3276 2317.4712 857.4425, 6548.543 2312.657 853.4824, 6616.8154 2308.2605 852.82874, 6727.6753 2302.4353 852.475, 6792.435 2300.7405 852.2287, 6864.263 2299.9116 852.22174, 6938.963 2299.3582 852.4979, 7013.2363 2300.325 853.2689, 7122.2964 2303.9158 856.63727, 7214.7715 2310.7046 861.8975, 7313.505 2309.7822 864.4678, 7391.8384 2263.9263 866.00854, 7430.129 2195.4446 865.34924, 7448.6953 2076.8877 861.28595, 7462.5786 1978.9569 856.82764, 7487.48 1863.503 856.3361, 7512.083 1765.094 856.4292, 7533.0415 1663.4137 858.3299, 7549.563 1545.0887 862.4528, 7564.7104 1455.7748 865.3502, 7570.927 1365.2678 867.1038, 7514.5005 1301.6702 867.44, 7436.9404 1293.1146 864.2858, 7372.2803 1297.1666 860.9334, 7298.614 1304.5977 855.98596, 7185.7236 1318.8988 848.3776, 7121.9 1328.203 841.5591, 7023.8066 1340.802 822.5933, 6958.0503 1348.2827 787.74146</trace>
</ink>
</file>

<file path=ppt/ink/ink3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6950.277 1665.8933 874.14984, 6922.27 1779.9219 856.111, 6904.9688 1847.582 849.96576, 6887.2905 1915.0697 845.3965, 6861.3516 2022.5968 828.7551, 6842.4404 2117.489 802.5782, 6826.1816 2209.4766 750.63824, 6814.3677 2274.5366 643.6919</trace>
</ink>
</file>

<file path=ppt/ink/ink3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6861.1094 1589.8821 874.14984, 6926.416 1631.7715 869.668, 7003.592 1675.2914 869.2149, 7066.787 1691.5065 846.70465</trace>
</ink>
</file>

<file path=ppt/ink/ink3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6875.817 1604.8776 874.14984, 6814.287 1684.1736 863.15405, 6750.029 1771.3999 859.3495, 6705.688 1834.5709 850.4925, 6659.9116 1900.1548 803.941</trace>
</ink>
</file>

<file path=ppt/ink/ink3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7930.2075 1703.1234 874.14984, 7917.411 1778.7208 863.7632, 7891.211 1890.4998 859.5683, 7857.8506 2000.3528 857.51044, 7830.426 2071.7344 860.8712, 7785.4897 2136.7476 241.21098</trace>
</ink>
</file>

<file path=ppt/ink/ink3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7807.027 1631.7657 874.14984, 7895.963 1550.4147 861.9588, 7989.891 1505.8716 854.8186, 8074.4937 1490.3042 858.12476, 8144.389 1499.7585 861.26117, 8187.275 1570.7346 861.6436, 8143.1104 1645.6567 861.01, 8062.363 1714.9884 857.18, 7969.159 1776.5143 853.1837, 7889.8545 1830.0186 855.2464, 7884.5825 1896.3826 860.6432, 7988.543 1913.273 864.7414, 8059.5044 1935.1609 866.2323, 8099.517 2015.2218 865.9586, 8054.156 2085.219 863.3349, 7984.5127 2139.594 861.44324, 7888.429 2178.3025 862.49243, 7808.26 2188.6428 859.7772, 7743.272 2190.106 832.2179</trace>
</ink>
</file>

<file path=ppt/ink/ink3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3031.4731 1680.8888 874.14984, 2994.2473 1758.858 870.7756, 2979.7952 1677.3922 866.70996, 3063.8076 1604.7205 866.5991, 3129.8608 1649.7101 864.412, 3194.7559 1745.1338 862.5041, 3243.2646 1810.8678 673.2608</trace>
</ink>
</file>

<file path=ppt/ink/ink3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2092.9092 2102.8289 874.14984, 2092.9087 2035.3062 863.99963</trace>
</ink>
</file>

<file path=ppt/ink/ink3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6801.3564 1604.8776 874.14984, 6761.131 1671.5245 869.74365, 6703.8013 1769.95 867.06506</trace>
</ink>
</file>

<file path=ppt/ink/ink4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6816.065 1634.8683 874.14984, 6907.042 1699.5039 879.83673, 6979.225 1757.563 880.7604</trace>
</ink>
</file>

<file path=ppt/ink/ink4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8499.2295 1951.8405 874.14984, 8600.824 1945.8894 867.1013, 8672.293 1943.1375 859.09766, 8752.271 1941.0554 850.6665, 8827.841 1939.5581 848.3494, 8950.663 1937.94 847.82715, 9063.672 1938.5835 848.32245, 9146.263 1941.3888 847.1469, 9277.033 1945.9484 846.49536, 9358.998 1948.0703 846.794, 9450.906 1949.8237 847.2604, 9540.998 1951.2616 846.8401, 9606.873 1952.2697 846.1862, 9685.771 1953.8418 842.50366, 9769.951 1958.3495 836.7964, 9854.495 1964.3811 828.991, 9920.83 1969.4928 819.1715, 10044.587 1976.9393 778.36676, 10117.243 1981.2509 713.71533, 10180.037 1986.3539 183.84254</trace>
</ink>
</file>

<file path=ppt/ink/ink4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9945.225 1800.3351 874.14984, 10027.331 1840.6752 864.1469, 10092.946 1869.8395 859.23157, 10160.229 1896.7141 858.13727, 10256.481 1928.2426 858.1708, 10363.72 1972.3392 860.3742, 10414.942 2057.9019 863.056, 10340.648 2130.5312 859.20337, 10246.077 2187.0588 848.5758, 10156.0205 2228.138 830.7498, 10090.571 2255.0989 793.568</trace>
</ink>
</file>

<file path=ppt/ink/ink4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5296.529 1936.8451 874.14984, 5261.374 2027.4895 863.5238, 5245.785 2148.8997 856.85547, 5241.4414 2246.4824 852.0509, 5241.5527 2336.8145 852.342, 5247.6724 2433.865 855.0628, 5257.4014 2500.291 761.74805</trace>
</ink>
</file>

<file path=ppt/ink/ink4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5028.1055 2254.3345 874.14984, 5134.9043 2267.8953 862.9262, 5263.399 2277.1887 855.64716, 5364.414 2276.0327 851.1081, 5454.656 2260.4453 840.09143, 5518.251 2247.5684 816.88885</trace>
</ink>
</file>

<file path=ppt/ink/ink4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5320.43 1900.6493 874.14984, 5251.1914 1893.0892 866.8047, 5155.2764 1921.2242 861.7001, 5074.2637 1975.3317 858.54803, 5009.347 2045.088 856.10443, 4942.527 2165.8906 848.10425, 4913.269 2246.6536 843.3035, 4894.3467 2321.4395 840.1856, 4882.232 2384.3408 837.5117, 4880.865 2458.9744 836.19104, 4892.945 2536.2148 836.7557, 4919.7485 2612.0667 838.0111, 4974.703 2714.949 840.629, 5083.065 2788.6133 845.4356, 5196.64 2808.0908 848.4155, 5263.0215 2794.7495 847.22687, 5339.3506 2759.5708 843.37463, 5419.7764 2703.6606 837.587, 5535.4565 2601.3315 826.6199, 5594.95 2524.9814 822.1926, 5650.8813 2439.2388 820.62286, 5694.0747 2360.835 820.1888, 5747.6367 2232.5054 824.1212, 5757.637 2165.2383 828.68207, 5753.2534 2100.585 833.9342, 5729.759 2009.8417 843.9298, 5660.759 1922.7329 851.58154, 5559.1284 1865.401 855.4905, 5478.0044 1852.1847 857.4084, 5363.652 1915.3292 854.84283, 5267.7964 2002.8033 847.2273, 5205.451 2066.5437 829.7048</trace>
</ink>
</file>

<file path=ppt/ink/ink4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10846.1 2214.002 874.14984, 10872.268 2129.971 862.2811, 10909.932 2001.682 856.784, 10934.485 1928.594 855.1701, 10960.781 1861.348 854.1728, 11006.922 1760.9271 853.59436, 11055.464 1679.8613 852.7997, 11136.058 1590.1484 855.88544, 11209.042 1544.2533 858.67255, 11273.592 1606.6051 859.39026, 11289.27 1687.2534 857.72205, 11291.558 1810.4647 853.49976, 11286.533 1883.2955 852.56525, 11274.013 1990.1505 851.71136, 11260.432 2053.3174 851.7973, 11236.373 2148.2458 855.357, 11212.503 2219.8489 865.35754</trace>
</ink>
</file>

<file path=ppt/ink/ink4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10927.914 1936.8451 874.14984, 11007.238 1935.743 865.2153, 11088.029 1927.0651 862.7481, 11152.392 1921.4259 804.6965</trace>
</ink>
</file>

<file path=ppt/ink/ink4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11434.425 2012.3392 874.14984, 11524.72 2020.3315 865.5249, 11589.019 2023.7999 862.8426, 11661.892 2026.4592 860.815, 11771.929 2028.2501 858.945, 11839.621 2027.2574 857.68726, 11912.408 2024.573 857.2239, 12021.872 2020.1191 856.4261, 12085.866 2018.07 856.089, 12153.591 2016.3619 856.1448, 12216.528 2015.2452 856.5044, 12316.153 2014.0408 857.15393, 12418.144 2010.7883 858.6192, 12503.179 2005.505 861.5551, 12572.766 2001.2577 863.34357, 12638.757 2001.0122 427.42288</trace>
</ink>
</file>

<file path=ppt/ink/ink4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12760.917 1634.8683 874.14984, 12749.674 1724.9482 867.6799, 12742.095 1800.2509 865.593, 12736.344 1867.422 863.73346, 12730.418 1933.4515 862.19086, 12723.14 2024.5757 857.20685, 12721.316 2088.4392 555.15906</trace>
</ink>
</file>

<file path=ppt/ink/ink5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12715.873 1695.3671 874.14984, 12757.829 1617.2985 870.3537, 12875.082 1577.1643 867.09863, 12947.08 1575.3743 866.60767, 13010.716 1590.9011 866.52625, 13068.876 1665.9646 864.78394, 13067.696 1731.7415 861.3586, 13005.054 1811.9357 855.26996, 12938.888 1862.2374 856.595, 12897.787 1928.847 860.84796, 12973.858 1979.1815 863.2335, 13069.148 2015.7295 866.4619, 13058.035 2084.927 864.92645, 12956.207 2115.4463 856.8003, 12883.255 2128.629 850.7466, 12819.142 2138.865 845.89374, 12724.883 2146.921 844.076</trace>
</ink>
</file>

<file path=ppt/ink/ink5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12954.881 758.9288 874.14984, 12863.442 766.7133 866.3941, 12787.438 776.22595 863.2541, 12706.106 788.5984 860.6422, 12642.506 799.1833 859.1224, 12572.464 812.88666 858.26294, 12459.795 840.09674 856.7337, 12348.96 883.22797 856.46436, 12260.55 937.4502 857.547, 12196.063 1005.591 858.77014, 12144.942 1111.3978 859.0223, 12114.979 1210.2996 858.2249, 12102.853 1280.0796 857.4348, 12092.959 1359.7589 855.7706, 12085.972 1422.6741 854.27234, 12079.959 1485.7651 852.6377, 12073.565 1555.4 853.9289, 12072.352 1630.5933 858.48346</trace>
</ink>
</file>

<file path=ppt/ink/ink5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11896.8125 1559.3741 874.14984, 11917.083 1634.8718 868.9949, 11930.155 1702.9285 867.4745, 11952.655 1785.0978 868.59796, 12044.512 1744.1006 862.50446, 12099.537 1664.1814 847.8239, 12152.19 1597.6989 827.52466, 12209.497 1533.1534 386.84134</trace>
</ink>
</file>

<file path=ppt/ink/ink5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13267.43 367.49655 874.14984, 13267.43 470.5776 862.8775, 13264.882 540.9345 854.89056, 13259.583 622.869 847.19244, 13250.636 746.5341 836.56396, 13243.768 846.6676 837.10913, 13240.977 950.0783 842.60626, 13172.838 931.38477 857.0662, 13083.177 987.9865 863.0575, 13062.251 1057.9279 863.6955, 13176.885 1070.803 858.5311, 13278.037 992.689 844.6575, 13360.538 913.7916 847.97546, 13429.576 1002.79834 855.4532, 13480.574 1065.925 865.3367, 13542.659 992.6398 865.58203, 13485.383 907.31476 866.601, 13536.878 840.30774 865.3827, 13615.878 860.67615 864.1047, 13682.722 935.39453 864.7061, 13761.216 906.33997 860.5474, 13835.033 838.2118 861.2818, 13872.14 936.35333 861.7425, 13949.914 953.35956 864.0416, 14012.029 880.4435 856.18024</trace>
</ink>
</file>

<file path=ppt/ink/ink5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14116.826 443.50784 874.14984, 14115.648 548.7999 861.44135, 14110.291 613.98193 856.1568, 14101.281 686.07654 852.97235, 14089.294 794.10126 854.14386, 14103.73 871.4374 858.6819, 14186.773 865.97174 859.93896, 14267.693 857.1656 863.0947, 14268.671 950.5889 858.00055, 14225.305 1015.9169 856.5232, 14147.687 1049.7272 858.6403, 14097.625 982.88293 858.2945, 14114.971 916.64246 852.5243, 14156.924 839.5599 845.20154, 14188.459 770.5177 827.3002, 14235.41 699.98126 796.9669</trace>
</ink>
</file>

<file path=ppt/ink/ink5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14340.205 367.49655 874.14984, 14334.018 466.64682 866.3369, 14325.431 566.03485 860.3405, 14318.345 664.7346 856.1852, 14314.874 786.7853 854.92957, 14317.41 881.3241 855.7997, 14334.03 945.8054 859.10474, 14422.692 917.23804 860.55676, 14486.777 851.57556 855.4021, 14548.384 766.6154 857.47845, 14576.222 697.4217 860.28595, 14495.661 779.03735 860.86273, 14487.283 885.30927 863.596, 14580.444 885.856 859.08936, 14649.625 787.00165 843.9866, 14697.797 714.4596 808.84717</trace>
</ink>
</file>

<file path=ppt/ink/ink5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14683.088 578.4666 874.14984, 14700.587 512.49945 871.9027, 14724.486 449.03223 870.7484, 14734.69 521.26306 859.7462, 14721.791 642.31573 843.9985, 14714.805 708.302 836.6434, 14704.443 818.14825 833.15955, 14700.53 893.7964 840.60736, 14702.568 960.09515 8.687004</trace>
</ink>
</file>

<file path=ppt/ink/ink5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14727.214 684.98584 874.14984, 14817.465 666.6655 867.48773, 14908.014 645.7191 865.2755, 14972.213 630.28485 862.59894, 15035.025 620.1335 8.613223</trace>
</ink>
</file>

<file path=ppt/ink/ink5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13982.612 1258.4315 874.14984, 13982.612 1356.595 862.3188, 13982.611 1423.5756 853.6476, 13982.612 1501.0157 846.8634, 13983.964 1579.3965 845.4812, 13985.44 1642.8221 845.7039, 13997.187 1729.5422 852.76025, 14012.029 1800.3348 872.7934</trace>
</ink>
</file>

<file path=ppt/ink/ink5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14176.577 1544.3787 874.14984, 14179.944 1631.9391 864.6259, 14176.328 1722.3208 858.91534, 14163.541 1785.4386 796.31024</trace>
</ink>
</file>

<file path=ppt/ink/ink6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14125.098 1434.757 874.14984, 14098.019 1515.4192 862.9833, 14071.726 1581.3949 794.853</trace>
</ink>
</file>

<file path=ppt/ink/ink6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14429.373 1529.3832 874.14984, 14363.972 1546.6359 869.61743, 14300.652 1587.81 863.568, 14234.491 1677.7208 861.33765, 14227.069 1754.0375 863.43005, 14310.258 1709.5685 860.1984, 14353.078 1623.8088 859.8411, 14399.719 1701.5188 861.3575, 14462.867 1701.4722 863.5472, 14523.186 1601.7113 860.9567, 14596.224 1628.2944 863.64325, 14659.622 1527.1912 860.86926, 14726.165 1522.6237 858.6734, 14745.696 1605.8837 859.1622, 14816.376 1529.7054 855.6431, 14837.069 1464.8197 847.21594, 14858.278 1386.5035 839.26337, 14877.586 1306.3737 834.45197, 14901.388 1196.2933 833.93286, 14903.553 1261.2325 839.11707, 14892.394 1331.2178 837.8918, 14873.967 1445.9478 835.5657, 14864.881 1559.0406 843.9326, 14839.264 1474.1646 848.94147, 14862.612 1390.8281 855.35675, 14925.108 1304.2867 859.4596, 15013.75 1204.1406 858.1024, 15070.098 1136.9169 857.93146</trace>
</ink>
</file>

<file path=ppt/ink/ink6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15199.712 416.61948 874.14984, 15264.804 487.43933 861.9719, 15328.451 626.35504 847.45844, 15347.576 723.7145 839.6292, 15354.39 837.72876 831.39874, 15357.721 919.03894 824.9449, 15352.174 1015.20496 818.279, 15345.444 1097.1675 813.0386, 15330.313 1184.0469 804.70233, 15298.385 1283.9603 781.2787, 15243.797 1379.9353 750.3284, 15204.899 1453.5022 709.9095, 15163.86 1526.3528 624.96716</trace>
</ink>
</file>

<file path=ppt/ink/ink6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13074.385 442.47366 874.14984, 13038.392 541.98566 856.76666, 13022.785 621.85754 850.403, 13010.095 721.98987 840.44244, 13004.156 838.93353 829.3117, 13009.704 969.34753 820.1473, 13013.266 1051.0664 813.6094, 13029.853 1158.2595 808.9703, 13058.695 1279.836 806.5404, 13100.713 1409.4252 801.6632, 13157.839 1530.9471 798.2822, 13221.888 1628.9049 797.0112, 13273.992 1699.5231 796.7714, 13347.115 1759.0004 798.83105, 13479.224 1830.481 804.6489, 13575.543 1844.466 806.6509, 13654.177 1860.1014 808.4817, 13718.85 1865.1454 805.75494</trace>
</ink>
</file>

<file path=ppt/ink/ink6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2421.0847 3627.1912 874.14984, 2397.998 3710.4734 867.21094, 2355.6458 3841.8508 857.229, 2317.9634 3947.9153 855.03687, 2288.4456 4026.5671 851.965, 2256.343 4115.2065 848.34534, 2224.4514 4207.1543 845.8374, 2195.5469 4290.5474 843.17896, 2154.5269 4408.706 842.0801, 2130.2463 4479.41 850.10077, 2143.36 4414.235 859.1042, 2170.4177 4279.1436 847.85156, 2184.227 4209.11 828.9618, 2196.7854 4140.138 803.9389</trace>
</ink>
</file>

<file path=ppt/ink/ink6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2345.7056 3703.2021 874.14984, 2368.0173 3797.4763 864.8211, 2381.5605 3878.946 856.6503, 2393.7883 3968.7383 852.11597, 2406.6868 4092.9875 849.43854, 2414.021 4164.709 848.70874, 2426.1858 4272.985 849.5564, 2442.4954 4369.837 852.91534</trace>
</ink>
</file>

<file path=ppt/ink/ink6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2182.0771 4200.6367 874.14984, 2276.62 4193.838 867.35443, 2358.6646 4183.032 860.95874, 2450.7195 4156.984 851.9917, 2513.9934 4139.2344 835.5087</trace>
</ink>
</file>

<file path=ppt/ink/ink6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2584.7131 3596.1663 874.14984, 2596.6118 3663.562 871.3947, 2680.918 3652.3164 869.8496, 2607.8926 3629.4736 866.77924, 2629.8708 3706.98 867.0292, 2662.1602 3638.9983 868.8099, 2596.5232 3650.0354 868.472, 2667.1863 3689.8596 868.76544, 2697.8809 3621.0051 868.2394, 2622.7915 3634.6135 867.14935, 2702.842 3617.6216 866.33185, 2635.1633 3629.072 866.3952, 2649.2805 3696.2195 866.8083, 2716.5042 3678.3733 865.24445, 2739.4744 3611.7441 866.1851, 2669.444 3593.9878 865.7734, 2605.204 3626.1733 847.32947</trace>
</ink>
</file>

<file path=ppt/ink/ink6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4000.3728 4245.623 874.14984, 4089.79 4248.797 865.17865, 4209.2725 4239.934 858.3733, 4273.86 4233.867 854.99677, 4359.433 4225.5063 853.19183, 4434.3696 4211.274 856.9781, 4499.531 4162.373 872.80023</trace>
</ink>
</file>

<file path=ppt/ink/ink6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4223.753 4064.6438 874.14984, 4221.092 4145.9297 868.6263, 4216.6074 4223.967 861.976, 4213.2227 4300.752 859.69464, 4204.106 4396.59 856.2662, 4197.447 4460.7217 848.79114</trace>
</ink>
</file>

<file path=ppt/ink/ink7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5445.449 3672.1775 874.14984, 5518.214 3673.5518 868.8252, 5550.1416 3740.587 862.84076, 5551.9873 3806.2256 860.35144, 5533.849 3928.4014 853.3573, 5516.4136 4007.008 848.101, 5488.8047 4124.689 830.13434, 5471.4883 4207.865 807.0121, 5454.4536 4273.495 603.60846</trace>
</ink>
</file>

<file path=ppt/ink/ink7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5489.573 3778.1794 874.14984, 5497.524 3695.8884 871.04956, 5555.7524 3620.6924 867.74536, 5626.981 3579.7908 865.19025, 5709.3887 3570.8828 865.2341, 5772.6123 3610.4192 864.661, 5758.6035 3718.409 861.03595, 5671.159 3812.4124 852.0223, 5599.3687 3876.2253 844.89667, 5570.54 3956.7583 851.2589, 5652.7886 4002.067 854.8367, 5718.7764 4035.6038 861.02826, 5745.7 4121.4404 864.92633, 5663.9907 4189.3037 858.6288, 5570.4346 4233.326 849.8936, 5469.945 4250.555 832.3194, 5404.8013 4258.02 799.7149</trace>
</ink>
</file>

<file path=ppt/ink/ink7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5206.4414 3596.1663 874.14984, 5159.318 3671.1985 868.60645, 5225.053 3640.0864 861.97595</trace>
</ink>
</file>

<file path=ppt/ink/ink7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5191.7334 3596.1663 874.14984, 5118.578 3672.631 869.0124, 5182.0215 3647.6829 867.0233, 5116.5913 3661.858 866.29736, 5180.7363 3641.3638 856.8026</trace>
</ink>
</file>

<file path=ppt/ink/ink7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5087.857 3657.182 874.14984, 5058.716 3584.8152 871.1323, 5013.344 3509.3716 856.90533, 4952.4956 3438.247 846.84863, 4879.9946 3379.952 842.818, 4778.0635 3340.459 839.6174, 4657.1104 3338.9797 840.9302, 4552.823 3365.0437 844.4723, 4489.466 3399.2075 845.4917, 4424.487 3445.4556 846.1569, 4330.0625 3525.0918 846.7443, 4237.689 3623.4446 838.92444, 4156.388 3695.1375 812.02423</trace>
</ink>
</file>

<file path=ppt/ink/ink7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4149.2925 3521.189 874.14984, 4127.958 3604.034 867.0667, 4107.1626 3669.7866 863.809, 4084.409 3733.0164 864.9661, 4071.651 3813.2683 868.0895, 4164.7354 3796.712 864.05884, 4234.9316 3764.722 855.05853, 4298.213 3732.676 824.98755</trace>
</ink>
</file>

<file path=ppt/ink/ink7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2763.0493 3596.1663 874.14984, 2851.1843 3510.351 865.4121, 2940.6929 3440.0918 859.6151, 3037.316 3384.9873 857.83563, 3145.1736 3345.2314 856.239, 3247.4626 3329.9673 855.6358, 3360.5713 3358.3474 856.23694, 3439.9238 3406.3289 856.49744, 3505.1882 3513.6062 855.8488, 3528.6929 3579.0457 855.34314, 3560.7356 3681.2532 854.8848, 3597.252 3750.2717 858.8631, 3661.567 3725.862 856.19745</trace>
</ink>
</file>

<file path=ppt/ink/ink7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3448.817 3747.6719 874.14984, 3512.0298 3802.6052 867.0309, 3584.4587 3843.2039 866.06726, 3666.5198 3813.9246 862.4532, 3731.3499 3709.9583 852.146, 3760.8428 3634.3398 830.3567, 3779.9712 3569.3228 8.12176</trace>
</ink>
</file>

<file path=ppt/ink/ink7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840.87744 940.94214 874.14984, 835.4138 1039.3121 860.76337, 826.6579 1107.235 853.62836, 813.59753 1187.9595 846.8483, 797.92474 1276.1271 836.8998, 782.2179 1365.7223 826.37354, 762.17365 1493.9965 791.23553, 750.63025 1599.8817 719.972, 750.6119 1682.3109 633.8058, 752.61505 1746.5914 370.00397</trace>
</ink>
</file>

<file path=ppt/ink/ink7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528.32916 2073.3552 874.14984, 599.2184 2087.5693 865.59674, 693.9085 2058.9111 861.63043, 785.23206 2005.6871 857.81696, 857.2324 1949.6283 855.6958, 944.98566 1862.437 851.58655, 996.49744 1793.8007 849.6038, 1045.6136 1718.3091 846.45966, 1129.2462 1573.2833 837.23474, 1182.586 1466.6283 829.4287, 1238.3927 1344.7036 821.4628, 1278.7275 1252.3011 814.61206, 1315.5956 1158.8993 808.46893, 1345.8348 1056.8042 806.4537, 1363.2349 951.56683 808.337, 1366.3567 855.44867 812.61487, 1366.2998 786.7182 817.1988, 1349.8805 712.1052 822.0343, 1318.3585 638.365 826.79956, 1273.4196 571.4989 831.8616, 1190.8475 485.0428 841.9729, 1059.6273 440.7658 848.54126, 977.6133 445.5752 847.5346, 846.3475 479.10568 840.7353, 758.995 534.02185 833.2317, 665.96576 615.19415 823.4298, 574.5133 719.76953 813.0923, 500.138 823.49286 804.50836, 443.93863 910.19006 797.03076, 393.4675 1023.47925 791.05884, 353.62558 1157.2294 786.2285, 326.5661 1306.9056 782.6082, 308.66476 1417.8254 779.32104, 303.77103 1538.8545 777.2034, 316.1146 1674.8279 758.679, 351.0463 1807.5483 732.96313, 418.8534 1916.6042 699.7036, 463.13095 1987.0101 669.4415, 496.91983 2068.3477 572.4607, 560.8533 2115.4517 146.747</trace>
</ink>
</file>

<file path=ppt/ink/ink8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1183.7612 5649.505 874.14984, 1110.7137 5643.143 871.3015, 1092.6184 5565.169 866.8404, 1171.6167 5486.808 863.8153, 1253.4559 5482.4463 861.74335, 1319.0084 5535.5767 859.37854, 1341.1481 5618.099 857.0342, 1300.3998 5749.1284 847.4982, 1243.2451 5849.138 839.65753, 1139.0905 5953.43 837.5389, 1050.2733 6015.6704 841.5376, 975.189 6031.7 847.9563, 1045.8292 6110.1284 857.69836, 1126.8577 6158.416 854.0126, 1204.4608 6194.168 851.17084, 1303.6323 6206.5547 850.89136, 1387.5197 6194.978 852.46204, 1487.9211 6128.394 853.17456, 1576.1067 6002.785 851.36615, 1625.8025 5887.276 847.6925, 1639.9827 5807.372 845.0509, 1647.9995 5677.76 839.9461, 1636.4805 5598.035 837.6674, 1612.4011 5511.9727 835.449, 1573.6743 5425.9175 834.33765, 1519.938 5347.6504 834.2796, 1428.46 5249.017 834.76447, 1355.2083 5211.2256 834.75305, 1268.1326 5188.981 834.0183, 1190.181 5181.638 833.08606, 1122.1301 5182.9067 831.7727, 1041.8542 5207.3335 829.03436, 957.6076 5255.414 825.43774, 877.064 5324.314 821.1944, 770.2502 5442.053 814.1127, 726.1119 5526.862 811.8033, 692.69556 5624.459 810.8338, 671.74536 5719.469 811.18, 658.5025 5792.645 811.6113, 658.2826 5882.1426 813.07495, 675.91223 5975.9595 815.29315, 712.918 6063.848 818.1872, 792.99066 6176.0635 823.61194, 863.00037 6214.341 824.9788, 949.4266 6239.5884 825.7935, 1044.8098 6251.7603 822.19696, 1122.7137 6266.638 817.1592, 1191.6088 6270.0454 805.8718</trace>
</ink>
</file>

<file path=ppt/ink/ink8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2390.7493 6237.946 874.14984, 2346.2388 6343.551 858.0538, 2316.546 6408.8145 850.8714, 2283.39 6483.696 845.0411, 2248.1326 6563.1934 841.0811, 2218.7688 6629.369 838.52704, 2173.874 6729.3076 841.36774, 2169.242 6663.425 835.69385, 2187.7817 6582.7314 833.32635, 2220.369 6452.8496 829.6654, 2254.3967 6335.7656 827.9579, 2286.8718 6240.3335 830.47015, 2331.0427 6150.879 840.4785, 2398.2073 6119.4336 855.694, 2443.3257 6199.353 859.0433, 2461.5615 6266.6704 855.47174, 2481.0486 6374.8154 847.34125, 2484.2375 6448.0396 845.5566, 2484.7117 6515.0327 846.2965, 2484.4385 6612.0537 850.21313, 2496.7056 6677.833 856.1995</trace>
</ink>
</file>

<file path=ppt/ink/ink8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2182.0771 6448.916 874.14984, 2290.2205 6425.8955 860.42456, 2359.5059 6411.2607 856.915, 2424.5688 6397.534 848.2043, 2488.4622 6387.11 664.2434</trace>
</ink>
</file>

<file path=ppt/ink/ink8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2853.137 6087.4746 874.14984, 2851.8064 6177.343 867.9755, 2848.1392 6250.38 861.3981, 2843.469 6329.7754 858.5273, 2837.8684 6444.332 858.11334, 2831.5671 6507.6387 858.216, 2823.3467 6600.83 856.9095, 2822.557 6695.3735 858.16565</trace>
</ink>
</file>

<file path=ppt/ink/ink8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2808.093 6072.479 874.14984, 2889.8171 6064.532 868.45105, 2953.6833 6056.9453 863.96246, 3021.8804 6049.3716 861.82733, 3121.1904 6044.092 860.2775, 3213.127 6041.8066 858.9145, 3335.2153 6045.942 858.01117, 3432.9336 6051.6846 858.0032, 3541.4624 6058.4844 860.98376, 3652.3457 6081.697 863.63715, 3722.0823 6139.336 863.51337, 3751.342 6208.7974 863.99225, 3755.3135 6330.0356 863.9893, 3752.8267 6432.1167 861.8405, 3748.888 6552.646 860.3242, 3748.5366 6642.6694 862.5693, 3759.3826 6746.7793 865.36896, 3749.4592 6826.2637 867.3259, 3666.4495 6873.0454 863.1663, 3591.29 6882.852 860.2554, 3513.6526 6887.7627 856.9382, 3438.186 6893.0454 854.5497, 3320.9968 6906.309 854.8275, 3255.8008 6914.19 855.27997, 3192.209 6921.89 855.75037, 3095.1384 6933.4844 857.86523, 3003.4734 6941.494 862.283, 2903.7458 6934.9976 865.76636, 2824.251 6882.9277 865.76306, 2782.0198 6812.9976 863.6621, 2756.7964 6734.2554 860.7116, 2728.8838 6614.0723 855.05585, 2711.5132 6532.535 844.831, 2700.8804 6468.035 553.8885</trace>
</ink>
</file>

<file path=ppt/ink/ink8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6875.817 6057.484 874.14984, 6862.133 6142.0757 867.1748, 6848.6987 6216.6846 862.3866, 6831.9346 6302.8257 856.1801, 6807.02 6436.324 854.7959, 6794.248 6510.503 854.7218, 6783.3335 6574.743 853.8665, 6770.343 6644.6167 855.5344, 6785.7285 6569.9136 822.7602</trace>
</ink>
</file>

<file path=ppt/ink/ink8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6756.3135 6072.479 874.14984, 6830.0967 6009.2197 864.2675, 6923.157 5976.9536 863.6688, 6988.224 5974.8457 863.80994, 7078.151 5992.237 864.05505, 7121.344 6088.9946 861.06866, 7066.7134 6209.123 852.20984, 6996.3594 6291.7725 842.77997, 6898.624 6360.3687 845.6645, 6989.081 6401.9873 850.6751, 7059.919 6409.6616 853.7346, 7137.864 6451.6777 857.4935, 7168.2915 6525.3438 858.71704, 7140.6367 6595.632 860.59204, 7037.1255 6666.5596 861.3991, 6971.159 6689.838 860.6425, 6866.8774 6711.1533 855.04083, 6782.3623 6696.1455 843.9024, 6718.03 6676.1006 798.9781</trace>
</ink>
</file>

<file path=ppt/ink/ink8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6353.6772 5966.9946 874.14984, 6354.83 6051.586 868.5153, 6347.7812 6140.5347 857.13074, 6339.2197 6230.9736 855.5188, 6325.585 6361.8633 851.28845, 6318.2666 6441.7285 849.87305, 6313.1963 6512.0522 847.9612, 6309.4614 6633.2266 848.7217, 6312.7524 6714.316 855.8128, 6319.831 6780.45 242.16727</trace>
</ink>
</file>

<file path=ppt/ink/ink8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6309.5527 5950.965 874.14984, 6227.5176 5974.0303 868.65564, 6135.938 5993.372 861.8527, 6026.1587 6004.9863 855.0073, 5926.58 6004.503 857.58105, 5825.6685 5993.283 860.3708, 5739.482 5976.2383 862.3112, 5665.1987 5970.326 865.4573, 5629.883 6054.152 867.65533, 5630.7056 6184.8066 862.218, 5631.969 6270.1255 855.8396, 5633.435 6394.394 845.8095, 5632.6587 6466.109 845.9407, 5632.2188 6535.7334 846.4906, 5631.6963 6639.038 849.9095, 5630.9263 6720.0493 855.60254, 5641.179 6794.1367 861.9914, 5714.733 6845.6807 867.8642, 5823.074 6844.18 867.11224, 5953.3447 6833.262 863.90594, 6032.015 6829.6157 862.24994, 6106.268 6828.4595 860.3148, 6198.0933 6831.5703 854.577, 6264.23 6835.176 823.7159</trace>
</ink>
</file>

<file path=ppt/ink/ink8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5803.0405 6132.978 874.14984, 5816.3916 6200.2925 869.39417, 5820.1 6316.1943 862.2366, 5816.1836 6410.479 859.44904, 5808.359 6537.123 854.27997, 5803.638 6610.229 839.80176, 5810.749 6677.872 819.1819, 5823.1836 6742.2324 677.89746</trace>
</ink>
</file>

<file path=ppt/ink/ink9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5847.1655 6087.4746 874.14984, 5900.221 6191.1475 871.567</trace>
</ink>
</file>

<file path=ppt/ink/ink9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5817.749 6041.454 874.14984, 5770.403 6108.352 866.36, 5723.4624 6193.749 861.6655, 5685.7495 6276.205 861.3923, 5662.383 6339.3228 810.68164</trace>
</ink>
</file>

<file path=ppt/ink/ink9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6070.5454 6147.9736 874.14984, 6052.5776 6212.029 874.14984, 6037.183 6290.99 865.33264, 6027.9697 6361.796 862.4477, 6019.3013 6450.632 860.4637, 6011.2803 6543.885 853.99554, 6004.3584 6615.417 836.6913</trace>
</ink>
</file>

<file path=ppt/ink/ink9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5921.6255 6479.9414 874.14984, 5930.319 6552.7944 871.6241, 5945.6235 6616.0674 871.2072, 6029.686 6648.5884 867.733, 6088.528 6578.0723 864.3068, 6133.1533 6515.2466 854.0884</trace>
</ink>
</file>

<file path=ppt/ink/ink9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5594.3687 5935.969 874.14984, 5544.4307 5861.8394 856.60126, 5484.145 5796.0757 857.57635, 5420.734 5746.8623 861.1659, 5298.139 5678.142 860.4698, 5189.1333 5628.933 857.48346, 5122.8926 5606.6187 855.72363, 5054.2935 5587.2026 855.15326, 4948.6113 5562.7607 856.3076, 4817.7812 5549.0317 855.7288, 4743.208 5547.324 855.3261, 4663.789 5551.314 854.91516, 4542.7417 5563.86 854.99176, 4469.1 5577.8945 854.9091, 4388.9663 5598.092 854.45807, 4317.132 5620.0796 853.9049, 4191.003 5668.095 852.7396, 4116.7056 5703.567 851.921, 4039.4697 5744.7627 850.3419, 3921.8767 5810.908 848.6862, 3801.83 5884.814 850.73285, 3716.064 5942.402 854.96655, 3652.0554 5996.782 860.4513</trace>
</ink>
</file>

<file path=ppt/ink/ink9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3672.1973 5769.9854 874.14984, 3634.9358 5844.668 868.6373, 3591.5217 5938.0796 869.04156, 3611.1382 6008.9375 867.0297, 3724.9019 6043.5376 863.1112, 3814.71 6048.1484 861.6121, 3916.0994 6049.972 858.5974, 3979.2173 6049.5454 854.4125</trace>
</ink>
</file>

<file path=ppt/ink/ink9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7531.249 6358.427 874.14984, 7618.584 6358.427 867.803, 7707.7188 6360.4595 855.09015, 7803.589 6365.2417 850.1075, 7946.76 6370.806 848.39954, 8045.5757 6373.751 843.75604, 8135.7607 6376.156 836.977, 8221.323 6378.2056 830.32983, 8331.343 6380.2705 823.95026, 8459.96 6382.888 817.7192, 8600.801 6385.133 812.799, 8746.393 6388.4004 809.80884, 8841.363 6390.5312 807.0751, 8953.384 6395.1836 803.7137, 9072.608 6401.3154 795.3263, 9192.191 6408.7695 779.5444, 9293.386 6415.487 755.92334, 9372.187 6420.9043 724.472, 9456.259 6427.35 685.7725, 9538.833 6434.0923 640.0772, 9615.544 6438.833 587.5429, 9716.215 6439.5054 463.7742, 9782.205 6438.148 252.29242</trace>
</ink>
</file>

<file path=ppt/ink/ink9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9527.881 6253.4585 874.14984, 9599.277 6260.2827 858.29626, 9683.477 6275.8926 846.4892, 9766.677 6304.5435 850.77716, 9838.321 6345.652 855.4641, 9884.984 6413.582 856.4684, 9864.025 6500.538 861.6758, 9779.858 6587.3374 853.4671, 9702.199 6643.656 845.8558</trace>
</ink>
</file>

<file path=ppt/ink/ink9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10470.122 6508.381 874.14984, 10523.924 6406.086 854.6804, 10559.749 6336.4316 847.42566, 10598.512 6259.3564 841.67633, 10638.6455 6179.414 840.20734, 10678.795 6102.566 840.12714, 10713.288 6039.3574 842.24945, 10762.905 5951.3926 846.3882, 10816.3545 5879.5337 851.505, 10887.245 5858.885 858.0732, 10941.813 5944.028 861.00214, 10937.467 6072.9736 854.5709, 10926.865 6187.465 850.2861, 10921.801 6312.6123 850.39417, 10917.984 6395.075 854.92004, 10889.785 6470.7085 873.9779</trace>
</ink>
</file>

<file path=ppt/ink/ink9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10640.185 6189.8574 874.14984, 10720.445 6178.617 864.2482, 10836.002 6164.3096 860.593, 10898.983 6158.125 859.1878, 10971.173 6150.57 855.0655, 11037.681 6149.9326 237.66197</trace>
</ink>
</file>

<file path=ppt/ink/ink10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11196.336 6267.937 874.14984, 11290.942 6262.4956 860.5174, 11357.944 6258.508 857.65015, 11471.512 6250.79 852.19775, 11578.271 6244.654 848.6152, 11643.668 6242.2725 847.4404, 11724.525 6240.6157 844.73065, 11811.574 6239.5435 843.36334, 11880.829 6238.8643 842.99493, 11944.422 6238.4443 844.26434, 12013.656 6238.201 845.57355, 12087.25 6237.9917 853.7302, 12176.232 6235.2583 861.0623, 12243.536 6232.077 875.3192</trace>
</ink>
</file>

<file path=ppt/ink/ink10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12418.033 6011.464 874.14984, 12410.153 6118.4033 861.2503, 12401.729 6232.0225 860.8685, 12391.249 6338.4736 864.28973, 12384.094 6407.44 871.4117</trace>
</ink>
</file>

<file path=ppt/ink/ink10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12283.821 5935.969 874.14984, 12357.844 5882.4976 869.016, 12473.51 5851.7705 866.8655, 12536.995 5856.271 866.4378, 12623.672 5884.0225 866.0106, 12664.268 5978.5415 863.7438, 12611.074 6057.8296 859.2617, 12528.9375 6115.349 857.485, 12465.42 6148.74 859.17633, 12546.281 6165.871 858.3303, 12666.148 6182.24 860.93945, 12736.715 6205.139 861.8214, 12813.023 6229.496 863.6246, 12885.975 6283.8115 866.3676, 12868.759 6378.482 866.77106, 12800.562 6434.3174 864.2582, 12699.576 6474.5674 862.30475, 12584.117 6491.5815 859.9933, 12517.681 6489.518 858.80444, 12448.826 6478.6816 856.7606, 12372.594 6469.4595 852.61365, 12308.106 6446.3594 666.78564</trace>
</ink>
</file>

<file path=ppt/ink/ink10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10868.162 3098.732 874.14984, 10939.497 3033.1704 866.84247, 10980.335 2967.6406 860.9156, 11013.286 2890.4185 856.6456, 11034.213 2776.6294 858.5274, 11017.966 2687.9863 859.4417, 10941.207 2759.3828 855.04767, 10919.134 2834.788 849.51013, 10901.384 2913.1296 844.11066, 10879.468 3046.2356 833.10205, 10873.46 3127.4 830.41724, 10871.668 3208.207 832.20886, 10874.418 3282.5623 834.6196, 10886.298 3381.8486 841.9748, 10975.639 3402.0166 857.9121, 11040.918 3308.6887 860.13727, 11083.45 3233.282 859.4494, 11109.52 3317.8718 859.94727, 11134.085 3393.2422 862.42444, 11181.63 3325.2144 834.7148</trace>
</ink>
</file>

<file path=ppt/ink/ink10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11166.921 2978.2512 874.14984, 11136.586 3054.2625 868.2793</trace>
</ink>
</file>

<file path=ppt/ink/ink10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11434.425 3144.2354 874.14984, 11369.312 3153.8901 868.5471, 11290.604 3208.0537 863.7905, 11219.687 3305.234 861.067, 11204.583 3370.2773 862.5117, 11277.125 3368.6733 862.98944, 11327.923 3297.3843 863.054, 11397.675 3374.5002 864.1253, 11488.243 3359.6665 862.547, 11553.93 3279.7112 842.08453</trace>
</ink>
</file>

<file path=ppt/ink/ink10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11553.93 3159.2305 874.14984, 11553.929 3234.8904 868.7882, 11554.657 3301.3416 867.8964, 11557.998 3364.2498 869.3091, 11564.713 3430.3486 851.1317</trace>
</ink>
</file>

<file path=ppt/ink/ink10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11375.593 3174.226 874.14984, 11356.054 3243.8481 871.86194, 11339.392 3326.7317 868.7654, 11324.587 3389.7063 758.12085</trace>
</ink>
</file>

<file path=ppt/ink/ink10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11866.478 3083.7366 874.14984, 11797.235 3119.0063 869.9904, 11753.181 3206.9849 826.13574, 11798.816 3288.1836 837.90607, 11807.793 3367.3645 842.9604, 11735.842 3451.2312 844.9654, 11670.506 3435.782 853.0878</trace>
</ink>
</file>

<file path=ppt/ink/ink10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12015.397 3174.226 874.14984, 11981.147 3239.504 865.56683, 11941.154 3307.0298 862.6674, 11934.569 3386.655 865.99756, 12001.663 3389.8223 865.0926, 12024.548 3309.152 866.3853, 11994.769 3243.3796 866.9919, 12015.015 3176.2488 866.5631, 12114.622 3130.2097 865.6372, 12200.483 3165.3828 865.62036, 12228.131 3264.6482 864.2839, 12276.338 3190.1997 865.87634, 12397.827 3125.8777 865.7326, 12493.526 3122.2922 865.09753, 12557.247 3207.6392 860.7516, 12558.045 3285.0854 856.9864, 12525.2 3358.5154 858.3129, 12485.483 3421.6755 756.8027</trace>
</ink>
</file>

<file path=ppt/ink/ink11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11643.097 2872.2493 874.14984, 11616.328 2962.1304 879.2094, 11597.388 3026.9702 880.49384</trace>
</ink>
</file>

<file path=ppt/ink/ink11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13222.386 3023.2375 874.14984, 13153.013 3047.264 868.42633, 13077.111 3107.434 863.3369, 13021.789 3173.097 860.0733, 12981.493 3243.4722 858.38727, 12978.691 3340.8965 859.00635, 13045.868 3394.3464 857.9733, 13125.926 3394.0278 856.8643, 13221.587 3343.9434 854.17303, 13297.944 3289.3313 853.7914, 13362.702 3237.5854 855.8659, 13400.002 3318.128 863.1317, 13506.828 3340.3403 864.19226, 13582.6 3289.0923 857.6536, 13623.762 3217.268 858.94275, 13586.31 3136.9473 859.3569, 13494.339 3129.846 857.55896, 13391.599 3161.8552 860.11993, 13487.487 3168.766 855.46814, 13573.196 3130.329 853.25714, 13649.458 3090.3843 857.68713, 13716.512 3072.1465 860.8162, 13714.609 3175.0522 864.9252, 13725.343 3278.8623 867.4466, 13794.19 3326.305 865.09265, 13853.927 3262.9978 860.78107, 13898.587 3182.594 852.39044, 13927.209 3097.4536 838.2745, 13947.287 3031.691 802.5834</trace>
</ink>
</file>

<file path=ppt/ink/ink11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14116.826 3083.7366 874.14984, 14016.748 3142.054 869.6865, 13952.888 3217.0935 869.45294, 14040.752 3176.3074 862.3998, 14112.995 3166.3074 863.92706, 14156.079 3250.6501 866.587, 14223.734 3257.6013 866.0553, 14323.101 3182.9714 858.9115, 14395.052 3067.1514 849.7326, 14440.256 2966.2988 845.23395, 14460.369 2843.2546 846.66644, 14463.951 2750.6086 850.3169, 14447.846 2663.954 855.4683, 14359.727 2692.0159 859.3021, 14316.872 2772.3347 852.1821, 14283.077 2896.6755 847.61835, 14268.359 2994.7117 847.773, 14276.473 3106.2751 851.91644, 14323.558 3190.8743 856.7589, 14398.306 3221.6147 860.15924, 14501.615 3196.3833 860.30634, 14575.034 3160.124 860.63086, 14652.934 3075.8335 863.20935, 14651.718 3012.5288 864.087, 14585.276 3007.095 862.6185, 14526.697 3077.662 863.41833, 14506.179 3156.1233 863.76965, 14598.704 3207.466 862.932, 14678.885 3147.7915 863.82886, 14750.621 3081.1838 865.5609, 14819.28 3110.3223 866.347, 14877.217 3037.3145 865.9452, 14946.32 3073.7102 866.1732, 14989.286 3136.731 866.4946</trace>
</ink>
</file>

<file path=ppt/ink/ink11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15144.558 2917.7527 874.14984, 15068.595 3023.5278 868.8936, 15065.87 3118.3154 868.18243, 15158.769 3166.0193 864.1528, 15230.923 3156.3008 858.93, 15298.293 3126.8997 856.39056, 15374.309 3050.5474 859.8759, 15293.942 3017.277 861.7098, 15257.464 3085.3035 864.6483, 15336.676 3118.754 860.76733, 15417.474 3136.2922 846.6558, 15480.8 3124.9753 8.410846</trace>
</ink>
</file>

<file path=ppt/ink/ink11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13595.6045 6418.9253 874.14984, 13673.295 6338.882 865.57294, 13736.781 6263.576 861.1269, 13783.287 6181.136 860.1416, 13821.092 6076.295 858.80237, 13845.079 5981.817 857.6995, 13855.227 5882.368 859.0654, 13851.021 5800.226 862.12775, 13811.089 5729.893 864.58295, 13737.161 5738.507 865.1481, 13690.899 5830.6885 860.60815, 13674.424 5924.0327 854.26685, 13689.961 6048.8823 852.5972, 13712.508 6144.671 851.95575, 13750.611 6248.453 853.97455, 13790.324 6320.8867 858.9379, 13894.585 6367.2783 863.7291, 13981.893 6339.5547 863.37823, 14060.443 6269.7563 862.92413, 14124.854 6267.2305 866.1542, 14151.946 6343.592 868.1625, 14246.277 6342.353 866.6878, 14310.789 6313.9575 862.52856</trace>
</ink>
</file>

<file path=ppt/ink/ink11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14102.117 5891.5 874.14984, 14102.116 5958.7524 872.8003</trace>
</ink>
</file>

<file path=ppt/ink/ink11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14027.656 6147.9736 874.14984, 14029.43 6215.8486 871.8451, 14037.879 6289.4023 865.2449, 14042.882 6356.051 566.3976</trace>
</ink>
</file>

<file path=ppt/ink/ink11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14369.621 6237.946 874.14984, 14401.384 6149.201 870.2647, 14322.784 6127.4927 868.2258, 14252.955 6206.051 865.8971, 14224.562 6286.817 864.7214, 14314.945 6334.529 864.15845, 14388.719 6265.6143 863.7581, 14468.475 6308.525 864.98236, 14556.1045 6236.475 864.6518, 14622.722 6301.2817 864.7983, 14686.932 6363.654 843.0777</trace>
</ink>
</file>

<file path=ppt/ink/ink11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14667.461 5875.47 874.14984, 14634.621 5954.642 867.55475</trace>
</ink>
</file>

<file path=ppt/ink/ink11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14921.178 6041.454 874.14984, 14832.315 6045.544 869.0219, 14755.357 6090.193 868.28204, 14748.6045 6157.0454 866.47516, 14827.606 6254.7856 863.92126, 14827.125 6318.5825 864.3089, 14751.762 6338.0635 863.9069, 14688.9795 6310.587 239.70923</trace>
</ink>
</file>

<file path=ppt/ink/ink12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15040.681 6116.9487 874.14984, 14993.17 6199.635 866.38666, 14963.166 6287.6406 866.46954, 14995.338 6362.202 866.3278, 15060.769 6301.558 864.69763, 15051.462 6203.618 865.5001, 15076.943 6128.249 866.20575, 15160.074 6182.958 865.65485, 15180.314 6253.9956 865.85944, 15241.561 6158.7344 861.9031, 15320.108 6119.7 862.2845, 15390.66 6212.404 859.84503, 15412.982 6283.9663 854.9509</trace>
</ink>
</file>

<file path=ppt/ink/ink12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16008.661 6087.4746 874.14984, 15935.01 6081.7236 871.6352, 15839.922 6099.034 855.6813, 15774.14 6139.6 859.3961, 15813.593 6209.427 861.09705, 15905.267 6194.6523 855.858, 15989.892 6136.5864 852.2638, 16048.777 6062.2373 852.624, 16080.291 5979.6636 851.5889, 16095.044 5869.2334 851.0368, 16098.133 5766.143 857.42303, 16093.582 5699.352 861.447, 16068.579 5822.105 857.79175, 16063.958 5887.8936 854.89, 16059.395 5994.5186 849.8766, 16073.328 6113.4214 853.4517, 16138.547 6179.5405 855.39154, 16205.416 6192.286 856.2036, 16290.952 6145.1377 860.02954, 16338.992 6078.994 864.24054, 16315.092 6011.7173 864.6363, 16248.763 6075.728 863.874, 16239.268 6170.602 860.19507, 16273.389 6247.629 849.6452, 16322.129 6313.9575 819.62396</trace>
</ink>
</file>

<file path=ppt/ink/ink12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13788.65 6826.387 874.14984, 13720.6875 6836.0664 857.66797, 13644.994 6876.3867 858.61346, 13576.221 6963.107 851.1456, 13545.691 7027.16 848.5602, 13513.228 7130.6875 847.2436, 13535.201 7206.5806 851.1187, 13609.483 7237.9854 851.1926, 13712.065 7212.9927 849.4796, 13796.749 7164.997 851.8818, 13869.351 7106.0645 856.3671, 13887.05 7194.682 860.2023, 13933.148 7258.145 863.50134, 13996.425 7275.6553 862.62915, 14068.895 7241.3623 859.706, 14110.383 7175.31 860.5632, 14074.772 7079.6255 860.8486, 14004.034 7027.6333 860.87524, 13915.256 7022.322 861.90753, 13886.128 7091.381 863.6738, 13993.625 7094.9297 856.66296, 14090.902 7081.464 852.6517, 14175.958 7067.369 854.81744, 14197.43 7151.6655 858.27435, 14177.39 7221.861 863.43475, 14247.869 7268.75 865.6906, 14335.438 7193.557 865.143, 14366.012 7116.922 864.86237, 14330.843 7035.0522 864.5127, 14258.27 6998.599 863.5939, 14188.434 7007.581 864.43207, 14276.044 7066.2935 862.5575, 14348.856 7049.1597 863.68726, 14418.928 7031.967 864.3983, 14486.138 7044.2334 865.0522, 14530.27 7132.237 866.2063, 14538.684 7208.403 867.3937, 14616.098 7253.5947 866.3004, 14716.796 7226.0576 858.82465, 14786.965 7203.858 840.7272</trace>
</ink>
</file>

<file path=ppt/ink/ink12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15010.346 7022.879 874.14984, 14944.344 7040.7793 871.76697, 14874.728 7080.6475 862.0584, 14792.089 7158.896 859.46277, 14775.652 7235.2886 861.8687, 14838.569 7277.6543 860.60693, 14926.055 7241.7207 858.35547, 14988.927 7171.0674 859.174, 15032.739 7066.698 857.99554, 15053.344 6952.646 855.0641, 15058.342 6888.9272 854.2323, 15062.399 6791.1553 856.023, 15059.348 6707.3115 860.3707, 15003.191 6801.17 861.0806, 14995.73 6893.106 858.84656, 15006.986 7007.176 857.9194, 15019.429 7070.2236 859.24817, 15046.621 7162.7163 861.8901, 15099.728 7232.478 872.00055</trace>
</ink>
</file>

<file path=ppt/ink/ink12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15233.725 7022.879 874.14984, 15224.022 7101.431 870.94934, 15224.118 7168.16 869.61285</trace>
</ink>
</file>

<file path=ppt/ink/ink12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15233.725 6826.387 874.14984, 15220.556 6891.8306 772.2973</trace>
</ink>
</file>

<file path=ppt/ink/ink12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15412.982 6962.3794 874.14984, 15401.798 7047.03 869.1378, 15378.075 7137.4785 868.8405, 15368.0205 7070.1216 864.50977, 15395.952 6992.7524 863.5974, 15471.1455 6933.8955 863.77136, 15517.28 6996.9126 861.49316, 15525.841 7066.325 861.86444, 15524.321 7132.8545 864.88324, 15519.058 7205.7974 870.84326</trace>
</ink>
</file>

<file path=ppt/ink/ink12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15830.326 7053.3867 874.14984, 15751.972 7061.0454 868.4446, 15685.167 7081.46 866.97876, 15620.574 7128.551 868.9532, 15714.592 7091.888 867.366, 15785.597 7119.4814 867.82385, 15851.883 7156.524 866.8779, 15916.958 7141.1753 864.2911, 15984.427 7043.4834 856.35547, 16026.842 6972.673 835.2405, 16048.163 6907.101 541.6334</trace>
</ink>
</file>

<file path=ppt/ink/ink12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15948.909 6524.41 874.14984, 15948.907 6624.6113 863.1555, 15945.098 6741.6284 859.6421, 15942.103 6806.1265 858.55554, 15940.576 6872.1494 856.6846, 15942.038 6972.1753 847.86206, 15955.152 7058.517 832.5539, 15966.411 7124.814 781.8663</trace>
</ink>
</file>

<file path=ppt/ink/ink12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15904.785 6992.371 874.14984, 15972.027 6947.6357 869.58044, 16054.818 6918.421 868.94794, 16119.674 6946.69 868.54944, 16150.605 7031.446 868.2179, 16190.322 7105.3496 867.5364, 16218.597 7168.2935 241.41483</trace>
</ink>
</file>

<file path=ppt/ink/ink13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16336.838 6947.9014 874.14984, 16269.143 7018.28 869.65094, 16313.845 7082.955 868.5892, 16339.865 7000.511 866.78906, 16323.781 6925.686 865.3668, 16386.799 6862.653 864.551, 16463.729 6888.0044 861.49713, 16513.104 6990.8115 862.119, 16494.12 7061.2544 864.27295, 16509.324 6977.1567 863.0189, 16544.025 6912.106 862.7543, 16630.87 6852.0474 863.4102, 16715.213 6850.6035 863.6021, 16773.326 6923.774 861.82025, 16788.672 7026.8 855.2877, 16757.201 7113.2207 840.34875, 16709.137 7189.38 798.6707</trace>
</ink>
</file>

<file path=ppt/ink/ink13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16087.719 6740.034 874.14984, 16046.098 6805.8896 857.8075</trace>
</ink>
</file>

<file path=ppt/ink/ink13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17126.48 7068.3823 874.14984, 17076.23 7139.3223 865.9811, 17022.861 7202.9487 755.0507</trace>
</ink>
</file>

<file path=ppt/ink/ink13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3254.8533 3355.2053 874.14984, 3195.1016 3279.7112 865.76917</trace>
</ink>
</file>

<file path=ppt/ink/ink13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3240.145 3174.226 874.14984, 3223.862 3237.4563 874.14984, 3321.4858 3206.0833 870.51715, 3407.7607 3246.1987 869.1374, 3477.4998 3339.3752 867.85016, 3482.7688 3447.8828 866.84796, 3412.9558 3513.2202 866.13556, 3312.5159 3499.9553 866.10596, 3249.6177 3418.9346 865.5814, 3247.2227 3338.0535 863.231, 3311.176 3267.327 855.3152, 3374.0771 3214.3213 784.22424</trace>
</ink>
</file>

<file path=ppt/ink/ink13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5579.661 3069.2583 874.14984, 5573.3286 2985.2517 873.41315, 5594.124 2908.185 871.6829, 5670.6147 2848.4473 869.7919, 5779.422 2837.1614 867.7511, 5880.738 2864.2583 866.14026, 5969.5957 2951.9084 865.3142, 5988.776 3079.2646 864.4108, 5957.064 3183.79 863.3005, 5884.0444 3257.6355 863.7057, 5795.782 3293.4468 864.1613, 5700.3843 3286.0344 863.5341, 5624.2017 3224.1433 863.25653, 5585.9263 3140.21 863.54364, 5587.943 3022.043 863.8415, 5593.1763 2943.4836 865.7066</trace>
</ink>
</file>

<file path=ppt/ink/ink13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3120.6414 3537.2188 874.14984, 3145.835 3461.2964 847.07794, 3167.2747 3397.3965 797.7313</trace>
</ink>
</file>

<file path=ppt/ink/ink13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16495.87 2800.8918 874.14984, 16572.316 2799.9558 863.87683, 16661.7 2788.0679 857.6766, 16724.78 2781.1655 796.6248</trace>
</ink>
</file>

<file path=ppt/ink/ink13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15427.689 4804.073 874.14984, 15363.435 4851.8145 434.6193</trace>
</ink>
</file>

<file path=ppt/ink/ink13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21938.805 1861.3511 874.14984, 22014.23 1878.7466 866.8434, 22084.975 1867.9222 859.0139</trace>
</ink>
</file>

<file path=ppt/ink/ink14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22564.822 1861.3511 874.14984, 22639.629 1875.7 870.7385, 22712.674 1919.2928 870.6621, 22739.186 1852.8097 679.7805</trace>
</ink>
</file>

<file path=ppt/ink/ink14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21343.127 1936.8451 874.14984, 21268.666 1891.3416 861.4124</trace>
</ink>
</file>

<file path=ppt/ink/ink14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21327.498 1348.404 874.14984, 21343.602 1283.936 847.88416</trace>
</ink>
</file>

<file path=ppt/ink/ink14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21402.877 1604.8776 874.14984, 21388.168 1681.923 866.3758</trace>
</ink>
</file>

<file path=ppt/ink/ink14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20303.441 7263.84 874.14984, 20315.195 7358.1113 861.6581, 20319.586 7423.473 857.434, 20320.84 7498.669 854.662, 20319.125 7583.788 849.7298, 20316.906 7655.4863 845.1712, 20313.703 7723.6406 841.7519, 20308.393 7810.644 838.7046, 20303.504 7906.61 836.5385, 20300.223 7975.1577 832.6838, 20298.37 8059.206 826.03894, 20298.75 8144.431 817.67975, 20298.346 8217.009 804.6898, 20299.764 8290.766 781.11005</trace>
</ink>
</file>

<file path=ppt/ink/ink14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15638.199 783.7488 874.14984, 15545.142 763.3274 862.2185, 15420.765 743.8807 861.5131, 15351.352 741.1602 861.8777, 15245.36 744.1002 861.71936, 15152.131 760.3893 860.42706, 15089.069 784.70874 857.9531, 15021.005 821.8681 854.5229, 14951.067 867.936 852.37805, 14882.533 919.96295 851.1016, 14788.0625 997.7617 849.3778, 14695.363 1102.7592 850.4853, 14635.987 1202.2513 852.0537, 14598.657 1327.1306 853.8639, 14589.677 1396.8307 854.52686, 14585.991 1501.295 855.63214, 14621.306 1609.8912 857.07794, 14680.464 1687.5209 857.29047, 14791.116 1753.3396 855.2495, 14867.324 1782.3177 852.26355, 14990.665 1819.3947 846.38574, 15072.281 1832.4431 843.6078, 15164.335 1838.434 841.05, 15250.3955 1838.12 838.87384, 15320.135 1835.7012 836.9937, 15407.409 1825.7936 835.2318, 15505.17 1807.6357 832.798, 15570.61 1795.0455 831.1319, 15649.4795 1772.7195 829.8833, 15738.818 1739.8413 829.12726, 15834.628 1697.5022 828.5504, 15917.95 1656.1097 828.5487, 15984.598 1620.8794 828.622, 16056.261 1571.7993 829.22614, 16126.134 1510.207 831.0244, 16191.53 1439.6465 833.3779, 16277.517 1331.6503 839.3704, 16314.61 1263.951 842.22864, 16341.794 1193.4094 845.0893, 16365.282 1082.464 850.3365, 16329.336 966.5054 855.4116, 16256.49 883.35895 856.7711, 16187.242 846.907 853.07806, 16102.575 821.21246 847.16907, 16022.469 807.4987 841.26544, 15889.583 802.89026 816.2837, 15788.551 820.765 762.99335, 15710.165 842.95825 637.5929</trace>
</ink>
</file>

<file path=ppt/ink/ink14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15859.741 1000.9239 874.14984, 15948.22 986.9667 868.5856, 16029.174 978.8801 865.4659, 16095.006 979.2269 862.5584, 16195.859 986.10846 856.45575, 16323.153 1020.5032 852.4166, 16416.816 1062.3865 852.4866, 16509.39 1133.2739 853.5329, 16604.518 1228.3154 854.79926, 16677.312 1305.9712 856.5533, 16771.652 1417.63 856.8332, 16854.998 1516.8766 855.5245, 16945.758 1638.5825 854.31775, 16994.725 1712.4606 852.8106, 17065.959 1831.6833 849.2453, 17103.65 1906.0079 847.91925, 17142.88 1989.386 847.5352, 17177.588 2067.2651 847.26263, 17239.387 2207.6577 846.36115, 17282.13 2296.6821 844.2035, 17331.514 2394.3228 840.629, 17385.533 2498.0923 837.0495, 17429.994 2581.7283 833.57275, 17472.49 2659.6274 830.4357, 17523.713 2748.8674 828.13995, 17580.94 2845.8374 826.215, 17643.121 2948.1702 824.4881, 17711.846 3053.4119 823.345, 17756.826 3122.0557 822.5499, 17815.912 3204.6733 822.6077, 17884.672 3297.642 821.99945, 17962.984 3396.047 820.68536, 18049.64 3499.0493 818.26276, 18133.0 3597.692 815.71216, 18195.52 3671.464 813.23737, 18270.4 3763.0964 811.06085, 18349.06 3866.7024 809.00476, 18404.068 3939.7686 807.16864, 18462.303 4024.8506 805.90375, 18522.578 4124.3955 804.07965, 18587.438 4236.078 803.4662, 18647.156 4341.9014 804.06506, 18693.24 4424.657 805.163, 18740.436 4525.7144 806.612, 18785.996 4638.7764 808.35156, 18830.15 4759.737 810.4319, 18861.24 4847.175 812.4498, 18892.943 4942.757 814.2078, 18927.27 5051.3438 814.3409, 18961.34 5168.651 814.7583, 18994.555 5291.9575 815.6111, 19025.662 5415.4136 817.2913, 19046.121 5497.0156 818.7802, 19069.945 5594.729 820.96576, 19095.34 5702.546 823.21405, 19120.777 5816.008 824.4014, 19141.648 5912.622 824.66626, 19159.164 5996.4863 824.8329, 19179.488 6095.127 826.37164, 19199.56 6194.8965 828.0522, 19213.912 6266.659 829.1181, 19228.984 6355.0903 829.5962, 19243.988 6452.361 831.1385, 19258.162 6552.9507 833.1048, 19268.03 6630.534 834.98267, 19275.816 6704.6216 837.26575, 19282.773 6789.1577 840.2511, 19290.504 6879.5884 843.11926, 19299.643 6970.0537 844.92596, 19310.709 7058.086 846.89325, 19319.064 7121.943 848.8259, 19345.44 7247.7007 853.11145, 19387.457 7362.6055 856.3528, 19430.014 7443.5864 858.515, 19494.906 7521.6714 860.3167, 19570.244 7579.7295 861.63873, 19651.088 7621.759 861.5711, 19726.678 7651.5093 862.07263, 19801.541 7669.5845 864.9329, 19869.268 7655.6357 865.76636, 19934.79 7628.9224 812.0902</trace>
</ink>
</file>

<file path=ppt/ink/ink14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19778.545 7399.8325 874.14984, 19855.586 7456.395 862.09656, 19899.707 7523.749 863.7533, 19886.184 7621.8735 863.1269, 19846.83 7693.3613 859.47394, 19780.645 7744.5483 854.5929, 19714.639 7781.5986 736.95996</trace>
</ink>
</file>

<file path=ppt/ink/ink14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20254.723 7324.3394 874.14984, 20260.303 7406.626 864.8317, 20270.51 7520.524 859.5413, 20278.742 7621.767 854.43665, 20283.34 7714.385 854.09814, 20286.045 7777.4614 852.71063, 20289.756 7853.3936 851.8104, 20293.455 7938.284 851.5017, 20296.48 8027.4585 850.77576, 20298.605 8095.152 850.1074, 20299.762 8159.473 847.3723, 20300.822 8226.216 842.84595, 20305.72 8334.946 827.3057, 20310.414 8398.6455 737.1656</trace>
</ink>
</file>

<file path=ppt/ink/ink14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24680.037 5046.0684 874.14984, 24656.53 4967.077 843.3494, 24642.803 4903.4316 773.6593</trace>
</ink>
</file>

<file path=ppt/ink/ink15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2748.3413 744.45044 874.14984, 2762.158 816.81726 871.3707, 2775.1868 895.6581 863.1037, 2785.3584 967.7899 860.45667, 2796.482 1071.7612 859.75964, 2809.363 1176.3147 858.2134, 2830.7957 1299.6787 856.6933, 2848.9373 1395.1897 857.55237, 2859.842 1459.6086 858.09485, 2870.1736 1534.0999 857.5374, 2877.43 1597.6031 856.8777, 2887.0024 1732.342 855.208, 2891.6008 1817.1641 853.0781, 2897.133 1909.215 850.84045, 2903.5955 2007.8176 848.97955, 2908.3357 2079.1582 847.2143, 2915.0413 2157.8916 844.79614, 2922.9302 2249.0261 842.0755, 2929.9702 2349.4644 839.7696, 2935.0298 2447.4226 838.29425, 2938.4697 2521.6133 836.84375, 2941.0234 2614.309 834.94025, 2943.635 2720.2942 833.0811, 2945.3918 2793.1445 831.59326, 2947.0525 2881.372 829.58093, 2947.472 2984.4841 827.2839, 2947.0427 3099.497 825.87, 2947.1208 3205.2666 824.94086, 2947.3918 3292.7168 823.7904, 2947.8877 3402.1338 821.5807, 2947.5554 3527.0437 818.4774, 2946.6836 3663.0308 814.5223, 2945.7563 3762.9617 811.1133, 2943.8684 3872.9314 807.4747, 2939.3728 4001.091 804.9285, 2931.5667 4141.1973 801.8919, 2922.2625 4289.3994 799.4099, 2913.0725 4436.469 798.04095, 2906.6445 4539.1636 797.03296, 2900.5056 4664.0864 797.1017, 2895.8716 4803.4497 797.1247, 2891.8901 4952.542 797.1292, 2888.596 5075.5054 796.3844, 2885.552 5188.7812 795.57434, 2881.3347 5325.295 794.13916, 2876.4822 5466.976 792.7192, 2872.9536 5568.961 790.9905, 2866.4614 5699.8716 788.8912, 2856.0513 5849.62 786.9039, 2843.4414 6011.1064 784.19006, 2833.9893 6138.3623 782.3909, 2825.535 6262.688 780.9478, 2817.114 6408.2734 780.52057, 2809.3704 6568.4863 780.1472, 2800.7803 6739.279 779.27057, 2789.3552 6918.73 778.179, 2781.4497 7040.945 777.17584, 2772.2876 7183.5015 776.0276, 2762.5017 7345.185 774.77686, 2751.981 7519.2983 773.19446, 2741.7214 7684.644 769.6649, 2733.956 7808.777 764.7658, 2723.404 7958.297 761.3549, 2712.662 8124.304 761.80176, 2702.4666 8300.831 763.46375, 2695.7092 8425.646 765.76184, 2690.228 8564.303 768.33716, 2687.3733 8719.979 770.7428, 2685.4143 8851.595 772.455, 2684.0278 8970.693 774.2375, 2682.1938 9112.341 776.9682, 2679.0608 9264.535 781.378, 2673.1848 9417.924 784.517, 2665.8308 9563.468 788.6501, 2660.3345 9667.052 793.2384, 2653.2854 9755.869 804.9091, 2642.5215 9821.448 816.1561, 2579.4377 9811.126 8.570785</trace>
</ink>
</file>

<file path=ppt/ink/ink15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2808.093 624.48706 874.14984, 2789.5679 696.9817 866.63055, 2754.4915 799.2709 849.6595, 2713.017 905.4274 845.63477, 2673.3772 1010.92487 850.5096, 2639.3472 1076.105 749.4628</trace>
</ink>
</file>

<file path=ppt/ink/ink15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2778.6765 639.4825 874.14984, 2818.1436 721.40674 864.0576, 2861.68 836.6854 857.0887, 2888.678 925.82117 852.7115, 2905.0771 1004.68787 854.6719, 2911.8323 1082.5962 856.5292, 2884.7842 1158.1049 862.04816, 2803.0283 1181.6702 864.2294, 2700.1855 1183.3552 864.78937, 2628.8374 1182.4202 860.91534</trace>
</ink>
</file>

<file path=ppt/ink/ink15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3403.7732 382.49197 874.14984, 3331.929 368.68057 869.3459, 3248.2988 406.6685 862.80524, 3163.2168 500.04974 857.5748, 3118.7998 612.22046 853.1376, 3102.4553 715.8531 851.63477, 3113.4114 832.4557 853.72345, 3167.213 913.8578 857.6587, 3246.9905 936.2815 858.84955, 3322.7834 914.3146 859.3187, 3388.2292 887.9457 802.4429</trace>
</ink>
</file>

<file path=ppt/ink/ink15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3082.9517 734.1088 874.14984, 3152.0571 706.4894 864.16034, 3251.0618 661.9663 860.83325, 3316.0078 631.65515 856.83124</trace>
</ink>
</file>

<file path=ppt/ink/ink15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3418.4812 714.4596 874.14984, 3441.8838 806.906 866.75214, 3458.4106 880.296 865.2126, 3519.1365 802.6276 863.9918, 3586.9429 728.1118 866.1461, 3660.795 762.27374 866.0248, 3715.0847 847.8705 866.1783, 3804.603 880.3015 864.4796, 3872.6565 811.38403 859.82965, 3915.1091 733.9963 857.5732, 3909.819 650.07837 859.83453, 3836.8853 639.8014 860.8654, 3784.4866 730.57874 859.6229, 3779.7856 844.497 863.0058, 3870.712 879.13354 860.70734, 3951.5732 785.63904 861.01184, 4006.0117 715.04803 862.85175, 4075.0227 738.1136 864.0982, 4136.9565 802.2906 866.3768, 4225.271 738.2251 862.12036, 4276.009 672.8296 848.88696</trace>
</ink>
</file>

<file path=ppt/ink/ink15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4416.798 563.47125 874.14984, 4351.684 610.46405 869.0476, 4269.3687 689.92017 861.04047, 4239.7407 768.16705 864.8419, 4307.0444 730.14185 860.4251, 4360.7905 660.1129 858.53516, 4420.678 739.09436 851.72034, 4415.6616 852.948 850.7108, 4410.6826 915.8145 851.8142, 4399.4956 1011.12604 854.1013, 4362.2407 1116.9567 856.65607, 4311.7114 1184.8658 859.4278, 4233.219 1181.0536 860.9572, 4187.4985 1070.2867 852.122, 4209.846 992.35486 844.0128, 4222.822 922.833 823.5992, 4253.169 850.96967 796.1614</trace>
</ink>
</file>

<file path=ppt/ink/ink15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4447.133 624.48706 874.14984, 4482.317 689.5144 866.2667, 4497.5776 773.5647 866.1594, 4578.706 811.6773 863.58997, 4660.3423 740.56366 857.40393, 4707.6963 667.5453 853.6773, 4736.0503 592.5804 857.2383, 4667.1323 608.66125 859.2262, 4633.368 693.6113 859.84467, 4653.5522 782.5784 860.9363, 4754.1094 812.79474 858.3042, 4827.996 739.8056 848.64087, 4884.4316 674.84143 805.324</trace>
</ink>
</file>

<file path=ppt/ink/ink15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4521.593 306.99774 874.14984, 4513.6313 374.21243 867.8404, 4503.8354 439.00992 841.10706</trace>
</ink>
</file>

<file path=ppt/ink/ink15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2837.5093 6101.953 874.14984, 2930.5886 6096.0024 870.7701, 3034.9414 6089.944 843.46967, 3102.427 6085.9575 834.9926, 3213.7864 6080.081 826.1494, 3328.3113 6075.9883 823.17065, 3416.4578 6074.6187 819.25165, 3516.173 6073.753 819.43665, 3604.7878 6072.623 819.46265, 3683.1162 6071.397 821.6937, 3782.1309 6068.593 822.25275, 3897.1714 6066.4346 821.5558, 4026.0269 6065.0356 820.2672, 4115.0103 6064.0913 818.5517, 4225.126 6062.984 815.2024, 4356.4897 6061.5376 811.2258, 4501.658 6061.3315 806.6927, 4633.878 6062.127 801.44275, 4741.7188 6063.19 796.702, 4875.1274 6065.722 792.2098, 5025.1147 6068.1284 789.3291, 5184.5337 6069.882 786.444, 5304.839 6071.3765 783.7699, 5428.492 6073.277 781.91016, 5572.7363 6076.1714 781.5731, 5731.237 6080.8135 782.51953, 5878.1616 6085.599 783.7811, 5993.0054 6089.489 784.34753, 6134.2134 6094.944 783.64716, 6293.9546 6101.584 781.74744, 6465.414 6108.824 776.25366, 6598.2983 6114.4365 773.85657, 6729.6694 6119.924 772.06995, 6880.6523 6126.046 771.6234, 7043.1475 6132.5723 772.22107, 7206.566 6139.2524 772.8297, 7318.734 6143.846 773.3052, 7456.2754 6150.674 775.2727, 7610.657 6159.842 775.8238, 7774.6514 6169.6133 777.1339, 7904.069 6177.301 780.0219, 8027.4165 6184.5776 781.94977, 8169.6025 6192.2183 784.5628, 8322.77 6199.901 786.3033, 8476.026 6207.996 787.86786, 8580.9375 6213.576 789.1638, 8709.377 6220.6836 790.95984, 8851.669 6228.3696 791.64026, 9001.651 6236.42 791.8828, 9129.257 6242.9424 791.8709, 9240.249 6248.39 792.00977, 9370.566 6254.4697 792.9798, 9513.133 6259.6655 793.78705, 9661.065 6264.779 795.4823, 9758.442 6268.122 796.8578, 9878.404 6273.5913 798.26526, 10011.663 6280.402 797.88715, 10151.612 6287.172 798.5213, 10296.262 6293.7324 800.2573, 10425.964 6299.437 803.0226, 10528.252 6303.8716 805.49396, 10647.763 6307.6357 807.62146, 10775.529 6310.6177 809.0307, 10906.743 6312.53 809.97876, 11002.034 6313.7725 811.0575, 11099.49 6314.5356 813.3653, 11206.11 6314.988 816.8612, 11318.06 6315.249 820.7861, 11422.161 6315.3906 824.7651, 11499.995 6315.4604 827.80005, 11588.827 6315.498 829.877, 11679.105 6314.2256 828.55444, 11765.805 6310.0884 825.00244, 11829.767 6306.448 819.1034, 11917.376 6292.611 800.76025, 11981.889 6284.5474 669.6703</trace>
</ink>
</file>

<file path=ppt/ink/ink16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11553.93 6162.4517 874.14984, 11647.459 6196.933 859.83136, 11745.07 6230.7905 853.0185, 11812.084 6255.1177 854.0316, 11876.28 6285.3623 856.1043, 11935.312 6354.5396 858.03253, 11893.8125 6436.8413 854.79504, 11809.488 6479.1914 856.7522, 11743.005 6496.281 748.1893</trace>
</ink>
</file>

<file path=ppt/ink/ink16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12269.112 6811.3916 874.14984, 12272.864 6742.843 870.5751, 12184.437 6709.5674 868.25433, 12115.099 6735.3247 865.76404, 12065.064 6832.717 862.44904, 12054.01 6916.7227 858.4752, 12075.245 6987.52 856.24084, 12165.196 7031.2476 857.9633, 12248.571 6976.8384 857.40094, 12304.56 6904.9453 854.5939, 12346.862 6782.0693 852.0341, 12359.649 6717.7793 851.5072, 12374.261 6610.8057 851.04333, 12379.385 6547.507 851.45294, 12381.175 6438.6665 853.49603, 12373.012 6355.387 859.7764, 12352.064 6450.8296 854.4863, 12347.582 6527.26 849.12756, 12341.777 6645.8003 841.23895, 12343.25 6721.6973 833.0952, 12351.42 6799.056 823.0523, 12360.339 6863.169 809.8522, 12385.543 6942.782 770.21906, 12403.654 7007.2163 558.52374</trace>
</ink>
</file>

<file path=ppt/ink/ink16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12924.545 6282.9326 874.14984, 12885.129 6345.7236 866.1616, 12837.891 6432.6675 846.3279, 12789.9795 6537.3013 831.6924, 12746.292 6663.6636 826.057, 12726.818 6755.867 822.09454, 12715.844 6856.812 819.22845, 12710.099 6927.5337 819.5408, 12714.002 7007.486 818.96027, 12730.775 7093.188 816.80176, 12759.728 7174.7036 812.8364, 12787.639 7240.435 807.12134, 12858.065 7316.135 771.59644, 12931.899 7362.603 655.85065</trace>
</ink>
</file>

<file path=ppt/ink/ink16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13252.721 6504.7607 874.14984, 13258.311 6586.1216 863.8292, 13269.837 6698.66 859.9986, 13287.102 6807.4062 858.92084, 13298.826 6896.45 861.93243, 13298.816 6961.2583 864.0216, 13227.344 6928.107 866.591, 13129.657 6916.1113 865.2664, 13064.969 6921.601 862.5527, 13006.375 6993.9087 861.9917, 13017.062 7063.054 862.0828, 13118.124 7107.6406 861.76086, 13237.375 7057.8613 860.1189, 13318.205 7001.443 859.63654, 13390.9795 6941.2817 861.88995, 13445.009 7033.6533 862.9158, 13529.976 7064.512 863.9997, 13613.437 6996.855 864.26373, 13697.61 6945.3145 866.854, 13751.756 7050.1377 866.00586, 13684.56 7123.6846 863.2384</trace>
</ink>
</file>

<file path=ppt/ink/ink16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13428.299 6638.169 874.14984, 13416.35 6706.4233 869.3394</trace>
</ink>
</file>

<file path=ppt/ink/ink16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13751.879 6407.5493 874.14984, 13764.21 6477.4453 864.5379, 13771.8955 6596.0513 858.5365, 13774.757 6669.1504 855.5805, 13779.532 6746.812 853.4408, 13785.792 6818.4253 852.1962, 13796.041 6919.25 851.9895, 13808.821 7005.037 853.3354, 13791.263 6937.3975 860.0304, 13806.733 6825.9385 863.0144, 13857.153 6758.9346 864.70764, 13930.214 6706.4233 864.99457</trace>
</ink>
</file>

<file path=ppt/ink/ink16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14042.365 6856.895 874.14984, 13967.124 6871.007 874.14984, 13893.518 6924.768 866.39734, 13852.817 6997.931 865.8969, 13926.316 7008.147 862.1683, 13979.469 6931.9263 862.6131, 14016.491 6859.011 865.6999, 14061.975 6966.333 865.64453, 14092.022 7039.459 867.81854, 14156.333 6952.922 863.82684, 14227.85 6890.4443 863.08374, 14299.751 6936.731 860.46216, 14322.606 7010.4873 862.0297, 14338.51 7076.383 425.7367</trace>
</ink>
</file>

<file path=ppt/ink/ink16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14433.971 6740.034 874.14984, 14385.007 6845.817 863.07684, 14357.929 6949.3643 862.65436, 14374.94 7050.3335 864.16797, 14451.697 7086.215 862.84845, 14536.372 7062.0674 857.9228, 14593.773 6990.7427 858.36743, 14584.153 6925.655 859.4651, 14524.923 6998.2397 858.9677, 14559.909 7091.6343 860.0901, 14585.647 7158.355 858.9727</trace>
</ink>
</file>

<file path=ppt/ink/ink16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3046.1812 5694.4917 874.14984, 2984.611 5624.2417 870.1948, 2891.6604 5571.6714 868.56287, 2761.8535 5535.951 866.8254, 2650.963 5519.046 864.3733, 2520.86 5529.465 864.37805, 2449.9688 5551.2646 863.67004, 2343.7522 5597.21 862.11945, 2259.8088 5661.354 861.8555, 2203.7515 5731.6807 862.58453, 2169.095 5802.232 863.09937, 2147.7695 5917.3726 862.5958, 2141.9753 6016.682 862.6365, 2156.3037 6130.486 862.8363, 2174.1345 6193.5522 863.9465, 2200.1716 6260.3457 864.1364, 2251.315 6362.199 862.6422, 2322.2908 6453.8325 860.60754, 2386.924 6518.974 862.19055, 2481.7869 6585.475 863.81616, 2547.989 6620.745 863.38586, 2656.0317 6669.0903 862.6472, 2724.753 6690.0396 862.2915, 2798.5452 6703.9697 862.1716, 2912.2896 6715.7236 862.681, 3035.4968 6699.194 863.1106, 3103.7715 6679.8267 863.2385, 3171.8616 6653.118 863.6143, 3277.6704 6599.262 864.65186, 3364.202 6527.7515 865.4775, 3427.5623 6448.6025 865.89575, 3466.7825 6339.2876 866.1926, 3471.4592 6219.3228 866.4311, 3457.8025 6127.472 866.5273, 3429.3306 6044.1025 866.67175, 3388.1719 5963.42 866.8955, 3338.3503 5886.4263 866.8964, 3268.134 5797.6616 867.11597, 3179.9814 5718.0195 867.3029, 3072.2805 5654.1416 867.19476, 3008.7761 5629.752 866.95886, 2940.8994 5603.911 867.281, 2860.6125 5589.5244 867.72925, 2796.3743 5579.2256 845.55695</trace>
</ink>
</file>

<file path=ppt/ink/ink16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2867.8447 5966.9946 874.14984, 2838.2822 6035.369 871.64014, 2790.5703 6117.962 869.3918</trace>
</ink>
</file>

<file path=ppt/ink/ink17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2748.3413 5950.965 874.14984, 2761.692 6017.2812 869.7568, 2765.921 6112.301 870.1524, 2767.053 6209.1865 869.6937, 2800.7493 6274.7573 868.87085</trace>
</ink>
</file>

<file path=ppt/ink/ink17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2644.465 6072.479 874.14984, 2729.7905 6086.04 869.7458, 2846.2083 6094.746 867.54834, 2916.7092 6087.093 869.7522</trace>
</ink>
</file>

<file path=ppt/ink/ink17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2703.2974 5966.9946 874.14984, 2718.7107 6038.862 871.5779, 2730.407 6150.7227 868.5677, 2747.0496 6235.015 868.7688, 2787.8691 6155.708 866.7908, 2800.4314 6066.299 865.86633, 2780.0493 6161.2217 864.4377, 2787.1003 6224.2803 865.60364, 2802.381 6161.0747 864.54626, 2800.9526 6043.643 863.15045, 2786.3481 6162.3584 863.2963, 2767.5942 6099.0107 540.5825</trace>
</ink>
</file>

<file path=ppt/ink/ink17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2614.1294 6087.4746 874.14984, 2696.676 6099.934 863.5568, 2772.623 6104.874 860.35724, 2878.1597 6098.139 862.27985, 2907.6443 6033.9824 863.5243</trace>
</ink>
</file>

<file path=ppt/ink/ink17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2718.9248 5935.969 874.14984, 2725.8818 6013.644 848.71924, 2732.7756 6102.8257 851.7592, 2760.2888 6182.949 855.4743, 2788.463 6248.7646 853.84784</trace>
</ink>
</file>

<file path=ppt/ink/ink17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2063.4927 4879.5674 874.14984, 2025.0636 4983.595 859.8745, 2001.698 5053.9873 850.9382, 1975.6766 5134.375 843.12463, 1936.4431 5254.0293 832.89813, 1903.2662 5351.947 834.95844, 1877.2191 5433.525 837.7269, 1895.5002 5359.873 847.6951, 1912.241 5290.6797 846.051, 1935.797 5183.4194 841.1099, 1958.1716 5057.1904 847.0541, 1971.549 4994.1235 849.73285, 2010.6443 4905.59 854.1082, 2076.438 4970.699 860.1485, 2095.9182 5062.865 858.6269, 2110.403 5186.325 860.85956, 2105.0461 5261.555 863.4353, 2101.8018 5326.6143 575.77997</trace>
</ink>
</file>

<file path=ppt/ink/ink17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1854.8208 5211.535 874.14984, 1954.4956 5193.846 862.68774, 2076.7397 5172.078 857.2566, 2148.4775 5158.925 849.761, 2213.1804 5149.5317 418.09415</trace>
</ink>
</file>

<file path=ppt/ink/ink17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10212.7295 5725.516 874.14984, 10133.852 5697.6475 867.4644, 10022.037 5694.12 865.21533, 9926.608 5708.1543 862.8628, 9811.798 5756.7324 859.9481, 9714.769 5816.431 856.3856, 9628.703 5894.1025 855.82263, 9554.576 5988.5596 855.85504, 9503.193 6082.939 856.1694, 9471.19 6211.272 856.5396, 9461.556 6312.7163 856.7868, 9465.829 6378.362 856.5189, 9475.026 6448.635 856.2989, 9497.406 6559.442 855.85974, 9546.829 6685.209 855.4121, 9585.568 6753.8823 855.09686, 9650.454 6853.553 854.41473, 9755.585 6964.731 853.0859, 9850.31 7045.821 853.0806, 9957.303 7117.547 854.14844, 10058.106 7168.337 856.0078, 10162.508 7201.537 857.60046, 10227.134 7209.895 858.1012, 10296.528 7211.2285 858.2669, 10362.421 7206.433 858.11676, 10460.8955 7188.1685 857.9559, 10565.152 7133.6733 857.84375, 10641.001 7077.623 857.8169, 10721.335 6986.8623 857.5643, 10787.044 6893.8955 857.221, 10837.5205 6783.4937 856.75085, 10856.359 6717.842 856.5021, 10877.35 6614.2354 856.2745, 10879.457 6495.4814 856.66095, 10872.807 6430.6304 856.97375, 10858.194 6334.5874 857.45294, 10820.661 6214.7817 857.38617, 10777.883 6122.639 857.66595, 10712.6045 6025.1274 858.0826, 10644.236 5945.0254 858.29834, 10567.863 5876.61 858.75806, 10476.251 5820.9014 859.48944, 10388.575 5784.8467 859.6744, 10272.984 5762.21 859.07684, 10174.346 5748.4814 857.66675, 10109.698 5739.229 832.20807</trace>
</ink>
</file>

<file path=ppt/ink/ink17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10138.269 5000.5654 874.14984, 10136.938 5075.7256 868.44995, 10131.961 5158.799 864.3008, 10125.067 5232.653 862.0447, 10110.889 5308.9067 859.2437, 10094.1455 5385.792 851.0683</trace>
</ink>
</file>

<file path=ppt/ink/ink17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10049.101 4985.0527 874.14984, 10119.99 4959.585 865.2346, 10219.064 4956.0947 861.726, 10320.518 4974.517 859.73816, 10376.76 5051.3965 861.0648, 10286.554 5101.4595 859.03174, 10245.634 5171.1733 859.6793, 10317.652 5215.355 862.1718, 10400.477 5271.383 865.4303, 10416.586 5344.975 864.5588, 10335.06 5413.248 861.6616, 10227.927 5426.185 853.126, 10139.058 5416.836 839.9897, 10075.157 5406.3726 813.2287</trace>
</ink>
</file>

<file path=ppt/ink/ink18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4178.709 9739.637 874.14984, 4253.0923 9746.822 871.66626, 4373.509 9757.778 866.2568, 4446.965 9767.157 862.7291, 4552.837 9781.009 856.0661, 4647.5654 9793.312 852.332, 4744.677 9804.264 848.99677, 4808.2275 9810.393 848.9999, 4882.0835 9816.549 848.9875, 4963.23 9823.065 848.4239, 5085.2524 9835.803 845.96954, 5152.4805 9847.376 841.8758, 5219.217 9858.922 835.54865, 5337.0947 9858.286 815.7256, 5401.89 9855.543 781.1114</trace>
</ink>
</file>

<file path=ppt/ink/ink18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5147.609 9648.63 874.14984, 5250.6074 9701.2705 866.0084, 5348.6177 9756.427 863.49603, 5419.583 9833.544 865.7342, 5398.8594 9922.645 864.0084, 5325.8013 9987.059 861.32043, 5252.159 10038.582 848.08636</trace>
</ink>
</file>

<file path=ppt/ink/ink18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4327.6294 9633.635 874.14984, 4225.8315 9661.08 868.0551, 4143.4526 9685.385 865.9641, 4032.7825 9729.859 866.1707, 4022.0405 9818.172 864.4117, 4087.5579 9856.323 858.8781, 4183.736 9902.851 844.69073, 4248.227 9932.997 815.2946</trace>
</ink>
</file>

<file path=ppt/ink/ink183.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11733.185 6374.456 874.14984, 11663.79 6387.517 874.14984, 11560.625 6396.2847 870.6055, 11443.997 6395.694 869.22375, 11319.6 6386.0625 868.4386, 11211.533 6374.6104 867.6402, 11103.202 6365.589 866.49677, 11002.962 6359.2275 866.3593, 10912.256 6353.748 866.28723, 10802.15 6348.6133 866.24805, 10711.815 6345.7246 866.297, 10644.7 6343.697 866.6819, 10564.283 6339.3135 866.8295, 10455.54 6333.218 867.1687, 10356.699 6331.79 867.4409, 10441.028 6355.392 866.8873, 10551.177 6366.521 866.2219, 10616.62 6372.4517 866.16974, 10683.875 6377.227 866.2436, 10753.133 6381.0425 866.1215, 10825.123 6385.5073 866.04, 10893.659 6390.217 865.9321, 11006.527 6397.3486 865.7738, 11112.557 6401.871 865.67523, 11240.508 6404.456 865.5592, 11344.402 6405.5024 865.40356, 11409.534 6405.736 865.3809, 11477.01 6405.865 865.37244, 11541.328 6405.942 865.39056, 11620.312 6403.9526 867.3463, 11528.979 6386.5938 867.14746, 11400.167 6379.206 866.04297, 11317.467 6377.0273 865.6561, 11228.867 6375.4263 865.3554, 11138.905 6374.401 864.2326, 11068.099 6373.7363 862.496, 10938.183 6373.7837 862.72626, 10836.844 6372.6577 864.1614, 10731.232 6368.255 864.5091, 10603.62 6363.4253 864.79175, 10531.951 6361.6074 865.1889, 10458.79 6360.4243 865.89636, 10392.933 6359.6533 866.6343, 10289.788 6357.925 867.5138, 10218.058 6355.894 868.57404, 10340.925 6372.858 866.7386, 10414.528 6382.666 865.5848, 10493.603 6394.362 864.29333, 10560.581 6404.625 863.0653, 10685.137 6424.076 862.6029, 10756.828 6434.5073 862.5499, 10830.931 6444.569 862.438, 10907.81 6452.7134 863.0391, 11019.608 6462.0723 863.8323, 11087.494 6464.67 863.75037, 11157.618 6466.287 864.1588, 11230.712 6467.854 865.2288, 11305.757 6468.836 865.4481, 11379.582 6468.136 865.74176, 11449.039 6465.794 865.9039, 11512.078 6460.375 866.07227, 11588.445 6448.097 866.93036, 11497.623 6444.2275 858.19183, 11433.43 6444.6675 854.5154, 11366.417 6443.8896 850.95026, 11244.4375 6441.225 846.7067, 11164.789 6439.365 845.50305, 11079.186 6437.8066 844.448, 11014.389 6436.7856 844.32556, 10950.448 6436.122 844.3823, 10881.829 6435.674 846.0157, 10814.146 6436.65 848.1592, 10717.689 6437.719 854.51245</trace>
</ink>
</file>

<file path=ppt/ink/ink184.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11604.489 6434.438 874.14984, 11529.217 6429.061 864.8184, 11414.949 6419.0303 860.28143, 11346.114 6414.0967 858.72363, 11242.58 6408.419 856.20044, 11140.525 6405.67 853.91565, 11063.531 6404.915 850.4211, 10974.279 6404.4424 847.254, 10877.919 6405.428 843.8808, 10740.576 6408.806 834.8122, 10665.103 6413.142 826.6938, 10600.183 6417.5425 816.5403, 10505.669 6422.938 773.9673, 10437.5625 6426.375 671.12274</trace>
</ink>
</file>

<file path=ppt/ink/ink185.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10853.453 6418.9253 874.14984, 10773.009 6417.823 864.50824, 10674.543 6409.1455 860.19586, 10611.5625 6402.9443 853.02826</trace>
</ink>
</file>

<file path=ppt/ink/ink186.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10466.444 6418.9253 874.14984, 10365.36 6390.957 874.14984, 10245.371 6380.0625 874.1499, 10176.519 6377.4272 872.482, 10106.195 6375.9814 871.2469, 10036.18 6375.4346 870.0381, 9966.079 6375.087 869.48663, 9893.999 6375.3867 868.72235, 9824.505 6376.2056 868.1163, 9758.056 6376.809 867.8085, 9694.657 6376.88 867.5852, 9591.602 6376.7026 866.738, 9485.858 6376.6255 867.0398, 9367.74 6378.1704 867.3181, 9304.249 6381.447 867.2709, 9200.03 6389.933 867.01514, 9090.305 6404.2017 867.0359, 8996.132 6418.3096 867.1398, 8903.939 6434.699 867.011, 8817.989 6452.487 867.1381, 8739.244 6470.623 867.0937, 8635.297 6493.995 867.1327, 8519.043 6519.0347 867.3524, 8419.477 6541.707 865.44446, 8309.764 6568.761 865.69006, 8216.201 6594.1704 864.9346, 8124.3047 6624.6 865.9913, 8045.6543 6653.796 865.4492, 7959.9634 6690.9727 866.4779, 7883.522 6727.1675 866.68616, 7804.2515 6767.4346 867.6721, 7732.268 6806.522 866.1119, 7653.9 6851.7524 866.5059, 7565.6567 6906.309 862.6262, 7479.216 6963.3438 863.9413, 7386.4395 7031.374 865.91595, 7298.7744 7099.1294 866.98004, 7215.824 7168.3003 868.71375, 7148.1807 7224.3403 868.8106, 7077.743 7282.8228 868.9498, 7001.472 7347.83 869.10846, 6929.63 7410.946 869.415, 6846.337 7495.471 868.526, 6766.8413 7587.1543 867.27655, 6703.7056 7669.607 867.3321, 6634.2383 7761.142 867.55725, 6575.009 7838.5986 868.45325, 6522.1953 7920.6504 869.227, 6465.336 8001.3604 869.2367, 6412.4517 8072.327 869.2029, 6355.678 8150.897 868.88074, 6307.7363 8220.389 868.7446, 6258.355 8287.124 868.45886, 6182.8115 8383.286 868.19446, 6115.026 8467.879 867.9466, 6049.0815 8556.911 868.0268, 5997.864 8627.543 868.23517, 5943.92 8704.615 868.0545, 5884.175 8787.891 868.35046, 5825.112 8879.386 868.2107, 5778.1353 8959.495 868.06335, 5723.967 9036.631 867.98444, 5664.5034 9116.952 868.3389, 5598.857 9199.129 867.1985, 5519.8677 9290.04 867.48627, 5446.9272 9361.041 868.11237, 5364.839 9430.8125 868.441, 5277.1357 9495.598 868.1242, 5201.9727 9551.594 868.1662, 5122.664 9610.463 868.4027, 5043.621 9649.407 867.7764, 4976.9033 9667.832 867.25854, 4891.4375 9687.819 866.8272, 4784.721 9701.784 866.5322, 4670.638 9697.653 866.76575, 4570.2334 9674.495 865.54785, 4485.829 9641.503 864.8764, 4406.595 9596.06 866.6959, 4343.694 9552.585 868.437, 4267.8774 9498.158 871.00586</trace>
</ink>
</file>

<file path=ppt/ink/ink187.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4416.798 9724.641 874.14984, 4332.2383 9722.796 871.93335, 4263.009 9713.086 871.73425, 4345.6064 9695.116 861.21643, 4481.095 9694.027 852.49915, 4603.0337 9693.685 846.24854, 4674.787 9694.928 843.4969, 4750.303 9698.128 843.79803, 4824.0728 9701.723 844.8119, 4931.587 9706.369 847.5929, 5025.159 9710.658 855.60364, 4900.288 9718.056 854.5342, 4825.0913 9715.6455 849.487, 4746.1577 9713.71 848.76196, 4627.219 9711.522 847.7434, 4562.0195 9710.982 847.74493, 4496.448 9711.906 848.92145, 4397.5093 9714.065 853.1922, 4310.832 9715.179 859.1813, 4376.912 9731.306 854.1905, 4456.5923 9734.911 846.9319, 4552.6733 9738.469 839.042, 4617.2954 9740.825 832.1084, 4703.7866 9745.292 824.8803, 4800.7085 9751.691 819.15857, 4900.9883 9758.95 817.7141, 4981.4604 9765.937 818.4221, 5050.1006 9772.925 821.17633, 5121.5605 9780.933 826.9671, 5193.882 9792.782 839.6943, 5113.982 9790.599 839.99054, 5002.975 9782.667 834.2086, 4916.312 9775.34 830.44257, 4818.6807 9766.877 826.2043, 4729.682 9759.494 825.75543, 4656.6704 9753.565 824.33575, 4569.566 9748.391 823.635, 4476.764 9744.121 824.7134, 4384.2603 9740.462 828.006, 4320.9463 9737.906 832.9213, 4254.935 9734.82 837.7752, 4187.062 9731.945 844.0936, 4093.2383 9726.432 854.7886, 4170.8516 9714.445 856.1591, 4272.3784 9714.827 849.17474, 4343.471 9717.503 845.43353, 4421.6587 9721.64 842.34595, 4505.6123 9726.548 842.132, 4576.383 9731.072 842.7406, 4639.7 9735.46 843.1428, 4714.485 9742.184 844.0914, 4796.2773 9750.053 845.3322, 4881.1123 9758.253 847.09436, 5002.579 9771.47 850.477, 5072.2256 9781.321 853.8984, 5138.2686 9790.445 856.6627, 5211.4756 9773.281 859.2865, 5275.4087 9730.231 425.37485</trace>
</ink>
</file>

<file path=ppt/ink/ink188.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5147.609 9679.138 874.14984, 5214.1562 9708.504 870.46576, 5268.809 9775.369 869.1146, 5235.335 9851.507 867.8924, 5150.3955 9893.591 854.1056, 5084.2466 9900.903 720.5463</trace>
</ink>
</file>

<file path=ppt/ink/ink189.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4253.169 9739.637 874.14984, 4189.5195 9733.886 869.6502, 4103.294 9744.678 864.0137, 4039.442 9767.186 865.162, 4057.2146 9835.15 861.8297, 4136.595 9841.721 859.8747, 4201.256 9845.758 847.86664</trace>
</ink>
</file>

<file path=ppt/ink/ink190.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4447.133 9633.635 874.14984, 4369.252 9589.626 874.14984, 4303.254 9546.021 874.1499, 4228.3643 9492.85 874.1499, 4151.062 9425.1 873.19916, 4079.6077 9347.782 871.9498, 4002.3062 9247.842 870.0924, 3938.9502 9142.74 868.6783, 3872.9478 9014.543 867.22064, 3841.4924 8941.763 866.78345, 3809.4612 8863.646 866.1454, 3777.6877 8780.225 865.5601, 3747.2551 8693.718 864.4144, 3718.4968 8608.91 862.48254, 3697.3774 8545.861 860.7434, 3659.7666 8433.129 860.58105, 3628.8337 8335.333 860.7564, 3604.4207 8251.589 860.29376, 3585.932 8177.954 859.2859, 3567.1072 8078.203 860.3822, 3551.9998 7995.424 861.3381, 3529.8267 7893.952 861.1728, 3505.3767 7795.7544 860.4805, 3482.977 7688.5933 860.05005, 3460.891 7572.285 859.2892, 3444.5403 7470.23 858.468, 3434.906 7406.122 858.1287, 3424.1653 7335.603 857.81085, 3407.3926 7228.823 857.17773, 3396.321 7164.704 856.7537, 3382.3416 7094.932 856.52045, 3368.525 7031.513 856.45056, 3343.758 6918.7407 856.4203, 3331.3704 6850.4146 856.3816, 3320.441 6777.5757 856.24286, 3306.0518 6667.24 856.19635, 3299.545 6603.8887 856.30725, 3294.4067 6534.835 856.5379, 3289.8918 6467.924 856.72046, 3282.3113 6358.094 856.84106, 3278.255 6290.546 856.77637, 3273.7146 6218.225 856.7304, 3265.0583 6108.166 856.8977, 3258.685 6043.5747 856.9624, 3252.6152 5973.1562 856.9381, 3246.9666 5903.136 856.8189, 3238.2622 5794.1494 856.5402, 3234.189 5726.5063 856.4273, 3230.9062 5653.39 856.3862, 3227.4417 5538.299 856.2706, 3226.5906 5473.1177 856.1926, 3226.0815 5401.6025 856.14136, 3224.8594 5327.984 856.1514, 3221.5332 5215.7817 856.2134, 3218.638 5143.7637 856.19525, 3216.1174 5065.4185 855.98883, 3214.34 5000.294 855.69684, 3210.5083 4868.992 855.1421, 3206.9282 4790.5938 854.9277, 3203.296 4707.745 854.70966, 3200.2954 4622.1616 854.53986, 3195.7307 4495.3164 854.1722, 3192.1614 4420.923 853.87305, 3188.5461 4339.426 853.61456, 3185.634 4257.2046 853.5095, 3181.086 4128.935 853.3, 3176.1812 4050.4158 853.34906, 3169.7493 3967.5244 853.42413, 3164.1921 3900.3672 853.4604, 3158.705 3836.9255 853.7189, 3152.22 3761.928 853.9827, 3145.0952 3680.2224 854.15186, 3138.2427 3598.2761 854.1845, 3128.9922 3468.8271 853.94604, 3124.4976 3387.783 853.61414, 3119.6626 3301.063 853.2615, 3115.5596 3232.2114 853.1576, 3111.3062 3166.9888 853.0654, 3105.9587 3090.7397 852.9729, 3099.9126 3007.3335 852.8402, 3093.6694 2923.4644 852.81366, 3084.9744 2795.975 853.01636, 3081.4736 2717.494 853.23816, 3080.1975 2634.1125 853.46423, 3080.383 2566.7952 853.69403, 3083.0881 2435.7305 854.1171, 3081.67 2361.5354 854.4234, 3076.5442 2284.6023 854.7951, 3065.505 2174.8398 855.52924, 3054.6787 2109.2898 855.91016, 3043.0847 2040.5314 856.1956, 3033.253 1971.1489 856.6655, 3023.137 1862.1985 857.747, 3024.13 1750.054 859.6816, 3013.136 1635.1381 863.1082, 3003.704 1560.5621 870.4822</trace>
</ink>
</file>

<file path=ppt/ink/ink191.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4715.557 6101.953 874.14984, 4701.935 6198.806 871.2437, 4702.318 6277.8257 870.3004, 4712.1094 6365.562 869.8347, 4720.2583 6462.255 869.3548, 4724.036 6546.67 868.4844, 4736.5444 6630.885 867.6209, 4748.174 6693.703 866.9723, 4757.8984 6805.3174 866.47076, 4761.2944 6870.319 866.65045, 4766.274 6954.336 867.1287, 4763.1714 7020.8726 241.60818</trace>
</ink>
</file>

<file path=ppt/ink/ink192.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4759.681 7248.8447 874.14984, 4750.627 7353.1157 870.122, 4744.973 7423.1016 869.3781</trace>
</ink>
</file>

<file path=ppt/ink/ink193.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4715.557 7687.3315 874.14984, 4715.557 7752.2476 873.1165, 4710.244 7817.144 8.735846</trace>
</ink>
</file>

<file path=ppt/ink/ink194.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4610.761 8471.23 874.14984, 4610.7603 8550.857 872.2282, 4605.4536 8617.564 8.730236</trace>
</ink>
</file>

<file path=ppt/ink/ink195.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4581.3447 8878.692 874.14984, 4592.3467 8947.033 873.0913, 4597.098 9010.427 8.74237</trace>
</ink>
</file>

<file path=ppt/ink/ink196.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4610.761 9226.173 874.14984, 4619.011 9293.548 873.9735, 4625.33 9358.75 853.14777</trace>
</ink>
</file>

<file path=ppt/ink/ink197.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4655.8047 9558.658 874.14984, 4650.3936 9629.624 867.6807, 4642.4766 9693.238 426.60217</trace>
</ink>
</file>

<file path=ppt/ink/ink198.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4715.557 5604.0015 874.14984, 4724.7563 5531.6235 870.4234, 4651.6914 5477.474 867.82745, 4580.8633 5497.1074 864.24457, 4493.068 5576.9585 859.62, 4463.3677 5675.9893 860.43976, 4474.661 5768.5273 860.3841, 4522.923 5831.4917 861.8127, 4614.137 5829.673 861.6139, 4685.6978 5777.828 859.5007, 4729.513 5672.9365 851.3919, 4738.9033 5601.477 847.70764, 4744.4893 5484.724 843.4777, 4740.927 5414.733 843.8033, 4733.368 5338.8804 844.67096, 4723.943 5261.762 845.85077, 4714.284 5188.617 847.21075, 4700.2 5086.1636 852.12897, 4685.278 5020.284 858.8099, 4679.4556 5142.5356 849.8252, 4682.6772 5227.9897 843.046, 4687.267 5321.24 836.9284, 4690.412 5384.2876 831.85645, 4693.8047 5464.0938 826.6334, 4695.397 5551.528 817.01495, 4696.1323 5625.936 802.756, 4689.921 5723.678 761.6463, 4684.09 5787.901 679.9855</trace>
</ink>
</file>

<file path=ppt/ink/ink199.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4819.433 5769.9854 874.14984, 4891.155 5752.5703 871.6617, 4957.3857 5693.212 869.9736, 4866.263 5645.0547 866.384, 4841.063 5722.7183 864.82294, 4910.471 5788.5635 860.98267, 5005.6113 5798.657 856.80597, 5079.1045 5779.203 857.33875, 5151.8975 5727.84 860.8465, 5214.1865 5829.0347 858.92664, 5220.9014 5939.2573 850.03687, 5225.081 6017.194 845.11255, 5229.557 6102.124 837.079, 5232.677 6173.295 821.34143, 5236.7773 6253.4585 799.519</trace>
</ink>
</file>

<file path=ppt/ink/ink200.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5085.099 5131.387 874.14984, 5062.7227 5223.04 861.2612, 5038.1816 5290.1772 856.4621, 4998.887 5366.935 852.14905, 4963.4355 5441.7056 842.0759, 4921.5454 5504.608 552.38135</trace>
</ink>
</file>

<file path=ppt/ink/ink201.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5087.857 5800.4937 874.14984, 5104.413 5710.7466 870.51227, 5024.855 5698.406 868.6017, 4977.3813 5771.1904 865.8856, 4983.079 5842.4688 864.5552, 5061.516 5875.048 863.8551, 5154.402 5824.913 863.3532, 5204.6836 5749.8135 865.18097, 5175.976 5838.4233 857.4083, 5153.901 5934.43 850.22687, 5138.221 6006.7427 832.70886, 5122.876 6070.471 407.453</trace>
</ink>
</file>

<file path=ppt/ink/ink202.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12432.741 1544.3787 874.14984, 12362.918 1503.0806 869.4167, 12252.2 1477.4542 866.81726, 12182.976 1477.1545 864.2612, 12077.158 1491.1373 859.89, 11962.683 1538.7979 856.5833, 11865.374 1600.2732 855.40564, 11776.444 1682.9398 854.62866, 11685.479 1804.772 854.2952, 11646.396 1870.4899 854.2849, 11589.1455 1985.0995 854.07916, 11563.287 2059.5693 853.569, 11540.882 2139.1025 853.18536, 11514.802 2260.5176 852.9776, 11509.87 2328.3767 853.32544, 11513.09 2398.3691 853.90094, 11522.197 2461.6978 854.5699, 11548.123 2560.1084 855.85004, 11612.127 2658.164 857.1543, 11695.206 2734.6958 858.0503, 11773.266 2782.4204 858.41016, 11853.649 2812.968 858.2732, 11967.731 2828.8003 858.0675, 12080.654 2820.8022 858.03973, 12184.346 2795.7153 857.92676, 12308.336 2745.2258 857.3232, 12400.694 2698.8267 856.87946, 12502.39 2625.453 857.0042, 12589.538 2541.3574 857.6416, 12652.051 2465.533 858.26074, 12711.573 2364.8257 858.9309, 12749.481 2284.894 859.4487, 12776.733 2193.901 859.999, 12792.08 2108.7834 860.4338, 12788.554 1998.6947 862.59326, 12753.532 1876.8301 863.3431, 12708.112 1785.5702 864.3981, 12632.78 1698.8058 864.17444, 12534.949 1635.2654 863.52686, 12433.141 1603.0188 861.89386, 12363.95 1586.8057 859.63654</trace>
</ink>
</file>

<file path=ppt/ink/ink203.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11971.273 1907.3713 874.14984, 11969.942 1990.1545 868.0608, 11963.95 2123.8135 859.8388, 11960.38 2227.5547 856.1603, 11957.242 2323.784 846.92303, 11947.629 2417.6968 832.73096, 11940.938 2480.8171 803.2692</trace>
</ink>
</file>

<file path=ppt/ink/ink204.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12149.61 2022.6808 874.14984, 12144.752 2107.123 862.99976, 12134.805 2237.364 857.56085, 12129.971 2306.4258 858.7908, 12121.046 2392.6077 850.06775, 12111.3125 2458.4863 774.14813</trace>
</ink>
</file>

<file path=ppt/ink/ink205.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11837.061 2223.3096 874.14984, 11935.169 2231.6711 862.9645, 12056.687 2228.5525 859.05615, 12129.454 2221.1042 857.83014, 12217.371 2213.768 852.9735, 12281.849 2207.3174 563.14044</trace>
</ink>
</file>

<file path=ppt/ink/ink206.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12730.581 2298.8037 874.14984, 12771.609 2225.1016 867.6419, 12826.3125 2134.2659 861.08905, 12870.791 2065.178 859.25397, 12916.055 1997.8783 860.4432, 12992.246 1904.6577 863.9934, 13068.509 1877.5208 866.41846, 13105.572 1949.662 865.07324, 13122.458 2030.2926 860.52356, 13129.79 2159.9976 854.0877, 13138.116 2262.3328 852.63776, 13163.502 2346.904 855.7392, 13233.6875 2311.8801 857.7346, 13278.72 2200.5994 857.79553, 13315.478 2110.1914 856.60803, 13360.355 2009.3108 855.397, 13393.216 1940.746 859.4343, 13469.684 1984.1526 864.4245, 13507.56 2116.7686 855.0893, 13534.849 2221.341 846.24414, 13565.918 2329.288 848.5927, 13597.822 2394.496 852.79553, 13673.63 2399.272 858.06573, 13738.567 2317.442 858.77765, 13789.48 2219.9377 853.8036, 13834.07 2100.392 850.9683, 13873.844 1992.1875 851.2147, 13909.65 1912.8018 855.41644, 13973.476 1892.3197 864.33276, 13995.772 1959.0786 863.90607, 14018.825 2080.0376 859.56976, 14034.393 2181.392 856.1257, 14052.386 2295.1865 855.9775, 14071.054 2372.8394 859.39716, 14143.803 2348.5596 863.1121, 14190.725 2236.9912 853.8402, 14228.705 2117.3315 845.70264, 14245.206 2050.092 844.1669, 14269.479 1950.3475 847.0815, 14295.202 1881.2844 852.1228, 14358.393 1926.7164 861.4848, 14381.752 2037.7429 857.2095, 14393.917 2109.539 852.7221, 14413.747 2222.721 834.2593, 14436.463 2309.9375 811.4228, 14450.113 2373.1345 678.3395</trace>
</ink>
</file>

<file path=ppt/ink/ink207.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14444.082 2389.81 874.14984, 14436.431 2308.6108 868.43665, 14430.394 2242.7883 863.56964, 14427.54 2168.5242 860.7942, 14432.775 2040.1608 858.21967, 14442.007 1960.5795 856.24945, 14456.757 1871.0421 853.23395, 14482.149 1736.8934 848.29877, 14501.507 1650.0253 845.14197, 14523.893 1554.042 842.5005, 14544.727 1466.8385 840.879, 14562.098 1395.1954 839.37756, 14585.431 1307.2406 838.11273, 14614.247 1209.2462 836.6618, 14651.157 1106.3915 835.52734, 14676.784 1036.2098 834.65796, 14714.18 955.9109 833.07196, 14765.439 867.68317 832.0499, 14828.961 777.28766 830.9134, 14892.865 698.154 829.37213, 15015.518 570.4906 824.86414, 15096.75 504.30078 823.47974, 15185.241 443.1215 824.13104, 15248.165 401.85864 826.1115, 15322.198 363.17673 827.92773, 15412.117 327.49344 829.48584, 15513.57 297.45325 829.9433, 15610.031 276.27106 829.87366, 15684.55 261.95703 829.704, 15777.191 253.89223 829.1244, 15881.606 254.32753 829.27295, 15994.326 265.0192 829.1312, 16113.418 286.89664 827.7013, 16210.201 307.3071 825.32825, 16297.573 332.54935 822.51825, 16397.498 372.2197 818.7655, 16506.87 425.25455 815.6667, 16621.684 488.90176 813.5586, 16697.016 530.85596 811.74286, 16789.414 591.1323 809.9699, 16891.922 666.1963 807.6556, 16971.398 728.1295 805.53284, 17050.07 795.4538 803.241, 17141.059 881.5078 800.0501, 17236.717 982.2289 798.38385, 17325.285 1088.9562 797.87354, 17386.58 1164.6409 797.4364, 17451.268 1262.6074 797.0172, 17511.562 1375.6261 797.53937, 17562.559 1500.193 798.5351, 17598.152 1600.7872 799.8744, 17626.234 1700.0021 800.81116, 17647.377 1819.71 802.4546, 17658.297 1954.736 803.3645, 17660.32 2093.549 802.7278, 17660.627 2190.453 801.70135, 17651.967 2311.3218 799.69336, 17632.947 2445.359 797.7084, 17602.406 2585.0193 796.0682, 17572.871 2697.2954 794.9873, 17540.97 2799.5454 794.11633, 17495.705 2915.816 794.0964, 17437.537 3039.624 793.4177, 17370.506 3163.965 793.6241, 17325.594 3246.228 794.51373, 17265.105 3343.0776 796.22876, 17192.965 3445.0586 798.5169, 17109.72 3546.9128 801.39636, 17037.506 3628.103 804.45465, 16970.232 3698.0818 806.92847, 16886.562 3775.089 809.3009, 16791.09 3854.187 811.1211, 16687.02 3930.4397 811.6567, 16612.807 3982.8223 811.7247, 16530.457 4033.6028 811.941, 16436.582 4081.434 813.8795, 16335.895 4122.812 817.8412, 16231.476 4154.356 821.9437, 16132.19 4176.7856 825.95197, 16058.826 4191.743 829.44214, 15970.26 4202.3203 831.646, 15870.852 4208.061 832.2678, 15799.029 4210.8296 833.4282, 15718.799 4209.901 834.0346, 15629.275 4202.6504 835.28864, 15537.065 4187.274 837.5047, 15455.572 4167.367 839.8799, 15320.911 4121.254 843.16077, 15241.062 4082.1985 843.4493, 15157.1045 4035.3315 843.4459, 15031.492 3959.663 843.49066, 14959.722 3910.2422 844.2521, 14886.184 3853.8064 844.8318, 14819.642 3796.5425 845.1111, 14722.395 3698.4146 845.77136, 14676.832 3631.0134 846.5136, 14635.267 3553.9062 847.5387, 14577.835 3430.354 848.73444, 14549.9375 3358.5735 849.40247, 14520.797 3281.5935 850.04443, 14491.122 3206.903 850.97754, 14445.375 3092.8906 852.43207, 14417.901 3021.7236 852.79004, 14390.768 2941.5793 852.9324, 14370.533 2871.952 852.9701, 14354.331 2806.6843 852.96204, 14341.286 2723.641 851.2488, 14333.929 2627.1665 848.3044, 14335.5 2519.0073 845.03485, 14336.667 2449.0403 840.69824, 14334.693 2381.8635 829.07635, 14343.203 2318.3435 801.7881</trace>
</ink>
</file>

<file path=ppt/ink/ink208.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15427.689 1544.3787 874.14984, 15364.358 1609.017 864.5134, 15283.874 1731.7903 849.6905, 15223.8 1852.2563 838.45685, 15177.528 1983.3805 829.07837, 15156.4795 2086.742 821.2579, 15143.178 2202.4963 814.64185, 15136.099 2298.8552 810.648, 15133.344 2385.5347 807.7378, 15138.345 2482.7188 808.03143, 15153.534 2581.6067 810.3826, 15178.467 2674.9265 815.762, 15222.241 2796.1638 827.1769, 15306.246 2890.389 839.43005, 15389.047 2928.2283 848.8595, 15503.334 2906.481 852.8636, 15573.26 2868.837 850.7356, 15679.24 2796.0254 843.21405, 15744.574 2733.2456 838.7063, 15815.151 2652.4302 832.82074, 15878.392 2571.1123 826.6924, 15928.056 2504.0598 821.08215, 15985.325 2415.1785 815.69977, 16042.403 2311.3198 811.34827, 16094.125 2198.56 808.8445, 16128.763 2118.409 808.3198, 16158.281 2030.6289 808.2379, 16177.792 1932.6223 811.1976, 16184.868 1830.6726 815.7411, 16180.284 1731.1858 821.0368, 16166.773 1642.9772 827.0107, 16133.817 1520.2728 838.04126, 16063.547 1426.5121 850.07135, 15986.24 1402.5848 857.88617, 15889.966 1479.6593 854.4596, 15841.057 1562.7775 844.74774, 15806.127 1633.0978 834.8277, 15776.294 1713.706 824.7691, 15753.187 1819.2333 817.3286, 15740.661 1941.781 810.1032, 15738.262 2068.2996 804.1942, 15737.973 2159.3906 798.45184, 15745.382 2274.501 793.08795, 15760.297 2405.65 787.96783, 15781.028 2545.5889 786.15076, 15796.517 2651.3767 788.1519, 15810.705 2755.0906 790.72485, 15822.962 2866.9812 796.9643, 15833.913 2975.138 805.6512, 15842.439 3053.0696 814.49927, 15850.385 3117.489 823.93585, 15914.954 3153.0352 839.65234</trace>
</ink>
</file>

<file path=ppt/ink/ink209.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13192.97 2661.7961 874.14984, 13191.638 2749.557 867.4186, 13187.075 2834.452 859.8797, 13179.0625 2926.9622 856.4531, 13164.5625 3050.555 848.1393, 13155.725 3118.6453 841.4645, 13143.58 3222.6348 819.5234, 13137.154 3312.4106 784.5419, 13132.249 3377.202 706.85223</trace>
</ink>
</file>

<file path=ppt/ink/ink210.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13550.561 2797.2722 874.14984, 13447.8 2860.5012 860.70105, 13317.254 2930.2712 847.447, 13211.884 2983.5632 840.97784, 13128.37 3025.1086 845.0083, 13044.393 3068.6562 845.2511, 13047.216 3132.0134 856.7311, 13111.38 3162.9556 861.3093, 13216.528 3214.5547 860.0236, 13304.046 3263.752 859.70825, 13376.338 3310.1064 862.7594, 13447.323 3346.5906 864.0624, 13513.311 3378.1914 811.8607</trace>
</ink>
</file>

<file path=ppt/ink/ink211.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2330.997 9467.649 874.14984, 2376.78 9537.88 870.766, 2275.3367 9552.181 862.0548, 2197.7798 9550.787 856.1902, 2134.0024 9548.871 851.93207, 2060.7627 9547.117 849.3343, 1993.4578 9546.665 847.2671, 1868.4263 9548.773 846.30554, 1790.1504 9551.506 846.82587, 1707.3639 9554.019 847.4303, 1588.4954 9557.147 849.191, 1525.2588 9558.279 851.0302, 1426.3861 9559.5205 857.0382, 1348.6882 9547.044 860.424, 1283.4769 9528.25 841.0135</trace>
</ink>
</file>

<file path=ppt/ink/ink212.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1660.857 9317.18 874.14984, 1659.8368 9224.95 867.72925, 1660.2909 9144.866 858.96014, 1660.697 9054.617 852.82086, 1660.755 8990.269 852.16956, 1660.7915 8916.388 852.35986, 1660.8148 8840.929 852.54517, 1660.848 8713.702 850.4987, 1660.8557 8632.118 850.33466, 1660.8602 8540.794 849.2217, 1660.859 8442.239 848.3099, 1660.857 8353.322 847.3876, 1660.857 8281.409 846.067, 1662.1616 8195.481 844.3862, 1664.9663 8098.6143 842.78754, 1668.0939 7994.9395 841.22974, 1670.3291 7921.251 839.92224, 1673.5366 7840.933 838.8748, 1679.2087 7749.4004 838.1251, 1686.4833 7650.798 837.94336, 1693.674 7560.6724 838.1987, 1699.4728 7490.285 838.5302, 1706.1774 7406.754 839.65436, 1712.1487 7315.569 840.9975, 1720.1785 7182.0522 843.4418, 1725.7686 7099.5312 845.21564, 1732.6395 7011.6626 846.7771, 1738.2258 6935.9204 848.3333, 1747.362 6804.307 851.1454, 1752.4008 6729.45 852.5686, 1756.941 6653.6035 853.7356, 1762.4764 6544.048 855.56836, 1769.5486 6423.62 857.3476, 1773.9072 6336.0903 860.44275, 1769.4163 6240.043 864.5273, 1705.1366 6186.596 866.4876, 1608.7546 6251.521 863.02545, 1544.1312 6316.288 860.10693, 1461.1273 6404.512 862.3031, 1508.4167 6335.218 863.5467, 1576.9886 6236.171 865.57776, 1658.1947 6172.766 861.4404, 1723.2397 6165.4565 859.89746, 1804.2859 6255.655 859.1076, 1846.3658 6338.52 858.15295, 1895.4153 6439.392 856.5965, 1929.897 6522.265 854.905, 1958.6971 6599.9043 842.58276</trace>
</ink>
</file>

<file path=ppt/ink/ink213.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1452.185 9090.696 874.14984, 1481.277 9157.371 868.89923, 1530.4817 9257.217 867.1438, 1575.201 9336.736 867.64874, 1640.8037 9349.286 845.09406</trace>
</ink>
</file>

<file path=ppt/ink/ink214.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1764.7334 9075.701 874.14984, 1749.7192 9151.172 868.48254, 1729.6589 9218.755 864.86896, 1707.3738 9281.598 863.11304, 1677.3676 9354.864 861.78345, 1644.4789 9430.059 856.23505, 1608.9174 9493.009 8.499565</trace>
</ink>
</file>

<file path=ppt/ink/ink215.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588.081 7369.842 874.14984, 569.0201 7472.3794 861.46313, 537.67114 7591.8115 856.4485, 522.05304 7654.751 856.3968, 507.37314 7718.123 856.4708, 489.4047 7809.42 857.132, 482.2261 7891.0884 856.6932, 495.9076 7978.997 858.3523, 526.3652 8044.8013 860.2594, 598.8574 8106.382 860.5082, 672.67834 8145.527 859.7262, 776.9907 8173.4863 860.6671, 851.21954 8129.3003 850.6841, 893.2752 8057.045 820.34576</trace>
</ink>
</file>

<file path=ppt/ink/ink216.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498.91284 7355.364 874.14984, 580.371 7370.1714 866.1607, 696.2674 7394.03 863.59827, 773.6304 7411.722 861.4153, 843.25037 7432.514 864.7086, 906.7463 7453.522 867.13727</trace>
</ink>
</file>

<file path=ppt/ink/ink217.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534.764 7637.6914 874.14984, 604.6011 7663.215 863.13904, 717.2678 7679.102 860.5993, 793.6581 7687.4355 857.92303</trace>
</ink>
</file>

<file path=ppt/ink/ink218.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796.7529 8577.749 874.14984, 863.32983 8532.24 868.32385, 938.9812 8462.471 856.5315, 992.49695 8396.141 856.76904, 1040.4662 8316.526 856.8081, 1084.6482 8188.7646 855.5098, 1106.1036 8085.8384 854.39343, 1102.7797 7961.099 856.01965, 1082.5173 7864.2705 856.5297, 1034.0657 7788.7246 859.5176, 955.75806 7785.268 861.099, 925.91705 7911.6064 848.7546, 920.0845 7975.6816 841.0387, 918.66187 8043.1445 833.4055, 921.6746 8125.568 826.31415, 929.03094 8215.669 810.66943, 936.7843 8305.819 787.1045, 948.6488 8435.519 717.1778, 958.1928 8504.666 672.02295, 968.46924 8582.75 542.99786</trace>
</ink>
</file>

<file path=ppt/ink/ink219.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647.8329 8795.442 874.14984, 641.6454 8864.663 866.57416, 629.3271 8975.561 859.94495, 624.849 9040.675 858.0184, 621.13666 9143.889 855.32684, 623.7015 9245.023 854.9945, 626.27704 9308.724 853.69385, 628.9427 9387.876 851.9641, 632.3455 9479.193 849.4917, 635.80804 9553.259 847.2892, 640.14856 9626.843 844.6329, 647.5487 9716.295 841.50525, 658.8883 9817.354 838.19354, 674.65405 9922.402 835.47516, 685.59546 9993.668 832.9141, 705.42316 10080.666 830.65216, 736.8745 10174.54 829.3799, 782.4166 10270.451 828.0662, 827.7956 10349.247 827.51056, 871.1553 10415.187 827.1747, 931.5983 10486.503 826.715, 1005.7209 10558.89 826.55414, 1088.709 10629.763 825.9648, 1217.9712 10730.89 824.6356, 1296.8217 10783.179 826.1286, 1381.0897 10834.271 827.77814, 1456.2552 10876.777 831.1443, 1588.3417 10940.14 837.9752, 1666.919 10963.617 841.23425, 1732.3842 10976.249 844.9717, 1836.7614 10968.107 853.3661, 1904.7368 10955.057 865.3797</trace>
</ink>
</file>

<file path=ppt/ink/ink220.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588.081 8773.207 874.14984, 661.3633 8866.658 863.4033, 719.58124 8936.073 861.60583, 778.14825 9001.489 860.21533</trace>
</ink>
</file>

<file path=ppt/ink/ink221.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617.4974 8773.207 874.14984, 576.3551 8864.072 861.323, 514.6215 8985.344 852.12665, 467.5708 9083.131 845.93854, 428.21484 9168.096 832.54535, 394.11725 9241.168 792.01324</trace>
</ink>
</file>

<file path=ppt/ink/ink222.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2286.8728 10614.542 874.14984, 2213.7651 10591.221 868.9169, 2141.2893 10611.814 864.3516, 2093.8787 10680.692 862.1954, 2098.3213 10769.67 858.9957, 2130.4797 10841.876 856.98535, 2196.0693 10912.91 856.3137, 2259.8677 10976.305 859.8618, 2162.0208 11035.852 860.63824, 2092.4473 11080.796 859.0531, 2046.5753 11161.367 858.7764, 2038.2689 11236.947 858.27216, 2077.3389 11316.695 858.6118, 2182.9963 11362.652 860.67065, 2269.5552 11334.783 859.69385, 2343.203 11270.804 857.33997, 2397.5056 11200.685 858.0862, 2455.765 11134.815 861.5259, 2516.9353 11227.081 861.8039, 2527.4353 11330.624 863.21814, 2563.4897 11252.085 859.034, 2633.071 11197.567 860.8073, 2692.203 11282.984 860.05066, 2750.1516 11389.15 862.647, 2827.0964 11427.404 863.12195, 2893.3542 11384.517 860.5579, 2934.923 11283.213 853.1437, 2938.4084 11177.311 854.886, 2898.6233 11073.908 857.67065, 2835.4773 11065.548 859.8718, 2809.804 11168.285 854.985, 2813.4492 11278.868 845.7322, 2833.829 11343.374 846.5346, 2906.6113 11428.123 849.7467, 2974.0571 11436.248 850.93134, 3028.3362 11372.546 851.24316, 3061.695 11281.936 854.46594, 3082.5278 11202.124 859.86847, 3156.0042 11217.77 864.0601, 3172.4702 11311.361 863.2935, 3204.7754 11401.455 864.49255, 3286.7837 11435.668 863.2394, 3351.843 11394.226 862.9302, 3417.0496 11289.889 862.79944, 3453.149 11195.358 863.61945, 3411.9897 11129.885 864.5899, 3330.7168 11218.072 863.512, 3328.445 11311.777 864.0439, 3401.9172 11350.6045 862.56134, 3459.8103 11243.543 861.76337, 3474.5894 11167.867 862.36346, 3490.5413 11255.644 844.1663, 3497.8943 11344.973 835.54974, 3505.9165 11441.373 826.7941, 3512.283 11517.5205 818.6698, 3519.9116 11620.091 809.8113, 3527.14 11738.608 805.10297, 3530.2207 11860.896 801.86285, 3530.343 11949.743 800.383, 3525.7725 12031.421 801.7616, 3511.6814 12105.956 809.4032, 3471.4646 12200.3545 826.7291, 3406.8516 12215.857 840.2204, 3335.7678 12112.276 850.0271, 3327.9849 12046.193 847.807, 3331.1414 11960.355 842.60443, 3344.5981 11863.946 835.5343, 3354.6758 11797.082 829.15515, 3375.2673 11709.3955 823.78125, 3403.5786 11610.999 819.89417, 3435.241 11510.574 818.51935, 3461.0103 11431.071 818.9978, 3483.4792 11363.15 820.4248, 3505.607 11295.591 825.12244, 3539.1094 11200.374 836.7702, 3589.6946 11294.637 853.6746, 3597.0176 11410.3545 846.41833, 3614.4238 11510.948 849.4497, 3685.778 11578.91 853.7267, 3778.6475 11492.785 854.8118, 3818.3647 11395.24 851.8442, 3834.274 11280.168 849.8946, 3832.6658 11193.408 850.1911, 3769.5464 11240.898 852.7822, 3754.468 11336.195 848.32544, 3755.526 11399.223 845.0127, 3765.0347 11464.932 843.0059, 3811.7422 11554.213 848.10254, 3877.9446 11548.582 853.1678</trace>
</ink>
</file>

<file path=ppt/ink/ink223.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3537.9854 10916.001 874.14984, 3537.985 10995.172 868.72766, 3532.716 11061.531 8.667004</trace>
</ink>
</file>

<file path=ppt/ink/ink224.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4238.461 11354.488 874.14984, 4162.659 11301.708 866.4636, 4099.1187 11338.882 864.5013, 4096.8867 11423.184 863.0153, 4162.498 11489.843 860.2992, 4235.791 11458.627 858.39124, 4285.5654 11377.6875 853.0915, 4300.9004 11305.192 847.77484, 4309.984 11224.591 842.13495, 4317.884 11089.432 833.62933, 4316.5015 11004.54 831.68365, 4314.0127 10920.102 831.86957, 4311.51 10850.787 833.3717, 4310.9937 10760.029 839.7228, 4302.71 10836.367 839.77264, 4301.497 10928.58 832.81146, 4304.007 10996.738 828.57935, 4313.4395 11124.842 822.93677, 4326.969 11211.3 820.186, 4344.5713 11287.354 823.44867, 4388.564 11398.416 834.638, 4454.039 11451.328 845.3767, 4518.2163 11422.028 852.727, 4558.5547 11337.914 854.2772, 4568.941 11249.098 855.2365, 4537.484 11164.683 856.53345, 4472.7637 11240.311 850.3678, 4477.4014 11348.375 839.35846, 4499.4233 11416.62 833.3527, 4564.219 11505.687 809.88525, 4620.0635 11569.865 742.1944</trace>
</ink>
</file>

<file path=ppt/ink/ink225.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4879.185 11474.97 874.14984, 4962.1006 11480.081 865.2591, 5049.1055 11435.585 861.5526, 5111.193 11364.421 858.8031, 5148.82 11278.975 854.2474, 5168.3975 11141.793 844.21924, 5166.6094 11057.472 840.3858, 5159.891 10987.619 838.52325, 5129.893 10862.153 838.46655, 5066.733 10758.728 845.03723, 4992.2407 10744.153 850.4375, 4927.227 10856.496 851.7144, 4921.207 10936.999 846.2859, 4925.8467 11036.683 840.10803, 4931.5303 11115.672 833.81134, 4945.9844 11198.706 826.5918, 4971.58 11293.118 821.159, 5005.382 11386.125 818.02094, 5035.9907 11462.172 816.84875, 5100.575 11550.639 826.54974, 5193.5063 11544.39 842.21985, 5243.27 11443.162 847.9857, 5268.583 11354.496 853.67645, 5273.1694 11283.877 858.2307, 5268.3647 11376.893 853.2458, 5284.277 11476.253 848.0468, 5344.628 11584.998 849.2243, 5443.19 11627.964 851.29315, 5498.1514 11558.347 850.1488, 5538.7246 11494.516 825.3528</trace>
</ink>
</file>

<file path=ppt/ink/ink226.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5311.2373 10932.031 874.14984, 5303.276 10998.832 868.5579, 5293.479 11063.512 840.2259</trace>
</ink>
</file>

<file path=ppt/ink/ink227.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5623.7856 11383.961 874.14984, 5646.954 11316.389 870.05646, 5563.146 11288.694 867.78375, 5499.6255 11340.766 865.1827, 5468.4043 11416.857 861.03, 5480.278 11506.961 856.56885, 5561.0312 11573.651 856.3004, 5649.6772 11514.582 856.52515, 5686.0127 11407.723 852.6034, 5694.5786 11323.344 854.3673, 5701.261 11389.56 851.9257, 5710.6606 11476.514 853.6912, 5742.4927 11561.147 859.61505, 5811.87 11576.16 863.34485, 5857.4795 11498.962 860.90283, 5882.0615 11419.376 859.13275, 5883.43 11331.39 860.703, 5882.975 11432.518 860.6902, 5910.3457 11543.465 863.5535, 5998.2524 11577.082 862.66907, 6046.687 11500.038 857.2103, 6077.958 11396.137 856.4126, 6107.6123 11291.831 858.89514, 6179.622 11265.525 857.8941, 6226.9097 11348.095 852.4221, 6247.1094 11411.542 849.5906, 6269.6323 11513.765 847.6908, 6244.886 11603.336 851.6629, 6179.3096 11632.545 856.882, 6210.012 11533.185 860.16144, 6250.8286 11469.563 854.4758</trace>
</ink>
</file>

<file path=ppt/ink/ink228.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6384.013 11368.967 874.14984, 6337.3315 11457.858 868.5573, 6314.744 11555.926 865.2029, 6338.4663 11623.953 864.9473, 6413.128 11621.783 862.4792, 6439.362 11528.554 857.4634, 6429.364 11451.137 853.1489, 6395.7417 11355.175 850.95575, 6370.6196 11276.56 855.39233, 6402.1836 11213.096 859.95984, 6474.6143 11237.884 860.4585, 6556.332 11325.388 859.7935, 6584.0386 11436.657 857.43475, 6590.138 11527.348 855.72266, 6583.024 11607.854 855.342, 6586.2915 11521.558 856.3734, 6611.204 11430.899 857.9996, 6654.4146 11351.03 861.1102, 6731.2256 11325.19 861.0678, 6800.705 11363.966 859.9102, 6855.584 11475.272 851.6788, 6870.792 11551.963 845.82, 6876.383 11669.719 837.1287, 6826.8403 11755.62 841.7703, 6763.667 11807.453 863.75696</trace>
</ink>
</file>

<file path=ppt/ink/ink229.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5937.253 10916.001 874.14984, 5920.5977 10983.789 862.1954, 5902.5547 11047.788 820.7581</trace>
</ink>
</file>

<file path=ppt/ink/ink230.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6905.2334 11912.939 874.14984, 6816.3896 11899.115 866.79156, 6721.618 11885.692 853.7725, 6609.599 11874.039 842.50934, 6534.0264 11866.416 837.5902, 6438.3574 11855.322 832.9489, 6370.2515 11847.25 829.6137, 6278.6523 11835.388 823.55756, 6163.291 11820.742 816.263, 6028.0757 11804.14 809.2455, 5893.569 11787.649 801.76776, 5787.4214 11774.622 796.75336, 5649.054 11757.938 791.22876, 5486.213 11740.505 783.98627, 5306.275 11725.745 775.0707, 5172.7007 11715.904 766.8046, 5026.913 11708.384 756.80273, 4853.5083 11703.585 742.98004, 4661.649 11701.289 731.43933, 4477.113 11700.455 724.70844, 4339.1885 11700.164 718.66046, 4171.849 11701.657 712.80676, 3987.0513 11704.939 710.92896, 3792.579 11708.445 714.16064, 3639.661 11711.612 719.4194, 3495.9382 11715.037 723.4196, 3333.5215 11720.765 729.9252, 3162.1606 11728.155 739.707, 2990.2588 11737.482 749.4057, 2878.641 11743.592 756.95465, 2752.2017 11752.145 748.81134, 2625.4072 11761.902 731.65564, 2507.5007 11771.698 704.65216, 2416.7058 11779.498 667.95715, 2346.4858 11786.044 623.1777, 2247.276 11799.647 513.414, 2183.7458 11808.951 273.2363</trace>
</ink>
</file>

<file path=ppt/ink/ink231.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2808.093 6087.4746 874.14984, 2821.7834 6151.44 790.54004</trace>
</ink>
</file>

<file path=ppt/ink/ink232.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2763.0493 6132.978 874.14984, 2745.5188 6060.8174 874.14984, 2754.464 6152.6274 872.8422, 2820.4966 6138.114 429.43668</trace>
</ink>
</file>

<file path=ppt/ink/ink233.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2808.093 6026.976 874.14984, 2774.6714 6101.0396 871.1901, 2707.933 6170.898 868.2798, 2638.497 6116.6094 869.0295, 2623.6782 6050.4707 864.4313, 2725.8403 6067.9375 861.7616, 2807.5012 6131.1025 862.6452, 2870.4153 6078.2344 8.657309</trace>
</ink>
</file>

<file path=ppt/ink/ink234.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2853.137 5996.468 874.14984, 2838.1755 6070.7026 867.81976, 2784.187 6145.697 866.93225, 2715.1492 6129.0435 865.4932, 2711.8467 6063.2495 8.614748</trace>
</ink>
</file>

<file path=ppt/ink/ink235.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2644.465 6011.464 874.14984, 2709.7732 6077.0547 867.75305, 2789.8027 6155.9165 864.10724, 2780.0415 6092.16 543.5897</trace>
</ink>
</file>

<file path=ppt/ink/ink236.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2703.2974 6041.454 874.14984, 2695.7708 6149.497 854.1058, 2688.5896 6222.9507 796.92316</trace>
</ink>
</file>

<file path=ppt/ink/ink237.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10078.518 6267.937 874.14984, 10009.138 6314.8184 865.02185, 9934.02 6346.3335 861.5545, 9870.765 6366.6997 855.1887</trace>
</ink>
</file>

<file path=ppt/ink/ink238.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9870.765 6192.443 874.14984, 9915.945 6257.7207 865.1935, 9977.489 6329.372 862.0767, 10039.743 6394.7188 849.4986</trace>
</ink>
</file>

<file path=ppt/ink/ink239.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9989.35 6282.9326 874.14984, 10034.393 6358.427 859.29645</trace>
</ink>
</file>

<file path=ppt/ink/ink240.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2911.9692 6434.438 874.14984, 2983.2273 6423.133 874.14984, 3076.4585 6421.8325 868.09406, 3162.9863 6423.253 865.1584, 3270.372 6431.7197 861.52466, 3346.4805 6438.7246 858.7479, 3435.2417 6446.82 855.0086, 3572.9934 6458.34 847.15137, 3666.4612 6465.0806 842.85547, 3767.8257 6470.7456 839.0407, 3854.5295 6474.629 836.94775, 3926.1785 6477.3022 835.43976, 4003.1558 6479.005 837.0108, 4077.5464 6478.782 839.34534, 4183.4683 6475.6787 847.3273, 4260.7905 6457.8115 854.33563, 4325.771 6434.771 811.8572</trace>
</ink>
</file>

<file path=ppt/ink/ink241.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4164.001 6328.4355 874.14984, 4250.8374 6348.7554 867.58795, 4324.6978 6370.171 863.0414, 4400.5815 6394.855 860.03894, 4470.3755 6432.711 863.47406, 4470.331 6497.331 864.21155, 4377.022 6545.5884 860.8783, 4293.16 6581.686 849.4412, 4223.753 6608.1777 816.5613</trace>
</ink>
</file>

<file path=ppt/ink/ink242.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3105.933 6298.962 874.14984, 3020.107 6327.3604 859.22253, 2935.9111 6356.0083 854.0835, 2852.3884 6407.382 857.981, 2870.3242 6474.5674 856.70013, 2962.8667 6527.51 849.87683, 3031.4734 6562.6743 839.3939</trace>
</ink>
</file>

<file path=ppt/ink/ink243.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3508.569 7037.874 874.14984, 3598.4993 7068.3403 866.7632, 3674.3438 7021.352 861.0511, 3732.9485 6935.566 856.71875, 3762.3652 6872.494 855.18567, 3800.4873 6764.3564 852.2745, 3815.7866 6652.944 851.92346, 3808.8054 6568.4233 855.5565, 3753.4841 6500.6724 861.3474, 3687.4163 6546.075 860.3544, 3648.6848 6629.1006 854.9876, 3639.5708 6694.4937 849.96783, 3636.3237 6774.7554 843.8476, 3636.5325 6863.1465 840.1406, 3638.5098 6994.3696 834.9182, 3641.3367 7070.21 835.82654, 3646.6306 7140.6655 839.01373, 3662.4841 7244.0273 845.9785, 3703.4517 7321.407 852.99023, 3743.9148 7385.714 757.1265</trace>
</ink>
</file>

<file path=ppt/ink/ink244.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14489.126 6434.438 874.14984, 14547.01 6505.4053 863.1648, 14604.916 6603.53 859.86066, 14634.365 6666.709 858.5945, 14660.622 6738.4565 856.5093, 14694.217 6856.9175 853.24457, 14707.872 6969.612 848.4217, 14701.493 7037.9175 846.4893, 14681.092 7112.298 845.0322, 14636.097 7221.843 843.1201, 14547.223 7339.8936 834.3313, 14476.287 7415.141 817.7272, 14410.31 7461.691 738.8008</trace>
</ink>
</file>

<file path=ppt/ink/ink245.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18392.303 2993.2466 874.14984, 18348.178 3062.009 863.9747, 18283.018 3169.5178 857.62024, 18235.018 3259.1016 855.18036, 18199.004 3342.7727 854.5114, 18170.074 3450.038 852.95746, 18163.125 3545.1257 855.3858, 18183.014 3622.7805 859.71277, 18251.854 3674.6443 862.08527, 18334.951 3679.3293 861.91583, 18444.303 3608.374 856.70294, 18519.115 3528.901 849.19183, 18592.164 3402.6836 845.6018, 18641.562 3295.819 846.458, 18674.992 3182.7117 849.13293, 18686.217 3091.3752 854.6204, 18659.412 3005.5984 860.2088, 18556.584 2965.1472 862.75946, 18457.848 3020.2317 857.52155, 18414.004 3105.4353 857.9263, 18387.86 3168.9011 856.6038, 18393.072 3233.1406 239.62294</trace>
</ink>
</file>

<file path=ppt/ink/ink246.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18899.734 3310.2192 874.14984, 18817.92 3289.2432 864.35516, 18752.395 3384.8916 863.82574, 18804.19 3466.1116 861.70026, 18895.668 3516.2158 862.545, 18937.271 3593.0713 863.12396, 18869.602 3644.9443 859.3843, 18795.37 3659.698 850.0289, 18713.123 3657.182 821.0528</trace>
</ink>
</file>

<file path=ppt/ink/ink247.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19197.574 3385.7131 874.14984, 19131.727 3423.0623 869.4431, 19068.732 3501.7275 862.2732, 19036.598 3588.166 860.7374, 19100.309 3649.6482 860.5302, 19195.795 3625.5452 857.8751, 19287.363 3562.452 852.1433, 19361.955 3485.2908 852.01086, 19424.3 3418.6533 858.3065, 19459.695 3523.1536 863.3294, 19560.81 3541.6384 864.2198, 19629.625 3491.198 855.1478</trace>
</ink>
</file>

<file path=ppt/ink/ink248.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19420.953 3083.7366 874.14984, 19399.842 3174.0393 866.3335, 19389.713 3239.1016 860.7335</trace>
</ink>
</file>

<file path=ppt/ink/ink249.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19748.209 2888.2786 874.14984, 19743.92 2986.662 863.6922, 19739.43 3052.123 859.1541, 19732.662 3128.0981 853.79004, 19724.852 3210.1611 851.17804, 19713.275 3330.9768 846.83453, 19702.898 3440.4143 833.4829, 19697.885 3503.877 823.31586, 19692.025 3598.005 789.1902, 19687.764 3661.3408 717.00116</trace>
</ink>
</file>

<file path=ppt/ink/ink250.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19912.756 2978.2512 874.14984, 19916.512 3090.3823 857.9842, 19913.207 3162.0693 850.4917, 19905.033 3242.6194 840.31036, 19895.018 3326.4941 829.78284, 19881.514 3443.6445 800.06537, 19875.375 3534.9858 739.5698, 19888.314 3606.1155 658.3883, 19909.088 3670.3308 5.038989</trace>
</ink>
</file>

<file path=ppt/ink/ink251.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20240.014 3400.7085 874.14984, 20158.299 3464.3545 862.4911, 20074.479 3560.4365 853.6147, 20023.014 3635.191 855.3371, 20094.904 3571.5945 854.0988, 20136.816 3507.0232 853.7688, 20202.555 3522.5596 857.1052, 20233.639 3604.153 859.52686, 20308.11 3634.1572 859.9509, 20385.4 3554.3567 847.1964, 20439.48 3490.1968 816.37213, 20477.844 3425.054 525.4069</trace>
</ink>
</file>

<file path=ppt/ink/ink252.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20493.73 2797.2722 874.14984, 20509.934 2887.248 863.5258, 20510.799 2952.9663 855.90497, 20507.12 3034.767 847.5878, 20499.146 3126.8196 839.8768, 20489.084 3215.1465 833.6008, 20481.545 3278.1401 829.2538, 20473.156 3351.6235 827.60175, 20464.668 3463.4297 826.80194, 20469.535 3526.3696 830.3334, 20485.12 3614.2212 839.66174, 20543.791 3677.6907 683.50323</trace>
</ink>
</file>

<file path=ppt/ink/ink253.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20448.686 3235.2422 874.14984, 20549.588 3194.8086 865.93243, 20642.527 3175.6 862.02264, 20721.613 3161.7268 856.53204, 20785.906 3160.518 8.563833</trace>
</ink>
</file>

<file path=ppt/ink/ink254.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20627.94 3551.697 874.14984, 20687.445 3488.0867 865.2906, 20744.139 3419.1592 861.8396, 20756.773 3344.4172 865.0112, 20678.295 3399.47 859.00995, 20625.926 3503.9412 855.3239, 20607.855 3589.617 857.31146, 20644.896 3655.1816 857.6549, 20729.559 3648.326 857.4287, 20823.307 3589.389 854.3824, 20903.3 3495.2144 853.3512, 20941.232 3421.8882 856.2971, 20951.438 3511.779 856.93005, 20975.799 3586.5247 860.6971, 21039.135 3608.6333 862.7362, 21110.078 3536.2854 858.1114, 21144.533 3466.9175 854.4761, 21172.299 3557.6436 859.3305, 21262.115 3584.627 859.29474, 21339.248 3513.8896 852.7044, 21392.596 3438.4485 848.06616, 21453.713 3370.3865 853.0085, 21526.01 3389.253 854.98083, 21572.01 3476.648 854.34595, 21583.639 3570.9949 858.81573, 21615.799 3649.0227 864.1103, 21691.107 3667.591 862.3993, 21776.48 3647.5989 858.1572, 21864.344 3612.1956 843.8015</trace>
</ink>
</file>

<file path=ppt/ink/ink255.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18592.701 3928.651 874.14984, 18671.674 3923.5981 863.09796, 18735.156 3920.4634 855.25226, 18813.422 3918.177 850.4397, 18906.994 3916.4648 844.4444, 19014.277 3915.431 837.89435, 19132.717 3914.789 831.48425, 19242.19 3914.3835 826.32874, 19331.375 3914.1257 821.8423, 19446.443 3913.8892 813.95795, 19523.738 3913.7483 807.0862, 19631.666 3913.686 800.83044, 19760.373 3913.663 797.4797, 19904.812 3913.655 793.67163, 20026.135 3914.2283 791.1465, 20139.232 3915.3115 789.1543, 20274.352 3918.0344 787.10443, 20424.984 3922.555 785.0856, 20585.146 3929.4004 783.7707, 20690.584 3933.98 782.661, 20824.64 3942.459 782.9681, 20974.264 3952.0073 782.2057, 21130.404 3960.414 763.31366, 21257.45 3966.853 736.42316, 21366.756 3969.6892 701.4771, 21479.412 3966.2034 659.067, 21551.793 3963.9114 621.15344, 21626.219 3964.0544 501.37222, 21689.195 3959.2864 126.432076</trace>
</ink>
</file>

<file path=ppt/ink/ink256.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18735.186 4547.6 874.14984, 18714.604 4624.5073 870.1466, 18687.633 4742.422 848.6437, 18672.807 4843.926 847.7591, 18672.416 4947.655 849.80994, 18692.62 5026.4194 853.99164, 18755.605 5045.6157 859.80133, 18811.713 4946.9795 855.937, 18845.44 4849.5347 847.4235, 18867.494 4747.396 852.08124, 18909.889 4814.8433 850.10986, 18926.943 4912.8955 848.1502, 18950.514 5000.333 848.0829, 19026.182 5048.8965 852.4822, 19092.482 4980.9463 853.02734, 19150.531 4871.7983 842.8379, 19180.275 4772.5747 819.6162, 19198.135 4694.651 757.70886</trace>
</ink>
</file>

<file path=ppt/ink/ink257.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19212.281 5152.071 874.14984, 19225.95 5217.362 870.1338, 19296.186 5208.2593 868.9085, 19311.316 5138.005 868.5379, 19232.453 5138.8223 864.4967, 19297.168 5115.2993 839.542</trace>
</ink>
</file>

<file path=ppt/ink/ink258.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19480.705 4894.5635 874.14984, 19552.582 4902.4966 869.3053, 19631.74 4907.7856 865.8521, 19697.162 4914.8257 677.5618</trace>
</ink>
</file>

<file path=ppt/ink/ink259.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19450.37 5046.0684 874.14984, 19526.414 5053.3394 865.3782, 19611.578 5051.343 853.1575, 19675.6 5048.177 832.77466</trace>
</ink>
</file>

<file path=ppt/ink/ink260.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20105.803 4804.073 874.14984, 20170.355 4731.7876 866.2753, 20240.885 4628.1743 860.6991, 20293.885 4536.1514 857.8986, 20320.871 4438.003 861.1414, 20314.932 4341.8384 861.73254, 20265.402 4273.0615 863.3129, 20197.355 4285.1724 864.1023, 20150.277 4388.2827 860.83093, 20158.271 4514.092 857.2855, 20173.662 4624.9126 853.55865, 20189.959 4753.5356 852.96204, 20197.197 4818.476 853.51385, 20205.328 4914.86 856.54315, 20264.17 4799.316 852.23785, 20336.6 4705.977 856.1342, 20410.912 4662.3994 857.7442, 20485.533 4662.994 859.7437, 20517.914 4726.908 865.95386, 20455.031 4765.633 864.57086, 20366.77 4782.4946 863.23883, 20285.31 4784.8145 864.32117, 20216.947 4810.721 865.6879, 20263.68 4882.2056 866.9121, 20365.766 4906.682 866.34064, 20441.332 4903.353 864.78046</trace>
</ink>
</file>

<file path=ppt/ink/ink261.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19898.049 5060.5474 874.14984, 19982.17 5068.642 868.41534, 20060.533 5071.8105 861.3454, 20149.02 5071.174 855.13837, 20211.826 5069.015 852.28485, 20283.008 5066.5425 851.42, 20359.072 5064.599 851.19696, 20473.764 5062.338 849.9362, 20541.643 5061.6523 850.62836, 20611.432 5061.1997 851.36456, 20716.379 5060.725 855.2058, 20805.314 5060.572 859.98175, 20871.719 5061.074 867.0573</trace>
</ink>
</file>

<file path=ppt/ink/ink262.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11762.602 593.46204 874.14984, 11790.635 670.2262 865.4958, 11807.002 806.10974 850.89716, 11809.605 885.99274 846.47906, 11811.884 993.1274 841.5325, 11830.441 873.4376 847.0932, 11854.379 809.92163 850.7447, 11927.585 741.3469 857.77344, 12000.334 858.3056 855.0648, 12013.071 943.6939 846.51263, 12002.805 1013.52563 850.4104, 11979.267 943.881 854.1807, 11985.503 859.998 851.3516, 12025.134 738.5013 854.6077, 12099.581 670.09937 856.89624, 12167.965 781.4897 847.6409, 12171.01 907.3614 835.18945, 12164.901 985.07886 825.4704, 12162.744 1053.9336 805.79297, 12158.495 1134.833 752.301</trace>
</ink>
</file>

<file path=ppt/ink/ink263.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12358.282 917.67346 874.14984, 12362.096 993.5957 863.9671, 12357.657 1108.7555 860.09283, 12351.337 1228.5476 855.6006, 12355.433 1299.2284 847.2468, 12360.139 1363.5406 776.163</trace>
</ink>
</file>

<file path=ppt/ink/ink264.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12552.245 970.93304 874.14984, 12552.243 1071.15 861.22095, 12548.434 1193.4417 848.26385, 12541.934 1285.8779 834.3368, 12535.519 1352.2056 759.8485</trace>
</ink>
</file>

<file path=ppt/ink/ink265.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12224.069 1197.4156 874.14984, 12325.342 1170.0425 860.5851, 12390.069 1157.7457 856.6362, 12462.945 1144.9674 853.1543, 12539.792 1130.9666 847.1058, 12603.883 1119.031 836.48193, 12671.749 1106.926 821.5989</trace>
</ink>
</file>

<file path=ppt/ink/ink266.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15547.192 578.4666 874.14984, 15552.129 666.8508 863.61835, 15561.121 796.2206 854.90393, 15563.436 870.41797 852.42505, 15562.881 943.5826 851.6646, 15557.435 1047.6804 855.2702, 15561.612 949.1943 853.369, 15585.143 856.8977 848.7569, 15632.851 750.15247 852.83356, 15701.152 711.535 857.53876, 15747.734 812.96545 858.5746, 15747.142 934.80066 854.27704, 15736.483 1012.83325 853.4028, 15733.197 940.6779 850.05023, 15743.064 843.13324 850.0904, 15775.746 733.63025 856.7215, 15867.896 706.3807 860.4022, 15904.359 806.2635 854.5844, 15916.849 901.6346 848.72455, 15919.562 989.08777 832.1451, 15917.595 1053.4403 781.1219</trace>
</ink>
</file>

<file path=ppt/ink/ink267.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16113.456 910.4343 874.14984, 16072.446 998.088 864.192, 16043.95 1099.4628 864.0337, 16037.447 1180.619 864.7681, 16135.7 1221.0784 862.681, 16216.906 1175.5673 856.62646, 16286.124 1101.6194 845.35175, 16324.935 1036.6854 837.96216, 16378.846 927.3692 829.664, 16407.494 814.5854 836.59015, 16400.787 726.684 844.0449, 16335.431 711.5707 855.0349, 16267.331 841.7318 847.5714, 16228.953 976.716 830.8042, 16223.905 1070.8851 806.34485, 16231.093 1168.5873 774.3159, 16240.3545 1245.2622 734.98535, 16253.15 1314.7126 688.6598, 16271.712 1388.5972 635.8435, 16289.072 1463.3938 506.30676, 16309.163 1527.1929 268.21094</trace>
</ink>
</file>

<file path=ppt/ink/ink268.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19927.465 5966.9946 874.14984, 19978.418 5902.0303 864.9212, 20034.318 5806.087 858.7654, 20070.77 5721.655 856.2853, 20105.648 5621.604 853.9108, 20144.256 5507.795 853.3613, 20185.955 5394.408 854.7616, 20193.41 5470.8257 855.9863, 20189.268 5561.5884 859.8206, 20216.92 5651.3066 862.3811, 20283.48 5663.6006 862.04156, 20329.574 5591.5713 860.445, 20360.795 5515.8135 860.26263, 20384.121 5431.7603 861.65155, 20380.752 5520.235 855.6638, 20416.305 5591.7666 846.555, 20454.588 5655.81 721.9017</trace>
</ink>
</file>

<file path=ppt/ink/ink269.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21708.072 5640.715 874.14984, 21722.176 5556.4336 862.64813, 21747.154 5423.2207 853.2439, 21763.68 5346.6104 851.2294, 21782.12 5270.4443 850.92395, 21801.21 5199.609 851.53955, 21828.29 5102.9644 854.89215, 21869.004 5193.5684 864.5695, 21911.932 5262.3696 866.7702, 21976.184 5208.6074 861.3807, 22017.396 5125.173 861.4522, 22037.916 5041.9497 862.7246, 22004.5 5107.419 861.34454, 22005.637 5206.3105 863.6203, 22067.312 5278.017 863.5762, 22147.479 5325.2935 863.745</trace>
</ink>
</file>

<file path=ppt/ink/ink270.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22311.105 5181.5444 874.14984, 22417.209 5181.5444 868.1263, 22490.361 5181.5444 867.003</trace>
</ink>
</file>

<file path=ppt/ink/ink271.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22296.396 5318.0547 874.14984, 22381.668 5307.083 864.36005, 22477.117 5285.5146 858.94006, 22542.266 5271.6636 844.25397</trace>
</ink>
</file>

<file path=ppt/ink/ink272.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22728.45 4940.0664 874.14984, 22744.424 4867.6904 868.4731, 22773.229 4801.588 868.9693, 22837.756 4896.6865 864.6371, 22857.059 4973.361 859.29254, 22921.371 4888.4644 858.3288, 22987.607 4912.992 864.65027, 23032.139 4828.774 866.99994, 23070.344 4923.413 864.6461, 23071.062 4987.7935 864.32806, 23073.682 5069.623 865.5383, 23065.08 5133.272 572.77167</trace>
</ink>
</file>

<file path=ppt/ink/ink273.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23205.545 4910.593 874.14984, 23222.926 4996.1074 868.98804, 23235.295 5106.471 867.594, 23251.26 5184.702 865.3288</trace>
</ink>
</file>

<file path=ppt/ink/ink274.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23354.465 4940.0664 874.14984, 23352.525 5016.505 868.194, 23363.55 5112.4556 867.85974, 23373.477 5176.4663 868.10345</trace>
</ink>
</file>

<file path=ppt/ink/ink275.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23115.457 5091.572 874.14984, 23214.379 5081.7485 863.4768, 23297.38 5071.304 859.46, 23361.76 5062.8315 852.33405</trace>
</ink>
</file>

<file path=ppt/ink/ink276.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23518.096 4970.057 874.14984, 23529.094 5049.592 868.3159, 23532.943 5112.385 240.66136</trace>
</ink>
</file>

<file path=ppt/ink/ink277.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23667.014 4774.0825 874.14984, 23688.934 4867.267 864.10376, 23700.0 4958.1797 860.3016, 23705.43 5034.4585 864.4279, 23700.691 4967.6343 865.1887, 23731.795 4896.4854 865.58734, 23808.473 4963.893 862.5995, 23831.047 5047.1426 861.90356, 23837.98 4978.856 860.7078, 23850.363 4900.289 861.894, 23924.982 4866.0435 862.43964, 23954.285 4938.97 863.0613, 23976.18 5037.7056 863.794, 23990.396 5103.419 865.48645</trace>
</ink>
</file>

<file path=ppt/ink/ink278.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24129.4 4894.5635 874.14984, 24101.613 4970.784 852.6084, 24074.324 5056.5444 854.4819, 24071.885 5124.4834 858.83716, 24144.57 5205.166 861.18665, 24234.543 5211.117 858.52386, 24336.918 5148.767 857.3178, 24400.768 5065.0874 854.953, 24427.635 4962.5757 853.57355, 24425.865 4864.2534 855.0868, 24389.541 4768.5186 858.7496, 24303.617 4747.9697 862.47424, 24265.287 4850.136 860.6999, 24254.9 4957.2993 857.19604, 24256.074 5072.6675 850.57764, 24259.166 5150.725 838.81415, 24262.996 5215.9453 231.20764</trace>
</ink>
</file>

<file path=ppt/ink/ink279.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22773.492 5318.0547 874.14984, 22885.613 5324.6777 855.8538, 22968.973 5327.5825 846.72516, 23065.486 5331.0234 840.5161, 23171.842 5335.385 833.7247, 23258.729 5339.0845 827.65967, 23340.258 5343.0273 823.2343, 23413.844 5346.7197 820.4542, 23490.084 5350.8135 817.54297, 23589.775 5356.401 814.25226, 23695.94 5362.2236 812.2463, 23774.586 5366.524 812.1968, 23874.354 5370.591 811.4932, 23983.598 5372.6597 805.9638, 24091.822 5371.774 795.9732, 24180.797 5370.084 777.8334, 24245.127 5366.214 751.4, 24321.908 5346.8794 684.8744, 24386.195 5329.543 157.34421</trace>
</ink>
</file>

<file path=ppt/ink/ink280.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22862.66 5589.0063 874.14984, 22861.486 5686.432 863.48065, 22855.658 5795.5312 862.27185, 22862.227 5859.6284 863.67993, 22905.133 5781.9897 858.01526, 22933.303 5712.6206 861.1127, 23005.873 5690.1733 864.3738, 23045.941 5798.067 864.68506, 23055.557 5865.791 866.27606, 23066.38 5801.729 861.26636, 23093.154 5720.2847 864.389, 23166.979 5731.082 864.7273, 23198.395 5811.4463 861.4386, 23209.367 5921.0845 853.57263, 23214.809 5995.608 834.8815, 23205.438 6060.3467 229.81679</trace>
</ink>
</file>

<file path=ppt/ink/ink281.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23309.42 5845.9966 874.14984, 23316.934 5930.6304 868.0959, 23320.648 6032.276 865.6805, 23333.67 6102.0146 861.2585</trace>
</ink>
</file>

<file path=ppt/ink/ink282.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23398.59 5860.475 874.14984, 23395.867 5936.125 865.8848, 23400.125 6026.9395 866.2499, 23396.152 6100.072 867.0048</trace>
</ink>
</file>

<file path=ppt/ink/ink283.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23189.918 5981.4727 874.14984, 23273.783 5980.37 865.24677, 23373.904 5963.2656 864.17, 23445.783 5948.268 863.59686</trace>
</ink>
</file>

<file path=ppt/ink/ink284.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23577.844 5891.5 874.14984, 23679.318 5903.221 863.3237, 23773.838 5900.422 858.4908, 23838.473 5898.844 844.66205</trace>
</ink>
</file>

<file path=ppt/ink/ink285.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23652.305 5784.981 874.14984, 23657.238 5874.2695 864.49133, 23665.725 5962.3403 859.43976, 23677.285 6036.914 845.2842</trace>
</ink>
</file>

<file path=ppt/ink/ink286.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23860.979 5709.4863 874.14984, 23902.354 5777.0107 868.5372, 23918.076 5877.4424 866.0339, 23954.877 5808.308 865.23895, 23991.389 5908.444 865.2045, 24013.027 5827.5933 865.873, 24078.762 5918.3125 863.5909, 24106.607 5998.99 856.95264</trace>
</ink>
</file>

<file path=ppt/ink/ink287.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24173.525 5800.4937 874.14984, 24142.797 5879.1094 869.59686, 24136.361 5989.7407 868.396, 24171.863 6060.6484 867.9036, 24239.545 6061.768 865.6005, 24327.598 5996.0 858.53754, 24362.533 5919.11 853.78906, 24383.834 5832.6177 855.39166, 24377.598 5746.6924 858.22003, 24346.818 5680.667 861.62897, 24265.898 5738.547 863.1934, 24253.727 5808.484 857.01196, 24248.37 5884.679 850.1055, 24249.158 6016.5454 832.9292, 24259.03 6091.5464 819.32416, 24265.695 6157.0493 792.6798, 24278.322 6222.9507 756.14044</trace>
</ink>
</file>

<file path=ppt/ink/ink288.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16634.678 7913.814 874.14984, 16553.033 7862.592 866.85956, 16467.643 7865.8613 860.9308, 16401.78 7894.6597 858.92487, 16328.916 7961.7236 855.5271, 16259.783 8082.749 850.0337, 16216.848 8196.1 845.37854, 16201.331 8268.4795 843.8459, 16195.829 8342.488 844.4811, 16203.997 8447.479 846.7588, 16270.34 8532.106 849.56445, 16362.503 8566.751 851.2707, 16485.834 8531.152 848.792, 16549.373 8508.874 841.69006, 16614.717 8464.804 806.17633</trace>
</ink>
</file>

<file path=ppt/ink/ink289.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16440.713 7068.3823 874.14984, 16425.412 7171.9536 859.417, 16412.18 7239.2505 851.7426, 16394.795 7317.264 841.5061, 16380.141 7385.698 824.1454, 16364.895 7448.776 802.98285</trace>
</ink>
</file>

<file path=ppt/ink/ink290.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15532.484 8380.741 874.14984, 15612.361 8402.807 864.64014, 15748.695 8409.605 853.00195, 15814.03 8412.112 840.5012, 15878.245 8411.539 826.7953</trace>
</ink>
</file>

<file path=ppt/ink/ink291.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16380.961 6374.456 874.14984, 16370.562 6484.8086 860.7233, 16358.666 6551.672 852.7282, 16338.921 6627.087 842.27924, 16322.897 6693.927 824.5913, 16303.157 6757.4897 797.4028</trace>
</ink>
</file>

<file path=ppt/ink/ink292.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16545.508 6448.916 874.14984, 16544.332 6532.745 864.8234, 16528.348 6654.734 858.1543, 16506.83 6757.8726 849.28906, 16491.746 6826.066 831.7726</trace>
</ink>
</file>

<file path=ppt/ink/ink293.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16232.041 6645.408 874.14984, 16319.041 6652.2812 864.29663, 16459.328 6671.5063 852.862, 16527.137 6680.963 841.3635, 16593.29 6691.488 828.67865</trace>
</ink>
</file>

<file path=ppt/ink/ink294.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15279.689 8149.6045 874.14984, 15245.733 8273.144 850.3869, 15225.342 8355.556 841.5414, 15205.732 8441.892 829.49756, 15188.142 8521.703 817.6576, 15170.909 8597.724 794.14386, 15155.716 8662.803 753.33093</trace>
</ink>
</file>

<file path=ppt/ink/ink295.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15249.353 8350.749 874.14984, 15148.521 8389.159 861.7953, 15038.987 8404.759 852.5656, 14975.409 8391.937 838.02374, 14911.752 8345.734 629.9408</trace>
</ink>
</file>

<file path=ppt/ink/ink296.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15025.054 8184.7656 874.14984, 14973.027 8273.198 861.53156, 14913.515 8406.627 850.0483, 14886.989 8478.667 841.56805, 14856.061 8582.966 822.1385, 14836.32 8651.529 789.66064, 14824.934 8714.33 214.33278</trace>
</ink>
</file>

<file path=ppt/ink/ink297.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16348.788 8870.419 874.14984, 16340.848 8982.056 859.2822, 16334.047 9057.202 852.7919, 16324.597 9136.185 843.98755, 16312.178 9210.374 834.6948, 16301.586 9280.735 817.9871, 16286.446 9345.902 749.72925</trace>
</ink>
</file>

<file path=ppt/ink/ink298.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16199.867 9598.989 874.14984, 16187.069 9688.6455 861.9421, 16175.289 9755.312 851.3743, 16161.726 9830.999 838.91003, 16148.327 9908.183 826.9232, 16135.491 9979.177 813.531, 16121.857 10055.104 780.8223, 16106.792 10120.884 595.16626</trace>
</ink>
</file>

<file path=ppt/ink/ink299.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16396.588 9648.63 874.14984, 16412.795 9763.713 861.1071, 16412.201 9831.57 856.58044, 16405.594 9905.403 853.08466, 16394.162 9977.039 847.016, 16369.028 10077.02 834.14386, 16354.548 10140.42 809.46765</trace>
</ink>
</file>

<file path=ppt/ink/ink300.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16157.582 9829.608 874.14984, 16227.367 9877.244 864.2674, 16352.882 9905.282 858.47974, 16429.043 9919.334 850.24774, 16494.344 9922.083 665.8755</trace>
</ink>
</file>

<file path=ppt/ink/ink301.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16749.586 8380.741 874.14984, 16847.389 8380.741 857.07465, 16927.521 8382.282 845.1626, 17024.498 8385.355 832.0358, 17136.527 8389.286 808.0172, 17204.219 8391.659 791.0492, 17290.273 8394.576 740.9888, 17353.064 8401.368 7.1947494</trace>
</ink>
</file>

<file path=ppt/ink/ink302.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18020.002 8170.288 874.14984, 17922.68 8177.9233 866.05194, 17796.111 8234.412 852.9786, 17690.842 8317.113 846.9204, 17629.045 8411.465 849.3654, 17600.574 8506.636 848.8873, 17631.814 8602.627 849.61304, 17722.77 8674.773 849.62854, 17840.91 8707.319 843.9496, 17921.926 8703.199 835.3839, 18005.979 8675.404 824.9117, 18076.188 8657.417 805.4656, 18154.213 8622.219 774.0249</trace>
</ink>
</file>

<file path=ppt/ink/ink303.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18243.38 8109.7886 874.14984, 18348.803 8046.276 854.30316, 18412.977 8009.5938 848.40625, 18483.797 7971.966 843.9313, 18553.648 7936.671 836.0825, 18652.031 7887.21 820.4249, 18717.848 7855.316 784.5333</trace>
</ink>
</file>

<file path=ppt/ink/ink304.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18333.469 8336.271 874.14984, 18422.828 8282.772 861.28534, 18489.72 8244.376 855.1039, 18568.377 8201.846 849.1567, 18635.35 8166.2534 844.6415, 18761.97 8099.181 834.2548, 18841.918 8056.4375 813.3324, 18908.09 8024.456 527.6774</trace>
</ink>
</file>

<file path=ppt/ink/ink305.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19107.486 7611.3203 874.14984, 19040.062 7693.97 858.72784, 18987.037 7800.417 854.9429, 18989.96 7894.741 858.73663, 19061.922 7948.1094 857.4541, 19130.703 7954.6123 850.5642, 19201.826 7945.66 844.13556, 19308.969 7914.002 836.2223, 19403.01 7838.2983 840.0376, 19447.285 7752.304 843.39325, 19444.701 7680.4355 847.56213, 19340.213 7610.952 856.5878, 19212.016 7623.914 853.8036, 19125.273 7639.0444 840.58466, 19061.93 7671.747 231.8444</trace>
</ink>
</file>

<file path=ppt/ink/ink306.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18199.256 8743.733 874.14984, 18238.102 8856.218 858.31476, 18271.492 8920.804 851.81604, 18314.79 8993.926 844.98914, 18390.893 9111.045 834.4185, 18470.346 9217.103 830.4905, 18570.96 9337.085 819.00824, 18627.285 9402.1455 807.66046, 18683.477 9465.641 7.925724</trace>
</ink>
</file>

<file path=ppt/ink/ink307.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18854.69 9618.122 874.14984, 18830.307 9708.137 863.9294, 18800.123 9812.362 860.38226, 18807.496 9917.6875 862.5297, 18883.633 9975.106 861.47906, 18973.887 9980.494 856.4052, 19078.39 9916.727 850.85095, 19141.957 9828.393 851.4177, 19159.174 9741.252 851.02234, 19119.955 9655.901 851.8919, 19013.723 9607.043 854.78265, 18927.973 9629.842 854.22766, 18862.682 9652.647 843.6946</trace>
</ink>
</file>

<file path=ppt/ink/ink308.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19152.53 10026.618 874.14984, 19210.576 10106.636 862.32983, 19307.947 10208.013 854.3238, 19372.207 10266.663 849.2337, 19443.332 10324.385 845.06067, 19520.428 10374.124 837.72754, 19584.148 10418.492 823.6087, 19659.043 10463.554 800.13995</trace>
</ink>
</file>

<file path=ppt/ink/ink309.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19921.03 10395.815 874.14984, 19894.262 10469.827 863.6685, 19848.547 10584.3 858.3963, 19821.004 10651.339 854.9848, 19796.24 10719.247 856.09436, 19782.67 10811.095 860.27734, 19788.232 10874.782 868.9337</trace>
</ink>
</file>

<file path=ppt/ink/ink310.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20091.096 10508.54 874.14984, 20062.166 10622.063 859.14734, 20042.682 10687.263 854.16583, 20022.73 10756.233 846.7291, 19994.178 10856.116 829.17194, 19975.625 10920.893 797.0553</trace>
</ink>
</file>

<file path=ppt/ink/ink311.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19763.838 10660.045 874.14984, 19884.172 10716.764 852.9106, 19971.926 10742.214 842.69434, 20052.906 10767.65 819.5224, 20116.209 10784.886 782.3208</trace>
</ink>
</file>

<file path=ppt/ink/ink312.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16113.456 9935.094 874.14984, 16083.121 9859.6 862.7901</trace>
</ink>
</file>

<file path=ppt/ink/ink313.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1973.4053 2148.8494 874.14984, 2039.0035 2100.191 434.6193</trace>
</ink>
</file>

<file path=ppt/ink/ink314.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4804.725 1876.3463 874.14984, 4825.866 1941.6248 871.3243, 4820.8394 2024.7755 869.6355, 4760.762 2116.835 866.2045, 4693.893 2176.801 863.7753, 4573.867 2237.9502 861.2029, 4461.926 2279.608 858.60596, 4397.183 2298.0261 856.996, 4333.3643 2311.9143 856.0362, 4242.839 2322.511 858.6126, 4149.333 2306.6216 861.09155, 4073.6008 2261.8894 863.2669, 4006.7957 2181.9006 865.20154, 3962.0168 2109.7625 865.3133</trace>
</ink>
</file>

<file path=ppt/ink/ink315.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5937.253 12621.343 874.14984, 5851.7085 12613.519 867.8069, 5763.262 12609.755 862.65735, 5678.998 12606.227 858.1234, 5567.607 12599.985 854.0102, 5497.7163 12597.1875 853.33136, 5388.2046 12593.75 852.7986, 5273.1577 12588.28 855.2063, 5180.7407 12580.657 860.43915, 5104.6255 12568.685 865.41266, 5112.8213 12489.063 859.02893</trace>
</ink>
</file>

<file path=ppt/ink/ink316.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18535.707 3749.7402 874.14984, 18574.748 3815.3591 847.97784</trace>
</ink>
</file>

<file path=ppt/ink/ink317.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19540.457 2132.8196 874.14984, 19617.95 2110.5264 862.0737, 19683.146 2096.9102 8.533589</trace>
</ink>
</file>

<file path=ppt/ink/ink318.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23056.627 3038.75 874.14984, 23131.73 3092.5076 869.6383, 23205.979 3130.1802 864.3875, 23302.834 3164.2014 853.30884, 23422.943 3186.2253 842.66266, 23501.451 3186.3018 842.5614, 23580.791 3178.9502 843.00037, 23699.436 3159.6143 841.5309, 23762.508 3140.2593 838.51013, 23875.184 3104.3447 827.74695, 23956.607 3077.9724 800.13043</trace>
</ink>
</file>

<file path=ppt/ink/ink319.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17587.95 3054.2625 874.14984, 17662.158 3080.0984 862.2534, 17726.475 3097.7698 859.2678, 17801.482 3115.978 859.12805, 17911.406 3128.2458 859.36017, 18010.738 3111.2097 860.89874, 18086.479 3063.6448 861.4235, 18136.273 3000.7512 803.85657</trace>
</ink>
</file>

<file path=ppt/ink/ink320.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11717.558 3113.727 874.14984, 11809.5205 3135.4358 868.3911, 11887.232 3138.0166 865.6482, 11988.957 3129.818 859.6845, 12059.518 3118.708 854.5512, 12170.482 3094.8389 854.0392, 12254.704 3048.8347 853.7231, 12317.939 3004.2986 851.6507</trace>
</ink>
</file>

<file path=ppt/ink/ink321.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6055.8374 3219.7295 874.14984, 6150.7417 3208.097 866.3643, 6259.5796 3178.2927 865.0126, 6359.02 3140.0176 862.3176, 6455.264 3094.4045 860.7222, 6560.06 3039.3838 859.3747, 6630.021 2998.0696 859.4666, 6695.692 2960.2903 676.41315</trace>
</ink>
</file>

<file path=ppt/ink/ink322.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6279.2173 3144.2354 874.14984, 6195.405 3147.0452 864.0251, 6074.9277 3118.1892 859.00476, 6003.056 3098.7544 851.7258, 5937.1924 3064.5156 236.50417</trace>
</ink>
</file>

<file path=ppt/ink/ink323.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10406.693 2842.7756 874.14984, 10340.9 2811.0598 434.6193</trace>
</ink>
</file>

<file path=ppt/ink/ink324.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4664.9976 2917.7527 874.14984, 4596.053 2917.7527 864.73663</trace>
</ink>
</file>

<file path=ppt/ink/ink325.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14042.365 3778.1794 874.14984, 13978.28 3799.243 8.791698</trace>
</ink>
</file>

<file path=ppt/ink/ink326.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18333.469 3476.7197 874.14984, 18343.29 3405.2441 870.31506, 18295.572 3324.398 868.7235, 18177.787 3244.91 865.1293, 18112.39 3224.058 863.89294, 18012.225 3198.6604 860.65015, 17948.797 3192.2646 859.4816, 17882.816 3189.2961 858.5907, 17782.129 3187.75 857.2104, 17677.734 3192.7473 858.1905, 17566.9 3210.5645 859.42267, 17481.656 3234.3896 860.4663, 17386.018 3278.7998 860.8296, 17307.426 3324.8103 860.91986, 17235.797 3388.776 862.58453, 17179.973 3473.514 862.8564, 17147.549 3557.826 861.6173, 17131.762 3641.6997 860.35516, 17137.344 3731.8406 861.38306, 17186.72 3828.0198 861.72437, 17271.855 3906.7004 860.344, 17346.426 3954.0745 859.3173, 17451.055 3987.5425 859.4463, 17541.152 4002.621 858.9435, 17644.57 4006.5574 858.7112, 17731.586 4003.9192 860.52057, 17845.729 3981.9834 862.9688, 17948.01 3949.0835 863.07056, 18048.723 3896.9773 860.967, 18136.514 3814.3987 855.58795, 18214.443 3711.49 842.03345, 18276.883 3615.0164 820.6762, 18325.037 3536.1577 774.4091</trace>
</ink>
</file>

<file path=ppt/ink/ink327.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15442.397 12470.871 874.14984, 15552.2 12516.459 869.7881, 15651.335 12540.999 864.3927, 15732.32 12557.454 861.08215, 15825.239 12573.519 859.2498, 15915.398 12585.506 856.98706, 16018.7705 12592.587 857.0169, 16126.23 12599.148 857.78265, 16229.845 12603.732 858.5375, 16351.161 12606.623 859.4604, 16455.05 12607.779 859.4091, 16521.383 12608.067 858.6395, 16593.2 12608.24 857.7729, 16667.93 12608.327 857.0473, 16732.81 12608.38 856.79816, 16851.395 12608.416 856.59735, 16922.773 12608.416 856.39124, 16998.588 12608.416 856.0616, 17111.674 12607.001 855.61505, 17177.9 12604.195 855.5543, 17247.625 12600.902 855.87286, 17317.352 12598.21 856.4087, 17382.744 12594.995 857.0832, 17477.59 12589.225 858.41614, 17584.686 12579.883 861.4176, 17676.984 12561.011 863.02893, 17741.201 12546.264 858.7307</trace>
</ink>
</file>

<file path=ppt/ink/ink328.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2703.2974 4562.5957 874.14984, 2771.2751 4575.674 865.7386</trace>
</ink>
</file>

<file path=ppt/ink/ink329.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4699.929 4562.5957 874.14984, 4608.9727 4548.929 867.9292, 4576.685 4484.012 749.5782</trace>
</ink>
</file>

<file path=ppt/ink/ink330.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2152.661 8637.731 874.14984, 2164.8745 8572.86 676.27484</trace>
</ink>
</file>

<file path=ppt/ink/ink331.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10152.978 8622.219 874.14984, 10223.971 8663.577 868.11053, 10288.997 8647.1045 425.06125</trace>
</ink>
</file>

<file path=ppt/ink/ink332.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2122.3252 9603.126 874.14984, 2047.8652 9573.134 865.3826</trace>
</ink>
</file>

<file path=ppt/ink/ink333.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2853.137 9361.647 874.14984, 2921.5676 9394.238 869.8052</trace>
</ink>
</file>

<file path=ppt/ink/ink334.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4447.133 9317.18 874.14984, 4512.3076 9329.677 8.729138</trace>
</ink>
</file>

<file path=ppt/ink/ink335.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15964.536 9180.669 874.14984, 15898.555 9149.801 434.6193</trace>
</ink>
</file>

<file path=ppt/ink/ink336.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21685.09 9286.154 874.14984, 21687.77 9221.071 772.2973</trace>
</ink>
</file>

<file path=ppt/ink/ink337.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16247.67 9286.154 874.14984, 16181.5 9256.143 434.6193</trace>
</ink>
</file>

<file path=ppt/ink/ink338.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4923.3096 9346.652 874.14984, 4879.185 9271.675 859.93</trace>
</ink>
</file>

<file path=ppt/ink/ink339.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290.2409 2600.7803 874.14984, 256.94427 2692.2222 868.191, 246.90102 2765.6836 861.32947, 241.90958 2847.3 857.7151, 236.26866 2961.6243 854.7227, 227.90173 3079.1443 850.9622, 220.88791 3157.8574 848.75037, 212.77986 3248.484 845.62634, 207.09001 3318.648 842.688, 202.19054 3396.2454 839.57764, 199.33362 3495.0427 836.6554, 198.13602 3610.841 831.26416, 197.90184 3729.5488 825.7145, 197.88695 3816.9797 820.62897, 200.17479 3928.071 815.61066, 203.9931 4055.7942 810.2277, 206.84941 4194.647 805.9786, 208.24644 4306.2935 802.98413, 208.36359 4413.1016 800.41547, 207.15135 4538.779 798.5103, 206.68524 4674.8506 797.1741, 208.00415 4816.3486 797.35046, 211.46335 4960.199 798.78253, 214.01439 5059.6787 800.4748, 217.94662 5167.203 802.6583, 222.42865 5285.1387 805.94904, 225.98982 5409.1025 809.14185, 228.53438 5520.9634 812.35345, 230.30228 5607.8594 815.18134, 230.16444 5707.791 818.6463, 227.81747 5813.4614 822.8659, 226.24004 5881.9785 826.3421, 222.5705 5962.4956 831.3084, 217.24606 6044.6514 836.4316, 212.86818 6115.74 843.337</trace>
</ink>
</file>

<file path=ppt/ink/ink340.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349.99277 2797.2722 874.14984, 310.80392 2732.454 869.9454, 283.60568 2659.8987 869.18616, 264.05237 2596.583 760.6492</trace>
</ink>
</file>

<file path=ppt/ink/ink341.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185.44533 2661.7961 874.14984, 256.90134 2649.059 871.3051, 353.10727 2633.556 863.89056, 453.23825 2618.3813 864.28485, 518.6031 2609.5881 864.56946, 586.80273 2602.3738 864.7876, 651.17804 2600.3403 864.9591, 751.4057 2625.6094 864.5942, 798.30164 2688.5994 865.90894, 812.8282 2774.376 866.0489, 811.6355 2841.2832 865.10535, 808.29065 2906.28 864.216, 798.5615 3034.0398 861.4865, 792.9927 3113.6416 858.46606, 787.33264 3198.7544 855.2536, 778.82074 3324.2947 849.13837, 774.8596 3400.036 849.0072, 770.3676 3483.168 849.0259, 766.1317 3561.8752 849.0471, 758.0624 3699.9531 848.8444, 752.4061 3785.874 848.3268, 747.1209 3879.9824 847.77435, 743.30035 3948.8801 847.5291, 739.27466 4024.3274 847.1869, 734.72894 4113.5215 846.6392, 730.80914 4212.704 844.55237, 727.70654 4315.115 841.8835, 725.63696 4386.052 839.1328, 724.2997 4477.5044 835.361, 723.4656 4581.593 831.4396, 721.98016 4693.1475 828.46747, 720.742 4784.699 827.1577, 719.585 4867.829 826.01544, 719.5061 4961.626 826.50854, 721.11176 5061.8564 828.0533, 724.77765 5167.172 829.7834, 727.49457 5275.8345 831.78033, 729.3348 5355.5557 833.5494, 730.7839 5436.5005 835.6721, 732.3778 5526.663 838.18365, 733.7531 5621.179 840.7851, 734.892 5706.1724 843.55005, 735.7224 5769.5635 846.06616, 736.2533 5839.211 848.1566, 736.5765 5909.997 851.30615, 735.1208 5976.1895 854.1076, 723.32697 6067.3403 857.4259, 713.95123 6133.0566 808.20294</trace>
</ink>
</file>

<file path=ppt/ink/ink342.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170.73715 6101.953 874.14984, 260.0968 6108.9395 864.28986, 349.3921 6113.2324 853.4213, 434.9932 6117.192 851.00543, 548.7416 6127.607 857.0164, 624.4139 6107.218 856.1324, 688.3898 6070.8486 673.8185</trace>
</ink>
</file>

<file path=ppt/ink/ink343.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170.73715 3295.7407 874.14984, 248.66907 3295.7402 870.8485, 377.5765 3299.415 867.7744, 447.5193 3305.4622 866.95825, 547.6164 3291.8496 866.4055, 617.4974 3264.7156 863.5631</trace>
</ink>
</file>

<file path=ppt/ink/ink344.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408.8254 2857.254 874.14984, 427.24704 2931.5935 865.9481, 436.18585 3044.7932 864.4356, 441.09085 3118.12 865.0863, 442.44827 3015.9644 864.3386, 441.55438 2921.381 865.7954, 513.6983 2874.7825 867.1077, 583.1121 2846.536 869.0651</trace>
</ink>
</file>

<file path=ppt/ink/ink345.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364.70096 3054.2625 874.14984, 447.11166 3032.85 869.3482, 535.1621 3012.6355 868.1369, 599.99304 2999.44 843.2034</trace>
</ink>
</file>

<file path=ppt/ink/ink346.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379.4091 3612.1956 874.14984, 341.35242 3684.65 871.227, 314.9312 3802.4949 868.1824, 344.00458 3904.0457 867.728, 417.204 3905.0923 865.2293, 504.14056 3801.6865 854.75165, 539.1117 3724.0005 847.9553, 561.19275 3646.8264 847.97845, 565.8548 3552.303 852.2847, 546.6724 3482.979 857.6939, 476.4596 3516.1538 865.0619, 458.48907 3646.3994 854.61774, 454.71417 3719.2126 847.2562, 451.02335 3842.6987 819.8353, 446.43686 3907.425 796.27136, 442.77795 3981.9675 733.53033, 430.83868 4046.7383 190.406</trace>
</ink>
</file>

<file path=ppt/ink/ink347.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141.32085 4276.648 874.14984, 219.18483 4280.28 843.7033, 295.84723 4279.4805 843.8508, 377.49792 4274.906 846.07495, 458.36203 4269.49 839.50934, 559.5538 4264.4097 823.9157, 622.36584 4262.664 805.0161, 687.9605 4265.028 7.75298</trace>
</ink>
</file>

<file path=ppt/ink/ink348.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304.94907 4427.119 874.14984, 299.072 4524.5225 867.24005, 295.72665 4599.549 862.5411, 291.85904 4679.0493 859.9528, 286.2394 4783.586 862.63293, 280.41528 4851.1787 864.62067</trace>
</ink>
</file>

<file path=ppt/ink/ink349.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215.78088 4638.607 874.14984, 244.63383 4569.5947 871.61993, 314.26575 4527.0845 869.9554, 350.46576 4622.62 867.1091, 299.0514 4720.2725 866.7625, 317.20816 4789.7593 866.0318, 326.9667 4880.4185 865.227, 372.45334 4805.64 862.10406, 430.05316 4892.4893 864.1759, 426.4136 4978.8926 866.5019, 437.66736 4880.0186 866.54535, 500.0518 4798.387 865.988, 566.01886 4736.853 865.19135</trace>
</ink>
</file>

<file path=ppt/ink/ink350.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245.19719 4562.5957 874.14984, 252.53792 4643.644 868.1187, 256.51703 4725.895 861.5044, 259.0745 4807.7485 858.94165, 264.47626 4905.312 861.70386, 243.71451 4803.299 865.959, 224.52492 4712.7217 866.501, 248.0596 4616.658 866.0962, 327.4928 4538.7954 865.7855, 396.75815 4518.525 866.2832, 426.44623 4608.097 862.03577, 395.27136 4682.5415 860.5298, 376.41754 4749.7275 864.0506, 393.15515 4831.456 863.01697, 335.36374 4917.6772 864.60114, 264.9651 4921.1333 860.9784</trace>
</ink>
</file>

<file path=ppt/ink/ink351.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230.48903 5257.5557 874.14984, 308.38116 5251.9307 838.82074, 384.66898 5248.2183 837.1476, 449.58 5245.8765 843.80206, 538.8126 5243.855 843.1845, 603.931 5242.4404 842.6759, 667.47144 5246.1475 232.48027</trace>
</ink>
</file>

<file path=ppt/ink/ink352.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424.45282 5513.512 874.14984, 424.45276 5594.35 864.72144, 428.83743 5694.618 860.9882, 434.34744 5777.6255 854.7661, 439.16098 5845.9966 835.93634</trace>
</ink>
</file>

<file path=ppt/ink/ink353.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259.90533 5513.512 874.14984, 345.83252 5529.5894 865.1536, 413.49527 5537.863 859.3502, 479.45667 5544.3857 848.23755, 558.66473 5551.776 816.3819</trace>
</ink>
</file>

<file path=ppt/ink/ink354.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319.6572 5891.5 874.14984, 419.16785 5889.7534 868.09265, 506.6945 5883.393 857.1805, 588.081 5875.47 825.7917</trace>
</ink>
</file>

<file path=ppt/ink/ink355.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5877.501 9498.158 874.14984, 5951.463 9498.158 871.529, 6055.3345 9495.799 867.6172, 6167.5234 9493.331 866.3447, 6237.813 9490.59 865.7834, 6300.9077 9486.643 865.0131, 6371.065 9486.045 862.29266, 6434.313 9490.433 423.81195</trace>
</ink>
</file>

<file path=ppt/ink/ink356.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11524.513 9407.151 874.14984, 11603.62 9404.595 868.19244, 11670.094 9404.698 863.8466, 11743.35 9405.559 860.9764, 11835.91 9406.648 860.7685, 11929.697 9406.94 862.6407, 12052.017 9410.133 863.7737, 12148.747 9413.813 865.38586, 12212.865 9412.509 812.3658</trace>
</ink>
</file>

<file path=ppt/ink/ink357.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17200.941 9483.162 874.14984, 17286.21 9495.075 870.9445, 17377.75 9507.132 860.8193, 17468.541 9519.991 851.7532, 17577.396 9533.24 849.65564, 17672.094 9542.46 849.54626, 17780.36 9551.694 851.03925, 17866.58 9558.743 855.7067, 17959.785 9569.434 862.32117, 18032.113 9571.27 866.7015, 18101.814 9528.666 856.81476</trace>
</ink>
</file>

<file path=ppt/ink/ink358.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23280.004 9452.138 874.14984, 23349.18 9425.639 863.32196, 23432.838 9411.632 860.2453, 23523.576 9411.577 858.75635, 23640.736 9420.779 856.63727, 23732.715 9430.052 858.3943, 23828.363 9428.798 862.3038, 23905.377 9414.656 865.1272</trace>
</ink>
</file>

<file path=ppt/ink/ink359.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9631.757 10117.107 874.14984, 9715.255 10113.401 871.4093, 9819.98 10113.63 851.5209, 9907.732 10117.339 847.7905, 9996.866 10126.182 846.68994, 10100.301 10137.597 845.8594, 10170.513 10144.9375 845.78564, 10250.367 10152.648 845.931, 10373.952 10165.271 849.02374, 10456.429 10174.64 848.71484, 10550.653 10184.573 847.1697, 10645.577 10193.63 845.31244, 10715.531 10200.152 842.7327, 10803.507 10208.224 839.53766, 10903.996 10218.184 837.47986, 11014.872 10229.942 834.25415, 11101.622 10239.262 831.5005, 11191.396 10249.101 828.7208, 11299.225 10261.133 825.80273, 11418.364 10274.578 822.4178, 11545.15 10288.586 820.8002, 11674.747 10303.799 819.30963, 11762.434 10314.137 818.0972, 11871.036 10328.331 816.99005, 11995.175 10344.458 815.051, 12130.364 10360.744 812.83124, 12245.194 10373.426 810.2819, 12348.645 10383.897 807.70013, 12472.285 10393.751 805.013, 12599.431 10403.242 803.3319, 12691.684 10410.027 801.4968, 12810.361 10418.941 798.9211, 12948.119 10429.679 795.768, 13097.942 10440.599 793.26996, 13219.945 10449.42 791.671, 13334.473 10457.656 790.3181, 13468.23 10468.117 789.80176, 13616.095 10477.458 790.4178, 13775.03 10484.952 789.5399, 13941.62 10491.066 788.0848, 14058.197 10495.199 787.0543, 14187.6875 10499.309 786.49475, 14333.005 10502.826 787.2294, 14487.625 10506.71 787.7391, 14647.143 10512.882 788.44794, 14808.722 10520.161 789.3697, 14971.325 10528.12 788.5982, 15135.222 10536.199 789.8977, 15300.576 10543.265 792.1707, 15430.304 10548.551 794.4223, 15551.091 10551.821 796.38135, 15687.571 10555.032 797.74426, 15834.806 10558.57 797.5585, 15985.5625 10563.108 796.9496, 16085.911 10566.135 796.1041, 16207.75 10570.81 793.8655, 16343.556 10575.2705 793.82874, 16451.605 10578.531 794.127, 16556.887 10581.327 793.7926, 16679.799 10583.318 795.4715, 16813.662 10584.611 796.70416, 16947.559 10585.28 799.04803, 17040.582 10585.671 801.7278, 17155.408 10584.611 803.626, 17284.146 10580.436 805.52435, 17417.924 10574.197 808.0988, 17551.729 10566.639 810.9571, 17662.223 10559.977 813.58215, 17754.115 10553.159 817.7543, 17856.48 10545.059 821.7225, 17964.684 10536.306 825.4596, 18075.137 10526.218 827.1832, 18157.846 10518.471 828.59186, 18238.02 10511.34 831.3564, 18325.602 10503.449 835.189, 18416.416 10494.515 839.1385, 18495.95 10485.533 842.8487, 18625.586 10469.564 848.5298, 18694.377 10460.534 850.65106, 18761.678 10452.147 853.75867, 18829.004 10446.198 857.62616, 18896.758 10445.289 860.6098, 18962.932 10452.61 862.62, 19074.871 10499.94 865.18555, 19137.643 10554.725 866.5723, 19171.709 10625.912 867.45764, 19190.059 10726.753 866.8752, 19212.215 10834.624 867.2382, 19243.477 10907.222 867.4882, 19325.213 10968.394 866.97095, 19413.51 11006.573 866.1993, 19479.809 11024.629 865.2519, 19585.266 11047.494 862.20435, 19649.32 11057.756 860.3539, 19714.623 11067.63 859.7921, 19813.645 11080.39 861.1209, 19877.822 11082.738 861.94867, 19979.16 11080.794 861.8573, 20083.104 11058.295 862.1132, 20166.479 11011.443 863.9481, 20250.123 10901.4795 861.8063, 20289.607 10781.815 858.0901, 20313.377 10686.413 855.8049, 20336.943 10566.693 855.8023, 20355.78 10453.049 856.7337, 20376.889 10367.645 858.50964, 20405.861 10297.8125 862.4919, 20468.902 10235.307 864.9625, 20544.463 10191.838 864.3081, 20657.225 10156.992 861.1107, 20731.0 10142.879 857.83966, 20851.303 10126.076 852.56946, 20931.94 10121.557 849.98004, 21026.523 10120.082 846.7322, 21115.352 10120.732 843.2851, 21190.592 10122.14 839.7963, 21285.637 10126.043 834.7834, 21392.395 10131.6 830.1489, 21506.72 10138.39 825.9362, 21591.252 10143.773 824.2256, 21680.098 10150.216 822.64264, 21779.549 10159.185 816.62585, 21882.146 10167.764 808.61084, 21970.545 10170.099 794.51086, 22038.293 10170.052 772.47296, 22106.877 10151.483 742.6777, 22187.889 10136.636 661.56903</trace>
</ink>
</file>

<file path=ppt/ink/ink360.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9720.925 10132.103 874.14984, 9655.788 10119.479 871.93585, 9580.346 10115.594 862.4162, 9497.026 10114.62 854.70984, 9407.597 10114.876 850.1657, 9280.295 10118.53 845.83575, 9196.654 10119.487 844.408, 9116.931 10120.02 843.5155, 9050.944 10120.302 843.1037, 8966.728 10119.75 842.0339, 8868.369 10119.024 839.6354, 8758.156 10118.549 836.5521, 8639.023 10118.236 834.3346, 8543.978 10118.035 831.9581, 8452.322 10117.882 830.1922, 8343.636 10117.7705 827.5157, 8226.202 10117.701 825.2777, 8106.1865 10117.658 823.4667, 7987.2793 10117.631 823.51685, 7907.296 10117.624 824.2788, 7820.9927 10117.624 826.32806, 7731.602 10117.624 830.71936, 7644.1396 10117.624 835.0705, 7570.8535 10118.425 839.37146, 7451.5415 10120.815 848.49866, 7349.347 10123.314 858.0986, 7229.111 10126.622 863.3669, 7115.7466 10134.439 866.2643, 7049.161 10190.34 867.40076, 7027.9473 10286.574 864.8567, 7028.929 10400.345 859.6787, 7033.837 10471.208 856.9894, 7040.4385 10540.652 854.8556, 7052.8022 10657.61 852.5811, 7059.043 10734.641 851.83026, 7065.3877 10821.081 850.70905, 7070.1914 10891.339 849.6322, 7074.5337 10961.503 848.0564, 7078.29 11048.074 846.05005, 7081.3394 11146.684 843.7576, 7081.979 11254.955 840.2369, 7080.3955 11371.797 836.1905, 7079.002 11456.116 832.31116, 7076.7734 11549.911 827.6552, 7074.6533 11659.029 822.9997, 7072.917 11779.909 819.771, 7072.529 11897.007 817.8005, 7072.4883 11984.519 816.1718, 7074.7324 12090.927 814.90845, 7077.485 12211.0625 813.61444, 7081.251 12342.304 812.6152, 7084.39 12445.259 811.48615, 7089.356 12550.84 809.9496, 7097.167 12679.842 807.88477, 7106.1675 12822.475 797.7027, 7113.3716 12945.425 778.8293, 7118.977 13046.188 751.5391, 7122.6187 13151.702 716.45966, 7124.9536 13219.612 684.9085, 7128.3047 13290.616 589.98834, 7125.629 13353.683 151.77666</trace>
</ink>
</file>

<file path=ppt/ink/ink36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2763.0493 2102.8289 874.14984, 2870.0374 2100.5596 866.61523, 2934.6846 2096.3396 862.72974, 3030.4019 2087.3713 855.3976, 3123.0815 2076.325 849.28314, 3259.9404 2060.9304 847.0707, 3340.923 2052.8472 846.9166, 3428.4807 2045.0303 846.9215, 3559.0105 2033.8502 847.65924, 3644.0073 2027.6078 847.20905, 3739.6677 2021.0378 845.5348, 3830.0115 2014.9475 843.54565, 3902.5364 2010.1116 841.8594, 3993.2842 2004.449 840.67975, 4097.503 1998.2393 837.8468, 4211.113 1991.4911 834.638, 4292.524 1986.7029 831.6763, 4384.6587 1981.4608 828.38605, 4492.685 1976.4376 825.06476, 4612.2812 1971.1864 822.82404, 4740.999 1965.7897 820.8865, 4871.3604 1961.4843 818.95435, 4961.337 1958.6039 816.9619, 5073.693 1954.747 813.84247, 5201.2266 1948.973 810.64557, 5339.92 1941.9552 807.5362, 5455.9194 1935.777 805.4715, 5560.602 1929.9263 803.6252, 5683.7607 1922.11 802.64215, 5819.888 1913.2043 801.14966, 5963.772 1905.6084 799.99817, 6058.638 1900.5979 799.2613, 6174.674 1895.0413 798.4695, 6305.1323 1889.4392 798.6768, 6410.545 1884.9938 799.57227, 6512.389 1880.7957 799.9249, 6635.963 1875.7037 800.107, 6776.8716 1869.6672 800.63336, 6929.024 1863.2295 799.5907, 7089.125 1856.5286 797.71436, 7196.745 1852.0192 796.13324, 7323.6753 1847.8007 794.19855, 7465.453 1845.4559 792.7055, 7615.8877 1845.0596 792.3171, 7748.7495 1845.2513 792.1032, 7858.64 1845.6902 792.0351, 7988.974 1846.1913 792.43365, 8132.2275 1846.9205 792.7161, 8281.915 1847.4297 792.18164, 8434.472 1846.5104 793.41406, 8545.892 1845.6342 795.7461, 8660.675 1844.8131 798.1309, 8786.98 1843.3572 801.2767, 8918.185 1841.1118 804.1921, 9041.792 1838.9043 807.3782, 9130.954 1837.2902 810.3995, 9235.068 1835.5054 813.4219, 9347.603 1833.973 817.0811, 9462.7 1832.9764 821.4126, 9552.538 1832.3466 825.0563, 9632.816 1831.9409 827.62854, 9717.034 1833.1484 832.7116, 9798.135 1835.78 837.52734, 9873.01 1838.9753 842.1402, 9974.565 1845.0148 851.0643, 10065.982 1857.1582 859.3717, 10157.386 1883.6038 863.9833, 10230.31 1926.3433 866.9578, 10287.747 2016.0469 867.30383, 10323.248 2117.566 864.37006, 10341.491 2238.5415 862.36163, 10348.463 2351.2866 861.6535, 10349.666 2417.974 860.7168, 10349.633 2491.9204 858.63477, 10350.153 2569.607 855.752, 10351.158 2682.6301 854.4508, 10350.996 2758.5032 854.3303, 10349.233 2845.4077 853.74115, 10345.795 2942.0276 851.9994, 10342.422 3033.2576 848.8979, 10339.742 3104.608 845.94525, 10335.721 3191.6545 842.5313, 10331.16 3289.8306 839.8058, 10326.881 3395.985 837.9884, 10323.7705 3475.8357 836.29114, 10322.723 3559.4033 833.6754, 10322.701 3657.6455 830.7263, 10321.08 3767.2212 827.9828, 10318.184 3875.9595 826.6748, 10315.905 3954.6064 826.26904, 10312.477 4051.791 826.6975, 10307.994 4160.269 827.311, 10304.932 4236.4033 828.0114, 10301.829 4324.9883 828.1637, 10300.47 4428.837 826.8257, 10300.551 4543.601 825.5378, 10302.552 4666.766 824.3164, 10304.703 4789.091 823.5937, 10306.277 4875.8315 822.6295, 10306.978 4983.6494 820.80444, 10305.504 5104.291 818.7441, 10303.848 5194.384 816.8017, 10300.569 5290.099 814.9816, 10295.516 5400.761 813.83374, 10289.286 5521.5957 813.28656, 10283.814 5643.967 813.36584, 10280.012 5729.741 813.3006, 10276.876 5836.468 813.2459, 10274.835 5956.0015 813.3421, 10272.535 6081.9834 814.25256, 10270.552 6178.4644 815.58575, 10268.157 6274.16 816.85095, 10264.348 6383.7427 818.2778, 10259.302 6500.9077 818.32874, 10253.126 6621.1597 817.8799, 10248.903 6701.1523 817.5508, 10242.475 6792.636 819.28424, 10234.392 6889.383 823.42664, 10228.158 6985.7124 828.6377, 10223.99 7060.7886 833.49243, 10221.094 7128.3633 837.7876, 10218.571 7200.4585 841.82166, 10216.637 7271.442 845.3788, 10214.661 7374.6084 854.4686, 10204.906 7475.158 861.9052, 10172.742 7541.67 863.4978, 10092.289 7571.149 864.2615, 9998.596 7576.0146 862.4754, 9929.714 7571.4863 858.98517, 9849.393 7564.3486 852.7007, 9768.123 7555.899 847.2509, 9633.675 7541.0645 846.03815, 9550.303 7532.579 845.65625, 9458.249 7522.9946 845.02625, 9385.999 7515.327 844.67236, 9310.232 7507.0522 844.01465, 9214.69 7496.584 841.88556, 9102.182 7484.5137 837.7056, 8979.706 7471.1533 832.8367, 8899.436 7462.4 828.42194, 8797.457 7451.403 822.10345, 8683.061 7437.517 818.10455, 8561.23 7421.0127 816.8027, 8463.918 7407.8047 817.1008, 8369.576 7394.9863 817.2857, 8256.137 7379.5435 816.733, 8128.238 7360.404 814.1542, 7994.039 7339.8633 811.59845, 7903.464 7325.9526 809.7982, 7788.5073 7309.574 807.3458, 7656.7314 7291.477 804.9685, 7515.3125 7271.184 802.64545, 7395.709 7253.6377 800.5299, 7291.753 7238.101 798.42847, 7169.487 7219.4385 797.4985, 7033.649 7197.865 797.2772, 6886.7344 7174.974 797.5976, 6729.971 7151.4014 797.2175, 6617.909 7134.635 796.42303, 6491.4727 7118.319 795.17426, 6346.7935 7103.043 792.17944, 6191.8745 7087.543 789.7413, 6048.958 7073.0513 788.7932, 5939.664 7061.9287 788.38196, 5811.3115 7048.7593 788.78906, 5672.2314 7034.2744 790.1651, 5526.8594 7019.294 792.1781, 5413.5596 7008.268 793.5127, 5303.2734 6998.493 795.0043, 5175.247 6990.194 795.4709, 5035.156 6984.314 797.4346, 4887.8535 6980.9346 798.3361, 4792.372 6978.8 798.5834, 4675.7266 6977.6177 798.56744, 4547.203 6977.299 799.14374, 4412.8936 6978.4575 801.61346, 4305.671 6980.712 804.8233, 4206.3633 6984.2563 808.2711, 4091.105 6991.365 811.2146, 3966.4053 7001.7007 813.6802, 3841.0977 7013.767 814.7322, 3757.5044 7021.9487 815.82666, 3658.1675 7031.673 817.17474, 3552.917 7041.476 821.0851, 3446.7407 7051.8794 825.6281, 3342.872 7061.9253 830.30756, 3252.8257 7070.5312 834.38434, 3183.5898 7077.1206 838.0079, 3105.6846 7085.193 841.3849, 3024.7444 7093.6636 844.6099, 2944.3655 7102.401 847.8765, 2827.1714 7115.2876 855.0454, 2725.5442 7124.482 861.6452, 2614.7473 7127.3027 865.46356, 2515.8406 7105.144 867.4075, 2443.8965 7009.7104 868.2582, 2432.467 6945.4014 866.1745, 2424.72 6872.944 862.9497, 2415.1946 6759.18 854.9347, 2409.2654 6660.702 849.87164, 2402.9119 6565.8164 849.96454, 2392.7332 6432.114 849.72455, 2386.0496 6346.2837 848.5902, 2380.7205 6275.1123 847.25946, 2375.6477 6203.328 845.7746, 2370.731 6114.177 843.5705, 2366.8916 6011.845 840.8533, 2364.4136 5900.259 837.4231, 2362.8254 5827.6074 833.7374, 2360.8225 5734.4507 829.8431, 2357.9255 5627.1895 826.3845, 2354.777 5511.169 823.721, 2351.5356 5410.569 822.0943, 2348.3938 5323.5796 821.0217, 2345.3953 5218.4 820.5487, 2342.8157 5101.627 820.03094, 2341.148 4976.061 819.68317, 2341.3687 4844.419 819.83923, 2341.665 4752.8926 819.9998, 2342.3704 4650.4546 820.0525, 2342.198 4535.524 820.427, 2341.7773 4413.0186 820.2714, 2341.9434 4302.4517 819.9265, 2342.2954 4213.9146 819.7236, 2342.8628 4109.1436 819.7924, 2345.1973 3992.3545 819.8836, 2350.3022 3866.853 819.6769, 2354.1265 3778.6265 819.38293, 2360.6523 3678.9773 818.7704, 2370.1055 3567.2783 818.1938, 2382.1296 3451.6729 817.53925, 2393.3484 3346.314 818.71924, 2401.802 3267.6597 820.1742, 2409.9026 3178.6055 823.8321, 2415.816 3085.2249 828.5163, 2419.3071 2990.338 833.10266, 2422.0515 2920.2034 837.33057, 2425.2615 2849.7273 841.1722, 2431.8596 2770.367 844.6565, 2441.9485 2686.5837 847.7039, 2453.5498 2607.8425 850.51886, 2473.8694 2489.9333 854.32245, 2498.8748 2377.3362 857.4378, 2518.4238 2293.178 861.0819, 2553.0352 2202.3052 864.05133, 2624.6545 2144.242 866.1901, 2709.6675 2114.4832 865.79407, 2797.8003 2092.2278 862.87885, 2884.4915 2061.8591 858.1418, 2949.8203 2040.1996 842.1446</trace>
</ink>
</file>

<file path=ppt/ink/ink36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2673.881 910.4343 874.14984, 2685.0586 983.4623 861.99304, 2692.8296 1051.4855 850.5293, 2699.886 1134.038 840.6348, 2703.961 1212.8379 833.10645, 2707.3743 1340.3185 824.40564, 2707.565 1446.7373 827.052, 2710.4824 1527.0804 833.8188, 2705.5461 1463.8662 851.8478, 2704.89 1400.4664 8.471395</trace>
</ink>
</file>

<file path=ppt/ink/ink36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2450.5012 910.4343 874.14984, 2540.5884 915.62256 867.5318, 2662.5461 923.41095 859.6001, 2761.5015 930.00635 853.1467, 2849.9573 935.57355 840.61707, 2918.8477 939.7876 813.9323</trace>
</ink>
</file>

<file path=ppt/ink/ink36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3136.2688 1227.4065 874.14984, 3073.1736 1279.575 864.83563, 2998.148 1352.6025 861.40466, 2938.2793 1421.8313 859.7685, 2906.6526 1488.5416 861.49756, 2983.4 1453.5062 857.3734, 3033.659 1356.961 850.4923, 3081.409 1269.7283 848.50323, 3138.743 1357.5868 852.41437, 3143.4119 1448.5691 856.5847, 3227.2937 1459.107 858.9998, 3291.3237 1319.3102 845.3091, 3320.6926 1248.109 826.37976, 3344.0217 1166.3907 790.42175</trace>
</ink>
</file>

<file path=ppt/ink/ink36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3448.817 699.98126 874.14984, 3440.938 822.7891 855.13257, 3437.142 901.3046 848.11847, 3432.5142 988.53827 841.74316, 3428.0261 1075.3098 839.16656, 3424.542 1143.231 838.2537, 3426.3098 1249.6957 845.09143, 3450.3398 1324.4612 852.253, 3540.0137 1269.6997 861.3965, 3614.735 1245.949 865.881, 3632.97 1316.1133 861.115, 3559.5422 1413.0377 855.5289, 3489.5134 1459.377 855.93256, 3430.0427 1366.3953 854.1126, 3414.154 1292.9482 847.70795, 3422.3804 1227.5148 783.24396</trace>
</ink>
</file>

<file path=ppt/ink/ink36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3761.3652 684.98584 874.14984, 3761.3652 753.972 858.1202, 3761.3652 822.1753 849.03217, 3760.2737 906.871 840.4715, 3756.5112 1000.02277 835.34216, 3749.8743 1092.2463 832.55, 3738.2854 1222.525 833.3293, 3729.1875 1324.5458 836.78174, 3737.7415 1393.1433 844.6947, 3738.3955 1458.7039 8.61298</trace>
</ink>
</file>

<file path=ppt/ink/ink36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3835.8254 1333.9257 874.14984, 3904.364 1251.8131 863.6726, 3965.8499 1163.5715 859.2504, 4000.5881 1099.2719 860.70667, 3932.8088 1128.6152 857.0221, 3881.1953 1225.3794 851.15076, 3862.6462 1288.1631 850.27216, 3848.1494 1382.8667 851.6709, 3912.862 1446.3823 854.2903, 3996.392 1404.5918 851.89966, 4094.136 1294.3625 846.658, 4149.197 1230.0326 832.0815, 4189.799 1167.0529 721.8693</trace>
</ink>
</file>

<file path=ppt/ink/ink36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4312.9214 1106.926 874.14984, 4229.8677 1152.0741 854.6128, 4155.314 1223.5154 856.71783, 4107.229 1304.139 857.70544, 4095.7737 1378.6237 857.2465, 4162.147 1403.9352 861.4399, 4219.0913 1321.4429 855.5743, 4264.801 1218.3131 855.4155, 4299.4834 1293.6614 852.4469, 4335.423 1360.111 855.668, 4414.6763 1311.3582 851.04956, 4459.498 1235.3378 844.42944, 4514.094 1317.1418 855.60333, 4588.286 1351.7836 862.87335, 4635.4624 1282.4447 855.8914, 4678.584 1182.9072 856.821, 4693.7246 1294.4749 854.02106, 4770.903 1300.866 853.1047, 4844.05 1282.5708 843.21094</trace>
</ink>
</file>

<file path=ppt/ink/ink36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5177.025 1061.4226 874.14984, 5188.773 1168.8368 854.9072, 5197.6807 1279.9465 836.1168, 5202.5728 1401.4088 827.5134, 5200.3423 1484.1095 826.3263, 5195.6567 1575.7522 826.23, 5190.6616 1667.3284 824.5964, 5182.2764 1789.1217 823.179, 5155.5117 1667.2347 842.55255, 5145.8926 1564.3711 842.20337, 5140.489 1489.5468 850.3175, 5184.6885 1418.1545 855.07, 5271.947 1368.5719 857.81757, 5381.3735 1289.2552 856.5365, 5456.6025 1226.3302 857.0939, 5515.6147 1142.6066 860.8565, 5427.109 1173.2407 860.2425, 5375.208 1283.0568 852.7631, 5365.2637 1380.2982 849.9173, 5448.14 1444.8035 850.88556, 5548.264 1357.9047 840.31494, 5615.468 1288.8622 819.157, 5649.201 1223.0776 629.1818</trace>
</ink>
</file>

<file path=ppt/ink/ink37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5505.2007 819.94464 874.14984, 5452.363 911.53424 862.2485, 5420.143 976.8184 857.5539, 5380.5464 1055.652 846.0491</trace>
</ink>
</file>

<file path=ppt/ink/ink37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5616.431 1155.0148 874.14984, 5628.762 1244.7217 862.55396, 5638.9956 1354.991 865.3698</trace>
</ink>
</file>

<file path=ppt/ink/ink37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5609.077 1302.9006 874.14984, 5656.866 1231.8472 864.8616, 5723.7573 1171.7014 861.71466, 5796.1753 1133.1189 859.1041, 5870.147 1099.6869 852.45276</trace>
</ink>
</file>

<file path=ppt/ink/ink37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5921.6255 1106.926 874.14984, 5916.162 1193.7681 867.49774, 5904.7075 1275.5961 863.4009, 5893.9517 1339.9453 856.41534</trace>
</ink>
</file>

<file path=ppt/ink/ink37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5921.6255 895.43884 874.14984, 5913.6636 971.52313 868.0581, 5905.947 1035.7971 861.7568</trace>
</ink>
</file>

<file path=ppt/ink/ink37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6055.8374 1197.4156 874.14984, 6055.516 1272.6144 869.95325, 6144.138 1326.275 867.00055, 6216.234 1282.0833 863.8412, 6278.071 1210.3268 864.2375, 6204.8276 1183.1083 864.1795, 6139.8657 1216.9679 864.45856, 6076.199 1244.6769 571.24835</trace>
</ink>
</file>

<file path=ppt/ink/ink37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6532.933 1121.9214 874.14984, 6465.624 1135.6812 870.7007, 6386.94 1180.954 859.35016, 6327.8223 1266.8259 860.59875, 6352.758 1332.6986 860.7985, 6418.5537 1312.0353 859.7069, 6498.766 1226.3036 851.05804, 6532.903 1157.3237 846.09454, 6581.4077 1071.2004 819.77344, 6601.348 1007.19037 537.9012</trace>
</ink>
</file>

<file path=ppt/ink/ink37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6592.685 758.9288 874.14984, 6579.0005 855.3471 867.1034, 6565.469 939.6478 861.3122, 6553.074 1029.8339 857.4079, 6549.574 1152.0928 858.0163, 6585.1064 1258.1099 860.06616, 6661.7227 1272.472 860.3561, 6723.2036 1206.9269 675.05194</trace>
</ink>
</file>

<file path=ppt/ink/ink37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6771.0215 1031.9489 874.14984, 6766.164 1112.9857 868.3461, 6761.7666 1184.7887 867.02155, 6816.065 1121.9214 809.7489</trace>
</ink>
</file>

<file path=ppt/ink/ink37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6771.0215 865.9651 874.14984, 6761.967 953.83746 866.9945, 6755.4707 1020.31525 861.8726</trace>
</ink>
</file>

<file path=ppt/ink/ink38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6964.9854 1212.4111 874.14984, 7028.981 1175.9302 865.6923, 7115.2983 1099.0654 861.03033, 7166.006 1017.40814 862.5127, 7107.881 947.68536 862.02216, 7043.171 957.24207 860.8696, 6979.027 1018.0977 859.33813, 6956.7817 1101.4368 860.1856, 6971.1816 1192.994 860.0215, 7021.394 1299.9801 858.32135, 7068.749 1402.8652 851.39764, 7093.66 1500.4742 836.9972, 7099.957 1582.7031 811.0094, 7082.194 1654.2366 695.59515</trace>
</ink>
</file>

<file path=ppt/ink/ink38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7173.657 1031.9489 874.14984, 7164.624 1122.6573 865.1091, 7162.8115 1189.5823 863.5492, 7194.964 1265.0984 866.0459, 7264.1787 1211.991 862.40094, 7304.957 1123.936 861.09845, 7326.1714 1057.657 864.67645, 7356.1953 1142.652 866.56195, 7420.6567 1173.9004 866.3905, 7501.798 1154.9696 862.8252, 7579.6455 1103.4386 858.7038, 7639.236 1021.06696 861.0616, 7564.6772 1071.9963 859.98193, 7538.862 1153.8918 861.65326, 7608.9624 1200.9198 862.8533, 7671.9736 1179.3064 679.0478</trace>
</ink>
</file>

<file path=ppt/ink/ink38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6726.897 1151.9124 874.14984, 6726.8965 1268.6149 869.3773, 6726.8965 1348.404 862.7458</trace>
</ink>
</file>

<file path=ppt/ink/ink38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9348.625 1951.8405 874.14984, 9342.748 2026.8517 868.9854, 9338.199 2119.1643 857.5591, 9335.96 2194.0544 857.2453, 9331.192 2285.009 857.31635, 9327.837 2348.363 856.3725, 9323.944 2416.563 855.4688, 9317.153 2528.038 856.2337, 9311.916 2602.6025 855.29297, 9305.585 2685.477 853.2099, 9301.266 2761.7024 851.1083, 9296.783 2901.5603 847.9023, 9295.145 2990.514 847.8579, 9293.443 3089.232 847.3289, 9292.261 3155.678 846.69006, 9289.966 3238.9175 845.0486, 9286.548 3335.8716 841.9387, 9281.75 3441.9207 838.6273, 9277.122 3535.921 836.0081, 9273.06 3614.11 834.1168, 9268.785 3709.1506 832.4266, 9266.331 3816.2932 831.0044, 9265.398 3933.1067 828.83563, 9265.454 4056.9097 826.5942, 9265.717 4154.2456 824.13116, 9266.008 4248.5054 822.3073, 9265.57 4357.8047 820.67035, 9264.669 4477.0625 819.959, 9263.56 4594.4766 819.8816, 9262.744 4678.3853 819.6038, 9260.607 4780.7573 819.71655, 9259.538 4896.3965 819.7476, 9260.141 5020.8203 819.09485, 9261.049 5121.074 818.4441, 9262.416 5215.6943 817.73517, 9266.562 5327.0376 816.82996, 9272.528 5449.3887 816.42285, 9277.0205 5572.833 816.38544, 9279.992 5656.0205 816.2002, 9280.95 5758.0503 816.6515, 9280.616 5871.4155 817.15424, 9278.113 5989.744 817.3993, 9275.801 6088.261 818.28345, 9273.651 6173.413 819.5514, 9272.571 6271.1064 822.40643, 9272.478 6376.308 825.4945, 9272.697 6486.0146 828.8647, 9272.817 6557.3696 831.5303, 9271.933 6643.234 834.1321, 9269.739 6735.8237 836.4936, 9266.043 6830.7686 839.0456, 9261.926 6914.955 842.0506, 9258.397 6980.7837 844.48804, 9254.153 7055.9375 844.427, 9249.435 7135.399 841.57587, 9244.075 7214.73 836.43713, 9238.321 7327.9106 819.48566, 9237.987 7434.4946 778.8131, 9238.671 7511.1616 677.6386</trace>
</ink>
</file>

<file path=ppt/ink/ink38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9319.209 2766.7642 874.14984, 9397.15 2754.2083 853.89307, 9474.767 2746.37 851.9421, 9557.733 2741.1433 851.65607, 9648.095 2739.406 851.7178, 9715.352 2741.5898 851.81323, 9793.254 2743.2466 850.7768, 9866.649 2743.5684 849.91833, 9985.49 2742.5789 850.8289, 10048.6045 2742.7366 847.7522, 10160.647 2740.8357 835.1984, 10232.108 2738.7092 808.6994</trace>
</ink>
</file>

<file path=ppt/ink/ink38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9795.386 2132.8196 874.14984, 9783.608 2205.8474 861.7617, 9772.96 2270.7869 850.2438, 9758.909 2345.7566 842.026, 9743.952 2416.9973 844.5706, 9725.8125 2510.502 848.6684, 9761.713 2445.2856 630.11273</trace>
</ink>
</file>

<file path=ppt/ink/ink38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9751.261 2163.3276 874.14984, 9830.42 2149.8403 869.6742, 9927.636 2145.013 867.8357, 9998.293 2141.6199 865.9527</trace>
</ink>
</file>

<file path=ppt/ink/ink38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9691.51 2359.3022 874.14984, 9792.984 2354.8408 862.908, 9875.747 2349.0244 855.5206, 9938.881 2345.161 841.4882</trace>
</ink>
</file>

<file path=ppt/ink/ink38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9602.341 3279.7112 874.14984, 9546.378 3377.1477 865.4465, 9523.028 3440.9678 860.0895, 9508.144 3513.3367 858.75336, 9507.354 3625.315 857.6644, 9517.764 3713.1287 856.9229, 9625.519 3724.6245 858.8542, 9724.79 3635.4858 849.90344, 9803.455 3529.9915 839.49567, 9840.478 3457.3025 839.06885, 9871.692 3378.8972 839.5111, 9908.46 3266.2883 841.0503, 9921.459 3202.883 842.4803, 9931.758 3091.631 847.6439, 9902.627 3014.962 860.6037, 9823.64 3091.9365 860.1373, 9794.057 3156.5068 853.1472, 9751.765 3287.2844 836.82526, 9736.684 3379.3098 828.5157, 9728.598 3474.585 809.5099, 9729.362 3565.5315 782.9044, 9731.731 3633.794 748.7638, 9753.7295 3753.707 659.5833, 9771.0625 3831.4155 494.78925</trace>
</ink>
</file>

<file path=ppt/ink/ink38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9230.041 4200.6367 874.14984, 9308.352 4213.803 864.7359, 9434.354 4215.641 855.34485, 9507.565 4213.2036 850.8953, 9622.887 4208.7725 844.4008, 9735.134 4206.049 828.8234, 9811.015 4207.055 817.57513, 9887.841 4209.1406 799.5852, 9996.082 4212.5977 741.37976, 10072.252 4215.398 605.57434</trace>
</ink>
</file>

<file path=ppt/ink/ink39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9550.862 4716.1694 874.14984, 9535.447 4813.248 861.2595, 9530.656 4878.0737 859.0465, 9526.6455 4949.504 857.53156, 9522.938 5023.249 854.0575, 9520.02 5094.639 848.8751, 9516.327 5190.028 834.5788, 9513.474 5264.19 799.86206</trace>
</ink>
</file>

<file path=ppt/ink/ink39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9453.421 4850.0938 874.14984, 9455.567 4777.184 867.8348, 9501.008 4700.943 865.1855, 9568.365 4639.572 863.3478, 9638.309 4648.2837 863.3247, 9674.354 4727.0376 861.3165, 9674.801 4802.991 858.25507, 9625.447 4908.5283 855.78033, 9573.944 4987.8516 856.0194, 9623.956 5053.686 861.94446, 9664.143 5149.9673 861.712, 9628.7295 5253.6006 856.9029, 9583.179 5323.2554 854.8315, 9519.947 5332.9707 856.7295, 9536.121 5261.354 853.4108, 9593.352 5168.0947 847.9234, 9663.183 5112.6997 851.8235, 9737.089 5135.0845 853.6872, 9770.812 5221.1206 853.312, 9777.121 5303.4375 852.64325, 9780.738 5209.4478 854.45123, 9839.454 5120.783 858.6309, 9936.37 5079.1743 860.4365, 10004.058 5053.307 860.82794</trace>
</ink>
</file>

<file path=ppt/ink/ink39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9319.209 5694.4917 874.14984, 9409.802 5686.667 865.10706, 9529.793 5682.678 857.5302, 9634.644 5681.089 850.7514, 9732.621 5680.4585 837.0646, 9804.479 5681.518 826.0166, 9883.3545 5684.0527 810.68256, 9965.674 5687.7466 787.93854, 10033.557 5690.538 748.73505, 10108.854 5694.4917 680.3698</trace>
</ink>
</file>

<file path=ppt/ink/ink39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9676.802 5976.819 874.14984, 9676.802 6053.726 864.0642, 9676.802 6163.564 860.1415, 9676.802 6275.4185 855.41144, 9676.802 6344.551 847.2939</trace>
</ink>
</file>

<file path=ppt/ink/ink39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9497.545 5935.969 874.14984, 9592.454 5935.969 863.604, 9702.86 5942.3247 852.4933, 9776.897 5950.9824 836.3994, 9844.042 5978.2783 814.1243, 9907.358 6010.865 733.7573</trace>
</ink>
</file>

<file path=ppt/ink/ink39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9513.173 6313.9575 874.14984, 9607.524 6342.15 863.4667, 9710.37 6362.191 854.13544, 9779.177 6369.5063 841.94464, 9843.774 6380.954 543.90283</trace>
</ink>
</file>

<file path=ppt/ink/ink39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9274.166 6554.918 874.14984, 9375.663 6552.22 859.3454, 9451.583 6552.2646 850.3607, 9574.977 6554.3623 838.91626, 9638.043 6556.4316 834.55396, 9776.508 6565.1484 816.1285, 9869.747 6573.86 795.1784, 9967.777 6583.1904 766.47485, 10031.194 6589.2676 741.3249, 10116.718 6597.796 654.934</trace>
</ink>
</file>

<file path=ppt/ink/ink39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9363.334 2781.7598 874.14984, 9283.62 2760.5322 871.84424, 9147.552 2757.662 866.34393, 9063.894 2759.68 861.3921, 8979.063 2763.5493 856.1314, 8896.276 2769.8735 853.352, 8773.01 2780.6047 849.75037, 8661.018 2791.4055 849.4179, 8555.782 2803.0808 849.86566, 8488.802 2811.6917 850.1732, 8407.93 2821.117 849.8568, 8281.701 2834.6907 848.9152, 8198.904 2843.121 848.2021, 8108.1963 2852.0525 847.572, 8029.187 2859.5747 846.789, 7959.836 2866.0044 846.803, 7876.269 2874.1812 846.49536, 7782.307 2883.8813 845.3493, 7682.261 2895.4365 843.7579, 7615.2646 2903.187 839.73584, 7536.7534 2912.3313 833.7041, 7450.6104 2921.905 825.768, 7360.5596 2932.1123 815.0489, 7282.2915 2941.4312 796.12146, 7219.313 2949.1362 769.1003, 7147.965 2958.1597 734.17535, 7075.3677 2965.9883 692.0137, 7005.233 2971.9348 643.1688, 6908.305 2976.5134 528.08124, 6842.2827 2964.8477 407.0744</trace>
</ink>
</file>

<file path=ppt/ink/ink39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8782.361 2239.3389 874.14984, 8707.491 2313.8142 864.3874, 8673.535 2386.7217 865.5107, 8703.379 2465.6814 865.2386, 8767.99 2492.8838 862.4422, 8876.524 2452.4053 853.3098, 8974.729 2370.9585 848.98773, 9022.645 2295.901 851.63275, 8987.007 2213.7468 854.7963, 8881.313 2206.4763 856.576, 8806.703 2206.655 858.7462, 8740.361 2223.9717 238.82428</trace>
</ink>
</file>

<file path=ppt/ink/ink39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8261.142 1907.3713 874.14984, 8240.768 2013.3108 856.1261, 8223.4 2112.5186 841.6382, 8205.167 2229.174 831.25714, 8195.021 2309.462 826.4493, 8185.8755 2403.178 813.08276, 8180.5977 2497.2288 791.7417, 8175.369 2575.5884 758.8345, 8171.5977 2642.7163 713.5031</trace>
</ink>
</file>

<file path=ppt/ink/ink40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7516.5405 2193.3186 874.14984, 7508.1353 2276.1013 867.9756, 7488.2593 2380.2825 861.63196, 7469.503 2466.8923 859.3645, 7452.4287 2541.4778 863.0321, 7428.397 2606.7412 683.40283</trace>
</ink>
</file>

<file path=ppt/ink/ink40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7500.9136 2223.3096 874.14984, 7537.431 2327.0215 863.2135, 7578.1284 2413.5706 859.5011, 7663.3003 2468.836 863.56226, 7748.0156 2398.019 856.07294, 7792.7305 2295.5776 842.9936, 7817.0205 2219.8643 836.6779, 7837.135 2153.6318 825.8287, 7860.184 2068.178 791.1045, 7878.323 2004.6215 690.51416</trace>
</ink>
</file>

<file path=ppt/ink/ink40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7233.4087 1966.8359 874.14984, 7213.87 2058.9873 866.4647, 7199.464 2153.1597 861.41046, 7187.524 2265.3765 850.4989, 7182.178 2343.4495 844.6741, 7177.162 2434.866 839.6884, 7172.3306 2528.4001 831.1129, 7168.3003 2599.0845 817.9765, 7164.093 2665.1519 796.88837, 7151.662 2764.1482 744.05896, 7143.321 2827.2632 636.08453</trace>
</ink>
</file>

<file path=ppt/ink/ink40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6681.8535 2117.8245 874.14984, 6615.724 2149.7588 864.8731, 6548.143 2235.268 860.2792, 6494.3213 2350.1646 856.8159, 6475.7656 2450.8987 859.49817, 6523.137 2522.8564 859.0831, 6608.337 2530.8625 858.2965, 6677.023 2526.7104 857.0383, 6740.936 2499.7332 421.8895</trace>
</ink>
</file>

<file path=ppt/ink/ink40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6950.277 2978.2512 874.14984, 6879.996 2990.4893 871.6167, 6760.266 3010.86 867.7408, 6686.582 3021.9385 866.1014, 6577.8135 3036.9395 863.855, 6506.249 3043.685 864.82733, 6430.596 3047.438 865.35254, 6353.5356 3044.6865 865.11926, 6287.918 3043.8286 865.94, 6220.3843 3038.75 869.42755</trace>
</ink>
</file>

<file path=ppt/ink/ink40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6324.261 2012.3392 874.14984, 6326.034 2081.4873 860.64813, 6329.1953 2149.8423 849.84546, 6332.338 2234.618 839.6477, 6332.4126 2330.5574 831.244, 6332.1704 2396.2703 825.58716, 6327.3174 2474.5042 819.8087, 6321.073 2546.8506 804.31915, 6314.3765 2612.5793 782.513, 6306.095 2696.564 748.9741, 6300.06 2783.4495 708.3186, 6298.077 2860.9932 662.20935, 6295.4014 2927.2466 576.5563, 6294.844 2993.2466 454.27133</trace>
</ink>
</file>

<file path=ppt/ink/ink40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2479.9172 3189.2214 874.14984, 2585.3386 3197.5835 864.6576, 2668.0005 3199.5374 857.91003, 2753.0884 3201.3633 853.7961, 2873.4895 3203.7031 852.9135, 2944.4636 3204.8718 852.12164, 3054.1167 3206.0645 851.1795, 3123.328 3206.352 852.054, 3200.4932 3206.538 852.6143, 3268.5347 3206.6597 853.34406, 3396.1853 3205.491 854.5006, 3472.613 3202.2913 854.63275, 3551.2744 3198.738 853.8203, 3664.2993 3192.1677 845.7548, 3727.5867 3185.7327 838.7454, 3798.3555 3179.2024 819.33856, 3861.6987 3173.7175 530.6767</trace>
</ink>
</file>

<file path=ppt/ink/ink40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3195.1013 2872.2493 874.14984, 3229.3533 2936.565 582.0808</trace>
</ink>
</file>

<file path=ppt/ink/ink41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3269.5613 2117.8245 874.14984, 3285.949 2195.6047 861.6559, 3292.2437 2272.044 856.36975, 3293.8164 2366.4602 850.3538, 3292.386 2445.5557 846.14996, 3289.2893 2539.6147 840.4101, 3285.987 2620.5835 835.38116, 3282.4626 2694.2632 832.00916, 3277.2156 2781.6855 829.56555, 3272.4656 2873.9573 829.13654, 3268.7178 2951.7402 830.63135, 3261.8623 3049.1904 840.32477, 3255.0698 3115.5942 836.3274</trace>
</ink>
</file>

<file path=ppt/ink/ink41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3492.9414 2495.8123 874.14984, 3496.6006 2582.186 849.81134, 3495.0293 2650.9424 804.95905, 3490.674 2725.1274 743.58685, 3484.6514 2799.3303 667.5138, 3477.1797 2869.4172 564.1886</trace>
</ink>
</file>

<file path=ppt/ink/ink41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3508.569 2510.2908 874.14984, 3580.1487 2413.4722 870.25183, 3664.455 2376.955 869.1463, 3721.1929 2458.0686 864.2979, 3714.0947 2529.0234 859.09344, 3675.5393 2601.1606 857.8589, 3755.075 2656.6377 859.33405, 3779.9478 2744.1445 858.9463, 3741.8833 2818.7666 858.35156, 3665.399 2860.8142 858.3149, 3588.6917 2829.652 852.7041, 3537.9854 2766.7642 816.6412</trace>
</ink>
</file>

<file path=ppt/ink/ink41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4015.0808 2239.3389 874.14984, 4009.1465 2172.8538 674.1423</trace>
</ink>
</file>

<file path=ppt/ink/ink41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3984.7456 2042.3302 874.14984, 3988.1433 2123.685 847.9836, 3992.311 2203.0188 845.3304, 3997.4353 2293.998 840.6917, 4002.1528 2371.2578 837.9955, 4005.941 2440.4385 835.94904, 4009.1833 2505.3962 834.18384, 4012.0444 2590.4282 831.0318, 4012.591 2686.1492 828.1587, 4010.9705 2784.708 825.60834, 4009.9087 2848.8538 817.9353, 4007.893 2921.3037 809.1863, 4003.9712 3032.88 766.8547, 4000.7478 3108.8252 661.0845</trace>
</ink>
</file>

<file path=ppt/ink/ink41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3210.7288 3083.7366 874.14984, 3217.2048 3148.2808 874.14984, 3230.5422 3224.9111 872.36975</trace>
</ink>
</file>

<file path=ppt/ink/ink41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3254.8533 3219.7295 874.14984, 3352.2195 3225.3015 842.51086, 3429.0305 3229.38 851.15216, 3511.1028 3231.424 852.1143, 3634.9978 3222.2266 850.283, 3743.0833 3209.182 839.55774, 3849.8938 3197.2856 824.49066, 3923.2192 3192.2952 794.45996, 3986.7754 3191.497 643.45</trace>
</ink>
</file>

<file path=ppt/ink/ink41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3984.7456 3204.7341 874.14984, 3961.516 3138.7363 874.16974, 3941.9119 3072.3958 8.78115</trace>
</ink>
</file>

<file path=ppt/ink/ink41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3880.8691 3264.7156 874.14984, 3955.4556 3248.5432 866.3858, 4022.9473 3238.1743 862.23694, 4106.206 3227.8171 859.42236, 4173.844 3221.4153 857.16583, 4253.19 3214.5796 854.52356, 4320.5684 3208.9763 850.9353, 4388.668 3203.752 847.1329, 4474.7534 3197.6523 843.6945, 4574.849 3191.1543 839.75616, 4683.101 3184.5798 835.8207, 4756.8086 3180.1458 832.28644, 4853.5474 3173.2385 828.3284, 4966.223 3164.0227 824.27734, 5090.8516 3152.9302 820.4066, 5197.174 3143.0476 817.1346, 5294.4263 3133.6602 813.82983, 5411.1226 3121.8933 810.07623, 5539.243 3108.5947 798.45056, 5673.1255 3094.849 778.9001, 5760.563 3085.8384 751.4446, 5865.598 3074.7717 716.19696, 5980.827 3063.5964 673.7727, 6098.4263 3053.095 624.50494, 6208.737 3042.1187 568.9338, 6280.0903 3035.0212 518.9513, 6355.474 3027.859 374.9653</trace>
</ink>
</file>

<file path=ppt/ink/ink41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3046.1812 1800.3351 874.14984, 3112.4343 1848.9451 872.5895, 3197.493 1865.8057 870.78424, 3305.8682 1867.635 869.45074, 3401.7668 1865.3678 868.54663, 3491.5732 1862.2078 867.2315, 3607.8499 1855.2081 865.70795, 3672.628 1849.9707 864.79034, 3778.269 1841.7798 863.47046, 3841.8882 1837.9622 862.617, 3942.8784 1833.3531 861.68097, 4062.2183 1828.8262 861.9616, 4163.591 1825.9752 861.6687, 4272.763 1821.4426 860.1899, 4377.447 1818.2914 860.4429, 4481.882 1813.1147 860.22034, 4544.7725 1809.7971 859.68, 4651.417 1802.9668 858.76556, 4771.8164 1793.5654 858.3869, 4842.8057 1787.4142 858.26685, 4954.634 1777.6453 857.3082, 5020.67 1771.9526 856.60223, 5094.2295 1765.5248 856.10223, 5168.9307 1759.1292 855.8039, 5286.8506 1748.6454 855.39124, 5359.7705 1740.9126 855.2911, 5438.1035 1730.7843 855.09845, 5503.6353 1722.5154 854.87415, 5638.3257 1706.5065 854.29926, 5719.7144 1697.1526 854.0747, 5801.819 1687.9437 853.94995, 5928.7275 1674.6586 853.75793, 6010.267 1667.3923 853.2099, 6097.1006 1660.1531 852.7153, 6187.3643 1651.481 852.3242, 6273.525 1643.4377 852.0386, 6337.1377 1637.549 851.4854, 6412.9194 1630.4683 851.5099, 6496.291 1622.7997 851.6894, 6584.654 1615.2888 851.7669, 6651.5244 1609.3964 851.828, 6719.294 1602.9523 851.89233, 6798.7363 1594.2141 852.1477, 6884.806 1584.1661 852.162, 6976.493 1574.0203 852.3339, 7071.407 1563.3353 852.1439, 7211.116 1547.19 850.85, 7298.065 1537.2728 849.6517, 7391.2954 1527.559 848.831, 7469.835 1519.387 848.56055, 7539.6646 1512.1306 848.1843, 7621.4214 1502.7057 847.826, 7711.2754 1492.7858 847.3976, 7806.0444 1483.0856 846.7807, 7904.017 1474.0845 846.4969, 7976.057 1467.5992 846.7176, 8050.2144 1461.3293 847.0636, 8133.7905 1454.7401 847.1246, 8224.141 1447.933 847.68774, 8309.448 1441.5138 848.4604, 8374.344 1436.6365 849.1703, 8453.21 1430.9617 849.19385, 8539.847 1424.7567 849.38324, 8630.562 1418.9342 849.7568, 8724.903 1414.6351 850.0344, 8803.724 1411.8505 850.5289, 8873.172 1410.0687 850.9441, 8954.684 1409.3116 851.5255, 9042.722 1408.8538 851.5858, 9133.058 1408.5839 851.74054, 9263.342 1407.2445 852.23883, 9341.671 1404.6816 852.75366, 9422.772 1401.7561 853.23035, 9504.356 1399.1277 853.8208, 9584.87 1396.8693 854.4404, 9660.911 1394.1925 855.1998, 9767.093 1389.3551 857.7607, 9862.531 1384.95 862.94934, 9940.093 1385.2146 865.9828, 10005.086 1388.6042 815.0692</trace>
</ink>
</file>

<file path=ppt/ink/ink42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9617.049 1182.4202 874.14984, 9689.01 1198.822 859.9557, 9756.126 1213.4474 859.0155, 9843.505 1232.7437 852.23254, 9906.864 1247.0774 849.58044, 9972.156 1260.7452 851.0186, 10036.633 1273.6833 852.15045, 10134.732 1297.1934 853.37994, 10182.955 1370.9053 862.0698, 10110.665 1437.8271 862.83856, 10038.165 1490.0292 860.52167, 9949.331 1545.2477 860.4581, 9880.15 1588.1941 861.8661, 9801.199 1633.8156 863.9252, 9736.216 1636.8204 862.76935</trace>
</ink>
</file>

<file path=ppt/ink/ink42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10675.116 6901.881 874.14984, 10683.807 6806.663 867.13495, 10692.809 6707.0186 861.82935, 10701.348 6616.247 856.6779, 10705.366 6510.608 854.97614, 10707.17 6438.2383 853.9857, 10709.701 6361.796 853.08673, 10715.06 6234.4746 851.45795, 10721.522 6148.7515 849.8958, 10730.6045 6051.2827 846.36707, 10738.729 5965.761 842.7868, 10745.984 5890.4263 839.2575, 10754.288 5798.2495 837.14594, 10763.925 5693.979 835.18353, 10774.292 5584.6724 833.73334, 10781.467 5509.3887 832.04126, 10790.04 5412.8306 829.9399, 10797.865 5302.1367 827.07733, 10804.851 5183.381 824.1198, 10811.284 5059.056 824.14014, 10816.412 4954.7 824.1107, 10819.718 4862.003 823.9963, 10822.1455 4753.355 823.417, 10824.972 4634.722 821.9703, 10827.403 4509.9287 820.9087, 10829.033 4424.8687 820.27985, 10829.336 4325.9814 819.8996, 10828.846 4215.21 820.6381, 10827.851 4097.618 821.9164, 10827.546 3996.232 822.72876, 10827.617 3910.9314 823.56793, 10829.295 3811.9814 824.7255, 10830.708 3705.2131 825.9647, 10830.63 3593.724 827.5768, 10830.453 3517.0286 829.12915, 10829.478 3430.832 830.92566, 10828.199 3334.8577 833.5546, 10827.05 3234.2178 836.26556, 10826.3125 3132.7344 839.0247, 10825.828 3039.6948 841.66547, 10825.511 2970.398 844.0306, 10823.977 2890.9062 846.11597, 10820.041 2806.613 848.09955, 10812.604 2721.0283 849.8827, 10806.576 2657.8157 851.52155, 10792.832 2532.5957 854.3028, 10787.442 2465.2915 855.46765, 10785.516 2399.3313 857.53876, 10784.844 2304.9275 861.0756, 10785.477 2219.1685 864.3483, 10694.392 2264.3564 864.775, 10646.233 2347.9868 861.64557, 10598.017 2438.2026 863.9518, 10599.532 2339.9375 866.1998, 10632.552 2257.7842 867.71655, 10692.402 2190.9548 868.0018, 10761.76 2227.1655 866.1831, 10829.053 2330.7961 862.9067, 10878.71 2417.4626 862.35364, 10929.571 2491.1362 863.91797, 10973.344 2554.8643 574.1909</trace>
</ink>
</file>

<file path=ppt/ink/ink42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3060.8894 5725.516 874.14984, 3133.8315 5691.023 871.1473, 3257.3367 5636.239 857.9692, 3328.4292 5603.874 851.75574, 3403.525 5569.8564 846.4466, 3474.0212 5537.7485 842.9284, 3593.162 5483.4517 841.32996, 3707.3606 5432.1377 840.31854, 3790.676 5395.4834 839.1635, 3856.8557 5366.137 838.0594, 3927.4365 5334.4287 836.4981, 4013.9941 5295.1157 834.18024, 4112.8887 5250.8555 832.0202, 4211.279 5207.745 830.2365, 4283.411 5176.287 828.63617, 4374.226 5138.0522 825.9778, 4480.5146 5093.9546 823.75006, 4597.3774 5045.875 820.21704, 4690.51 5007.857 817.43335, 4781.434 4971.145 814.79443, 4889.73 4927.2754 812.91565, 5009.4673 4876.817 811.5651, 5139.55 4820.974 809.4415, 5277.779 4761.392 806.76575, 5370.8135 4721.2793 804.22986, 5481.8545 4674.497 800.8762, 5609.8154 4621.2334 797.47064, 5748.4355 4563.3965 794.9023, 5873.817 4510.9985 793.8404, 5975.807 4468.3335 792.7874, 6098.5063 4416.4766 792.0733, 6235.313 4360.319 791.1376, 6382.8833 4301.933 789.81323, 6491.5815 4259.248 787.90045, 6608.0405 4213.824 786.6881, 6739.469 4161.1006 786.4311, 6879.5825 4103.2925 785.758, 7007.8057 4048.872 786.1444, 7106.2534 4006.6455 786.83795, 7221.817 3956.568 789.38934, 7346.3896 3902.1492 792.13513, 7473.873 3845.62 795.53375, 7601.9233 3788.0784 800.04486, 7704.0713 3741.9822 803.9734, 7796.7383 3699.74 807.52106, 7902.5215 3651.5012 811.2101, 8017.1724 3598.8208 814.23865, 8137.1753 3545.1333 815.66656, 8215.288 3510.1943 816.59937, 8308.736 3469.6296 812.1252, 8405.983 3428.151 804.2164, 8500.842 3388.8218 787.5348, 8576.099 3356.9272 762.2596, 8698.659 3301.9753 688.6686, 8814.899 3242.0398 586.2279, 8887.863 3203.375 397.56018</trace>
</ink>
</file>

<file path=ppt/ink/ink42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8290.558 3264.7156 874.14984, 8380.785 3241.6948 863.77325, 8495.156 3212.0122 858.4197, 8580.785 3191.9749 857.06396, 8662.453 3175.1187 857.1731, 8778.079 3159.9526 858.1448, 8867.66 3196.7573 859.6711, 8894.446 3262.9958 859.2624, 8866.969 3350.3398 858.1613, 8822.344 3424.4321 859.4772, 8743.872 3509.406 863.6255, 8677.8955 3560.103 577.0514</trace>
</ink>
</file>

<file path=ppt/ink/ink42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10272.481 2102.8289 874.14984, 10246.923 2031.9025 866.12213, 10191.828 1957.1731 866.46063, 10111.318 1892.1096 864.5756, 9999.774 1841.092 863.11523, 9885.797 1806.8683 860.4392, 9763.681 1795.1979 858.42773, 9656.765 1803.717 857.05225, 9565.708 1833.7849 857.6929, 9471.555 1898.3479 857.948, 9400.867 1965.3934 857.8473, 9330.517 2067.3088 857.62885, 9286.24 2154.744 857.45874, 9262.255 2266.2695 857.62, 9258.727 2332.0764 857.5024, 9261.321 2431.9146 857.0866, 9295.233 2556.6997 856.79004, 9339.556 2647.348 856.90375, 9413.875 2731.744 856.97015, 9495.4795 2790.7168 857.3485, 9605.999 2830.9844 857.3632, 9676.946 2842.321 856.8811, 9793.088 2849.4722 854.67694, 9859.458 2843.8606 853.4184, 9932.372 2829.5466 853.2011, 10008.733 2807.0566 853.059, 10118.906 2766.801 852.67926, 10239.78 2686.9858 852.7779, 10321.453 2609.1877 853.92566, 10383.895 2499.6394 855.0299, 10405.601 2432.6282 855.03546, 10428.264 2328.9543 854.9844, 10429.75 2264.1003 855.1114, 10423.881 2195.7837 855.3223, 10401.072 2092.3728 855.9285, 10342.194 1998.7812 856.5655, 10265.664 1942.5282 857.6907, 10201.622 1903.1936 836.83606</trace>
</ink>
</file>

<file path=ppt/ink/ink42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10198.021 2178.3232 874.14984, 10305.377 2135.483 862.0455, 10431.106 2091.735 855.0075, 10532.76 2059.5022 851.30615, 10632.402 2033.0367 851.46124, 10696.594 2017.8448 850.07153, 10772.731 2000.7 848.1399, 10857.136 1982.157 846.95483, 10948.154 1962.5377 846.3183, 11022.905 1946.5497 846.9412, 11089.023 1933.9655 847.5541, 11163.511 1920.5034 847.77576, 11236.982 1906.5626 845.89484, 11349.286 1884.2745 834.8406, 11446.519 1861.6279 819.037, 11512.459 1846.3479 784.22363</trace>
</ink>
</file>

<file path=ppt/ink/ink42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11762.602 1890.3076 874.14984, 11807.577 1803.7566 867.80914, 11844.355 1731.595 869.5762, 11871.235 1811.3492 849.8018, 11863.386 1894.1472 839.69244, 11854.837 1998.9408 827.4398, 11845.9 2106.577 815.9576, 11839.412 2184.6438 783.4571, 11832.173 2275.1108 743.93134, 11825.996 2353.7324 697.4367, 11821.27 2446.4736 597.75586, 11816.4795 2510.7427 378.63403</trace>
</ink>
</file>

<file path=ppt/ink/ink42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11822.354 2117.8245 874.14984, 11915.138 2036.956 857.784, 12034.692 1916.075 841.428, 12102.02 1842.0773 836.69275, 12196.775 1730.5289 830.48517, 12267.375 1630.5585 828.5293, 12323.984 1508.6831 834.0197, 12344.206 1394.6766 842.5558, 12328.475 1318.3009 852.0473, 12245.738 1297.639 861.076, 12150.324 1402.4398 852.5501, 12083.209 1520.1566 840.07324, 12052.643 1610.117 833.5062, 12030.89 1709.4148 827.30237, 12019.019 1795.7141 823.7203, 12012.645 1863.9172 821.20386, 12017.089 1933.3613 823.9133, 12068.298 2037.4691 832.96, 12135.215 2064.2854 843.504, 12227.251 1996.8767 846.7283, 12308.462 1894.0596 844.7567, 12366.553 1962.0665 848.3034, 12451.581 1940.199 848.65295, 12511.093 1866.8442 849.487, 12552.234 1936.1605 859.24036, 12618.797 1947.0648 862.38745, 12706.249 1901.05 859.561, 12779.48 1836.0011 852.72504, 12847.392 1770.7344 854.6872, 12938.973 1728.29 857.19336, 13026.825 1722.6182 857.9007, 13113.556 1766.555 859.28345, 13155.09 1850.2717 863.36, 13120.443 1915.3091 862.2742, 13031.825 1919.2811 859.0845, 12967.249 1891.0547 672.03613</trace>
</ink>
</file>

<file path=ppt/ink/ink42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12000.689 3023.2375 874.14984, 12067.1 2978.4817 868.41815, 12119.662 2896.3706 867.72565, 12048.783 2860.5378 863.23004, 11995.059 2957.941 857.9099, 12025.255 3062.3833 858.161, 12115.677 3113.3474 856.1372, 12203.439 3097.1133 849.84534, 12283.821 3054.2625 828.03876</trace>
</ink>
</file>

<file path=ppt/ink/ink42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12015.397 2646.801 874.14984, 12136.073 2595.3325 852.4059, 12201.02 2566.4407 828.6659</trace>
</ink>
</file>

<file path=ppt/ink/ink43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12411.599 2437.899 874.14984, 12398.226 2555.1003 851.152, 12388.647 2640.874 840.0371, 12379.172 2737.3987 831.3313, 12371.264 2834.6416 818.2122, 12365.303 2913.5679 798.5642, 12363.79 3019.463 742.35974, 12362.735 3086.442 651.5713</trace>
</ink>
</file>

<file path=ppt/ink/ink43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12492.493 2993.2466 874.14984, 12551.554 2906.317 862.826, 12609.543 2817.2822 857.57367, 12637.974 2753.9668 860.09863, 12563.292 2754.2732 858.77435, 12500.061 2847.959 852.54584, 12466.471 2939.2805 852.1705, 12505.185 3016.733 853.3504, 12607.607 3028.3535 852.4107, 12673.9 3006.2122 851.9748</trace>
</ink>
</file>

<file path=ppt/ink/ink43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12850.086 2736.7732 874.14984, 12789.113 2818.0122 861.82227, 12733.414 2943.1638 850.6519, 12709.31 3043.1492 850.7518, 12790.058 3109.0125 852.66656, 12877.292 3060.538 844.8834, 12931.84 2984.1577 836.98413, 12992.094 2911.2578 812.87634, 13029.341 2842.7756 785.1917</trace>
</ink>
</file>

<file path=ppt/ink/ink43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13118.509 2329.3115 874.14984, 13113.045 2432.3074 858.9678, 13103.925 2510.888 849.90533, 13090.654 2605.988 840.44916, 13075.193 2708.1702 833.01245, 13063.397 2784.8142 827.65686, 13052.869 2854.6882 823.7793, 13039.776 2965.7375 827.70557, 13050.279 3030.89 835.94696, 13049.058 3096.1033 238.82385</trace>
</ink>
</file>

<file path=ppt/ink/ink43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13091.851 2771.418 874.14984, 13161.11 2754.664 869.33984, 13251.17 2779.388 867.1353, 13312.047 2881.834 863.4483, 13356.159 2789.745 857.1593, 13396.661 2710.895 858.00287, 13468.557 2662.1968 860.7147, 13547.526 2689.5059 862.5966, 13571.357 2758.242 863.65704, 13580.005 2868.3706 865.2943, 13597.114 2941.0828 865.78375, 13691.429 2903.7544 861.70734, 13748.832 2802.804 859.7131, 13708.431 2710.3782 861.4375, 13703.455 2642.8584 863.1942, 13788.149 2662.0205 862.6843, 13862.349 2747.7964 860.25543, 13892.77 2826.4712 857.6875, 13892.991 2900.1133 855.1953, 13890.415 2818.6003 853.81506, 13938.813 2701.7988 856.45917, 14020.204 2663.4434 860.4632, 14054.449 2744.2136 856.8643, 14069.767 2832.301 856.63824, 14169.584 2879.0315 858.91003, 14272.721 2796.9714 850.28503, 14343.715 2721.9463 848.6548, 14375.956 2645.904 852.42883, 14303.144 2746.7786 847.5832, 14278.59 2847.4382 847.5874, 14327.399 2921.769 852.1384, 14404.724 2886.3777 849.13763, 14469.409 2850.7825 822.2108</trace>
</ink>
</file>

<file path=ppt/ink/ink43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14444.082 2283.808 874.14984, 14372.097 2382.9395 858.0889, 14296.48 2481.2163 844.0927, 14245.52 2545.477 817.0505</trace>
</ink>
</file>

<file path=ppt/ink/ink43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14727.214 2600.7803 874.14984, 14642.385 2655.4697 862.80273, 14555.36 2745.742 854.01215, 14489.515 2832.016 852.84094, 14569.517 2824.215 854.16907, 14652.228 2735.1655 854.9476, 14678.944 2804.0774 846.15753, 14664.536 2894.0483 836.1744, 14641.093 3002.309 825.5704, 14623.221 3074.2373 820.7447, 14603.0205 3149.011 819.84393, 14568.827 3257.3462 828.114, 14497.84 3304.835 838.9625, 14417.076 3272.17 845.1141, 14351.461 3225.2434 849.30774</trace>
</ink>
</file>

<file path=ppt/ink/ink43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14921.178 2661.7961 874.14984, 14855.774 2708.539 868.38184, 14782.066 2791.7131 868.05786, 14849.761 2760.452 863.33563, 14898.246 2830.7874 863.7481, 14984.59 2798.8647 863.6492, 15044.719 2691.9785 848.99554, 15097.066 2564.2874 833.0543, 15117.417 2494.6663 835.9504, 15138.145 2408.1792 841.67584, 15107.272 2522.2957 837.2648, 15086.994 2592.112 837.2507, 15068.617 2654.9265 838.34174, 15058.278 2754.0884 847.6934, 15143.491 2771.858 852.9124, 15208.119 2696.7283 851.90356, 15248.528 2629.2344 858.9686, 15241.599 2716.5266 862.9198, 15346.746 2751.5159 862.1577, 15434.843 2678.1191 848.5308, 15526.62 2552.3674 835.3466, 15583.787 2448.1335 829.2907, 15607.212 2335.034 835.86554, 15520.198 2443.9192 836.04755, 15486.314 2543.6755 830.35016, 15453.525 2647.3643 824.19025, 15429.496 2724.5476 818.8666, 15401.478 2820.1636 812.1617, 15373.569 2920.9988 809.97546, 15349.383 3016.8733 813.5836, 15331.515 3089.848 817.5458, 15299.049 3200.5012 830.4478, 15205.503 3239.5027 849.71173, 15140.61 3180.913 846.53394, 15065.534 3119.795 827.7665, 15018.094 3056.2808 749.4844</trace>
</ink>
</file>

<file path=ppt/ink/ink43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15338.521 2321.038 874.14984, 15321.865 2398.569 867.95404, 15301.625 2464.3245 811.5238</trace>
</ink>
</file>

<file path=ppt/ink/ink43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15167.539 2261.5735 874.14984, 15142.987 2340.8262 863.1881, 15110.654 2467.9065 854.13055, 15093.832 2533.66 844.26013, 15073.58 2599.481 412.77652</trace>
</ink>
</file>

<file path=ppt/ink/ink44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14980.931 2525.2861 874.14984, 15103.628 2489.057 856.73944, 15167.675 2470.7957 843.3323</trace>
</ink>
</file>

<file path=ppt/ink/ink44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14906.47 2676.2744 874.14984, 14826.322 2712.1687 864.88763, 14744.837 2770.4663 857.4117, 14791.435 2836.596 854.3038, 14854.402 2842.027 832.46265</trace>
</ink>
</file>

<file path=ppt/ink/ink44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12190.057 3292.121 874.14984, 12280.785 3278.6353 861.2312, 12352.967 3267.1968 849.5486, 12443.518 3252.088 840.20416, 12552.881 3235.5315 830.828, 12681.887 3220.2007 821.2922, 12828.1045 3206.9446 812.02716, 12930.9795 3197.9792 805.2919, 13053.606 3190.286 798.6076, 13152.109 3184.255 790.4477, 13270.707 3178.7568 781.1056, 13420.103 3171.7607 769.4129, 13593.318 3162.8972 758.1774, 13771.752 3153.0405 747.2155, 13901.749 3145.7993 738.01263, 14068.268 3135.4758 728.0614, 14259.122 3124.4119 716.3559, 14466.196 3115.0261 707.24054, 14636.28 3109.1218 698.4371, 14788.975 3105.4897 688.7804, 14958.583 3104.985 651.4982, 15125.905 3107.8225 607.9553, 15233.63 3109.726 569.57465, 15311.861 3109.7124 500.86298, 15379.624 3111.9353 417.06818</trace>
</ink>
</file>

<file path=ppt/ink/ink44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2757.5337 5537.2983 874.14984, 2659.0654 5519.5327 860.8029, 2541.627 5507.4214 859.2643, 2425.7793 5520.5767 859.54364, 2334.564 5556.5317 859.7671, 2263.8857 5606.0366 858.6685, 2184.8218 5702.974 856.3898, 2148.645 5771.3696 853.6904, 2124.143 5836.2114 851.04, 2103.8113 5949.0635 848.1587, 2148.863 6069.976 848.40955, 2217.868 6148.414 847.33746, 2358.4275 6204.1343 841.76154, 2441.075 6217.1035 838.64606, 2577.6365 6224.0737 834.2302, 2659.3987 6214.023 833.61847, 2741.0327 6193.9805 833.89355, 2804.237 6173.2324 835.4779, 2913.0469 6114.46 839.7881, 2995.3228 6019.8105 846.05865, 3033.5928 5935.8433 851.9566, 3022.6921 5813.9214 854.75775, 2977.4512 5715.8086 853.383, 2863.9036 5627.703 848.8225, 2772.823 5597.387 844.2514, 2651.9146 5582.3604 836.325, 2573.3125 5572.637 826.3646, 2502.8838 5557.1772 805.8451, 2435.7932 5559.532 787.65424</trace>
</ink>
</file>

<file path=ppt/ink/ink44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3076.5166 2344.307 874.14984, 3144.6453 2266.0803 871.8808, 3187.296 2194.423 871.80664, 3234.0637 2130.9556 429.53192</trace>
</ink>
</file>

<file path=ppt/ink/ink44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2659.173 2555.7942 874.14984, 2660.7397 2484.9604 872.46155, 2666.1987 2411.0444 872.27734, 2653.0828 2480.68 866.95807, 2644.4265 2588.9631 862.72235, 2635.9988 2686.857 858.53296, 2622.9006 2792.7976 860.20087, 2605.0957 2870.0962 863.25696, 2700.095 2934.4502 862.2764, 2786.1272 2916.3271 863.4343, 2843.9458 2844.649 867.7537, 2862.0652 2772.401 873.5625, 2841.233 2845.834 870.0214, 2852.448 2910.406 867.73724, 2855.792 2975.629 679.37726</trace>
</ink>
</file>

<file path=ppt/ink/ink44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2853.137 2555.7942 874.14984, 2844.7236 2626.514 870.2976, 2838.8555 2691.1052 575.1781</trace>
</ink>
</file>

<file path=ppt/ink/ink44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3150.977 3249.7202 874.14984, 3211.6072 3182.457 872.37573, 3227.0452 3270.2966 866.8987, 3223.0264 3334.1135 864.3454, 3217.7356 3402.5286 862.0699, 3211.9026 3501.8147 860.3339, 3205.0037 3603.9065 859.368, 3198.1458 3720.406 858.6931, 3193.684 3791.095 858.0622, 3189.8962 3858.6272 857.3843, 3183.2673 3977.9282 855.8629, 3178.855 4053.224 855.1629, 3174.7046 4134.305 854.7532, 3168.24 4255.4766 854.4427, 3164.9136 4330.895 854.3537, 3162.4517 4413.6494 854.21375, 3160.023 4489.6445 854.0118, 3156.0496 4626.6567 853.5384, 3153.1733 4712.513 852.5191, 3149.3723 4805.8574 851.04175, 3146.1743 4875.4106 849.215, 3141.9082 4947.942 847.30304, 3135.2458 5030.4766 846.35504, 3127.3403 5120.911 845.80896, 3120.55 5210.917 845.87555, 3115.8484 5274.859 845.84265, 3112.797 5350.3823 843.50037, 3115.3896 5427.4165 839.1483, 3116.3118 5493.8296 834.2748, 3120.6416 5559.532 818.0688</trace>
</ink>
</file>

<file path=ppt/ink/ink44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2628.8374 3370.7178 874.14984, 2628.8374 3463.2124 866.40234, 2628.8374 3544.867 857.06445, 2627.8406 3629.6658 849.8353, 2624.7563 3716.414 845.8962, 2618.8132 3830.7332 831.53687, 2611.6875 3904.3145 813.8975, 2601.3413 3969.0452 684.38434</trace>
</ink>
</file>

<file path=ppt/ink/ink44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2584.7131 3430.6995 874.14984, 2628.1394 3509.4365 861.3826, 2658.2197 3575.0002 858.51715, 2688.926 3649.8638 855.8336, 2732.032 3761.641 854.1878, 2768.1355 3838.29 856.6356, 2839.1042 3808.5786 859.2633, 2860.8044 3688.5515 854.5083, 2868.7073 3589.615 840.2781, 2865.9856 3474.9885 815.15027, 2861.8027 3388.488 757.1598</trace>
</ink>
</file>

<file path=ppt/ink/ink45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2927.5967 3688.2073 874.14984, 2877.0356 3781.301 870.8734, 2947.6877 3768.3723 865.9488, 2961.549 3861.7205 859.7601, 2974.2031 3928.8684 849.3273</trace>
</ink>
</file>

<file path=ppt/ink/ink45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2465.2092 4170.129 874.14984, 2546.1777 4173.0107 851.9069, 2613.246 4171.8545 842.6397, 2691.8994 4167.6333 846.4486, 2777.7559 4162.288 848.62775, 2903.506 4157.6943 843.72064, 2968.8977 4156.3423 837.6282, 3064.6357 4155.26 825.90564, 3132.231 4154.8257 791.87</trace>
</ink>
</file>

<file path=ppt/ink/ink45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2599.4211 4321.117 874.14984, 2599.4211 4421.8516 867.1238, 2598.3293 4518.647 857.78894, 2594.418 4624.9204 847.8321, 2591.9065 4693.8 845.6226, 2589.6643 4769.989 845.3952, 2585.4688 4881.245 849.2607</trace>
</ink>
</file>

<file path=ppt/ink/ink45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2808.093 4411.607 874.14984, 2777.2085 4482.668 865.4345, 2720.534 4575.9673 860.74677, 2668.3955 4645.3257 858.0089, 2657.946 4725.5767 857.1213, 2697.3 4792.9443 858.9722, 2761.54 4836.081 861.4449, 2835.897 4780.245 859.6611, 2897.2615 4698.588 842.9731</trace>
</ink>
</file>

<file path=ppt/ink/ink45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2435.7932 4985.0527 874.14984, 2515.7651 4991.1523 868.2388, 2591.4316 4991.138 862.45807, 2667.5833 4987.6577 859.8927, 2768.3665 4975.7163 855.9714, 2872.2888 4964.857 844.41785, 2963.7996 4964.82 825.3082, 3046.1816 4970.057 777.8422</trace>
</ink>
</file>

<file path=ppt/ink/ink45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2748.3413 5091.572 874.14984, 2748.3408 5158.8237 875.675, 2743.0042 5221.581 8.778711</trace>
</ink>
</file>

<file path=ppt/ink/ink45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2748.3413 5257.5557 874.14984, 2728.8457 5321.4814 857.8075</trace>
</ink>
</file>

<file path=ppt/ink/ink45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2837.5093 5091.572 874.14984, 2767.118 5123.3447 869.0474, 2687.5293 5182.5312 862.83105, 2628.6672 5275.538 861.8213, 2613.1313 5347.8784 861.7494, 2637.1228 5427.1978 862.5499, 2721.84 5468.1167 862.9223, 2805.4724 5405.76 862.3229, 2844.8635 5333.0493 861.825</trace>
</ink>
</file>

<file path=ppt/ink/ink45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2897.2612 5287.0293 874.14984, 2853.851 5377.7046 872.2855, 2861.7195 5460.439 871.06885, 2796.7136 5482.5977 865.3552, 2733.1477 5463.222 8.618284</trace>
</ink>
</file>

<file path=ppt/ink/ink45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3165.685 5499.033 874.14984, 3093.7317 5424.035 870.48096, 3075.47 5491.483 855.74286, 3076.4568 5556.1836 719.3805</trace>
</ink>
</file>

<file path=ppt/ink/ink46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3120.6414 5815.489 874.14984, 3122.8306 5915.282 866.18854, 3120.6416 5981.4727 861.48804</trace>
</ink>
</file>

<file path=ppt/ink/ink46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3285.189 2239.3389 874.14984, 3295.3696 2161.798 874.14984, 3277.6365 2265.653 866.7213, 3264.4272 2355.4077 861.302, 3254.4565 2439.9631 856.94305, 3249.1501 2519.204 854.50476, 3243.515 2636.124 854.0418, 3238.264 2708.032 854.0703, 3227.681 2817.8677 854.4502, 3218.9412 2885.7336 854.84656, 3209.6926 2958.3093 855.18, 3201.3467 3024.8826 855.43787, 3189.5776 3135.5828 855.91504, 3186.7166 3201.8176 856.09216, 3186.8354 3274.362 856.2874, 3188.9653 3386.8386 856.6298, 3191.0132 3453.7969 856.61456, 3192.7302 3526.817 856.54675, 3192.9167 3602.329 856.4863, 3191.148 3678.1646 856.5171, 3187.9265 3786.573 856.49927, 3185.933 3850.7844 856.60175, 3185.2637 3919.8198 856.8121, 3186.7085 4031.5442 857.3552, 3188.9934 4094.4753 857.50867, 3191.1265 4164.6978 857.33826, 3192.4949 4267.93 856.6999, 3190.8328 4333.9253 856.6438, 3187.162 4405.2646 856.62885, 3179.404 4517.391 856.7878, 3175.5142 4646.1147 856.84796, 3177.161 4716.746 856.7068, 3182.164 4823.3457 856.6297, 3185.0752 4887.8496 856.91974, 3186.0098 4958.191 857.14734, 3185.6746 5033.794 857.27, 3184.0952 5104.3813 857.1579, 3179.206 5223.059 856.52765, 3175.4126 5293.087 856.1563, 3171.9377 5365.567 855.2058, 3169.3462 5438.8486 852.2893, 3166.4224 5547.538 840.5269, 3164.8574 5660.4194 820.8583, 3161.006 5748.169 777.4157, 3150.7573 5816.795 714.2655, 3135.341 5880.4604 289.8422</trace>
</ink>
</file>

<file path=ppt/ink/ink46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3120.6414 5891.5 874.14984, 3053.0 5894.3813 871.69305, 2933.6028 5893.7783 857.0159, 2869.1985 5893.5034 853.7374, 2774.3582 5893.2334 851.32495, 2663.8357 5893.1265 853.9826, 2569.1326 5892.5273 856.52985, 2485.1882 5875.831 860.34863, 2420.974 5856.684 814.9853</trace>
</ink>
</file>

<file path=ppt/ink/ink46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16060.14 2088.3506 874.14984, 16129.977 2081.3892 864.73267, 16244.81 2064.3372 859.6828, 16314.793 2056.594 856.19214, 16388.541 2051.3442 850.3956, 16479.346 2043.577 835.7243, 16545.377 2045.8004 407.29318</trace>
</ink>
</file>

<file path=ppt/ink/ink46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16083.121 2314.833 874.14984, 16168.555 2290.8652 863.9165, 16281.305 2268.4585 859.6701, 16345.389 2258.6926 858.1119, 16445.748 2246.8591 853.7946, 16522.477 2238.9695 841.79254</trace>
</ink>
</file>

<file path=ppt/ink/ink46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16351.546 1891.3417 874.14984, 16445.896 1911.7875 866.60205, 16523.193 1937.1472 863.45105, 16593.219 1975.1619 862.66223, 16667.168 2068.9448 861.88794, 16671.707 2132.429 860.72955, 16657.094 2204.4592 856.85815, 16610.443 2317.479 847.64954, 16525.076 2417.6204 828.9865, 16453.082 2489.698 785.429</trace>
</ink>
</file>

<file path=ppt/ink/ink46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17662.408 1710.3625 874.14984, 17657.354 1645.5054 874.14984, 17585.697 1606.565 866.82715, 17484.463 1655.8273 858.3646, 17405.867 1732.4906 854.78644, 17357.805 1813.5945 855.7293, 17343.008 1886.2859 858.70123, 17399.752 1974.2927 862.63446, 17480.242 2048.415 865.6208, 17474.807 2146.7366 863.48413, 17432.527 2245.345 855.83417, 17349.627 2372.7485 844.3141, 17307.877 2435.8103 842.4109, 17254.451 2525.1597 844.2078, 17232.36 2595.4277 849.63654, 17320.207 2599.6804 855.26636, 17400.44 2542.1897 852.8359, 17484.074 2464.7874 814.35614</trace>
</ink>
</file>

<file path=ppt/ink/ink46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17707.453 2254.3345 874.14984, 17661.672 2343.3435 863.0837, 17623.01 2442.7678 860.5041, 17607.943 2514.7405 862.3669, 17672.201 2544.958 862.0836, 17744.908 2478.4954 855.04236, 17794.768 2404.8435 846.608, 17847.998 2311.4578 836.38715, 17883.816 2247.9824 827.0487, 17928.633 2158.427 816.5627, 17976.635 2054.3093 809.00037, 18021.994 1947.6926 805.5509, 18056.951 1863.0083 805.73627, 18081.982 1792.6228 811.72626, 18093.83 1727.4576 818.1507, 18058.164 1657.6713 831.9207, 17991.164 1681.678 842.67456, 17943.799 1754.8798 848.0408, 17928.668 1818.1239 848.47766, 17921.367 1891.7279 847.9586, 17917.248 2005.4443 843.10974, 17920.379 2079.3389 842.3806, 17924.006 2161.023 842.7821, 17926.22 2234.4348 843.6014, 17924.145 2367.2947 846.2733, 17914.545 2441.4402 849.3624, 17900.482 2504.6167 853.3149, 17926.082 2410.748 864.1391, 17998.809 2363.742 865.1897, 18053.922 2428.5725 864.6355, 18144.104 2473.3647 864.3969, 18223.041 2466.761 862.3524, 18310.234 2394.882 856.8755, 18369.547 2320.9907 855.69507, 18389.498 2248.4058 859.0619, 18311.805 2286.353 859.28436, 18289.105 2365.6877 861.6356, 18294.568 2435.814 863.387, 18363.033 2462.133 862.0018, 18434.404 2441.029 858.60486, 18515.898 2358.7178 846.52545, 18573.943 2295.901 815.58716</trace>
</ink>
</file>

<file path=ppt/ink/ink46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18660.725 1634.8683 874.14984, 18654.535 1698.2281 864.1909, 18638.234 1837.4 846.87714, 18629.348 1926.7211 839.83734, 18620.26 2023.127 833.9454, 18613.166 2099.4893 829.5801, 18608.81 2171.0945 820.92975, 18605.375 2236.4897 808.087, 18603.777 2355.069 752.9994, 18610.982 2433.0176 682.1782, 18614.068 2498.008 156.27713</trace>
</ink>
</file>

<file path=ppt/ink/ink46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18848.254 1747.5924 874.14984, 18830.621 1825.0986 864.3855, 18812.68 1960.6083 855.924, 18804.572 2043.807 850.8599, 18797.713 2120.1003 847.48895, 18788.402 2240.8818 845.38763, 18785.941 2341.0215 847.2574, 18819.576 2428.0496 852.0605, 18905.355 2424.5625 856.7589, 18976.754 2332.4902 853.2409, 19026.863 2243.9712 851.9852, 19048.371 2170.0127 855.8006, 18971.812 2154.5698 858.35394, 18927.305 2219.7485 860.17645, 18911.605 2307.0496 861.0906, 18961.158 2386.4731 860.71533, 19033.025 2449.792 864.8396</trace>
</ink>
</file>

<file path=ppt/ink/ink47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19584.582 2193.3186 874.14984, 19514.857 2157.7285 868.2037, 19444.027 2204.5496 861.7443, 19403.812 2294.3872 859.2193, 19397.521 2378.7021 858.7958, 19493.076 2423.5386 857.193, 19573.5 2343.4558 849.2239, 19631.723 2280.6199 828.27124</trace>
</ink>
</file>

<file path=ppt/ink/ink47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19686.62 1703.1234 874.14984, 19673.09 1795.3748 857.8778, 19661.621 1870.8494 847.15533, 19646.766 1961.2666 836.7599, 19630.186 2060.0713 822.5431, 19616.11 2158.4016 802.24005, 19605.375 2238.4153 776.1201, 19601.812 2335.817 720.87396, 19599.291 2404.806 586.7357</trace>
</ink>
</file>

<file path=ppt/ink/ink47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19972.508 1612.1166 874.14984, 19961.775 1688.0386 859.69434, 19936.85 1793.7599 841.5325, 19918.377 1862.6423 817.8733</trace>
</ink>
</file>

<file path=ppt/ink/ink47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20359.518 1770.8612 874.14984, 20263.787 1764.3593 866.1815, 20185.434 1770.6375 866.006, 20100.86 1813.9774 865.2412, 20059.559 1906.0734 861.81793, 20042.527 2000.6885 858.9505, 20019.227 2133.716 852.8283, 20005.264 2210.366 851.01105, 19987.633 2320.1602 851.9691, 19989.94 2399.0288 856.72253, 20098.475 2370.265 855.8974, 20162.752 2331.181 847.899, 20225.93 2274.7356 8.366151</trace>
</ink>
</file>

<file path=ppt/ink/ink47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19942.174 2254.3345 874.14984, 20053.148 2223.3997 862.2923, 20151.492 2185.8782 852.75806, 20214.309 2162.2737 837.94946</trace>
</ink>
</file>

<file path=ppt/ink/ink47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19226.99 2163.3276 874.14984, 19158.084 2192.631 871.8721, 19109.648 2257.6736 869.7719, 19130.814 2336.3843 868.588, 19146.662 2418.2317 867.47003, 19084.217 2487.3118 864.20245, 18984.47 2531.9429 855.3167, 18921.092 2542.365 837.4012</trace>
</ink>
</file>

<file path=ppt/ink/ink47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20299.764 2223.3096 874.14984, 20370.312 2193.0825 868.7033, 20434.234 2146.3606 861.6755, 20525.004 2042.0588 854.466, 20586.824 1934.4427 855.11884, 20626.605 1841.5399 855.29333, 20633.205 1775.9083 858.28375, 20566.018 1839.0767 850.43933, 20527.578 1912.9681 841.94525, 20491.393 1993.6705 833.4986, 20435.912 2127.28 823.06647, 20412.332 2199.996 826.90515, 20420.098 2304.3938 834.5877, 20498.537 2322.1873 837.833, 20575.115 2297.6924 842.47906, 20646.152 2249.5583 851.63715, 20694.932 2168.5527 859.05334, 20617.074 2206.8308 862.0728, 20583.463 2273.7246 863.0176, 20667.605 2304.1335 858.35443, 20758.96 2295.614 839.21344, 20825.062 2276.5012 230.39313</trace>
</ink>
</file>

<file path=ppt/ink/ink47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20895.447 2163.3276 874.14984, 20831.664 2206.6775 869.06134, 20757.178 2282.3794 863.5981, 20755.152 2356.7537 863.82733, 20853.914 2377.4683 858.4335, 20957.887 2301.1042 850.52496, 21026.56 2243.1626 831.94714, 21062.113 2178.4736 230.24423</trace>
</ink>
</file>

<file path=ppt/ink/ink47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21208.912 1649.8636 874.14984, 21205.807 1722.4799 862.24976, 21198.514 1789.136 851.3311, 21189.166 1870.1411 841.71936, 21176.455 1960.7697 834.0783, 21161.781 2046.407 828.02655, 21139.768 2164.7002 799.3219, 21120.479 2271.1328 739.49725, 21109.148 2335.2166 643.32</trace>
</ink>
</file>

<file path=ppt/ink/ink47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21014.95 2102.8289 874.14984, 21111.379 2111.062 867.21375, 21183.352 2133.639 866.0156, 21262.818 2219.0273 863.52844, 21288.969 2322.1057 862.37775, 21296.684 2224.979 857.6776, 21318.709 2146.977 860.9475, 21373.943 2076.2966 862.1565, 21464.322 2044.3976 862.4039, 21529.824 2063.9263 863.109, 21593.076 2110.604 239.50716</trace>
</ink>
</file>

<file path=ppt/ink/ink48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21551.797 2117.8245 874.14984, 21545.168 2198.9233 868.6528, 21537.596 2295.087 868.7723, 21622.086 2279.081 866.0731, 21637.895 2203.296 864.89923, 21627.838 2129.7925 866.1568, 21708.027 2090.6677 864.85876, 21784.744 2149.0332 864.65155, 21822.56 2217.5237 862.5581, 21867.346 2146.23 862.11584, 21933.11 2092.0571 862.0861, 22006.814 2183.3467 862.2943, 22040.697 2262.894 864.018, 22128.771 2268.8594 862.66327, 22215.312 2193.195 857.04645, 22278.465 2122.0273 856.84503, 22308.87 2047.8438 860.72986, 22236.555 2109.6672 861.8101, 22212.244 2205.4663 864.3549, 22321.67 2249.7852 858.08484, 22391.588 2246.3416 843.3528, 22454.42 2211.2917 546.9246</trace>
</ink>
</file>

<file path=ppt/ink/ink48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22296.396 1710.3625 874.14984, 22262.93 1789.786 863.0111, 22228.14 1863.2306 858.83057, 22193.857 1926.7433 670.3598</trace>
</ink>
</file>

<file path=ppt/ink/ink48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22505.068 2223.3096 874.14984, 22562.955 2150.4001 864.3962, 22611.469 2064.4902 865.1747, 22612.088 1976.4833 866.6196, 22531.336 1964.0216 862.86536, 22474.332 2028.8451 862.9806, 22480.227 2115.7114 862.06494, 22521.918 2190.5137 859.41876, 22587.28 2293.0945 856.6418, 22613.537 2358.2393 856.55426, 22640.59 2461.407 856.739, 22635.895 2525.967 855.90625, 22616.05 2593.8901 854.44165, 22561.506 2701.7542 851.4036, 22460.61 2785.6335 849.1439, 22394.941 2803.7605 848.92444, 22298.941 2795.3992 848.69196, 22233.988 2700.817 840.3157, 22192.521 2631.2883 822.26605</trace>
</ink>
</file>

<file path=ppt/ink/ink48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22788.201 2132.8196 874.14984, 22721.205 2141.2644 855.6181, 22652.7 2164.549 860.0219, 22740.04 2154.168 864.57886, 22826.44 2233.8523 864.54584, 22917.318 2205.0364 862.5124, 22978.26 2142.2693 854.06995, 23054.334 2074.3442 824.6163, 23099.951 2010.7716 627.309</trace>
</ink>
</file>

<file path=ppt/ink/ink48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23128.328 1679.8546 874.14984, 23114.797 1783.4082 856.656, 23104.502 1857.1519 845.28577, 23091.37 1938.456 844.3682, 23075.084 2022.2109 844.75507, 23058.14 2102.6938 846.35187, 23044.13 2167.3296 847.7729, 23028.959 2253.0242 854.2172, 23018.936 2322.0725 871.4306</trace>
</ink>
</file>

<file path=ppt/ink/ink48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22922.412 2117.8245 874.14984, 23010.26 2068.891 862.3968, 23101.65 2040.5171 859.3582, 23172.646 2046.8422 862.4295, 23212.748 2113.866 861.96545, 23219.896 2183.5151 860.6708, 23208.686 2248.5867 680.4767</trace>
</ink>
</file>

<file path=ppt/ink/ink48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23189.918 1831.3601 874.14984, 23187.238 1897.4773 772.2973</trace>
</ink>
</file>

<file path=ppt/ink/ink48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23294.713 2042.3302 874.14984, 23300.43 2151.7593 868.2023, 23334.234 2238.0454 865.61475, 23402.832 2232.3118 862.86163, 23473.826 2147.0713 861.3598, 23511.549 2074.1704 862.2141, 23562.389 2169.8843 865.28436, 23582.197 2242.4856 866.6004, 23657.012 2201.9138 862.7363, 23715.836 2109.79 851.35754, 23756.182 2042.33 826.19116</trace>
</ink>
</file>

<file path=ppt/ink/ink48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23712.057 1649.8636 874.14984, 23714.637 1764.712 860.6891, 23708.521 1832.4574 855.3395, 23698.375 1908.7725 851.5866, 23685.48 1989.1378 847.4386, 23673.74 2062.591 845.5949, 23662.34 2170.6033 846.6304, 23672.12 2248.8271 848.76215, 23765.924 2293.4634 853.8687, 23870.945 2255.4587 851.1418, 23945.158 2188.8132 854.844, 23961.338 2109.192 857.8651, 23882.277 2133.9326 857.525, 23839.71 2198.04 859.53424, 23829.861 2267.0137 861.8134, 23953.992 2257.303 855.011, 24029.934 2226.37 839.2437, 24093.963 2175.275 405.64838</trace>
</ink>
</file>

<file path=ppt/ink/ink48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24040.232 1808.6084 874.14984, 23995.102 1877.4072 863.74646, 23946.514 1955.7622 859.2834, 23903.576 2018.8491 564.0912</trace>
</ink>
</file>

<file path=ppt/ink/ink49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23637.598 2042.3302 874.14984, 23743.146 2012.5684 868.56396, 23815.934 1990.1045 869.01764</trace>
</ink>
</file>

<file path=ppt/ink/ink49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23518.096 1861.3511 874.14984, 23547.508 1936.8448 860.3269</trace>
</ink>
</file>

<file path=ppt/ink/ink49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22773.492 2178.3232 874.14984, 22674.805 2184.8062 867.1148, 22598.914 2250.0425 864.4907, 22686.027 2289.0676 861.4448, 22763.03 2237.714 860.8145, 22828.764 2271.7908 867.61884</trace>
</ink>
</file>

<file path=ppt/ink/ink49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16411.297 3823.683 874.14984, 16500.967 3823.6821 862.6746, 16619.64 3823.6821 845.82904, 16716.154 3824.779 826.5384, 16801.08 3828.09 793.887, 16897.857 3833.0015 724.6774, 16986.855 3836.095 629.1944, 17055.486 3838.161 429.39587</trace>
</ink>
</file>

<file path=ppt/ink/ink49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17126.48 3703.2021 874.14984, 17206.61 3809.6484 865.7002, 17200.678 3923.8877 861.3515, 17171.01 4007.3354 857.65436, 17123.082 4071.6394 846.58844, 17059.664 4127.6675 809.1189</trace>
</ink>
</file>

<file path=ppt/ink/ink49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17818.684 3277.6428 874.14984, 17826.95 3211.697 871.31335, 17761.078 3217.0923 865.39795, 17686.49 3280.2104 861.4324, 17621.078 3358.6963 858.22894, 17592.713 3448.8691 860.0652, 17638.553 3522.5803 861.60657, 17726.268 3631.9482 863.8617, 17752.871 3715.2585 863.6069, 17706.004 3834.4253 856.2806, 17644.283 3930.1648 851.9291, 17596.977 4000.0386 856.4807, 17686.314 4029.8257 857.0403, 17785.988 3971.5015 842.08435, 17856.373 3928.651 799.68756</trace>
</ink>
</file>

<file path=ppt/ink/ink49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18094.46 3732.676 874.14984, 18045.016 3813.4216 863.82153, 17974.564 3912.1816 858.4835, 17939.354 4005.1453 862.2598, 18026.43 4027.9487 858.19104, 18125.236 3969.7373 846.98596, 18193.145 3907.409 838.523, 18265.814 3828.5305 830.45703, 18368.44 3703.9167 815.9083, 18424.03 3618.7666 811.4686, 18476.527 3530.965 810.6829, 18517.037 3458.9895 813.71936, 18576.453 3336.9517 823.4023, 18589.441 3226.6067 838.45624, 18496.818 3188.5105 853.2198, 18410.762 3256.4612 852.4318, 18347.633 3367.0203 847.0004, 18314.486 3501.346 840.0642, 18308.217 3584.5793 838.70105, 18306.79 3662.609 838.14703, 18309.588 3792.5503 839.37164, 18314.48 3863.9377 841.5444, 18322.777 3963.7068 847.613, 18396.693 3871.8652 861.7345, 18469.172 3821.7944 865.35114, 18569.53 3906.979 865.5872, 18649.45 3937.4912 865.72644, 18760.016 3896.6345 860.3683, 18843.479 3833.392 854.71124, 18881.635 3748.3247 857.16724, 18803.682 3734.8347 857.2347, 18765.695 3812.1438 858.1272, 18761.314 3885.283 861.27264, 18874.732 3916.567 859.8637, 18956.951 3889.636 854.9657</trace>
</ink>
</file>

<file path=ppt/ink/ink49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19078.068 3264.7156 874.14984, 19066.291 3331.9548 859.4119, 19055.645 3395.6147 850.45905, 19044.14 3473.9976 845.62195, 19034.367 3559.9802 842.05786, 19027.441 3646.5662 840.54114, 19023.148 3728.544 841.2923, 19020.438 3794.2412 843.5649, 19024.564 3887.109 849.43805, 19028.506 3952.8313 866.7502</trace>
</ink>
</file>

<file path=ppt/ink/ink49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19241.7 3310.2192 874.14984, 19227.963 3405.256 861.91205, 19217.748 3472.8606 854.4137, 19204.543 3551.6394 846.2254, 19191.16 3626.4521 840.05835, 19171.832 3742.278 833.99304, 19160.414 3841.8284 834.39215, 19170.674 3936.5403 841.6814, 19271.87 3978.3635 850.748, 19361.281 3940.204 851.06665, 19443.701 3862.2332 852.071, 19475.53 3771.578 855.6368, 19399.154 3786.2327 856.736, 19358.305 3857.7107 856.07294, 19378.928 3934.6924 858.6035, 19505.016 3943.0212 851.1089, 19585.006 3924.0562 834.6893, 19649.867 3888.694 642.56537</trace>
</ink>
</file>

<file path=ppt/ink/ink49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20091.096 3747.6719 874.14984, 20010.555 3785.3354 864.4205, 19935.34 3855.1104 861.8942, 19915.207 3937.8794 863.6385, 19999.479 3922.4888 859.1166, 20075.482 3806.4634 843.7664, 20114.184 3717.3264 834.3545, 20147.738 3623.9368 829.20465, 20171.615 3543.2786 826.3348, 20197.85 3424.1016 822.81775, 20199.164 3357.2747 832.2563, 20175.576 3425.8606 839.40344, 20163.506 3497.7698 837.56116, 20153.266 3583.51 835.304, 20145.844 3652.009 832.9322, 20142.076 3718.6143 830.84235, 20142.896 3789.699 830.93134, 20150.963 3855.652 832.72205, 20175.588 3940.6833 839.1014, 20246.88 3947.6135 844.947, 20319.307 3904.2478 848.8279, 20406.213 3801.6257 844.80884, 20462.945 3711.9702 847.6159, 20466.31 3634.9167 853.0057, 20379.574 3727.5125 851.28845, 20343.998 3815.2778 847.4762, 20352.428 3927.54 847.77454, 20389.033 3997.7656 849.3565, 20458.703 4017.9214 851.7503, 20524.291 4026.813 807.4959</trace>
</ink>
</file>

<file path=ppt/ink/ink50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21023.223 3403.8113 874.14984, 21004.26 3510.396 858.5706, 20990.014 3580.4248 849.7577, 20972.229 3654.015 849.95795, 20951.166 3725.4856 851.18036, 20916.559 3825.0278 854.68384, 20901.537 3749.8962 844.5379, 20911.074 3672.1775 814.8185</trace>
</ink>
</file>

<file path=ppt/ink/ink50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20940.49 3310.2192 874.14984, 21006.44 3338.5251 866.5675, 21093.986 3355.9026 862.861, 21206.01 3330.2317 860.3632, 21269.8 3300.717 859.15234, 21378.082 3241.928 855.52466, 21470.105 3185.945 852.6444, 21546.234 3139.6245 855.8964, 21540.354 3222.9316 848.5155, 21503.445 3300.0315 838.4442, 21467.389 3380.7437 814.33905, 21439.34 3444.321 782.8038, 21409.645 3524.5725 743.5795, 21382.627 3610.9958 696.63336, 21360.701 3696.0237 643.10114, 21337.977 3810.636 518.43677, 21326.611 3877.025 335.1218</trace>
</ink>
</file>

<file path=ppt/ink/ink50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21640.965 3566.6924 874.14984, 21626.838 3669.7356 861.20026, 21608.416 3782.7944 850.1549</trace>
</ink>
</file>

<file path=ppt/ink/ink50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21626.256 3279.7112 874.14984, 21626.254 3358.8828 869.38995, 21620.979 3425.3196 8.68426</trace>
</ink>
</file>

<file path=ppt/ink/ink50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22006.828 3154.0596 874.14984, 21983.875 3277.5981 847.15674, 21965.064 3359.7903 841.3678, 21945.205 3450.515 837.61084, 21924.338 3545.778 836.55383, 21903.61 3640.827 835.7326, 21885.428 3730.1133 831.2066, 21872.637 3806.8003 824.98895, 21857.734 3888.9492 811.7989, 21844.541 3954.329 627.4748</trace>
</ink>
</file>

<file path=ppt/ink/ink50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22200.795 3230.5881 874.14984, 22175.51 3327.6174 854.1097, 22158.475 3401.0566 847.8433, 22139.197 3484.0405 843.1992, 22119.018 3570.1362 839.2588, 22099.717 3654.3176 831.5589, 22084.084 3733.4927 822.75287, 22065.885 3837.3962 792.9879, 22056.168 3904.6692 737.19916, 22045.127 3970.2292 6.4657254</trace>
</ink>
</file>

<file path=ppt/ink/ink50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22319.379 3637.5327 874.14984, 22300.416 3725.8547 853.7048, 22276.846 3847.3577 861.03314, 22276.166 3911.3682 861.9551, 22305.295 3847.5054 822.07697</trace>
</ink>
</file>

<file path=ppt/ink/ink50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22415.9 3340.2097 874.14984, 22407.496 3408.0854 868.4749, 22397.139 3473.2192 840.16595</trace>
</ink>
</file>

<file path=ppt/ink/ink50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22725.691 3113.727 874.14984, 22707.305 3215.5342 854.83246, 22692.031 3289.361 849.4969, 22674.42 3373.7805 846.072, 22654.854 3464.0327 843.44415, 22634.234 3556.6245 841.9596, 22618.125 3630.6025 841.38025, 22604.33 3695.3591 841.1744, 22581.482 3808.3784 842.69385, 22565.295 3895.617 848.07855, 22617.123 3817.1218 847.4929, 22693.938 3701.5713 841.56836, 22761.014 3622.8862 840.0824, 22842.943 3574.0605 845.6268, 22833.383 3658.6467 853.77625, 22749.076 3713.3677 853.0595, 22659.54 3763.2415 856.4529, 22612.115 3830.4697 860.8601, 22707.863 3887.6245 859.3703, 22825.242 3905.3682 850.642, 22918.898 3893.825 833.713, 22983.574 3888.6477 781.1859</trace>
</ink>
</file>

<file path=ppt/ink/ink50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23265.295 3642.7036 874.14984, 23177.672 3683.5962 867.69244, 23069.656 3754.5286 849.21747, 22991.658 3822.5295 846.14777, 22943.432 3889.0938 852.44183, 23026.232 3878.3398 850.90155, 23135.107 3775.9646 848.5508, 23190.297 3689.6118 854.83954, 23181.184 3780.8643 849.1, 23191.191 3851.8696 855.2948, 23304.332 3841.4634 857.24524, 23384.04 3783.5845 845.6183, 23460.83 3699.477 850.9303, 23528.598 3707.424 853.72156, 23531.645 3773.431 853.8054, 23598.12 3773.1028 856.73773, 23665.852 3700.7505 858.9311, 23733.613 3675.4307 862.1883, 23808.953 3756.5054 860.1033, 23806.424 3874.4697 852.12823, 23799.438 3955.7292 832.3449, 23765.322 4020.4075 8.208041</trace>
</ink>
</file>

<file path=ppt/ink/ink51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16440.713 5091.572 874.14984, 16542.688 5077.2744 862.95795, 16611.139 5063.281 857.458, 16686.516 5045.9995 849.83997, 16762.16 5025.6787 841.4141, 16868.191 4991.8433 822.0584, 16938.41 4968.99 788.5079, 17004.002 4944.395 7.7024927</trace>
</ink>
</file>

<file path=ppt/ink/ink51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16798.305 4819.069 874.14984, 16820.393 4898.713 864.6298, 16850.277 4977.7617 861.0414, 16874.203 5048.408 858.67584, 16890.81 5120.252 851.40967, 16889.568 5193.8145 837.59924, 16881.209 5259.63 711.14777</trace>
</ink>
</file>

<file path=ppt/ink/ink51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17662.408 4457.6274 874.14984, 17565.748 4456.4746 867.13995, 17483.484 4524.3535 862.7567, 17416.268 4603.0874 858.3213, 17374.496 4666.8726 857.3188, 17380.42 4754.599 859.8474, 17465.754 4804.3525 860.7807, 17551.523 4873.602 862.57135, 17585.398 4957.485 862.48517, 17576.031 5020.304 859.1541, 17551.293 5090.495 853.8586, 17506.703 5192.033 845.1733, 17465.662 5291.997 849.78955, 17504.693 5359.1587 853.84247, 17600.502 5344.6934 851.78595, 17688.912 5285.7397 848.60394, 17758.398 5227.452 830.5257</trace>
</ink>
</file>

<file path=ppt/ink/ink51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17945.543 4955.0615 874.14984, 17914.035 5057.405 860.36163, 17901.395 5121.7075 856.72565, 17896.879 5190.358 854.79407, 17930.16 5291.8403 857.56274, 18025.99 5286.718 853.69366, 18132.615 5145.4355 834.1589, 18172.723 5082.016 824.4222, 18219.725 4990.0874 814.79694, 18268.504 4883.1587 806.49384, 18315.07 4773.77 801.5979, 18355.84 4673.291 802.28064, 18386.746 4595.875 807.043, 18410.615 4504.19 820.59796, 18344.318 4610.8384 838.4408, 18320.814 4689.596 831.811, 18302.121 4765.9497 824.2063, 18287.867 4865.69 819.2744, 18278.87 4973.977 814.1915, 18274.336 5078.5596 810.59467, 18271.49 5146.6816 809.2124, 18272.57 5213.755 814.9701, 18285.52 5291.5366 826.47174, 18366.064 5213.334 842.85443, 18422.496 5129.051 840.49365, 18482.324 5051.238 851.6444, 18545.979 5058.641 854.562, 18560.621 5157.2266 856.90936, 18599.213 5227.0254 864.27423, 18670.297 5233.0347 861.88385, 18741.572 5182.285 857.132, 18806.717 5076.181 852.4558, 18841.252 4984.182 852.8341, 18846.371 4904.934 855.8685, 18768.773 4924.979 859.9415, 18729.846 5055.9907 851.08923, 18721.504 5160.2207 848.06866, 18773.043 5230.9507 849.9698, 18836.379 5247.5894 850.27026, 18933.18 5162.936 843.84955, 18982.42 5077.941 837.5392, 19024.592 4989.4 830.80756, 19057.494 4913.967 823.7661, 19093.77 4814.691 814.5189, 19130.148 4707.8154 807.5477, 19160.053 4617.2563 805.4035, 19179.777 4547.939 810.54584, 19194.69 4445.077 823.55927, 19114.592 4444.348 847.86005, 19083.994 4561.1543 847.4322, 19078.678 4653.322 841.48267, 19079.133 4757.5825 832.6842, 19083.457 4855.2935 826.65424, 19087.506 4928.015 821.67487, 19097.492 5006.5176 820.59186, 19113.33 5075.8955 825.3821, 19203.078 5098.088 833.6568, 19265.842 4989.6885 827.9198, 19295.988 4908.094 822.3596, 19325.637 4808.0605 817.0952, 19350.764 4705.3105 815.959, 19368.717 4627.1 815.3976, 19378.223 4562.4326 819.9822, 19372.879 4479.759 829.00543, 19296.488 4553.255 846.5406, 19281.23 4624.089 844.7425, 19272.215 4714.48 841.1669, 19270.898 4815.3945 836.08057, 19278.443 4915.601 830.1279, 19283.572 4981.2715 824.64825, 19299.629 5047.805 828.04663, 19361.732 5131.1987 835.31836, 19437.066 5141.89 840.1425, 19534.969 5080.211 840.86755, 19604.926 4992.789 851.2676, 19610.818 4916.4023 857.576, 19541.482 4945.185 855.5341, 19517.654 5043.958 854.1056, 19532.908 5116.964 856.4797, 19605.818 5139.416 855.00836, 19670.701 5150.1943 832.6759</trace>
</ink>
</file>

<file path=ppt/ink/ink51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20254.723 4865.0894 874.14984, 20178.055 4844.186 864.5372, 20091.76 4882.512 861.4427, 20031.127 4980.607 858.1123, 20018.854 5089.8213 855.6628, 20104.133 5148.3896 854.63324, 20176.098 5111.6377 850.0511, 20243.98 5027.978 837.552, 20277.39 4951.971 830.77167, 20302.44 4880.1514 826.29224, 20321.46 4815.412 821.78094, 20335.277 4739.1357 817.5524, 20343.29 4663.337 822.08405, 20344.16 4581.6147 831.09064, 20325.846 4662.0474 824.1668, 20309.518 4783.6943 815.33264, 20302.688 4848.457 812.779, 20300.271 4982.0415 814.80927, 20314.494 5081.5273 823.3609, 20385.451 5117.452 832.0059, 20462.783 5091.6523 840.39465, 20553.613 4988.8984 838.5254, 20593.207 4875.505 847.77344, 20516.338 4864.6084 848.9532, 20473.352 4935.551 844.6035, 20468.545 5001.1816 841.1748, 20481.117 5068.094 834.80096, 20516.688 5151.9863 809.1431, 20581.396 5172.131 761.19135, 20645.076 5175.059 521.73004</trace>
</ink>
</file>

<file path=ppt/ink/ink51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21208.912 4569.3174 874.14984, 21202.727 4688.327 857.9516, 21194.785 4775.0933 848.1844, 21184.363 4872.146 840.38776, 21173.475 4971.457 837.46466, 21163.172 5065.905 837.9097, 21155.385 5142.3726 842.4018, 21145.27 5210.541 849.5349, 21134.828 5133.457 848.23486, 21139.047 5067.5786 8.421028</trace>
</ink>
</file>

<file path=ppt/ink/ink51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21052.639 4610.167 874.14984, 21091.049 4525.1006 860.6366, 21179.77 4429.069 857.52637, 21243.0 4391.7275 855.5921, 21312.668 4367.071 853.93616, 21382.834 4357.5615 854.85736, 21445.852 4368.5625 856.51105, 21506.717 4453.868 855.9199, 21491.508 4516.765 852.5516, 21439.346 4616.4316 841.0948, 21356.889 4706.3535 828.33026, 21262.156 4780.7695 792.26666, 21197.713 4825.8594 722.82263</trace>
</ink>
</file>

<file path=ppt/ink/ink51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21610.629 4850.0938 874.14984, 21536.688 4861.246 866.9965, 21452.273 4910.6084 862.7815, 21400.13 4993.99 861.67706, 21393.602 5087.5454 862.4807, 21474.916 5087.274 859.5099, 21556.469 4990.351 847.0017, 21615.744 4895.839 845.6728, 21644.441 4829.993 851.02594, 21625.043 4937.0215 845.4379, 21616.482 4999.8027 848.13074, 21613.232 5099.1724 855.7921, 21686.078 5131.129 856.18475, 21746.062 5063.2666 851.271, 21796.383 4979.507 844.9676, 21789.322 5066.566 847.77814, 21821.334 5130.7334 858.9946, 21887.34 5081.535 857.8183, 21951.334 4980.995 851.85956, 21982.615 4916.161 850.848, 21976.055 4999.5947 847.39874, 21973.238 5097.2793 852.8707, 22042.816 5088.8926 853.2507, 22111.783 5056.487 839.8058</trace>
</ink>
</file>

<file path=ppt/ink/ink51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22266.98 4411.607 874.14984, 22260.35 4484.4727 857.09674, 22252.6 4551.2427 849.58777, 22242.277 4632.104 841.4954, 22230.402 4722.649 835.5627, 22218.488 4816.179 825.5275, 22209.768 4905.4575 813.76654, 22207.547 4983.8037 794.87915, 22219.992 5080.496 743.64984, 22229.293 5144.3145 633.8124</trace>
</ink>
</file>

<file path=ppt/ink/ink51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22415.9 4804.073 874.14984, 22411.611 4898.473 864.13495, 22407.643 5001.898 862.8029, 22445.316 4910.593 818.24023</trace>
</ink>
</file>

<file path=ppt/ink/ink52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22572.176 4814.415 874.14984, 22588.762 4897.1104 862.4316, 22584.586 5009.9746 861.9924, 22568.457 5078.9185 864.1789, 22595.361 4991.7812 854.2724, 22624.438 4904.0957 846.3934, 22658.541 4825.798 851.9069, 22727.291 4811.3794 857.9102, 22739.51 4905.568 859.8976, 22734.893 5003.7227 856.27, 22743.736 5066.844 858.6081</trace>
</ink>
</file>

<file path=ppt/ink/ink52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23056.627 4774.0825 874.14984, 22997.225 4848.786 868.11725, 22953.523 4938.25 865.8502, 23030.66 4908.549 854.9016, 23075.809 4839.3335 857.849, 23089.734 4930.527 854.5761, 23083.48 5004.4062 849.3059, 23072.35 5127.287 841.3133, 23066.75 5206.336 841.317, 23061.383 5286.184 841.71204, 23049.76 5401.762 843.5936, 23010.916 5504.526 849.4172, 22920.22 5550.2124 858.05145, 22864.29 5420.497 848.49634, 22842.05 5350.592 822.05176, 22832.326 5257.5557 768.36584</trace>
</ink>
</file>

<file path=ppt/ink/ink52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22487.602 4554.8394 874.14984, 22474.732 4623.094 881.3664</trace>
</ink>
</file>

<file path=ppt/ink/ink52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22325.812 4894.5635 874.14984, 22325.68 4964.5967 871.8565, 22350.535 5032.696 869.9876, 22396.066 5098.151 574.31287</trace>
</ink>
</file>

<file path=ppt/ink/ink52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16187.917 3008.2422 874.14984, 16186.538 3096.6262 863.3002, 16191.452 3159.4944 857.9278, 16199.857 3240.6272 850.4727, 16209.334 3341.031 842.3398, 16219.207 3462.056 833.33124, 16228.721 3600.727 824.34296, 16236.098 3754.1238 815.63464, 16241.4795 3876.3042 804.71313, 16244.923 4004.9463 794.2149, 16247.307 4117.2856 785.08405, 16249.674 4234.359 774.65497, 16252.792 4383.736 763.7995, 16256.693 4541.1846 754.52344, 16259.51 4653.302 746.36505, 16263.901 4791.811 713.91504, 16269.644 4940.6313 674.43396, 16276.292 5087.489 628.18604, 16281.436 5195.723 575.271, 16286.562 5293.646 516.6177, 16293.808 5381.6704 452.96957, 16299.216 5451.443 349.33652, 16304.251 5514.277 207.37454</trace>
</ink>
</file>

<file path=ppt/ink/ink52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15159.266 9210.66 874.14984, 15146.734 9140.96 871.79047, 15118.313 9074.868 859.92975, 15058.525 8984.892 857.83386, 14969.208 8904.904 860.12805, 14861.104 8849.665 859.1914, 14794.819 8821.974 858.92706, 14692.973 8783.609 857.4617, 14623.47 8761.933 856.16187, 14547.521 8740.188 855.7018, 14465.688 8719.381 854.97864, 14387.986 8702.565 854.0071, 14256.409 8680.875 852.74243, 14174.164 8675.81 852.48254, 14085.539 8676.323 851.8542, 14018.368 8678.4 850.91675, 13949.466 8684.547 850.398, 13871.835 8698.014 849.4918, 13790.158 8717.329 849.4006, 13709.135 8742.635 849.861, 13631.828 8773.713 850.597, 13526.305 8824.798 851.9871, 13432.646 8898.356 853.72, 13358.8955 8983.896 855.4687, 13295.311 9103.255 856.5106, 13256.98 9198.94 856.5056, 13233.638 9324.121 856.6467, 13233.175 9392.497 856.7797, 13245.259 9501.094 857.0091, 13292.916 9618.041 856.6139, 13364.227 9724.232 855.84076, 13450.881 9821.281 854.5423, 13569.996 9924.036 853.9499, 13675.315 9998.759 854.18085, 13793.341 10056.469 854.7831, 13866.897 10079.448 854.7583, 13934.714 10095.527 854.51807, 14063.838 10113.819 852.7494, 14135.625 10116.693 852.3841, 14255.99 10114.298 852.30994, 14330.038 10105.337 852.50397, 14407.491 10090.011 852.5816, 14525.491 10060.192 852.80176, 14589.536 10038.635 852.9213, 14657.722 10012.138 853.4794, 14726.365 9978.948 854.4705, 14792.163 9938.683 854.9686, 14883.81 9870.039 855.53955, 14965.907 9764.924 855.76294, 15022.889 9663.318 855.752, 15062.431 9539.575 855.3478, 15071.732 9466.746 855.0238, 15071.947 9389.571 854.9647, 15059.978 9272.886 855.2573, 15014.025 9171.397 855.58954, 14980.931 9105.175 856.66956</trace>
</ink>
</file>

<file path=ppt/ink/ink52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19715.117 11451.183 874.14984, 19753.215 11549.433 858.97424, 19779.615 11614.207 849.9085</trace>
</ink>
</file>

<file path=ppt/ink/ink52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19898.049 11686.456 874.14984, 19933.203 11613.866 866.19293, 19949.498 11511.51 862.96234, 19954.832 11429.107 860.3894, 19939.79 11346.711 862.00714, 19891.27 11273.955 863.3834, 19820.752 11262.267 867.37335</trace>
</ink>
</file>

<file path=ppt/ink/ink52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20061.678 10237.07 874.14984, 20127.965 10221.898 871.8502, 20211.703 10168.3125 868.8341, 20279.643 10122.429 868.82806, 20315.074 10227.815 860.4382, 20304.266 10355.503 856.0251, 20293.37 10452.172 855.03906, 20280.502 10555.82 855.24054, 20269.715 10631.613 860.4684, 20258.416 10551.6875 863.22107, 20264.17 10482.297 863.13715, 20273.613 10413.533 862.826, 20297.803 10310.815 863.0786, 20364.998 10236.93 863.24695, 20433.754 10250.849 864.2153, 20470.652 10316.261 864.6056, 20497.76 10407.871 865.1899, 20581.428 10447.749 866.0234, 20618.879 10367.514 864.7284, 20674.777 10452.029 866.2362, 20693.781 10350.7705 866.00226, 20627.566 10278.804 866.7598, 20698.057 10318.605 865.3706, 20781.121 10246.352 862.37646, 20829.445 10165.254 857.60315, 20859.23 10053.173 856.5672, 20870.59 9968.501 857.66235, 20865.803 9900.808 861.2561, 20790.639 9882.639 865.7912, 20758.299 9965.94 862.56726, 20750.94 10030.726 858.98456, 20749.371 10134.198 855.73553, 20760.885 10201.584 853.5531, 20779.611 10269.518 852.6932, 20815.734 10364.019 853.8719, 20908.033 10430.188 858.29944, 20972.102 10384.737 864.4915</trace>
</ink>
</file>

<file path=ppt/ink/ink52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21163.87 10342.556 874.14984, 21086.873 10268.0 870.05585, 21000.555 10273.912 868.7509, 20956.854 10346.516 866.73334, 20977.701 10429.456 865.9375, 21052.89 10415.054 865.4591, 21090.709 10331.515 864.682, 21119.836 10407.813 861.8484, 21191.31 10463.377 863.36224, 21224.695 10394.865 864.0714, 21280.266 10479.822 863.9485, 21360.305 10494.791 857.497, 21407.117 10407.898 858.5179, 21480.084 10353.225 861.94385, 21524.234 10430.286 862.6375, 21586.633 10515.754 866.50146, 21654.848 10543.885 866.16284, 21746.625 10502.606 864.01215, 21798.795 10424.42 864.3013, 21813.465 10328.152 864.89484, 21743.396 10300.937 862.4749, 21726.719 10383.804 860.123, 21733.604 10467.523 856.82166, 21776.752 10569.745 849.6439, 21849.049 10639.099 827.6272, 21915.33 10664.661 392.4053</trace>
</ink>
</file>

<file path=ppt/ink/ink53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21238.33 10071.6045 874.14984, 21227.492 10138.855 869.6429</trace>
</ink>
</file>

<file path=ppt/ink/ink53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20568.19 10327.561 874.14984, 20502.928 10364.28 870.2853, 20548.701 10430.608 868.60284, 20617.836 10426.286 867.42255, 20632.826 10335.686 864.48004, 20567.586 10254.817 860.3166, 20504.203 10212.321 423.28296</trace>
</ink>
</file>

<file path=ppt/ink/ink53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21477.338 10644.532 874.14984, 21401.238 10607.586 864.2857, 21271.627 10564.08 853.4133, 21179.188 10540.214 846.2131, 21107.37 10522.424 840.16077, 21020.787 10506.928 833.3922, 20932.889 10495.7 826.51086, 20843.623 10486.521 816.78564, 20716.225 10484.089 803.31586, 20566.443 10483.536 790.9228, 20410.053 10475.965 755.424, 20308.816 10471.18 724.1722, 20241.953 10469.564 675.1001, 20170.244 10467.769 630.3382</trace>
</ink>
</file>

<file path=ppt/ink/ink53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8684.92 9754.115 874.14984, 8773.03 9761.734 862.00964, 8850.637 9771.707 842.8189, 8951.358 9788.491 831.8339, 9074.602 9814.039 818.56854, 9221.465 9848.313 802.8431, 9319.527 9871.386 762.6005, 9457.731 9905.245 720.2482, 9545.889 9926.842 686.9176, 9614.871 9942.893 601.34595, 9706.217 9966.117 503.15897</trace>
</ink>
</file>

<file path=ppt/ink/ink53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6458.473 10947.026 874.14984, 6446.625 10857.878 866.81244, 6415.8574 10775.93 865.0566, 6354.97 10690.399 864.5518, 6277.6724 10627.291 863.68134, 6168.0605 10599.326 862.92395, 6073.9707 10607.267 862.38446, 5974.365 10670.033 861.33203, 5907.78 10741.42 859.42535, 5860.422 10855.676 857.3334, 5840.347 10957.025 855.9263, 5844.2324 11089.889 855.1469, 5854.2344 11160.134 854.83954, 5877.8164 11267.994 854.4391, 5929.81 11390.587 855.18805, 5980.5947 11480.719 856.23334, 6049.6216 11568.805 857.285, 6115.6045 11634.064 858.67615, 6187.2607 11675.878 862.18365, 6256.497 11686.998 864.3723, 6342.3228 11643.818 863.2898, 6420.62 11536.68 859.9499, 6448.217 11415.285 857.6094, 6453.169 11292.449 852.9101, 6440.3296 11198.666 848.17365, 6418.3667 11087.262 842.2005, 6390.218 10959.8955 835.4573, 6371.8926 10877.179 826.93854, 6354.8457 10797.947 805.98785, 6338.9688 10735.022 794.8904</trace>
</ink>
</file>

<file path=ppt/ink/ink53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5431.6597 13255.287 874.14984, 5502.9727 13237.11 853.7953, 5568.3447 13223.06 729.46893</trace>
</ink>
</file>

<file path=ppt/ink/ink53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11688.141 13013.81 874.14984, 11780.542 13047.791 870.8975, 11893.115 13042.784 868.1323, 11967.553 13033.261 866.14874, 12083.668 13019.903 861.6102, 12158.915 13015.173 858.0438, 12232.046 13012.613 853.0844, 12350.785 13011.277 844.71704, 12464.917 13016.471 843.2603, 12541.192 13022.414 843.7231, 12622.253 13027.093 844.62384, 12745.027 13031.72 846.77356, 12812.166 13033.376 848.5229, 12880.946 13035.727 850.5908, 12948.328 13037.07 853.21814, 13040.128 13037.187 858.19836, 13113.951 13027.795 862.866, 13178.261 12984.335 873.2133</trace>
</ink>
</file>

<file path=ppt/ink/ink53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11300.214 8336.271 874.14984, 11261.284 8243.055 870.7347, 11193.627 8167.9204 868.8413, 11087.2705 8101.7544 867.6989, 10987.122 8062.9683 866.8558, 10877.31 8042.371 865.6297, 10771.279 8043.248 865.56995, 10658.104 8082.5825 865.93677, 10577.274 8166.1353 866.2826, 10543.089 8255.863 866.82135, 10539.578 8334.253 866.9062, 10564.639 8430.674 865.97815, 10602.081 8519.533 864.8387, 10665.826 8628.109 864.7638, 10750.936 8735.039 865.15063, 10860.743 8822.691 865.20605, 10963.366 8868.234 865.8139, 11063.028 8869.718 866.34784, 11146.083 8837.548 865.72095, 11215.343 8772.188 864.4461, 11260.362 8668.367 862.7282, 11269.737 8603.029 861.1972, 11268.953 8533.589 859.68256, 11256.672 8421.269 857.822, 11240.91 8351.483 857.1152, 11224.486 8275.059 855.6926, 11207.9375 8210.812 750.5608</trace>
</ink>
</file>

<file path=ppt/ink/ink53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408.8254 7521.3477 874.14984, 514.8541 7569.5615 868.857, 598.95886 7590.442 866.0157, 696.0032 7605.7754 860.4079, 765.6646 7613.0625 856.23346, 842.3201 7620.5874 851.7632, 907.10004 7626.637 848.6196, 1028.6222 7635.2925 847.52747, 1101.426 7638.3613 848.187, 1181.2944 7640.339 848.6378, 1302.4468 7642.3584 849.3434, 1382.7452 7642.8276 850.15375, 1472.9927 7643.101 850.44055, 1572.3422 7643.249 850.2666, 1665.1199 7643.3267 848.6611, 1739.2354 7643.3677 846.51337, 1829.4039 7643.38 842.4204, 1931.6326 7643.38 838.50244, 2043.627 7643.38 834.86115, 2126.66 7643.38 832.7467, 2217.209 7643.38 830.4023, 2323.5164 7644.2964 828.1562, 2440.0386 7646.9106 825.5589, 2562.8406 7649.527 823.23755, 2689.729 7651.921 821.4299, 2774.7925 7653.518 820.3997, 2882.999 7656.207 819.5842, 3006.5525 7660.3384 817.7581, 3138.749 7665.594 815.1951, 3249.1243 7670.2886 812.59985, 3348.6184 7674.8135 810.54315, 3468.7383 7679.391 808.6753, 3603.5706 7684.175 807.15576, 3749.6 7690.7573 804.7359, 3903.5623 7698.147 801.385, 4020.0613 7703.808 797.7106, 4138.2866 7710.092 794.3882, 4274.743 7717.9946 792.02374, 4421.7627 7728.052 790.9645, 4561.899 7737.7812 791.49884, 4666.732 7745.094 791.9435, 4794.7793 7752.3945 792.2434, 4939.202 7758.95 791.8153, 5095.5513 7766.466 791.56854, 5213.327 7772.104 791.6196, 5335.325 7777.8965 791.3726, 5477.3115 7784.564 790.56586, 5634.343 7791.5957 789.3323, 5801.824 7797.3843 787.5845, 5976.612 7801.8374 785.11316, 6090.525 7804.723 783.1194, 6229.7925 7807.8447 782.1066, 6384.708 7813.1504 781.2392, 6549.777 7819.8555 780.51117, 6691.713 7825.926 779.8891, 6815.3457 7831.4224 779.2342, 6962.689 7837.8916 778.39764, 7126.3926 7844.9937 777.2022, 7302.029 7852.346 775.8236, 7486.3926 7858.3975 774.70746, 7624.7163 7862.4297 773.2206, 7765.364 7865.3027 771.8723, 7925.6963 7868.4106 771.15875, 8096.8696 7872.0356 770.7976, 8271.619 7875.5747 770.15356, 8388.981 7877.9326 769.2364, 8533.167 7881.6274 769.35657, 8695.102 7886.1904 770.1521, 8867.251 7889.1196 771.3373, 9045.046 7889.721 773.37415, 9193.573 7889.4824 775.79736, 9323.722 7888.6685 777.66754, 9474.237 7888.4897 778.33997, 9637.361 7889.8184 778.4675, 9810.041 7891.9517 778.6419, 9926.12 7893.3765 779.1078, 10064.912 7894.9663 778.1044, 10222.686 7896.336 774.4338, 10392.16 7897.4116 772.5093, 10551.123 7898.1274 771.48114, 10671.152 7898.6016 770.4029, 10814.59 7898.9155 770.4936, 10971.823 7900.5864 773.7834, 11136.73 7903.302 777.67554, 11252.096 7905.2324 780.7698, 11381.541 7907.587 783.6043, 11527.759 7911.1274 785.16016, 11683.844 7915.808 787.1556, 11845.373 7920.134 787.7814, 12002.256 7923.58 788.83514, 12112.101 7925.918 790.6062, 12242.294 7927.621 792.3965, 12384.425 7928.707 792.2729, 12534.004 7929.3926 792.70795, 12689.162 7929.836 792.91144, 12825.953 7930.807 793.4488, 12935.07 7931.8135 794.8136, 13062.887 7932.985 795.6525, 13201.894 7933.1797 797.80914, 13345.028 7932.929 798.92633, 13450.638 7932.588 799.42554, 13557.653 7931.8076 800.1024, 13677.631 7929.8345 802.8749, 13806.688 7926.3496 804.96783, 13941.978 7922.433 807.39496, 14073.792 7919.4014 809.37305, 14166.019 7917.351 811.45807, 14276.063 7916.0127 814.03357, 14397.055 7913.8647 815.21844, 14523.899 7910.4565 816.48004, 14623.859 7907.6973 817.78937, 14718.239 7904.99 819.0662, 14826.51 7902.6987 819.5178, 14943.478 7899.955 820.5582, 15066.095 7896.1777 821.43945, 15192.814 7890.9746 821.2895, 15287.496 7886.8765 820.69366, 15382.259 7882.3613 820.0979, 15487.204 7876.5117 821.26605, 15599.114 7869.982 823.51227, 15698.6045 7864.7114 826.217, 15778.933 7860.6816 828.51733, 15873.23 7856.2334 830.7609, 15976.933 7851.343 831.8002, 16085.453 7845.4404 831.3107, 16197.09 7839.072 832.23926, 16281.312 7834.2134 834.31024, 16365.196 7830.1577 836.37354, 16461.525 7828.296 837.80475, 16568.22 7827.6724 838.0681, 16673.992 7828.207 836.9967, 16749.445 7828.7373 835.8349, 16840.31 7830.5737 834.1674, 16940.87 7832.895 833.5273, 17046.11 7834.9917 833.93506, 17129.791 7836.539 834.8912, 17206.998 7837.773 835.4896, 17295.268 7838.585 837.321, 17390.88 7839.106 839.03345, 17491.56 7839.4326 840.5751, 17597.275 7839.636 840.7908, 17675.81 7839.4395 840.06964, 17755.51 7838.333 839.74713, 17845.234 7834.297 839.87787, 17944.1 7827.997 839.94604, 18038.936 7821.2266 840.43207, 18109.598 7816.011 840.55927, 18194.47 7809.5015 840.2993, 18288.252 7803.622 840.3188, 18388.15 7797.7803 840.43085, 18494.273 7792.149 841.00684, 18578.922 7787.7983 841.9213, 18661.451 7783.2935 841.8114, 18758.28 7778.0244 840.3303, 18865.348 7773.1826 837.7124, 18976.566 7767.999 835.1749, 19051.371 7764.5107 833.0108, 19143.492 7760.0835 831.60315, 19245.893 7755.945 830.902, 19355.623 7752.548 830.55286, 19470.412 7750.3643 829.24866, 19588.516 7748.9546 829.04236, 19700.1 7749.087 828.80554, 19780.879 7749.4634 829.4782, 19877.137 7751.9287 830.1525, 19982.508 7755.393 830.30676, 20094.021 7758.382 829.6723, 20186.809 7760.5327 828.8001, 20268.365 7762.137 828.35284, 20362.855 7763.1875 828.3549, 20465.758 7763.8716 830.2936, 20573.146 7765.233 831.38654, 20682.258 7766.654 832.88983, 20792.855 7767.0244 834.91077, 20876.916 7767.1167 836.718, 20957.664 7766.905 838.36725, 21049.03 7766.2056 840.72534, 21146.293 7765.3823 842.6112, 21248.031 7764.845 843.8264, 21352.406 7764.4946 844.77234, 21422.594 7764.267 844.9583, 21503.234 7764.1074 844.4029, 21592.62 7763.9956 844.284, 21687.363 7765.215 844.32416, 21771.678 7767.043 845.57556, 21839.748 7768.8525 846.7311, 21920.314 7771.3193 847.44415, 22007.717 7774.9463 848.3451, 22098.902 7779.5054 848.52747, 22193.525 7785.2188 849.33234, 22289.887 7792.9707 849.7052, 22385.633 7802.7764 848.1278, 22478.35 7813.553 844.26886, 22560.822 7821.276 838.1952, 22682.715 7825.2427 819.17316, 22756.59 7826.533 787.62317, 22820.016 7820.687 214.09236</trace>
</ink>
</file>

<file path=ppt/ink/ink53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2837.5093 9151.194 874.14984, 2816.4446 9069.843 874.14984, 2776.5083 8985.173 871.7753, 2692.8413 8901.19 869.71405, 2629.368 8861.471 867.99255, 2554.806 8825.656 864.31915, 2444.7676 8781.796 856.59143, 2349.7554 8757.147 851.2111, 2264.1697 8746.265 850.0023, 2156.6428 8753.662 851.51276, 2059.1184 8773.206 853.5613, 1937.9199 8828.322 855.4195, 1833.8455 8903.0205 856.53815, 1761.0482 8987.165 856.7327, 1708.2582 9106.642 856.2497, 1681.4702 9205.811 856.02466, 1676.7234 9274.239 855.7913, 1679.4896 9352.044 855.382, 1686.2328 9417.228 854.75574, 1717.4572 9553.398 851.01044, 1749.9567 9634.795 847.4732, 1793.2352 9717.831 844.59937, 1863.1019 9832.974 840.87787, 1914.2723 9897.231 841.0838, 1972.9398 9962.049 841.808, 2074.814 10060.501 843.51935, 2204.374 10144.497 846.69446, 2281.5159 10176.346 848.7062, 2397.3733 10211.4 851.8029, 2465.3855 10219.067 852.8327, 2533.4019 10217.661 853.3981, 2636.2793 10201.226 854.5395, 2721.128 10156.26 856.69037, 2787.0889 10088.031 857.98706, 2835.3955 10001.771 858.3597, 2870.3018 9883.47 857.82104, 2890.0083 9782.749 857.3882, 2903.6694 9656.559 856.8932, 2908.8562 9555.405 857.0309, 2904.6453 9435.961 857.6107, 2896.458 9333.368 858.3976, 2879.3901 9229.805 859.0431, 2855.1213 9137.771 860.08093, 2825.3108 9062.387 863.26166, 2774.7651 8982.201 869.0087, 2728.0935 8916.778 244.19666</trace>
</ink>
</file>

<file path=ppt/ink/ink54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2003.741 9377.677 874.14984, 2095.9329 9384.863 867.19183, 2161.2258 9387.529 862.5576, 2262.0293 9392.049 861.0483, 2353.0686 9394.58 864.3295, 2418.7139 9384.686 862.9839, 2484.5093 9373.36 753.32684</trace>
</ink>
</file>

<file path=ppt/ink/ink54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2271.2454 9195.665 874.14984, 2268.7393 9296.398 866.59595, 2265.8904 9366.054 860.99023, 2263.7036 9468.409 845.9161, 2273.1372 9553.086 830.7288, 2280.0876 9617.706 794.05255</trace>
</ink>
</file>

<file path=ppt/ink/ink54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3195.1013 9392.673 874.14984, 3263.817 9436.635 872.11163, 3253.602 9368.719 870.4855, 3214.5066 9434.759 868.8233, 3192.409 9370.149 868.6126, 3126.8264 9403.668 574.46204</trace>
</ink>
</file>

<file path=ppt/ink/ink54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3165.685 9346.652 874.14984, 3133.5732 9442.669 869.35925, 3160.4714 9524.063 868.70215, 3229.3208 9546.341 867.9528, 3284.7532 9470.425 865.6832, 3272.7278 9386.059 863.828, 3215.5425 9314.396 863.86194, 3144.374 9286.036 864.1241, 3081.4155 9318.053 864.1109, 3066.898 9407.474 863.01196, 3129.2698 9497.159 863.4101, 3224.4836 9509.345 863.75256, 3278.2803 9435.351 864.374, 3221.1987 9368.427 865.09393, 3184.1782 9449.615 866.75195, 3131.105 9382.705 873.35425</trace>
</ink>
</file>

<file path=ppt/ink/ink54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6011.7124 8848.701 874.14984, 5909.1987 8772.461 869.05164, 5808.777 8724.404 864.2932, 5700.455 8690.537 860.5851, 5603.7554 8669.054 858.5393, 5494.8145 8661.725 856.9098, 5394.7046 8670.734 857.5825, 5292.3276 8700.989 858.2488, 5175.1924 8763.627 857.6583, 5084.0024 8828.914 856.6848, 4991.978 8933.323 855.9731, 4934.582 9028.28 855.3671, 4911.379 9092.164 854.73065, 4893.0522 9166.352 853.5641, 4882.7563 9246.698 852.1274, 4878.7437 9367.727 850.5082, 4889.076 9445.231 850.49866, 4904.5015 9527.04 850.7489, 4917.8794 9592.182 850.91, 4931.9116 9654.942 850.87006, 4952.863 9727.558 850.96857, 4981.8916 9805.339 851.0174, 5020.051 9887.007 851.2802, 5068.6455 9971.025 850.26904, 5151.2886 10093.89 846.99426, 5210.4946 10157.784 844.9672, 5280.1724 10219.614 842.41833, 5346.4395 10272.47 841.41376, 5462.4873 10353.2 841.3739, 5533.176 10391.573 842.81647, 5609.519 10425.264 844.0721, 5730.499 10469.357 847.43567, 5801.3384 10483.816 849.1882, 5882.537 10489.77 850.63965, 5962.8647 10485.497 851.90936, 6100.5654 10457.441 850.34894, 6177.2324 10417.772 847.8788, 6242.32 10358.987 841.98895, 6317.2144 10300.98 826.5717, 6363.8716 10236.937 711.36707</trace>
</ink>
</file>

<file path=ppt/ink/ink54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5817.749 8743.733 874.14984, 5887.576 8778.69 868.2004, 5973.5747 8825.948 858.75635, 6056.8057 8880.771 854.6694, 6155.648 8963.437 852.8108, 6238.8027 9045.425 852.17676, 6323.3223 9145.917 853.0965, 6402.08 9253.273 854.4454, 6466.21 9355.739 855.83594, 6522.2285 9477.586 856.31506, 6554.9824 9573.489 856.8067, 6571.7524 9693.671 857.47327, 6570.6025 9787.757 858.1921, 6547.562 9891.01 859.0235, 6513.4307 9981.442 859.4614, 6465.6895 10074.978 859.28723, 6408.908 10163.743 859.3431, 6352.7856 10231.001 859.9862, 6271.5317 10299.912 860.63544, 6203.6455 10349.697 860.7423, 6123.9263 10391.392 860.9644, 6058.9263 10420.526 837.6962</trace>
</ink>
</file>

<file path=ppt/ink/ink54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5832.4575 9558.658 874.14984, 5720.6147 9550.468 860.0112, 5654.9785 9548.181 852.9756, 5584.709 9547.841 843.46454, 5516.877 9546.873 833.49493, 5426.5093 9536.136 814.7921, 5363.6353 9528.666 773.19507</trace>
</ink>
</file>

<file path=ppt/ink/ink54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5534.6177 9377.677 874.14984, 5549.81 9470.457 864.7644, 5569.1157 9561.298 860.7773, 5586.0737 9636.28 857.50085, 5602.872 9711.949 845.36975</trace>
</ink>
</file>

<file path=ppt/ink/ink54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4402.0894 9437.143 874.14984, 4307.8276 9455.524 872.48236, 4314.061 9534.704 869.6772, 4388.655 9473.874 868.0677, 4357.431 9396.988 866.65985, 4277.719 9379.045 866.1835, 4269.082 9450.374 866.00134, 4344.2305 9471.771 866.23926, 4330.735 9392.924 866.01965, 4264.4897 9388.604 866.3004, 4284.438 9479.656 866.13947, 4347.28 9495.489 866.58636, 4347.315 9431.322 866.9187, 4275.2603 9435.639 867.71857, 4316.738 9505.236 868.4322, 4309.5786 9429.872 868.2, 4238.8164 9422.714 871.19763, 4208.9795 9489.187 867.64056, 4287.4106 9488.8955 867.08527, 4292.987 9418.901 866.5697, 4228.091 9413.063 866.742, 4230.756 9481.315 866.79834, 4296.5444 9492.89 867.2116, 4275.001 9427.535 867.7484</trace>
</ink>
</file>

<file path=ppt/ink/ink54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4059.2053 9407.151 874.14984, 3978.1487 9471.699 869.8836, 3912.0735 9471.731 868.48645, 3832.9128 9471.012 866.59406, 3748.323 9470.191 865.4017, 3622.9924 9469.116 863.5722, 3555.8247 9467.166 863.78357, 3449.7822 9462.689 865.06067, 3344.813 9454.754 866.7681, 3280.8884 9444.244 847.1869</trace>
</ink>
</file>

<file path=ppt/ink/ink55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2942.305 9210.66 874.14984, 3012.142 9207.252 871.6607, 3133.8535 9195.864 866.3759, 3207.149 9189.133 863.5185, 3280.1917 9182.4 860.66693, 3350.7903 9175.42 859.3443, 3458.0989 9164.392 857.9121, 3544.6492 9156.98 857.041, 3640.7512 9148.945 857.7501, 3722.8591 9142.717 859.2961, 3830.355 9140.001 860.47754, 3927.2156 9144.818 860.7211, 4030.2185 9157.682 861.20703, 4120.373 9176.094 862.6013, 4230.629 9213.684 862.7709, 4320.731 9260.185 863.0724, 4393.0176 9320.469 864.7766, 4463.6216 9427.546 865.66895, 4487.3364 9497.375 865.40796, 4484.9805 9561.927 866.6637, 4445.0864 9629.017 867.07446, 4364.3203 9691.508 866.3318, 4284.9697 9730.397 865.467, 4196.4663 9756.828 865.6998, 4079.3381 9775.881 864.31964, 3981.852 9785.385 863.8815, 3876.0435 9790.3545 864.72675, 3810.957 9791.29 864.61115, 3736.0503 9788.698 864.518, 3656.9429 9781.835 864.55817, 3576.297 9770.752 864.711, 3496.8735 9755.98 864.8832, 3420.8108 9737.364 865.15875, 3347.5864 9714.253 865.57086, 3277.8745 9686.752 865.73444, 3211.9897 9655.658 865.8442, 3097.3516 9586.771 866.46826, 3026.434 9534.06 867.3197, 2948.6663 9449.909 868.7633, 2911.5405 9378.839 869.7563, 2927.597 9309.423 868.4703</trace>
</ink>
</file>

<file path=ppt/ink/ink55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2421.0847 9739.637 874.14984, 2340.13 9723.815 871.5947</trace>
</ink>
</file>

<file path=ppt/ink/ink55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3344.0215 8848.701 874.14984, 3429.0608 8862.862 870.2831, 3530.0503 8876.942 868.0962, 3639.7666 8891.286 865.9049, 3713.7817 8898.428 863.3521, 3789.3667 8905.0 860.3303, 3854.34 8910.512 858.43976, 3965.0625 8919.005 858.84784, 4059.6477 8923.544 861.3784, 4164.7734 8925.385 862.85657, 4262.1196 8910.123 863.4616, 4334.983 8887.482 857.8417</trace>
</ink>
</file>

<file path=ppt/ink/ink55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4089.541 8712.709 874.14984, 4132.419 8777.656 871.48413, 4218.7666 8838.837 870.6085, 4287.659 8904.073 870.1749, 4281.51 8971.968 870.0364, 4208.746 9031.27 868.79047</trace>
</ink>
</file>

<file path=ppt/ink/ink55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4476.549 8245.265 874.14984, 4527.1074 8177.905 870.88544, 4445.456 8133.4443 866.95465, 4363.353 8166.402 866.17926, 4327.4673 8247.109 863.7556, 4366.818 8315.235 859.8761, 4442.933 8402.494 854.87463, 4498.5205 8467.918 855.45044, 4524.445 8559.129 859.96674, 4436.796 8630.092 863.89545, 4366.735 8622.067 867.13965, 4397.586 8532.8 865.7647, 4469.196 8471.747 857.36383</trace>
</ink>
</file>

<file path=ppt/ink/ink55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4551.0093 8487.26 874.14984, 4633.62 8496.09 871.3995, 4696.729 8495.633 865.1117, 4761.692 8496.069 854.4978</trace>
</ink>
</file>

<file path=ppt/ink/ink55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4655.8047 8411.249 874.14984, 4582.3125 8459.247 874.14984, 4675.8345 8453.071 871.38684, 4678.6357 8367.062 869.1447, 4581.471 8344.645 867.2113, 4494.2437 8400.069 865.299, 4474.4556 8483.832 862.0738, 4499.522 8554.169 857.82794, 4589.1045 8630.023 853.69916, 4692.021 8661.731 851.7843, 4766.5317 8664.197 843.91595, 4834.1416 8652.725 819.9979</trace>
</ink>
</file>

<file path=ppt/ink/ink55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4208.1255 8517.251 874.14984, 4123.691 8519.222 869.41565, 4046.6653 8517.989 867.71295, 3980.8062 8513.606 758.14624</trace>
</ink>
</file>

<file path=ppt/ink/ink55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4759.681 8230.27 874.14984, 4708.7866 8166.392 867.489, 4616.8677 8096.9194 861.8931, 4522.1133 8045.6978 858.95844, 4443.2944 8018.5103 858.2271, 4360.3413 8005.721 857.64215, 4256.9155 8021.458 857.8318, 4180.057 8048.476 858.56903, 4091.5825 8108.9883 859.00305, 4018.3616 8184.783 859.29144, 3972.6758 8257.018 860.18695, 3945.2576 8345.278 861.79224, 3947.3027 8442.1875 861.8392, 3985.1328 8549.421 860.0412, 4031.7886 8629.665 858.8969, 4102.813 8715.602 858.3439, 4199.6343 8806.085 860.46344, 4301.0615 8856.675 861.76337, 4382.736 8884.399 861.3534, 4483.168 8898.24 860.4264, 4579.232 8894.335 859.7078, 4676.0444 8867.083 859.05096, 4754.9253 8822.73 860.1296, 4827.4556 8749.129 860.8457, 4875.475 8672.115 860.5526, 4874.44 8555.279 859.5759, 4866.1997 8474.965 856.7351, 4833.9604 8409.046 238.38008</trace>
</ink>
</file>

<file path=ppt/ink/ink55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2539.6694 8426.244 874.14984, 2615.3757 8447.908 868.84784, 2695.7827 8452.276 866.33673, 2759.6309 8448.516 860.8472</trace>
</ink>
</file>

<file path=ppt/ink/ink56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2584.7131 8305.247 874.14984, 2584.7131 8384.46 872.1328, 2580.9028 8480.429 870.10187, 2579.138 8564.39 870.0115, 2589.2083 8629.937 427.5255</trace>
</ink>
</file>

<file path=ppt/ink/ink56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2793.385 8456.751 874.14984, 2757.6797 8528.567 871.2097, 2812.8765 8592.948 869.89026, 2841.5867 8495.112 864.26715, 2810.1252 8413.008 862.85065, 2747.4238 8316.919 862.30817, 2681.062 8226.146 862.94135, 2671.617 8145.715 865.41156, 2753.9636 8131.2607 853.1053, 2828.9346 8128.0166 789.6888</trace>
</ink>
</file>

<file path=ppt/ink/ink56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2897.2612 8395.736 874.14984, 2981.2354 8439.426 871.7194, 2975.35 8359.639 870.1122, 2908.1282 8352.594 868.9474, 2860.048 8434.399 866.82654, 2911.2273 8534.896 865.5602, 2972.5054 8600.108 865.2791, 3046.1807 8619.431 864.2658, 3110.778 8617.532 8.635114</trace>
</ink>
</file>

<file path=ppt/ink/ink56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2614.1294 8441.239 874.14984, 2532.9814 8439.08 874.14984, 2434.5652 8442.496 872.87604, 2361.333 8448.995 871.81647</trace>
</ink>
</file>

<file path=ppt/ink/ink56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3210.7288 11323.463 874.14984, 3141.5752 11333.925 871.4273, 3075.335 11374.436 870.08044, 3024.4397 11457.168 869.0769, 3040.5168 11554.144 867.89813, 3107.535 11641.255 867.1457, 3173.4907 11686.644 867.02527, 3265.3013 11691.64 867.0431, 3335.0261 11672.822 867.14514, 3408.8508 11598.343 867.66864, 3427.0564 11531.614 867.6084, 3407.9856 11442.522 867.28955, 3373.3057 11376.813 867.28326, 3281.4946 11325.736 868.0729, 3210.729 11316.224 871.9687</trace>
</ink>
</file>

<file path=ppt/ink/ink56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3314.605 11414.986 874.14984, 3236.252 11409.46 871.3546, 3151.606 11416.757 870.2316, 3221.3804 11451.043 867.8153, 3161.9514 11519.122 868.5241, 3229.361 11544.835 867.9444, 3163.0813 11590.651 867.45294, 3237.3855 11590.493 866.545, 3179.1453 11526.429 680.24713</trace>
</ink>
</file>

<file path=ppt/ink/ink56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3314.605 11444.461 874.14984, 3236.0964 11446.206 871.3109, 3156.7024 11455.385 869.1444</trace>
</ink>
</file>

<file path=ppt/ink/ink56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3269.5613 11429.465 874.14984, 3196.5774 11481.6 871.3994, 3264.252 11556.214 871.1249, 3199.1216 11606.5 870.2903, 3217.2366 11531.693 869.4784, 3288.979 11566.793 868.0605, 3333.0269 11630.885 8.680358</trace>
</ink>
</file>

<file path=ppt/ink/ink56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3254.8533 11535.467 874.14984, 3249.2869 11612.423 853.7773, 3245.352 11678.512 761.53766</trace>
</ink>
</file>

<file path=ppt/ink/ink56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3314.605 11927.934 874.14984, 3220.5867 11880.953 870.6267, 3157.0515 11907.522 867.994, 3188.126 12017.541 864.54156, 3233.1077 12101.618 859.85345, 3295.816 12203.346 861.8798, 3344.64 12296.223 863.0626, 3359.7834 12386.21 864.5181, 3307.0586 12462.811 865.65204, 3243.7493 12498.298 866.958, 3160.2969 12473.6045 866.6193, 3139.5122 12396.498 866.05615, 3172.7654 12326.031 865.14966, 3255.0476 12268.29 862.4628, 3318.4832 12229.217 855.38354</trace>
</ink>
</file>

<file path=ppt/ink/ink57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3046.1812 12335.396 874.14984, 2960.8865 12339.351 866.35565, 2847.17 12338.825 862.94684, 2768.6135 12338.181 863.84973</trace>
</ink>
</file>

<file path=ppt/ink/ink57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2822.8013 12139.421 874.14984, 2826.108 12227.564 845.2365, 2832.8833 12305.391 843.4206, 2846.0486 12380.633 848.4767, 2871.3755 12452.213 855.4419, 2936.3398 12501.878 762.37933</trace>
</ink>
</file>

<file path=ppt/ink/ink57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3448.817 12335.396 874.14984, 3547.219 12335.269 871.3594, 3594.19 12246.161 869.66376, 3515.7415 12236.15 868.08307, 3502.789 12336.723 865.9066, 3568.309 12446.586 864.6379, 3640.0632 12497.62 864.5392, 3703.181 12480.832 861.1012</trace>
</ink>
</file>

<file path=ppt/ink/ink57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4774.389 11444.461 874.14984, 4676.2124 11392.012 872.0134, 4580.576 11385.7295 870.08075, 4503.22 11444.326 868.7189, 4482.323 11556.676 867.4349, 4501.2266 11656.757 865.98804, 4568.0005 11735.032 865.7198, 4670.3506 11769.211 865.9322, 4750.072 11768.07 866.351, 4828.825 11714.115 866.8324, 4860.459 11619.084 866.9812, 4823.195 11511.25 866.9229, 4728.9287 11444.835 866.5245, 4661.8633 11405.833 865.855, 4597.0947 11409.619 240.65807</trace>
</ink>
</file>

<file path=ppt/ink/ink57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4715.557 11564.941 874.14984, 4635.0396 11665.683 868.76276, 4574.97 11728.504 861.5371</trace>
</ink>
</file>

<file path=ppt/ink/ink57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4699.929 11549.946 874.14984, 4629.737 11581.482 879.2094, 4565.7993 11607.836 825.5231</trace>
</ink>
</file>

<file path=ppt/ink/ink57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4641.0967 11459.974 874.14984, 4573.478 11500.903 867.6103, 4496.0376 11555.584 858.4264, 4431.6094 11599.02 236.63904</trace>
</ink>
</file>

<file path=ppt/ink/ink57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4387.3813 12364.869 874.14984, 4502.2886 12402.613 869.5528, 4571.807 12394.014 866.4124, 4637.061 12390.117 861.18774, 4701.2173 12377.028 674.0758</trace>
</ink>
</file>

<file path=ppt/ink/ink57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4938.937 12139.421 874.14984, 4937.114 12057.642 869.6402, 4865.6978 12023.135 868.16284, 4809.027 12089.745 864.7716, 4816.452 12177.528 855.7486, 4838.679 12240.492 848.0191, 4871.086 12308.604 841.0075, 4932.416 12417.123 836.8079, 5000.114 12515.663 839.0661, 5060.288 12605.116 846.5793, 5064.2417 12669.1045 854.6937, 4969.59 12690.856 863.3052, 4868.8726 12650.115 865.42096, 4826.13 12574.423 865.3973, 4898.155 12506.646 864.17755, 4961.1353 12485.436 864.94965</trace>
</ink>
</file>

<file path=ppt/ink/ink57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5087.857 12440.364 874.14984, 5171.3057 12484.8 870.911, 5235.069 12425.278 869.91943, 5206.9287 12354.913 869.2279, 5133.7773 12343.316 867.7904, 5070.064 12427.14 866.0358, 5081.0796 12526.229 864.8396, 5151.59 12615.716 864.0015, 5252.256 12654.298 861.1188, 5320.019 12674.225 854.3493</trace>
</ink>
</file>

<file path=ppt/ink/ink58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2316.289 11988.433 874.14984, 2235.7515 12002.344 870.64777, 2168.6108 12047.934 867.1057, 2143.1213 12116.073 866.1713, 2146.9934 12185.31 865.1773, 2201.1416 12259.545 864.45746, 2269.6682 12242.83 864.2244, 2313.7935 12151.641 864.95764, 2332.3047 12247.192 856.26953, 2341.6848 12364.273 845.4161, 2349.0417 12436.821 840.1485, 2356.8716 12511.236 839.7211, 2368.0479 12625.26 842.4015, 2374.0999 12719.246 848.95026</trace>
</ink>
</file>

<file path=ppt/ink/ink58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2510.253 12229.911 874.14984, 2573.4487 12240.419 857.8075</trace>
</ink>
</file>

<file path=ppt/ink/ink58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2479.9172 12395.895 874.14984, 2559.3796 12414.98 870.4997, 2625.584 12428.799 843.1643</trace>
</ink>
</file>

<file path=ppt/ink/ink58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4015.0808 12139.421 874.14984, 3939.5989 12138.679 869.5228, 3906.2136 12207.221 865.4562, 3935.8604 12290.433 866.2132, 4008.918 12282.325 865.1894, 4045.0193 12193.818 859.3331, 4072.118 12260.945 852.10297, 4077.894 12334.629 848.90204, 4086.54 12418.299 846.63837, 4093.4429 12483.069 845.57135, 4107.4624 12600.725 847.8966, 4117.7314 12678.314 851.71985, 4125.6484 12742.885 846.49976</trace>
</ink>
</file>

<file path=ppt/ink/ink58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4164.001 11836.927 874.14984, 4137.8154 11926.342 865.01733, 4116.85 12011.957 863.095, 4099.008 12078.349 805.7696</trace>
</ink>
</file>

<file path=ppt/ink/ink58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4133.6655 12320.4 874.14984, 4223.128 12308.8 862.928, 4287.3306 12297.965 831.7613</trace>
</ink>
</file>

<file path=ppt/ink/ink58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4178.709 12455.876 874.14984, 4280.5264 12451.56 870.31305, 4349.6914 12447.603 865.72656</trace>
</ink>
</file>

<file path=ppt/ink/ink58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5280.9014 12440.364 874.14984, 5354.9004 12450.861 870.0593, 5421.475 12455.573 868.0405, 5488.9653 12446.502 865.9359, 5554.296 12437.974 755.0927</trace>
</ink>
</file>

<file path=ppt/ink/ink58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5311.2373 12591.353 874.14984, 5394.039 12587.539 869.22906, 5486.4385 12571.509 867.9795, 5549.9062 12561.127 859.2877</trace>
</ink>
</file>

<file path=ppt/ink/ink58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5579.661 12501.38 874.14984, 5649.7866 12516.869 869.9702, 5714.1567 12515.151 869.0498, 5788.333 12508.619 867.454</trace>
</ink>
</file>

<file path=ppt/ink/ink59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6041.1294 12455.876 874.14984, 5989.1553 12373.63 872.4086, 5910.0566 12412.768 867.88336, 5897.528 12475.797 865.59265, 5934.4624 12546.297 865.7124, 6012.8228 12489.943 864.56476, 6031.938 12400.982 865.61053, 6037.4365 12533.747 850.1554, 6044.8784 12657.081 835.0408, 6053.298 12738.969 821.24133, 6063.022 12824.417 799.5039, 6071.883 12898.771 769.60547, 6086.176 13013.63 688.79816, 6092.592 13085.105 582.9766</trace>
</ink>
</file>

<file path=ppt/ink/ink59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2853.137 10644.532 874.14984, 2858.7256 10735.573 871.0518, 2863.394 10800.107 868.76373, 2868.796 10870.358 867.40094, 2875.4702 10948.591 867.23724, 2887.0347 11012.349 854.8885</trace>
</ink>
</file>

<file path=ppt/ink/ink59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2986.4294 10841.541 874.14984, 2913.347 10841.407 870.92413, 2833.8242 10840.844 869.86456, 2801.687 10777.641 750.84015</trace>
</ink>
</file>

<file path=ppt/ink/ink59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2942.305 10690.554 874.14984, 2890.7756 10614.885 867.9883, 2792.936 10567.653 867.2102, 2726.913 10572.424 866.9031, 2657.8877 10656.59 863.3528, 2629.3694 10752.414 859.4668, 2646.0994 10863.548 857.63245, 2717.9202 10964.653 859.30817, 2832.61 11010.047 860.2909, 2930.339 10999.409 860.99994, 3005.5488 10929.225 862.77747, 3018.4675 10808.59 864.0781, 2992.8252 10741.52 863.8834, 2976.1077 10677.355 864.7243, 2935.3735 10612.564 842.5383</trace>
</ink>
</file>

<file path=ppt/ink/ink59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4596.053 11036.999 874.14984, 4517.2573 11018.541 869.9907, 4416.527 10993.995 867.51227, 4345.853 10974.424 864.70306</trace>
</ink>
</file>

<file path=ppt/ink/ink59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4491.2573 10841.541 874.14984, 4388.5303 10787.029 868.9321, 4285.6914 10809.645 866.77875, 4213.0425 10898.135 865.31775, 4205.41 11014.703 862.05023, 4256.9644 11110.46 860.79315, 4365.503 11175.238 862.0529, 4452.1387 11174.749 862.75916, 4540.283 11102.219 861.9196, 4583.059 11022.572 860.4547, 4564.1987 10932.017 854.5503, 4534.899 10863.291 839.4301</trace>
</ink>
</file>

<file path=ppt/ink/ink59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6309.5527 11730.925 874.14984, 6219.8003 11651.456 868.98224, 6102.7544 11649.946 866.823, 6019.2515 11684.587 865.05914, 5987.247 11776.084 863.35333, 5993.0557 11860.658 860.0462, 6054.5205 11932.865 859.4857, 6142.0537 11966.308 859.4216, 6246.8184 11928.276 858.22186, 6309.9946 11858.819 855.7718, 6342.939 11739.876 852.64496, 6347.349 11666.23 850.36993, 6346.5493 11555.804 848.18866, 6339.8306 11488.958 848.3979, 6333.5386 11420.217 848.9467, 6328.9434 11351.993 850.1514, 6324.097 11250.481 854.41797, 6296.362 11320.928 856.2731, 6299.6167 11400.988 851.4815, 6305.7695 11478.723 844.59515, 6319.8657 11604.147 824.4667, 6330.2407 11674.13 807.4642, 6340.9897 11740.914 782.5849, 6358.02 11832.294 711.313, 6383.107 11902.541 531.86505</trace>
</ink>
</file>

<file path=ppt/ink/ink59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6473.1816 11701.451 874.14984, 6481.8716 11781.833 869.4246, 6490.3623 11855.578 869.522, 6490.1377 11771.514 836.7305</trace>
</ink>
</file>

<file path=ppt/ink/ink59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6443.7646 11490.481 874.14984, 6454.6914 11580.5625 869.2247, 6466.17 11645.443 866.4834</trace>
</ink>
</file>

<file path=ppt/ink/ink59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6562.3496 11776.429 874.14984, 6610.5405 11712.721 871.1599, 6655.2725 11621.826 869.63654, 6680.552 11686.816 860.4893, 6680.7075 11807.561 848.10803, 6683.7793 11891.075 842.1466, 6688.6313 11980.776 836.7894, 6694.7124 12069.643 833.7909, 6699.2495 12133.497 832.80115, 6708.9565 12246.927 836.48413, 6701.006 12148.878 852.5526, 6700.6514 12075.921 854.7612, 6703.623 11962.969 856.70685, 6709.2217 11895.572 856.75275, 6716.267 11832.624 858.0277, 6732.407 11739.1 858.8533, 6779.4087 11672.679 863.29834, 6838.0225 11763.929 861.18835, 6867.231 11853.194 861.7411, 6908.745 11936.766 863.8169, 6981.3125 11900.827 863.9095, 7059.394 11935.45 864.53094, 7136.8926 12007.074 865.6101, 7159.175 11923.333 863.7296, 7086.6953 11841.206 863.24414, 7020.3164 11799.037 864.2228, 7092.459 11826.097 860.9392, 7191.1416 11800.912 857.8627, 7257.4214 11761.14 856.81616, 7307.899 11674.488 855.3894, 7330.383 11561.948 855.0651, 7333.6177 11467.823 855.5112, 7307.1655 11356.005 856.6281, 7271.9385 11277.952 857.4988, 7209.615 11214.295 860.70685, 7134.8794 11211.708 862.4625, 7071.082 11303.7295 859.75195, 7063.7783 11370.376 855.72394, 7066.597 11452.667 851.0879, 7082.305 11580.931 842.25275, 7107.5522 11666.571 837.6801, 7143.741 11755.914 834.0031, 7187.6436 11840.904 831.91675, 7226.344 11909.518 831.93866, 7296.2764 11983.547 840.0888, 7359.3467 12025.662 866.16516</trace>
</ink>
</file>

<file path=ppt/ink/ink60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7531.249 11836.927 874.14984, 7448.09 11804.655 874.14984, 7370.7744 11853.244 872.43726, 7358.2383 11924.521 871.074, 7414.9272 11994.52 869.27905, 7492.574 11926.661 866.11597, 7500.893 11853.738 865.50104, 7426.2646 11787.914 865.9921, 7343.822 11845.603 864.7173, 7330.41 11943.904 863.86316, 7353.785 12034.987 862.00476, 7436.6514 12116.915 860.9905, 7522.917 12156.621 860.5315, 7639.249 12146.458 859.8417, 7719.7153 12104.8955 858.9255, 7784.0444 12048.414 857.5373</trace>
</ink>
</file>

<file path=ppt/ink/ink60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7725.2124 12229.911 874.14984, 7644.951 12225.868 868.4942, 7575.552 12225.259 862.90045, 7497.179 12228.608 860.4116, 7364.792 12236.527 855.6387, 7278.066 12240.051 852.7516, 7138.015 12244.291 844.9567, 7045.086 12245.521 841.56165, 6941.76 12245.957 838.0501, 6848.2505 12246.233 836.0071, 6772.2085 12246.3955 833.8774, 6683.856 12246.485 832.0991, 6590.025 12246.513 833.20886, 6497.236 12246.506 835.7862, 6410.3887 12246.485 838.9113, 6344.721 12246.477 842.07153, 6232.2515 12246.46 850.9871, 6126.625 12240.485 858.36664, 6050.2266 12218.372 863.4546, 5981.112 12159.289 863.3055, 5909.3486 12051.228 860.0544, 5862.492 11934.524 858.01385, 5828.371 11823.528 856.84656, 5813.0215 11759.522 855.95557, 5799.0024 11685.496 855.2877, 5787.128 11604.811 853.9609, 5770.501 11480.674 853.2657, 5761.0283 11409.544 853.35236, 5751.397 11337.951 853.6602, 5742.6904 11274.273 854.1458, 5730.6836 11178.903 855.6726, 5734.46 11091.967 860.1824, 5769.058 11023.303 863.33344, 5862.5645 10968.278 862.325, 5929.7856 10951.676 860.6139, 6041.4136 10934.467 856.2424, 6128.6143 10932.832 851.1897, 6202.924 10932.959 845.45123, 6283.7183 10934.74 839.0858, 6388.9766 10939.333 830.5136, 6510.6265 10945.423 822.322, 6642.541 10952.616 814.2955, 6736.7886 10957.873 807.2831, 6840.5938 10964.64 802.4163, 6957.9453 10973.81 800.53143, 7081.992 10986.369 801.6482, 7186.165 10998.449 804.441, 7275.4897 11009.862 807.7568, 7375.8354 11025.879 809.5855, 7478.508 11045.783 814.51215, 7575.507 11068.041 821.20624, 7639.536 11083.083 828.4653, 7703.147 11100.856 835.4576, 7808.0635 11151.768 848.26514, 7889.7407 11253.544 858.53174, 7907.514 11371.508 860.6005, 7905.5537 11474.97 858.26263, 7895.8467 11541.364 857.4706, 7880.838 11618.318 855.9184, 7864.055 11700.48 853.5646, 7838.884 11825.4 849.0527, 7825.5596 11903.966 847.32916, 7816.241 11985.114 847.49396, 7810.3633 12047.975 848.27484, 7804.6226 12152.03 851.03546, 7801.249 12236.829 857.9751, 7794.731 12303.204 241.60117</trace>
</ink>
</file>

<file path=ppt/ink/ink60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8887.157 8561.72 874.14984, 8929.203 8648.018 863.70013, 8964.674 8767.315 856.60144, 8980.802 8844.275 852.3347, 8996.134 8933.362 849.1059, 9010.737 9034.871 844.51184, 9022.501 9122.096 839.6344, 9033.181 9207.923 833.0975, 9045.271 9316.072 828.7494, 9057.221 9430.835 824.46387, 9065.87 9515.786 819.73694, 9076.931 9628.419 813.03235, 9089.256 9761.731 804.9816, 9103.714 9912.106 794.786, 9117.277 10048.512 785.3448, 9128.966 10163.775 777.26794, 9144.686 10307.184 771.91327, 9162.698 10471.033 771.7312, 9181.4375 10650.012 770.08826, 9193.633 10766.492 768.7343, 9207.744 10916.724 767.2435, 9223.362 11089.361 761.7859, 9240.622 11277.627 752.6778, 9254.431 11438.431 745.84753, 9265.888 11579.629 739.9678, 9277.535 11747.902 742.9841, 9287.605 11933.771 740.1642, 9297.635 12128.661 737.5483, 9309.6 12325.167 738.61505, 9318.71 12469.909 738.9505, 9330.063 12609.255 715.52435, 9347.793 12749.4375 685.54175, 9374.873 12870.343 649.23755, 9392.442 12948.4 616.4994, 9406.538 13032.324 503.10666</trace>
</ink>
</file>

<file path=ppt/ink/ink60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10346.94 8365.745 874.14984, 10342.395 8448.841 868.7581, 10346.821 8570.022 862.39136, 10349.65 8640.868 860.03253, 10353.051 8717.168 858.6505, 10356.158 8797.06 857.442, 10359.719 8914.009 855.697, 10361.863 9026.419 853.08026, 10362.54 9102.927 852.33435, 10361.647 9185.28 851.0906, 10359.399 9263.443 850.3578, 10355.124 9380.079 852.0519, 10356.56 9458.871 855.39374, 10353.461 9522.279 424.15802</trace>
</ink>
</file>

<file path=ppt/ink/ink60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10675.116 8395.736 874.14984, 10670.605 8498.056 866.1452, 10669.48 8566.871 860.07526, 10670.222 8645.763 852.83777, 10671.346 8730.349 847.03595, 10674.039 8818.747 847.7176, 10679.324 8950.028 849.12134, 10686.023 9071.517 847.699, 10691.034 9145.528 847.3261, 10695.93 9224.591 847.7804, 10699.769 9303.006 849.2161, 10703.552 9376.046 851.7221, 10710.753 9471.578 857.1833, 10726.721 9537.449 865.3266</trace>
</ink>
</file>

<file path=ppt/ink/ink60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10302.817 8954.187 874.14984, 10390.667 8964.09 864.05615, 10488.497 8969.644 860.9916, 10556.262 8974.452 860.5656, 10629.489 8985.895 862.80975, 10706.547 9011.759 863.9265, 10770.381 9038.371 815.0046</trace>
</ink>
</file>

<file path=ppt/ink/ink60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11018.001 9090.696 874.14984, 11098.4375 9097.882 867.9538, 11178.828 9101.903 866.09564, 11265.379 9105.667 865.1523, 11329.815 9109.227 863.0269, 11401.373 9112.768 860.6594, 11473.106 9115.762 858.336, 11577.521 9120.636 845.8663, 11687.746 9127.163 827.74554, 11772.523 9125.863 790.6328, 11837.061 9120.168 685.48315</trace>
</ink>
</file>

<file path=ppt/ink/ink60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12015.397 8652.728 874.14984, 12020.979 8743.015 866.892, 12031.185 8874.287 857.1587, 12037.554 8948.034 853.21094, 12044.499 9022.79 850.7523, 12050.197 9097.326 851.7942, 12057.036 9203.471 852.3516, 12063.054 9308.657 853.40265, 12073.233 9378.794 857.9584</trace>
</ink>
</file>

<file path=ppt/ink/ink60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11940.938 8592.228 874.14984, 12034.534 8566.269 863.6268, 12148.379 8554.454 857.4714, 12268.534 8563.49 846.5664, 12347.556 8570.517 827.63324</trace>
</ink>
</file>

<file path=ppt/ink/ink60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12031.025 8909.717 874.14984, 12120.441 8927.188 864.15845, 12219.88 8936.213 859.4012, 12300.817 8937.0 849.80566, 12376.932 8929.981 827.2788</trace>
</ink>
</file>

<file path=ppt/ink/ink610.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11166.921 8939.19 874.14984, 11265.339 9022.225 862.23474, 11328.981 9068.324 862.4945, 11405.895 9118.92 862.4251, 11416.497 9184.8955 864.0499, 11344.34 9239.98 860.88965, 11275.558 9283.35 844.5098</trace>
</ink>
</file>

<file path=ppt/ink/ink611.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11628.389 8154.258 874.14984, 11553.894 8167.2676 871.53674, 11490.204 8211.497 870.47107, 11491.719 8275.411 868.7122, 11543.946 8346.035 866.90015, 11623.956 8449.094 866.1634, 11638.912 8552.091 865.97107, 11571.33 8598.221 864.73334, 11492.631 8561.446 864.4681, 11488.075 8497.558 864.5674, 11528.793 8419.005 865.5307</trace>
</ink>
</file>

<file path=ppt/ink/ink612.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11673.433 8411.249 874.14984, 11746.175 8382.368 871.5351, 11812.831 8322.681 869.4607, 11747.982 8279.436 865.8854, 11669.957 8375.388 864.09015, 11667.419 8448.261 863.59735, 11757.138 8480.712 861.54236, 11843.987 8494.426 857.9554</trace>
</ink>
</file>

<file path=ppt/ink/ink613.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11225.753 8395.736 874.14984, 11312.158 8388.788 871.4833, 11396.839 8378.801 864.89734, 11461.5 8373.454 751.1989</trace>
</ink>
</file>

<file path=ppt/ink/ink614.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11866.478 8305.247 874.14984, 11853.729 8232.556 870.0911, 11800.62 8151.7456 868.42334, 11698.839 8073.2524 867.0756, 11604.327 8028.1753 865.5844, 11501.9375 8006.2847 863.01904, 11392.112 8024.683 862.6557, 11306.005 8073.5894 862.58405, 11237.656 8151.5366 862.0444, 11200.08 8231.505 862.50183, 11193.104 8337.978 862.0256, 11214.655 8434.215 860.0728, 11260.97 8518.991 861.3743, 11318.822 8590.579 862.09924, 11412.409 8656.509 861.5933, 11500.075 8693.806 861.6733, 11614.761 8705.026 860.84235, 11705.294 8692.408 859.1556, 11790.687 8643.695 860.22845, 11868.403 8530.04 861.23474, 11886.249 8431.991 860.5925, 11875.831 8347.261 859.8076, 11864.595 8283.115 849.60596</trace>
</ink>
</file>

<file path=ppt/ink/ink615.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10361.649 8245.265 874.14984, 10445.148 8251.139 871.30865, 10511.402 8255.245 868.34393, 10579.293 8259.617 863.7676</trace>
</ink>
</file>

<file path=ppt/ink/ink616.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10481.153 8139.2627 874.14984, 10480.166 8236.7295 868.8894, 10489.293 8305.829 866.24866, 10496.456 8369.679 862.0956, 10504.4375 8434.931 675.3535</trace>
</ink>
</file>

<file path=ppt/ink/ink617.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10689.825 8230.27 874.14984, 10654.166 8312.449 869.0102, 10696.313 8383.121 868.6445, 10718.7 8301.589 865.49634, 10679.877 8235.586 865.4353, 10634.831 8144.117 865.2724, 10659.09 8071.9326 865.1251, 10723.625 8028.8877 844.07544</trace>
</ink>
</file>

<file path=ppt/ink/ink618.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10734.869 8230.27 874.14984, 10811.275 8219.69 873.04156, 10787.176 8151.8716 870.6647, 10718.041 8200.634 868.651, 10703.042 8280.45 865.6524, 10771.323 8357.071 864.13885, 10846.1 8395.736 862.6382</trace>
</ink>
</file>

<file path=ppt/ink/ink619.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10898.497 8245.265 874.14984, 10910.669 8180.6675 870.36926, 10887.772 8092.825 868.11743, 10822.033 8005.511 866.6978, 10747.266 7949.3193 866.7185, 10655.59 7916.5654 865.24194, 10538.263 7933.516 864.7956, 10450.771 7981.58 864.5398, 10388.72 8112.007 863.9636, 10381.339 8190.532 862.86975, 10392.621 8315.68 860.8361, 10422.493 8382.589 860.21045, 10509.405 8483.192 858.6209, 10591.904 8531.926 858.30914, 10666.548 8544.989 859.6144, 10761.169 8517.005 860.9241, 10837.664 8467.046 861.2013, 10906.551 8367.249 860.18945, 10941.356 8280.513 858.6688, 10943.871 8178.452 855.2543, 10942.621 8109.7886 848.88715</trace>
</ink>
</file>

<file path=ppt/ink/ink620.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3776.0737 2570.7898 874.14984, 3698.0977 2528.102 869.4254, 3607.8193 2503.8784 867.7932, 3544.355 2499.8403 866.5124, 3476.0403 2505.2385 864.5953, 3411.7136 2518.6653 862.73444, 3312.9124 2551.0244 858.7417, 3213.1138 2619.9927 857.01434, 3143.8647 2683.3816 856.7463, 3081.4731 2772.6836 857.2613, 3029.9258 2891.9717 858.0153, 2998.7532 2988.501 858.0597, 2981.3325 3116.107 857.5158, 2981.7363 3220.462 857.2947, 3007.9004 3321.3945 857.69836, 3061.756 3414.4758 858.6266, 3153.8635 3502.8455 860.7544, 3232.3735 3538.832 862.60034, 3334.2458 3554.5535 862.2164, 3442.8313 3544.252 860.1143, 3535.0247 3515.4058 859.0883, 3636.5579 3458.0054 858.56647, 3708.7231 3407.5525 857.92365, 3796.573 3322.8057 857.7437, 3860.6106 3242.1956 857.925, 3908.4885 3138.4976 857.87054, 3926.3955 3039.4111 857.9036, 3919.1138 2941.505 858.0175, 3892.7021 2842.088 858.5058, 3860.4092 2762.5234 859.2344, 3812.613 2693.3708 861.69604, 3738.0022 2641.9749 863.26874, 3657.4893 2600.7803 867.19543</trace>
</ink>
</file>

<file path=ppt/ink/ink621.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3243.8223 3573.9316 874.14984, 3210.8665 3643.3667 864.21893, 3143.769 3739.5574 859.648, 3044.3987 3868.4143 852.3307, 2959.1409 3985.3066 843.4402, 2886.1648 4096.414 836.3513, 2840.875 4171.4067 833.17596, 2790.4045 4258.2207 830.3822, 2736.9456 4351.4 827.8484, 2700.3542 4415.159 825.98663, 2659.099 4485.9033 825.5815, 2614.6707 4559.8867 827.4149, 2548.9883 4662.585 840.07935, 2498.6265 4596.663 835.1379</trace>
</ink>
</file>

<file path=ppt/ink/ink622.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2853.137 3823.683 874.14984, 2925.4973 3735.4438 864.0566, 3014.7722 3666.2654 860.95996, 3112.8638 3628.9937 863.09143, 3193.4136 3619.4795 862.76776, 3277.7039 3707.9546 859.7961, 3281.68 3786.4336 854.34814, 3290.6304 3853.1565 840.544, 3285.1892 3928.651 817.2064</trace>
</ink>
</file>

<file path=ppt/ink/ink623.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21503.996 6194.511 874.14984, 21418.773 6121.3022 866.8872, 21353.377 6060.962 866.94617, 21282.98 6000.4644 865.22424, 21179.94 5927.4424 858.40295, 21114.64 5890.851 854.4319, 21011.334 5842.6484 852.2947, 20894.361 5809.777 852.7182, 20826.877 5799.417 853.0096, 20723.596 5790.03 853.72845, 20654.014 5793.2065 853.9181, 20577.52 5803.919 854.8711, 20506.775 5818.323 854.48083, 20386.383 5850.488 852.72046, 20317.518 5874.847 852.44196, 20248.316 5903.192 852.5334, 20149.467 5949.9233 853.4025, 20055.352 6018.93 855.2776, 19994.5 6084.764 857.8424, 19960.797 6166.8438 861.7213, 19960.52 6256.9165 863.3819, 20014.89 6374.573 860.6427, 20078.184 6457.9956 855.005, 20183.059 6541.431 852.82086, 20275.22 6597.8735 852.2758, 20399.855 6649.1157 852.0501, 20470.361 6670.978 852.1404, 20578.348 6699.154 853.36646, 20646.916 6709.4976 854.593, 20721.506 6714.927 855.3017, 20799.332 6715.8926 855.43243, 20868.996 6713.5073 855.37054, 20990.582 6701.3794 855.03, 21063.459 6687.628 854.9231, 21138.836 6667.601 854.96356, 21250.084 6631.925 855.0299, 21371.55 6572.223 855.1134, 21456.646 6513.3247 856.3262, 21510.676 6435.56 858.1457, 21522.13 6343.6074 858.8879, 21473.186 6237.3086 855.7104, 21432.236 6164.5454 845.4842</trace>
</ink>
</file>

<file path=ppt/ink/ink624.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14510.268 9385.951 874.14984, 14583.92 9373.063 864.3793, 14697.078 9365.195 860.30756, 14764.511 9364.832 859.0378, 14832.251 9366.647 857.7873, 14939.924 9373.166 855.329, 15045.866 9384.028 853.1294, 15122.976 9393.007 852.2983, 15208.0 9403.472 851.3865, 15297.468 9415.433 849.9203, 15380.959 9425.263 848.3069, 15509.317 9437.891 847.3075, 15580.1455 9444.365 848.5432, 15650.576 9452.373 850.3598, 15751.954 9467.625 854.51306, 15853.939 9499.432 858.57196, 15926.987 9533.438 863.312, 15992.402 9571.295 813.86426</trace>
</ink>
</file>

<file path=ppt/ink/ink625.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4432.425 3370.7178 874.14984, 4419.452 3437.9993 867.4489, 4388.2896 3536.1848 861.76105, 4343.391 3643.3403 858.4552, 4295.1577 3746.7078 854.606, 4261.0293 3817.515 851.8193, 4224.8833 3894.4668 849.92346, 4187.709 3972.3005 848.65576, 4156.7847 4036.568 848.1218, 4105.595 4147.8438 850.00757, 4054.8794 4260.9463 855.3813, 3991.6792 4324.2324 754.8028</trace>
</ink>
</file>

<file path=ppt/ink/ink626.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3866.1606 4713.584 874.14984, 3778.5747 4668.158 861.68, 3692.758 4678.483 859.324, 3609.6748 4724.5396 857.3171, 3529.563 4791.677 852.1421, 3443.027 4898.785 847.8004, 3407.1917 4964.458 847.0448, 3367.6104 5063.965 847.7173, 3367.5847 5176.05 850.0455, 3423.9 5267.9976 852.43427, 3494.8813 5311.119 854.61444, 3559.3735 5307.1587 853.30194, 3642.8179 5268.9956 847.5035, 3717.4695 5242.5776 833.1761, 3791.701 5196.5396 806.1951</trace>
</ink>
</file>

<file path=ppt/ink/ink627.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5236.7773 3295.7407 874.14984, 5235.7573 3370.34 868.61804, 5237.7417 3439.6694 863.391, 5244.3633 3517.1892 859.12177, 5259.3394 3630.9033 857.1912, 5266.9893 3700.5808 856.68164, 5276.5767 3815.158 854.2332, 5279.9355 3882.4585 854.2254, 5280.161 3956.15 854.0815, 5279.3096 4034.9944 854.2708, 5279.028 4114.02 854.6936, 5279.0063 4231.645 855.35284, 5279.048 4300.577 854.68976, 5277.088 4366.4434 852.0324, 5275.3945 4438.9775 846.04865, 5268.866 4501.869 234.07161</trace>
</ink>
</file>

<file path=ppt/ink/ink628.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5147.609 4804.073 874.14984, 5158.6313 4889.689 870.978, 5165.293 4952.569 868.84717, 5181.0996 5038.447 867.6073, 5216.251 4965.725 863.08685, 5241.6484 4893.2417 861.09143, 5314.347 4818.5737 864.21814, 5393.248 4862.577 863.1113, 5433.0854 4952.237 864.86456, 5502.565 4903.6562 860.59235, 5563.0 4812.1387 863.437, 5632.7036 4785.312 863.5622, 5723.591 4829.9946 862.26294, 5767.7666 4901.119 861.1948, 5784.8633 4989.364 858.86395, 5788.333 5076.576 854.3292</trace>
</ink>
</file>

<file path=ppt/ink/ink629.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4685.2217 5060.5474 874.14984, 4652.382 5139.812 868.4736</trace>
</ink>
</file>

<file path=ppt/ink/ink630.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6374.821 10101.077 874.14984, 6290.4116 10102.822 864.14, 6161.9136 10110.282 852.1404, 6089.0474 10113.061 850.3628, 6010.6885 10115.119 848.152, 5894.2646 10117.206 847.6124, 5781.6484 10118.134 847.4933, 5697.317 10118.4 845.8709, 5600.1655 10118.559 843.8714, 5491.783 10117.346 841.3179, 5384.438 10114.744 837.1626, 5306.428 10112.634 833.3891, 5210.1826 10109.422 829.2004, 5099.3584 10106.419 826.6383, 4975.959 10104.099 823.8443, 4880.197 10102.326 821.90045, 4779.8853 10100.52 819.3901, 4661.736 10098.612 816.6367, 4533.333 10098.105 813.1104, 4406.123 10098.265 803.9327, 4316.121 10098.473 786.80524, 4206.534 10100.634 761.51807, 4085.3704 10104.443 728.71185, 3957.3667 10108.587 687.87244, 3827.2463 10113.117 639.8063, 3719.07 10116.984 584.9158, 3628.403 10122.438 524.427, 3528.771 10129.114 459.24933, 3428.5117 10135.464 390.84088, 3333.6099 10140.317 322.62485, 3268.882 10143.545 257.5445, 3204.881 10145.909 199.53244, 3083.1633 10148.734 111.027214, 2988.3337 10152.219 54.178257</trace>
</ink>
</file>

<file path=ppt/ink/ink631.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5489.573 9483.162 874.14984, 5530.095 9389.327 869.4712, 5483.8306 9312.158 866.55615, 5392.4023 9265.63 863.3841, 5290.0415 9235.427 860.87775, 5193.194 9221.999 859.9251, 5069.954 9231.101 858.65704, 4967.531 9247.949 857.3841, 4870.6123 9283.871 858.18414, 4790.209 9334.377 859.2797, 4705.4985 9429.664 860.3487, 4669.523 9494.715 862.1853, 4650.128 9601.968 864.02264, 4656.6406 9706.509 862.50696, 4704.578 9822.487 857.8299, 4773.393 9920.539 854.96234, 4843.818 9989.443 854.8485, 4934.6196 10041.738 855.6694, 5019.6 10072.423 856.9759, 5137.46 10089.269 858.2059, 5230.4404 10089.539 858.7903, 5337.2163 10061.261 858.6692, 5419.0283 10015.413 858.3371, 5484.3066 9940.34 858.1092, 5519.949 9838.689 857.7255, 5504.8613 9708.818 853.626, 5468.755 9610.565 846.2659, 5413.0537 9488.347 835.9233, 5376.672 9409.088 820.7914, 5346.1675 9336.639 788.5921, 5311.2373 9271.675 763.1499</trace>
</ink>
</file>

<file path=ppt/ink/ink632.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1377.725 8803.198 874.14984, 1379.4991 8868.44 865.25916, 1382.6715 8999.452 850.0446, 1384.9747 9083.319 843.2372, 1387.0431 9154.545 837.82477, 1388.6594 9222.687 833.0275, 1390.1713 9300.114 830.8462, 1393.3973 9449.3955 823.8269, 1396.7175 9551.793 815.04584, 1400.163 9661.103 804.1445, 1402.2925 9743.565 785.82983, 1403.4425 9823.168 760.09796, 1402.216 9905.195 726.99646, 1401.4099 9981.727 686.4967, 1403.452 10085.587 584.4467, 1414.8218 10152.442 469.92386</trace>
</ink>
</file>

<file path=ppt/ink/ink633.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7188.3657 11851.922 874.14984, 7214.484 11927.132 874.14984, 7273.7 12010.177 870.7802, 7366.4795 12087.701 869.4353, 7491.7456 12152.458 867.99646, 7566.2407 12179.901 866.5361, 7676.878 12213.2295 863.978, 7742.768 12224.874 863.2647, 7811.1616 12233.462 862.70764, 7879.503 12237.891 862.6804, 7947.7734 12236.539 863.76996, 8016.6226 12227.613 864.2348, 8085.6113 12208.739 864.3524, 8180.9214 12169.225 864.303, 8252.556 12118.23 862.5955, 8324.0 12033.825 857.57367, 8359.91 11970.537 550.6918</trace>
</ink>
</file>

<file path=ppt/ink/ink634.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9934.193 6510.9663 874.14984, 9901.704 6431.689 863.45056, 9841.398 6335.5503 865.77405, 9788.031 6260.6978 871.2132</trace>
</ink>
</file>

<file path=ppt/ink/ink635.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3359.649 1392.8732 874.14984, 3276.263 1431.6307 868.4142, 3187.45 1501.5194 862.09094, 3109.4377 1599.9371 859.8955, 3062.7947 1716.1409 857.7971, 3039.8938 1816.6299 857.1388, 3038.479 1921.4753 857.5077, 3066.7166 2029.834 858.66565, 3101.896 2106.096 859.5432, 3163.525 2172.4685 860.2912, 3239.6743 2214.9197 862.2565, 3336.3994 2229.7925 862.70734, 3465.9998 2211.9456 863.59534, 3536.9148 2188.433 863.8543, 3606.7268 2156.1597 863.1928, 3707.3484 2099.0298 862.01074, 3801.4856 2013.9679 862.10376, 3872.0457 1932.1417 861.67755, 3927.052 1852.4066 861.8195, 3969.9543 1744.2213 863.8465, 3987.4856 1644.7688 865.1479, 3963.4653 1537.333 865.50964, 3883.7449 1439.4998 865.7332, 3791.1245 1384.3184 865.30646, 3716.668 1371.2814 864.54913, 3632.0225 1367.9227 863.3291, 3544.0784 1370.5673 861.6902, 3471.2026 1370.2511 859.0091, 3407.993 1375.7592 855.09546</trace>
</ink>
</file>

<file path=ppt/ink/ink636.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3970.037 1951.8405 874.14984, 4052.4436 2040.7827 858.62646, 4114.2837 2109.2908 858.78656, 4178.2183 2183.5571 858.1974, 4259.389 2275.0264 855.68805, 4335.2734 2356.227 856.5218, 4440.864 2460.6157 856.2202, 4549.1 2563.9426 854.9644, 4651.8296 2661.946 853.4427, 4769.169 2783.2576 845.79443, 4827.493 2847.7888 839.0026, 4884.0244 2912.192 830.2296, 4963.43 3004.1758 801.2578, 5045.6777 3092.5989 741.5704, 5127.8843 3168.6226 610.27545</trace>
</ink>
</file>

<file path=ppt/ink/ink637.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5102.5654 3355.2053 874.14984, 5103.3193 3450.7 867.4976, 5109.1963 3549.6277 861.6569, 5116.0234 3631.9768 860.89417, 5126.681 3725.436 859.27966, 5139.079 3834.1282 856.89545, 5145.008 3901.6487 855.42706, 5151.329 4007.4758 856.49585, 5148.5293 4082.0942 858.8617, 5134.7925 4010.1265 838.2923</trace>
</ink>
</file>

<file path=ppt/ink/ink638.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5087.857 3717.681 874.14984, 5182.8438 3724.7598 857.39355, 5263.12 3729.6052 853.33826, 5346.6587 3735.7124 851.7606, 5465.782 3743.5332 853.0788, 5582.9414 3740.8086 858.3171, 5661.949 3710.1265 861.66565, 5725.7544 3678.647 813.1315</trace>
</ink>
</file>

<file path=ppt/ink/ink639.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5654.121 3310.2192 874.14984, 5648.2437 3414.9946 866.4626, 5642.5747 3513.884 854.63184, 5637.56 3577.7092 848.66125, 5628.6616 3701.0493 839.84094, 5625.605 3786.6448 832.5054, 5623.9814 3875.366 823.96893, 5622.8955 3944.425 808.12866, 5622.4316 4007.913 784.3855, 5622.0874 4104.512 716.1824, 5618.592 4171.382 588.68146</trace>
</ink>
</file>

<file path=ppt/ink/ink640.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2942.305 2314.833 874.14984, 2901.296 2388.4563 866.00946, 2852.6292 2463.3816 861.3217, 2797.6934 2539.6104 857.273, 2712.8071 2651.0352 850.5193, 2653.547 2725.986 845.1523, 2600.782 2791.7886 840.1873, 2489.5955 2926.2888 831.4045, 2417.666 3011.9075 827.438, 2341.3938 3105.3506 824.3559, 2228.931 3246.1233 819.2646, 2161.4888 3334.5027 813.0769, 2093.199 3426.2065 804.9092, 2036.6643 3500.9624 788.71045, 1988.4857 3563.8132 764.38556, 1935.1917 3629.743 732.32825, 1839.1727 3740.1797 646.3509, 1769.4349 3807.9124 533.33765, 1700.4097 3845.5813 286.37595</trace>
</ink>
</file>

<file path=ppt/ink/ink641.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1258.2212 3747.6719 874.14984, 1246.0535 3846.2415 859.8042, 1238.86 3914.6995 849.92065, 1232.9658 4000.8213 843.4484, 1228.5542 4092.0835 837.11554, 1225.6539 4156.19 832.25226, 1223.8232 4236.49 828.1807, 1223.0366 4377.9785 821.8547, 1224.276 4473.8804 819.7608, 1224.7948 4574.8306 819.0091, 1224.3105 4657.8784 820.75006, 1223.279 4727.104 825.1331, 1221.3258 4798.1147 830.0167, 1216.4033 4898.7 844.25757, 1171.9347 4808.641 849.71576, 1154.345 4744.6094 830.926</trace>
</ink>
</file>

<file path=ppt/ink/ink642.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1407.1414 3913.6558 874.14984, 1430.1842 3992.5317 865.6491, 1450.3833 4084.1218 851.2308, 1460.5193 4146.987 845.8089, 1470.7998 4227.1357 841.22845, 1483.3375 4352.866 836.08374, 1486.3468 4439.8276 836.41394, 1485.6674 4533.3438 835.53845, 1483.3357 4613.7 836.06244, 1480.617 4677.6753 837.14795, 1476.1726 4744.0474 841.4052, 1463.7415 4827.9336 851.0759, 1426.121 4763.867 854.4783, 1405.1671 4698.202 789.28357</trace>
</ink>
</file>

<file path=ppt/ink/ink643.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1183.7612 4381.616 874.14984, 1280.4684 4390.5723 863.9612, 1386.139 4390.9297 860.07874, 1454.5271 4388.9766 853.91864, 1526.9761 4385.5024 841.69366, 1593.0121 4382.6245 808.41547</trace>
</ink>
</file>

<file path=ppt/ink/ink645.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3222.6792 1155.5319 874.14984, 3132.1309 1261.687 858.67566, 3033.3997 1374.4368 852.60895, 2922.7341 1487.1797 850.39325, 2845.1077 1560.7737 851.4653, 2755.7947 1645.2107 856.42566, 2689.948 1702.9238 430.47916</trace>
</ink>
</file>

<file path=ppt/ink/ink646.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3955.329 1031.9489 874.14984, 3987.0295 1095.053 867.0048, 4050.1396 1186.9596 862.5961, 4122.171 1275.8003 861.2659, 4194.6694 1351.9817 859.3759, 4295.213 1435.6451 858.83264, 4365.319 1483.8798 856.57446</trace>
</ink>
</file>

<file path=ppt/ink/ink647.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2122.3252 3491.198 874.14984, 2114.3733 3425.946 772.2973</trace>
</ink>
</file>

<file path=ppt/ink/ink64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2122.3252 3069.2583 874.14984, 2201.1223 3023.8188 868.3932, 2269.701 2984.0713 865.5098, 2333.1914 2948.497 863.7139, 2425.2258 2913.0269 864.4994, 2490.653 2930.9255 864.67, 2501.5654 3043.6807 862.4268, 2476.306 3142.0476 856.1612, 2459.4355 3213.8518 841.52954, 2443.838 3277.0774 755.3983</trace>
</ink>
</file>

<file path=ppt/ink/ink64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4357.965 2464.7874 874.14984, 4452.4854 2474.8918 870.54956, 4516.3945 2484.2456 868.8409, 4583.2417 2492.844 868.8618, 4676.8213 2502.5728 868.38007, 4743.8945 2509.132 868.74207</trace>
</ink>
</file>

<file path=ppt/ink/ink65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4387.3813 2495.8123 874.14984, 4364.7583 2579.2505 869.52783, 4336.9043 2705.837 867.34656, 4311.8306 2805.3276 868.55817</trace>
</ink>
</file>

<file path=ppt/ink/ink651.xml><?xml version="1.0" encoding="utf-8"?>
<ink xmlns="http://www.w3.org/2003/InkML">
  <definitions>
    <brush xml:id="br1">
      <brushProperty name="height" value="0.01984375" units="cm"/>
      <brushProperty name="width" value="0.01984375" units="cm"/>
      <brushProperty name="tip" value="ellipse"/>
      <brushProperty name="color" value="#ff66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4506.8853 1665.8933 874.14984, 4598.276 1755.1758 869.91504, 4674.8257 1848.7123 867.11896, 4741.335 1928.1707 864.6091, 4813.4233 2011.0995 863.5717, 4889.3994 2095.976 863.0682, 4964.012 2182.6565 861.0312, 5026.901 2261.9922 859.9811, 5089.571 2343.549 860.64, 5136.635 2407.1633 861.5692, 5191.5264 2481.0603 862.0636, 5242.8193 2547.3 863.77563, 5298.82 2618.4854 865.0893, 5367.634 2700.7979 866.22186, 5446.872 2771.17 867.73645</trace>
</ink>
</file>

<file path=ppt/ink/ink652.xml><?xml version="1.0" encoding="utf-8"?>
<ink xmlns="http://www.w3.org/2003/InkML">
  <definitions>
    <brush xml:id="br1">
      <brushProperty name="height" value="0.01984375" units="cm"/>
      <brushProperty name="width" value="0.01984375" units="cm"/>
      <brushProperty name="tip" value="ellipse"/>
      <brushProperty name="color" value="#ff66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5162.3164 2751.7688 874.14984, 5267.274 2804.4238 869.8518, 5367.063 2852.5425 868.1172, 5447.12 2856.147 867.4363, 5484.244 2747.4314 863.8183, 5473.6953 2676.343 860.39856</trace>
</ink>
</file>

<file path=ppt/ink/ink653.xml><?xml version="1.0" encoding="utf-8"?>
<ink xmlns="http://www.w3.org/2003/InkML">
  <definitions>
    <brush xml:id="br1">
      <brushProperty name="height" value="0.01984375" units="cm"/>
      <brushProperty name="width" value="0.01984375" units="cm"/>
      <brushProperty name="tip" value="ellipse"/>
      <brushProperty name="color" value="#ff66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5430.7407 1861.3511 874.14984, 5425.8057 1975.0979 860.77374, 5422.664 2038.3656 856.85315, 5418.7617 2107.0054 855.37396, 5411.966 2212.7876 855.90546, 5408.6553 2310.9277 859.0488, 5426.49 2224.697 851.2478, 5439.7026 2116.706 843.0085, 5463.7173 1998.3329 844.4328, 5489.4585 1913.198 847.7794, 5546.4033 1836.7819 853.45026, 5629.156 1818.7484 862.40186, 5606.5864 1895.7518 865.57477, 5506.3765 1943.1924 863.3678, 5430.7407 1936.8448 860.28735</trace>
</ink>
</file>

<file path=ppt/ink/ink654.xml><?xml version="1.0" encoding="utf-8"?>
<ink xmlns="http://www.w3.org/2003/InkML">
  <definitions>
    <brush xml:id="br1">
      <brushProperty name="height" value="0.01984375" units="cm"/>
      <brushProperty name="width" value="0.01984375" units="cm"/>
      <brushProperty name="tip" value="ellipse"/>
      <brushProperty name="color" value="#ff66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5743.2896 1604.8776 874.14984, 5668.923 1638.2584 864.8681, 5573.2036 1674.6626 860.4651, 5500.4355 1698.0779 861.41644, 5435.853 1695.8716 863.68976</trace>
</ink>
</file>

<file path=ppt/ink/ink655.xml><?xml version="1.0" encoding="utf-8"?>
<ink xmlns="http://www.w3.org/2003/InkML">
  <definitions>
    <brush xml:id="br1">
      <brushProperty name="height" value="0.01984375" units="cm"/>
      <brushProperty name="width" value="0.01984375" units="cm"/>
      <brushProperty name="tip" value="ellipse"/>
      <brushProperty name="color" value="#ff66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5579.661 1574.8866 874.14984, 5644.176 1597.391 874.14984, 5700.2124 1680.5743 870.23254, 5688.544 1746.2886 811.67365</trace>
</ink>
</file>

<file path=ppt/ink/ink656.xml><?xml version="1.0" encoding="utf-8"?>
<ink xmlns="http://www.w3.org/2003/InkML">
  <definitions>
    <brush xml:id="br1">
      <brushProperty name="height" value="0.01984375" units="cm"/>
      <brushProperty name="width" value="0.01984375" units="cm"/>
      <brushProperty name="tip" value="ellipse"/>
      <brushProperty name="color" value="#ff66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2614.1294 2148.8494 874.14984, 2566.5535 2220.268 866.4175, 2506.4966 2293.5251 862.3304, 2409.8118 2403.76 858.047, 2306.944 2532.5757 853.42206, 2217.5112 2649.051 848.36035, 2163.0337 2721.3867 844.2787, 2106.3657 2795.8525 840.1132, 2010.031 2919.9436 832.8848, 1949.5514 2995.8423 830.436, 1887.6873 3073.6492 829.8565, 1795.4036 3189.6936 832.94525, 1706.9247 3299.2104 840.99036, 1651.5859 3364.434 851.1534, 1596.3335 3298.6086 744.2399</trace>
</ink>
</file>

<file path=ppt/ink/ink657.xml><?xml version="1.0" encoding="utf-8"?>
<ink xmlns="http://www.w3.org/2003/InkML">
  <definitions>
    <brush xml:id="br1">
      <brushProperty name="height" value="0.01984375" units="cm"/>
      <brushProperty name="width" value="0.01984375" units="cm"/>
      <brushProperty name="tip" value="ellipse"/>
      <brushProperty name="color" value="#ff66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1690.2733 3054.2625 874.14984, 1648.9786 3119.6682 868.3685, 1614.1257 3187.0083 864.60657, 1570.7898 3284.1616 865.0758, 1535.5548 3365.8643 865.5792, 1516.0188 3432.0151 865.72656, 1595.0376 3473.9373 866.89014, 1679.7599 3417.5916 865.9319, 1744.4032 3362.6086 864.6277</trace>
</ink>
</file>

<file path=ppt/ink/ink658.xml><?xml version="1.0" encoding="utf-8"?>
<ink xmlns="http://www.w3.org/2003/InkML">
  <definitions>
    <brush xml:id="br1">
      <brushProperty name="height" value="0.01984375" units="cm"/>
      <brushProperty name="width" value="0.01984375" units="cm"/>
      <brushProperty name="tip" value="ellipse"/>
      <brushProperty name="color" value="#ff66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1586.3971 2555.7942 874.14984, 1591.9857 2632.951 868.51575, 1601.9806 2750.0366 862.016, 1609.0425 2837.9043 859.6536, 1615.0066 2913.8313 859.11957, 1621.1106 2979.4482 858.15857, 1604.0402 2866.9937 857.35913, 1591.1938 2774.1453 857.6807, 1585.7267 2662.503 859.42865, 1596.6846 2569.1646 861.258, 1654.0979 2490.1914 862.60474, 1721.1111 2491.926 865.0608, 1728.7864 2562.4426 865.6966, 1652.7499 2617.4324 864.93756, 1587.0555 2626.3066 863.2176</trace>
</ink>
</file>

<file path=ppt/ink/ink659.xml><?xml version="1.0" encoding="utf-8"?>
<ink xmlns="http://www.w3.org/2003/InkML">
  <definitions>
    <brush xml:id="br1">
      <brushProperty name="height" value="0.01984375" units="cm"/>
      <brushProperty name="width" value="0.01984375" units="cm"/>
      <brushProperty name="tip" value="ellipse"/>
      <brushProperty name="color" value="#ff66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1675.5652 2268.8127 874.14984, 1575.1587 2338.204 863.4086, 1480.1011 2394.5967 855.48157, 1416.3755 2426.96 834.4728</trace>
</ink>
</file>

<file path=ppt/ink/ink660.xml><?xml version="1.0" encoding="utf-8"?>
<ink xmlns="http://www.w3.org/2003/InkML">
  <definitions>
    <brush xml:id="br1">
      <brushProperty name="height" value="0.01984375" units="cm"/>
      <brushProperty name="width" value="0.01984375" units="cm"/>
      <brushProperty name="tip" value="ellipse"/>
      <brushProperty name="color" value="#ff66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1556.0614 2223.3096 874.14984, 1634.6034 2233.7737 869.5598, 1711.3945 2274.8223 868.76105, 1732.1824 2362.8425 867.5214, 1703.7098 2426.9624 841.437</trace>
</ink>
</file>

<file path=ppt/ink/ink661.xml><?xml version="1.0" encoding="utf-8"?>
<ink xmlns="http://www.w3.org/2003/InkML">
  <definitions>
    <brush xml:id="br1">
      <brushProperty name="height" value="0.01984375" units="cm"/>
      <brushProperty name="width" value="0.01984375" units="cm"/>
      <brushProperty name="tip" value="ellipse"/>
      <brushProperty name="color" value="#ff66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1884.2372 4185.641 874.14984, 1948.7719 4252.051 867.65405, 2011.1505 4315.4355 839.22235</trace>
</ink>
</file>

<file path=ppt/ink/ink662.xml><?xml version="1.0" encoding="utf-8"?>
<ink xmlns="http://www.w3.org/2003/InkML">
  <definitions>
    <brush xml:id="br1">
      <brushProperty name="height" value="0.01984375" units="cm"/>
      <brushProperty name="width" value="0.01984375" units="cm"/>
      <brushProperty name="tip" value="ellipse"/>
      <brushProperty name="color" value="#ff66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2379.718 4638.607 874.14984, 2475.4556 4704.187 863.31793, 2570.459 4745.809 864.7242, 2639.263 4772.3955 868.3549</trace>
</ink>
</file>

<file path=ppt/ink/ink663.xml><?xml version="1.0" encoding="utf-8"?>
<ink xmlns="http://www.w3.org/2003/InkML">
  <definitions>
    <brush xml:id="br1">
      <brushProperty name="height" value="0.01984375" units="cm"/>
      <brushProperty name="width" value="0.01984375" units="cm"/>
      <brushProperty name="tip" value="ellipse"/>
      <brushProperty name="color" value="#ff66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2897.2612 5000.5654 874.14984, 2940.116 5063.7944 865.4985, 3025.7727 5147.412 862.2385, 3128.3596 5203.3164 864.67664, 3203.98 5244.449 862.6921, 3300.3757 5320.692 863.56195, 3369.4092 5386.5684 865.29504, 3454.4634 5462.246 865.38196, 3530.6313 5521.2686 868.89343</trace>
</ink>
</file>

<file path=ppt/ink/ink664.xml><?xml version="1.0" encoding="utf-8"?>
<ink xmlns="http://www.w3.org/2003/InkML">
  <definitions>
    <brush xml:id="br1">
      <brushProperty name="height" value="0.01984375" units="cm"/>
      <brushProperty name="width" value="0.01984375" units="cm"/>
      <brushProperty name="tip" value="ellipse"/>
      <brushProperty name="color" value="#ff66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5400.4053 3129.7568 874.14984, 5328.0293 3215.4614 852.36084, 5232.9805 3287.273 833.5854, 5162.226 3335.15 803.1825</trace>
</ink>
</file>

<file path=ppt/ink/ink665.xml><?xml version="1.0" encoding="utf-8"?>
<ink xmlns="http://www.w3.org/2003/InkML">
  <definitions>
    <brush xml:id="br1">
      <brushProperty name="height" value="0.01984375" units="cm"/>
      <brushProperty name="width" value="0.01984375" units="cm"/>
      <brushProperty name="tip" value="ellipse"/>
      <brushProperty name="color" value="#ff66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4846.092 3833.5076 874.14984, 4785.658 3909.242 861.4125, 4694.4546 4004.3066 857.9946, 4599.2417 4099.9907 857.4942, 4533.4756 4175.3467 857.80115, 4482.443 4247.5884 857.5823, 4429.3994 4336.5854 858.43414, 4386.4956 4407.9927 859.33264, 4318.704 4505.772 859.8331, 4272.753 4569.8374 860.7765</trace>
</ink>
</file>

<file path=ppt/ink/ink666.xml><?xml version="1.0" encoding="utf-8"?>
<ink xmlns="http://www.w3.org/2003/InkML">
  <definitions>
    <brush xml:id="br1">
      <brushProperty name="height" value="0.01984375" units="cm"/>
      <brushProperty name="width" value="0.01984375" units="cm"/>
      <brushProperty name="tip" value="ellipse"/>
      <brushProperty name="color" value="#ff66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4009.5657 5055.8926 874.14984, 3951.3716 5133.374 860.52844, 3878.8154 5231.28 861.46, 3800.86 5329.63 862.383, 3737.5522 5416.4185 862.98236, 3691.7131 5480.078 863.0474</trace>
</ink>
</file>

<file path=ppt/ink/ink667.xml><?xml version="1.0" encoding="utf-8"?>
<ink xmlns="http://www.w3.org/2003/InkML">
  <definitions>
    <brush xml:id="br1">
      <brushProperty name="height" value="0.01984375" units="cm"/>
      <brushProperty name="width" value="0.01984375" units="cm"/>
      <brushProperty name="tip" value="ellipse"/>
      <brushProperty name="color" value="#ff66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3537.9854 2268.8127 874.14984, 3537.9854 2343.9424 847.3244, 3537.9854 2417.0405 850.6774, 3537.9846 2495.538 852.54016, 3539.299 2583.2896 853.6124, 3542.0942 2648.749 853.60114, 3545.2222 2725.8198 852.2628, 3547.6082 2794.795 850.9605, 3552.2913 2932.058 852.6626, 3555.1118 3020.4775 851.0445, 3559.2273 3120.616 848.98706, 3562.5552 3229.9258 844.96027, 3564.909 3313.9597 841.007, 3563.9473 3400.9673 836.98047, 3561.9924 3504.613 832.97046, 3559.7246 3618.3176 829.53937, 3557.6882 3730.864 826.7915, 3556.2659 3810.4001 824.259, 3554.9934 3906.5447 822.62885, 3554.154 4016.0247 821.9349, 3553.577 4134.6753 821.4095, 3553.6963 4229.4087 821.5581, 3554.5728 4319.746 821.3097, 3557.1328 4424.4355 821.56024, 3560.4448 4537.891 821.78217, 3563.1975 4649.645 822.8076, 3565.0598 4726.0503 823.64124, 3564.967 4813.0483 826.10376, 3563.2808 4904.0303 829.67395, 3560.8794 4996.2837 833.68933, 3559.0286 5069.428 837.5668, 3557.456 5133.903 841.2038, 3557.076 5202.7554 845.0595, 3559.7388 5266.699 849.71375, 3562.5483 5333.733 858.63885, 3576.76 5399.115 847.6823</trace>
</ink>
</file>

<file path=ppt/ink/ink668.xml><?xml version="1.0" encoding="utf-8"?>
<ink xmlns="http://www.w3.org/2003/InkML">
  <definitions>
    <brush xml:id="br1">
      <brushProperty name="height" value="0.01984375" units="cm"/>
      <brushProperty name="width" value="0.01984375" units="cm"/>
      <brushProperty name="tip" value="ellipse"/>
      <brushProperty name="color" value="#ff66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3285.189 4850.0938 874.14984, 3325.341 4930.035 865.0429, 3374.535 5027.7876 860.7327, 3406.2776 5095.193 859.6113, 3447.9978 5191.3184 857.5847, 3482.1382 5265.6626 858.8311, 3537.4097 5337.9565 864.754, 3603.4465 5309.228 846.9205</trace>
</ink>
</file>

<file path=ppt/ink/ink669.xml><?xml version="1.0" encoding="utf-8"?>
<ink xmlns="http://www.w3.org/2003/InkML">
  <definitions>
    <brush xml:id="br1">
      <brushProperty name="height" value="0.01984375" units="cm"/>
      <brushProperty name="width" value="0.01984375" units="cm"/>
      <brushProperty name="tip" value="ellipse"/>
      <brushProperty name="color" value="#ff66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3686.9053 4879.5674 874.14984, 3671.8909 4960.6665 868.8791, 3653.636 5023.569 863.52155, 3628.3347 5090.3613 860.7703, 3587.1035 5185.6636 858.8857, 3553.813 5263.478 851.92395, 3520.0593 5333.423 833.52264</trace>
</ink>
</file>

<file path=ppt/ink/ink670.xml><?xml version="1.0" encoding="utf-8"?>
<ink xmlns="http://www.w3.org/2003/InkML">
  <definitions>
    <brush xml:id="br1">
      <brushProperty name="height" value="0.01984375" units="cm"/>
      <brushProperty name="width" value="0.01984375" units="cm"/>
      <brushProperty name="tip" value="ellipse"/>
      <brushProperty name="color" value="#ff66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4133.6655 5121.0454 874.14984, 4147.3154 5212.919 862.82336, 4151.8916 5338.9443 857.56537, 4153.641 5417.6553 854.0134, 4155.8086 5542.6973 848.71594, 4158.0234 5664.101 843.97046, 4160.874 5743.2173 840.6548, 4165.2993 5830.333 838.9441, 4169.7944 5919.4473 838.97296, 4176.92 6041.9443 841.6271, 4181.5654 6105.3794 845.76404, 4188.807 6185.1406 851.76904, 4189.7 6120.7173 854.44574, 4182.0093 6007.0454 847.42804, 4174.661 5932.1504 842.48285, 4166.921 5843.301 837.57874, 4160.2314 5745.9917 832.5814, 4155.4585 5673.13 830.19727, 4151.1313 5597.3174 828.27747, 4147.6587 5512.042 828.21533, 4146.399 5424.6987 830.5882, 4146.354 5346.215 833.85046, 4150.0234 5225.012 842.8659, 4162.7554 5160.995 848.13336, 4199.346 5071.595 856.7796, 4314.8354 5018.193 859.7482, 4390.319 5014.3184 856.8104, 4500.996 5025.0254 849.19244, 4618.299 5084.273 846.8348, 4684.32 5149.252 847.7001, 4686.6323 5236.743 850.19275, 4642.3545 5309.169 852.6827, 4510.564 5382.1377 846.98706, 4437.6606 5407.7256 842.54126, 4304.847 5431.462 820.11804, 4221.6816 5442.8496 782.6277, 4158.778 5432.098 596.4891</trace>
</ink>
</file>

<file path=ppt/ink/ink671.xml><?xml version="1.0" encoding="utf-8"?>
<ink xmlns="http://www.w3.org/2003/InkML">
  <definitions>
    <brush xml:id="br1">
      <brushProperty name="height" value="0.01984375" units="cm"/>
      <brushProperty name="width" value="0.01984375" units="cm"/>
      <brushProperty name="tip" value="ellipse"/>
      <brushProperty name="color" value="#ff66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4744.973 4850.0938 874.14984, 4662.9634 4863.798 864.49915, 4532.3647 4879.96 855.3469, 4450.9233 4890.472 850.671, 4325.9546 4906.3647 840.1746, 4217.218 4919.6343 820.43085, 4133.0645 4929.9243 775.733, 4052.3435 4940.0933 702.2561, 3987.35 4947.8306 512.06476</trace>
</ink>
</file>

<file path=ppt/ink/ink672.xml><?xml version="1.0" encoding="utf-8"?>
<ink xmlns="http://www.w3.org/2003/InkML">
  <definitions>
    <brush xml:id="br1">
      <brushProperty name="height" value="0.01984375" units="cm"/>
      <brushProperty name="width" value="0.01984375" units="cm"/>
      <brushProperty name="tip" value="ellipse"/>
      <brushProperty name="color" value="#ff66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4402.0894 4774.0825 874.14984, 4482.0615 4789.214 868.3173, 4554.2056 4803.6514 863.0218, 4629.536 4819.6133 860.26526, 4720.238 4842.664 862.7587, 4793.718 4870.933 864.55396, 4817.2183 4935.92 866.0414, 4728.0986 5002.582 866.93567, 4650.366 5002.536 866.49994, 4586.697 4993.1274 842.7735</trace>
</ink>
</file>

<file path=ppt/ink/ink673.xml><?xml version="1.0" encoding="utf-8"?>
<ink xmlns="http://www.w3.org/2003/InkML">
  <definitions>
    <brush xml:id="br1">
      <brushProperty name="height" value="0.01984375" units="cm"/>
      <brushProperty name="width" value="0.01984375" units="cm"/>
      <brushProperty name="tip" value="ellipse"/>
      <brushProperty name="color" value="#ff66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1336.3583 6411.169 874.14984, 1341.193 6489.0864 863.3775, 1337.8889 6625.495 854.14026, 1333.1338 6714.265 848.2842, 1329.5839 6815.0977 841.6934, 1327.1346 6894.849 836.11365, 1325.8313 6974.796 831.39825, 1325.6527 7072.3896 827.8904, 1326.3826 7169.4126 823.71954, 1327.2389 7246.2754 820.4274, 1328.7692 7335.87 819.6484, 1330.4294 7428.1514 821.70905, 1334.2767 7550.7544 827.9692, 1392.4332 7475.8438 797.3124</trace>
</ink>
</file>

<file path=ppt/ink/ink674.xml><?xml version="1.0" encoding="utf-8"?>
<ink xmlns="http://www.w3.org/2003/InkML">
  <definitions>
    <brush xml:id="br1">
      <brushProperty name="height" value="0.01984375" units="cm"/>
      <brushProperty name="width" value="0.01984375" units="cm"/>
      <brushProperty name="tip" value="ellipse"/>
      <brushProperty name="color" value="#ff66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1720.6089 6418.9253 874.14984, 1712.7299 6507.309 863.44934, 1703.7317 6644.1567 853.43225, 1699.6995 6723.8677 847.9127, 1695.8823 6860.633 838.62695, 1697.5979 6993.0166 829.54126, 1702.7299 7087.145 826.0819, 1709.6791 7188.4414 823.90967, 1716.0421 7274.0806 823.44336, 1721.642 7345.0986 824.28394, 1728.2477 7421.574 828.26117, 1734.8915 7531.192 841.4264, 1722.688 7598.3843 863.95306</trace>
</ink>
</file>

<file path=ppt/ink/ink675.xml><?xml version="1.0" encoding="utf-8"?>
<ink xmlns="http://www.w3.org/2003/InkML">
  <definitions>
    <brush xml:id="br1">
      <brushProperty name="height" value="0.01984375" units="cm"/>
      <brushProperty name="width" value="0.01984375" units="cm"/>
      <brushProperty name="tip" value="ellipse"/>
      <brushProperty name="color" value="#ff66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1317.9733 7128.881 874.14984, 1423.14 7113.406 861.09644, 1485.9601 7112.7764 855.7162, 1580.6414 7114.221 848.6611, 1664.3662 7115.129 835.14417, 1735.317 7113.8853 797.25085</trace>
</ink>
</file>

<file path=ppt/ink/ink676.xml><?xml version="1.0" encoding="utf-8"?>
<ink xmlns="http://www.w3.org/2003/InkML">
  <definitions>
    <brush xml:id="br1">
      <brushProperty name="height" value="0.01984375" units="cm"/>
      <brushProperty name="width" value="0.01984375" units="cm"/>
      <brushProperty name="tip" value="ellipse"/>
      <brushProperty name="color" value="#ff66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1898.9452 7505.318 874.14984, 1887.9421 7423.535 869.4101, 1993.7045 7390.753 867.10516, 2049.8037 7456.735 864.4013, 2045.5941 7544.674 859.5058, 2005.8174 7623.8535 852.51807, 1943.9012 7699.7354 844.16016, 1878.0575 7766.6787 839.40283, 1792.6831 7858.2407 849.68445, 1819.8009 7928.933 857.4986, 1911.4257 7970.427 859.98706, 1974.4642 7985.3145 863.20087, 2041.0295 7982.195 864.82715, 2129.4683 7984.4854 866.23956, 2194.0432 7962.6885 241.67294</trace>
</ink>
</file>

<file path=ppt/ink/ink677.xml><?xml version="1.0" encoding="utf-8"?>
<ink xmlns="http://www.w3.org/2003/InkML">
  <definitions>
    <brush xml:id="br1">
      <brushProperty name="height" value="0.01984375" units="cm"/>
      <brushProperty name="width" value="0.01984375" units="cm"/>
      <brushProperty name="tip" value="ellipse"/>
      <brushProperty name="color" value="#ff66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2271.2454 6872.4077 874.14984, 2195.3982 6941.909 865.13257, 2153.2725 7014.614 861.67114, 2127.366 7098.9824 858.60095, 2118.183 7186.175 855.1976, 2124.4944 7293.093 852.3044, 2140.0435 7359.2563 851.92035, 2164.0051 7424.392 851.96234, 2219.208 7524.026 853.0075, 2299.7488 7576.1787 856.18933, 2388.3794 7579.3203 857.61536, 2483.8652 7516.2275 854.83105, 2551.9033 7410.1187 849.1384, 2590.6636 7280.23 842.9716, 2598.355 7199.0874 840.6951, 2596.5034 7114.6323 839.7132, 2587.4421 7032.624 840.67584, 2565.9026 6915.947 843.04456, 2505.114 6799.6294 849.438, 2390.801 6734.971 854.8797, 2327.0898 6736.0586 856.5382, 2244.2756 6763.9214 857.50977, 2207.3542 6860.4077 855.2877, 2189.397 6929.676 848.10474, 2203.1086 6992.7905 416.1325</trace>
</ink>
</file>

<file path=ppt/ink/ink678.xml><?xml version="1.0" encoding="utf-8"?>
<ink xmlns="http://www.w3.org/2003/InkML">
  <definitions>
    <brush xml:id="br1">
      <brushProperty name="height" value="0.01984375" units="cm"/>
      <brushProperty name="width" value="0.01984375" units="cm"/>
      <brushProperty name="tip" value="ellipse"/>
      <brushProperty name="color" value="#ff66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3002.057 7580.8125 874.14984, 3078.7258 7518.9346 864.18134, 3152.3718 7448.3696 860.49316, 3216.5066 7352.471 862.21783, 3173.994 7289.307 863.2595, 3123.9355 7355.736 863.84216, 3116.7385 7434.8574 864.5906, 3172.2993 7503.073 863.3635, 3266.2026 7518.7886 860.89545, 3386.434 7478.8516 862.10736, 3483.864 7438.914 863.78894, 3563.6477 7430.4404 865.0981, 3591.9446 7531.9614 863.3877, 3563.0417 7601.425 861.5301, 3481.321 7636.724 861.3438, 3434.1094 7550.821 859.60913</trace>
</ink>
</file>

<file path=ppt/ink/ink679.xml><?xml version="1.0" encoding="utf-8"?>
<ink xmlns="http://www.w3.org/2003/InkML">
  <definitions>
    <brush xml:id="br1">
      <brushProperty name="height" value="0.01984375" units="cm"/>
      <brushProperty name="width" value="0.01984375" units="cm"/>
      <brushProperty name="tip" value="ellipse"/>
      <brushProperty name="color" value="#ff66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3746.6572 6781.9185 874.14984, 3729.1667 6873.5205 863.7751, 3712.597 7007.091 852.7445, 3701.7417 7118.6772 844.14294, 3692.7837 7228.188 840.96216, 3684.1445 7336.626 836.5103, 3680.0125 7403.1475 837.70233, 3677.38 7468.323 841.04926, 3675.0112 7554.0796 849.50165, 3680.3232 7457.845 858.47906, 3713.9158 7354.543 861.32, 3759.957 7278.9824 861.1241, 3822.807 7223.9243 860.2079, 3888.4797 7181.246 676.52405</trace>
</ink>
</file>

<file path=ppt/ink/ink680.xml><?xml version="1.0" encoding="utf-8"?>
<ink xmlns="http://www.w3.org/2003/InkML">
  <definitions>
    <brush xml:id="br1">
      <brushProperty name="height" value="0.01984375" units="cm"/>
      <brushProperty name="width" value="0.01984375" units="cm"/>
      <brushProperty name="tip" value="ellipse"/>
      <brushProperty name="color" value="#ff66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4133.6655 7521.3477 874.14984, 4189.1978 7446.5015 863.7364, 4227.728 7344.555 860.07227, 4256.364 7241.449 858.86725, 4279.8276 7169.0767 862.24347, 4340.3276 7271.0513 859.7141, 4339.7056 7352.1323 851.31714, 4335.5493 7491.7046 833.9808, 4328.9604 7587.376 825.5186, 4319.364 7692.783 820.30054, 4309.705 7792.255 817.64404, 4302.546 7864.742 815.5848, 4295.588 7943.98 820.85284, 4289.43 8013.1963 825.68036, 4297.9385 7868.6436 835.5388, 4305.015 7799.9507 832.93207, 4313.7515 7730.0347 829.5506, 4328.5728 7649.6284 827.3416, 4348.3477 7567.206 828.0902, 4371.9854 7487.5283 830.19684, 4399.714 7416.464 833.01263, 4445.986 7325.0093 838.8042, 4530.487 7325.239 852.86035, 4570.9487 7395.501 859.75714, 4611.679 7484.939 862.6876, 4694.5503 7511.8955 864.5955, 4756.3276 7414.1826 863.2304, 4827.447 7449.7095 864.4341, 4891.1694 7437.5527 864.6489, 4884.9565 7358.293 864.6378, 4870.6367 7283.559 855.1383, 4935.2173 7261.2876 851.65906, 5016.039 7237.014 848.8775, 5096.1562 7204.512 849.0115, 5203.5146 7122.608 848.95886, 5279.041 7038.3115 852.173, 5331.1606 6929.3164 853.31476, 5349.8506 6828.9795 855.3816, 5322.824 6738.8438 856.2801, 5247.2124 6671.752 856.32, 5172.875 6645.7065 856.23895, 5076.4473 6673.4194 856.3365, 4992.29 6777.074 855.1432, 4981.1104 6845.754 852.5311, 4979.189 6920.5854 848.70074, 4989.127 7055.5435 840.2448, 5008.3105 7145.9375 835.5709, 5036.3843 7240.8735 826.7233, 5059.8433 7311.5493 815.64154, 5086.4517 7378.3296 796.3938, 5123.0723 7442.352 769.3775, 5199.513 7518.6562 704.4828, 5263.806 7570.521 502.38098</trace>
</ink>
</file>

<file path=ppt/ink/ink681.xml><?xml version="1.0" encoding="utf-8"?>
<ink xmlns="http://www.w3.org/2003/InkML">
  <definitions>
    <brush xml:id="br1">
      <brushProperty name="height" value="0.01984375" units="cm"/>
      <brushProperty name="width" value="0.01984375" units="cm"/>
      <brushProperty name="tip" value="ellipse"/>
      <brushProperty name="color" value="#ff66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5534.6177 7324.3394 874.14984, 5474.5083 7259.2856 868.05786, 5384.596 7310.7783 866.0911, 5341.5225 7399.149 864.8604, 5360.396 7506.269 863.78094, 5449.5356 7532.031 860.96454, 5505.473 7461.842 857.37506, 5536.2344 7383.6265 856.5411, 5545.126 7317.8345 857.6022, 5567.7236 7408.0566 857.74054, 5589.0684 7500.8755 857.4548, 5638.763 7583.562 858.89575, 5712.793 7579.954 860.2775, 5742.5737 7513.142 860.9602, 5754.742 7416.248 862.7772, 5749.617 7343.813 864.4665, 5752.67 7412.153 861.06256, 5785.037 7505.6895 861.154, 5859.767 7568.3857 862.3625, 5942.057 7530.063 859.6974, 5965.1943 7438.43 858.11743, 5972.5093 7350.5303 860.8796, 5985.309 7271.1997 862.0524, 6059.654 7353.064 862.67114, 6113.3154 7472.3022 860.9509, 6208.212 7554.1855 861.56696, 6312.605 7559.9766 859.0495, 6400.193 7503.993 854.555, 6468.242 7410.9487 850.63043, 6499.7793 7322.2656 854.0824, 6467.9077 7246.3804 856.4949, 6372.121 7244.724 857.25635, 6315.6973 7323.4727 857.6962, 6297.092 7405.513 856.92737, 6323.33 7512.6367 854.8788, 6370.088 7593.3506 854.9677, 6446.3174 7605.0117 857.05927, 6518.2246 7580.8125 861.482</trace>
</ink>
</file>

<file path=ppt/ink/ink682.xml><?xml version="1.0" encoding="utf-8"?>
<ink xmlns="http://www.w3.org/2003/InkML">
  <definitions>
    <brush xml:id="br1">
      <brushProperty name="height" value="0.01984375" units="cm"/>
      <brushProperty name="width" value="0.01984375" units="cm"/>
      <brushProperty name="tip" value="ellipse"/>
      <brushProperty name="color" value="#ff66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4819.433 7279.869 874.14984, 4726.2344 7268.377 870.3911, 4660.662 7361.502 864.88525, 4669.0215 7451.1367 862.03046, 4702.388 7516.6313 860.49854, 4780.827 7542.357 860.52423, 4850.6387 7525.138 860.62024, 4889.442 7435.5767 860.322, 4892.506 7351.722 858.6373, 4838.227 7275.8926 859.1114, 4772.027 7259.1333 860.07935, 4810.23 7332.84 852.852, 4893.8936 7399.8325 817.3841</trace>
</ink>
</file>

<file path=ppt/ink/ink683.xml><?xml version="1.0" encoding="utf-8"?>
<ink xmlns="http://www.w3.org/2003/InkML">
  <definitions>
    <brush xml:id="br1">
      <brushProperty name="height" value="0.01984375" units="cm"/>
      <brushProperty name="width" value="0.01984375" units="cm"/>
      <brushProperty name="tip" value="ellipse"/>
      <brushProperty name="color" value="#ff66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6338.969 7807.294 874.14984, 6219.058 7821.44 857.49713, 6137.3257 7827.7134 847.5377, 6034.0977 7832.316 834.85297, 5909.1367 7836.999 824.47534, 5764.103 7842.711 813.3174, 5650.0903 7847.2495 805.26056, 5528.5693 7853.621 794.2889, 5401.4277 7861.0117 777.39526, 5288.4604 7867.8765 759.4665, 5136.7773 7877.981 741.5578, 4963.8965 7890.9165 726.42737, 4845.6704 7899.8477 714.19214, 4687.019 7914.628 708.72394, 4500.8916 7933.2007 700.9173, 4295.029 7954.224 694.9811, 4119.1616 7972.6587 687.76355, 3961.7617 7989.536 680.1417, 3773.305 8009.453 671.72876, 3564.1414 8031.3623 668.6116, 3343.144 8054.697 668.2411, 3198.512 8070.017 669.31696, 3024.0676 8089.636 673.7049, 2832.2126 8111.6216 680.27563, 2631.6687 8134.414 686.32355, 2455.2874 8154.488 691.27264, 2315.9912 8170.347 670.14825, 2160.1582 8187.56 641.1127, 2000.6799 8203.396 604.62976, 1846.3356 8217.973 559.1779, 1740.736 8228.004 506.389, 1636.8131 8238.244 447.45502, 1537.0823 8246.054 383.19446, 1449.5209 8246.233 315.41626, 1380.0457 8247.228 201.20798, 1316.9452 8248.004 78.31171</trace>
</ink>
</file>

<file path=ppt/ink/ink684.xml><?xml version="1.0" encoding="utf-8"?>
<ink xmlns="http://www.w3.org/2003/InkML">
  <definitions>
    <brush xml:id="br1">
      <brushProperty name="height" value="0.01984375" units="cm"/>
      <brushProperty name="width" value="0.01984375" units="cm"/>
      <brushProperty name="tip" value="ellipse"/>
      <brushProperty name="color" value="#ff66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1422.7688 8985.212 874.14984, 1441.9159 9056.858 866.3355, 1457.691 9124.738 861.37744, 1470.6399 9200.203 858.28937, 1480.0731 9339.0205 854.4919, 1481.879 9412.023 851.16003, 1481.3254 9553.094 844.9833, 1480.5691 9639.56 843.19104, 1480.3921 9725.805 843.2002, 1481.8948 9843.675 845.31616, 1492.622 9919.922 851.98785, 1540.3186 9846.756 852.8699, 1568.3534 9739.884 845.5308, 1580.7223 9657.331 840.3282, 1588.4319 9562.336 830.5853, 1596.4824 9483.502 810.29376, 1601.2925 9416.39 790.50165</trace>
</ink>
</file>

<file path=ppt/ink/ink685.xml><?xml version="1.0" encoding="utf-8"?>
<ink xmlns="http://www.w3.org/2003/InkML">
  <definitions>
    <brush xml:id="br1">
      <brushProperty name="height" value="0.01984375" units="cm"/>
      <brushProperty name="width" value="0.01984375" units="cm"/>
      <brushProperty name="tip" value="ellipse"/>
      <brushProperty name="color" value="#ff66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1660.857 9105.175 874.14984, 1686.622 9194.037 864.124, 1698.6229 9262.244 857.7197, 1707.0569 9326.032 852.7791, 1717.3032 9440.459 846.512, 1722.9075 9549.081 844.8246, 1727.6068 9619.356 843.9262, 1737.7706 9721.341 846.5957, 1757.8855 9792.944 860.6874</trace>
</ink>
</file>

<file path=ppt/ink/ink686.xml><?xml version="1.0" encoding="utf-8"?>
<ink xmlns="http://www.w3.org/2003/InkML">
  <definitions>
    <brush xml:id="br1">
      <brushProperty name="height" value="0.01984375" units="cm"/>
      <brushProperty name="width" value="0.01984375" units="cm"/>
      <brushProperty name="tip" value="ellipse"/>
      <brushProperty name="color" value="#ff66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1407.1414 9558.658 874.14984, 1497.903 9558.655 863.12384, 1629.7861 9563.068 857.492, 1706.8568 9566.773 854.99207, 1770.4417 9569.563 848.6214, 1839.1934 9573.134 843.03705</trace>
</ink>
</file>

<file path=ppt/ink/ink687.xml><?xml version="1.0" encoding="utf-8"?>
<ink xmlns="http://www.w3.org/2003/InkML">
  <definitions>
    <brush xml:id="br1">
      <brushProperty name="height" value="0.01984375" units="cm"/>
      <brushProperty name="width" value="0.01984375" units="cm"/>
      <brushProperty name="tip" value="ellipse"/>
      <brushProperty name="color" value="#ff66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1898.9452 9859.6 874.14984, 1903.8174 9773.2295 872.4365, 1975.128 9746.554 869.827, 2039.707 9781.691 866.7648, 2029.925 9858.816 862.8816, 1982.5735 9936.557 853.09503, 1898.7173 10019.237 849.05756, 1829.6184 10105.193 853.9184, 1844.279 10177.737 855.4253, 1947.1494 10235.82 855.5881, 2033.567 10243.322 849.1279, 2100.8613 10210.065 833.45026, 2164.3596 10167.443 529.1575</trace>
</ink>
</file>

<file path=ppt/ink/ink688.xml><?xml version="1.0" encoding="utf-8"?>
<ink xmlns="http://www.w3.org/2003/InkML">
  <definitions>
    <brush xml:id="br1">
      <brushProperty name="height" value="0.01984375" units="cm"/>
      <brushProperty name="width" value="0.01984375" units="cm"/>
      <brushProperty name="tip" value="ellipse"/>
      <brushProperty name="color" value="#ff66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2196.7854 9256.68 874.14984, 2179.4204 9323.669 861.0782, 2156.1328 9460.584 845.5537, 2148.2068 9543.317 839.9114, 2145.7861 9626.797 836.7105, 2150.0078 9740.86 838.15247, 2167.0483 9828.409 842.0512, 2206.6528 9894.317 847.55145, 2288.6775 9897.424 853.08246, 2380.818 9806.131 851.0434, 2431.1707 9707.15 844.4423, 2442.2524 9633.585 839.9608, 2441.1594 9550.66 836.28174, 2429.962 9473.847 834.98206, 2393.8105 9352.065 833.70776, 2333.03 9252.453 838.52185, 2249.0408 9193.931 846.7514, 2172.2295 9187.55 853.83234, 2119.491 9297.262 857.52454, 2114.8293 9376.859 854.3674</trace>
</ink>
</file>

<file path=ppt/ink/ink689.xml><?xml version="1.0" encoding="utf-8"?>
<ink xmlns="http://www.w3.org/2003/InkML">
  <definitions>
    <brush xml:id="br1">
      <brushProperty name="height" value="0.01984375" units="cm"/>
      <brushProperty name="width" value="0.01984375" units="cm"/>
      <brushProperty name="tip" value="ellipse"/>
      <brushProperty name="color" value="#ff66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2733.633 9785.141 874.14984, 2798.3906 9732.601 865.9626, 2866.9414 9661.074 861.3138, 2902.4548 9588.298 863.2007, 2877.4326 9507.476 863.37573, 2788.4539 9519.811 861.69525, 2747.3064 9603.584 859.0388, 2749.006 9682.022 856.4221, 2813.6963 9761.423 853.06854, 2885.883 9803.25 851.74744, 2983.1038 9789.288 852.5397, 3065.3872 9739.765 853.02484, 3125.256 9673.779 854.2311, 3194.8833 9601.542 861.1479, 3278.2827 9630.741 862.6912, 3327.1926 9723.837 860.00116, 3345.0615 9813.133 858.5296, 3333.9414 9888.847 858.8769, 3250.6042 9940.207 859.8146, 3197.695 9845.964 855.38025, 3180.963 9781.314 839.723</trace>
</ink>
</file>

<file path=ppt/ink/ink690.xml><?xml version="1.0" encoding="utf-8"?>
<ink xmlns="http://www.w3.org/2003/InkML">
  <definitions>
    <brush xml:id="br1">
      <brushProperty name="height" value="0.01984375" units="cm"/>
      <brushProperty name="width" value="0.01984375" units="cm"/>
      <brushProperty name="tip" value="ellipse"/>
      <brushProperty name="color" value="#ff66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3374.3572 8985.212 874.14984, 3380.8582 9074.824 863.19055, 3387.02 9140.482 856.51324, 3394.406 9223.226 848.5976, 3401.9128 9319.464 841.6454, 3408.0693 9401.918 835.8874, 3413.7612 9477.155 830.9571, 3419.3545 9556.736 827.4188, 3423.8262 9621.235 821.9669, 3428.0361 9698.828 819.9491, 3431.408 9766.9 821.56934, 3433.7173 9857.357 832.9147, 3433.7896 9921.099 856.60596</trace>
</ink>
</file>

<file path=ppt/ink/ink691.xml><?xml version="1.0" encoding="utf-8"?>
<ink xmlns="http://www.w3.org/2003/InkML">
  <definitions>
    <brush xml:id="br1">
      <brushProperty name="height" value="0.01984375" units="cm"/>
      <brushProperty name="width" value="0.01984375" units="cm"/>
      <brushProperty name="tip" value="ellipse"/>
      <brushProperty name="color" value="#ff66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3269.5613 9437.143 874.14984, 3341.3945 9450.801 863.07837, 3405.5693 9461.063 856.9229, 3487.4802 9469.814 850.203, 3565.0618 9479.011 835.0166, 3631.049 9486.957 723.2154</trace>
</ink>
</file>

<file path=ppt/ink/ink692.xml><?xml version="1.0" encoding="utf-8"?>
<ink xmlns="http://www.w3.org/2003/InkML">
  <definitions>
    <brush xml:id="br1">
      <brushProperty name="height" value="0.01984375" units="cm"/>
      <brushProperty name="width" value="0.01984375" units="cm"/>
      <brushProperty name="tip" value="ellipse"/>
      <brushProperty name="color" value="#ff66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3821.1174 9845.121 874.14984, 3845.3916 9773.921 865.2624, 3872.0925 9663.571 859.5499, 3886.1484 9599.455 857.0581, 3911.5847 9497.329 855.96954, 3933.2185 9429.347 857.0133, 4007.5225 9412.488 860.19104, 4049.2217 9501.9 856.111, 4066.4924 9625.995 846.2689, 4067.8223 9699.927 848.41864, 4065.3801 9763.355 850.1784, 4051.3782 9690.11 849.50757, 4058.8044 9597.284 853.2504, 4076.7139 9507.91 857.325, 4147.3193 9449.966 859.8425, 4211.359 9549.753 859.0392, 4229.458 9647.653 853.3015, 4236.598 9758.629 851.8425, 4246.345 9846.986 854.7536, 4287.367 9911.821 858.0564, 4389.2075 9913.479 860.7794, 4465.112 9847.663 858.70337, 4516.746 9755.736 853.54565, 4539.7573 9632.466 851.08, 4538.9077 9538.495 850.9358, 4502.0337 9451.612 855.2229, 4418.766 9441.801 859.87537, 4385.309 9520.542 859.3245, 4381.021 9585.225 856.40155, 4385.744 9657.781 853.4355, 4396.006 9721.546 850.5209, 4428.903 9827.112 847.2138, 4504.7275 9902.813 850.63324, 4596.7354 9890.658 851.83105, 4678.09 9786.381 852.6354, 4695.242 9677.6 855.0481, 4692.053 9588.315 856.2638, 4682.7603 9661.291 858.874, 4702.134 9728.159 860.3215, 4760.09 9827.313 862.5118, 4838.2964 9825.616 860.92566, 4872.419 9755.459 857.7794, 4887.0176 9674.524 860.74835, 4888.3555 9600.79 863.00684, 4899.0083 9683.955 861.1712, 4925.518 9778.731 862.3352, 4978.016 9856.762 864.1089, 5065.8677 9836.816 861.4099, 5107.516 9709.297 851.2663, 5118.5176 9643.577 845.6267, 5125.1743 9575.602 839.32745, 5126.7783 9490.037 832.5686, 5124.405 9394.411 828.3182, 5119.5957 9296.53 826.3584, 5116.0547 9230.49 825.0291, 5110.783 9152.931 826.92816, 5103.2793 9073.722 829.6267, 5094.517 9006.377 834.6525, 5075.653 8918.017 845.84283, 5041.0005 8982.743 849.17664, 5040.107 9047.637 843.43866, 5042.0815 9112.942 836.1917, 5051.245 9205.679 828.59125, 5066.0586 9316.444 819.68256, 5085.817 9434.569 811.6178, 5099.505 9514.249 806.09845, 5118.415 9603.417 802.21893, 5140.5703 9693.852 804.06586, 5164.8037 9772.943 812.46, 5214.372 9843.185 827.61554, 5257.4907 9751.677 840.4407, 5263.51 9681.513 838.86835, 5266.7583 9601.747 836.31274, 5270.1807 9525.011 837.56476, 5280.005 9417.826 835.94305, 5352.2266 9398.972 844.0356, 5381.856 9493.308 844.5346, 5395.4907 9557.211 847.8554, 5417.972 9657.65 851.15295, 5458.942 9754.988 853.93506, 5551.309 9812.355 858.1315, 5645.4507 9781.273 858.9765, 5715.792 9725.611 857.5208, 5765.019 9635.771 857.7927, 5778.266 9552.115 858.8038, 5706.9077 9479.88 861.74066, 5660.8257 9601.258 857.0476, 5675.7812 9670.445 850.05273, 5721.6797 9782.818 836.1235, 5825.777 9872.359 804.74664, 5898.8477 9925.526 745.3848, 5962.655 9930.572 7.129018</trace>
</ink>
</file>

<file path=ppt/ink/ink693.xml><?xml version="1.0" encoding="utf-8"?>
<ink xmlns="http://www.w3.org/2003/InkML">
  <definitions>
    <brush xml:id="br1">
      <brushProperty name="height" value="0.01984375" units="cm"/>
      <brushProperty name="width" value="0.01984375" units="cm"/>
      <brushProperty name="tip" value="ellipse"/>
      <brushProperty name="color" value="#ff66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5313.0757 9139.818 874.14984, 5209.5513 9159.342 858.3433, 5130.678 9172.833 843.66956, 5040.929 9187.605 826.86774, 4945.947 9202.204 806.5672, 4876.438 9213.06 782.934, 4813.255 9222.903 744.6352</trace>
</ink>
</file>

<file path=ppt/ink/ink694.xml><?xml version="1.0" encoding="utf-8"?>
<ink xmlns="http://www.w3.org/2003/InkML">
  <definitions>
    <brush xml:id="br1">
      <brushProperty name="height" value="0.01984375" units="cm"/>
      <brushProperty name="width" value="0.01984375" units="cm"/>
      <brushProperty name="tip" value="ellipse"/>
      <brushProperty name="color" value="#ff66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5906.9175 10026.618 874.14984, 5819.7183 10049.165 860.9282, 5746.509 10061.12 847.3175, 5682.4785 10070.862 836.0227, 5616.5566 10078.558 830.2264, 5481.1597 10090.453 823.9017, 5369.347 10096.605 817.43304, 5224.516 10104.396 804.4473, 5055.097 10114.204 785.565, 4943.608 10120.614 769.2856, 4793.298 10129.361 748.97955, 4611.351 10140.4795 725.86163, 4446.8857 10150.543 707.0607, 4297.7773 10159.69 687.72784, 4109.463 10169.832 671.6891, 3894.2913 10181.545 657.3153, 3663.8481 10194.779 647.78186, 3511.538 10203.546 640.6707, 3319.6243 10216.521 634.0678, 3103.9114 10234.123 628.79474, 2876.044 10254.86 627.6743, 2682.6218 10272.546 632.9864, 2520.4834 10287.429 637.2982, 2337.7212 10303.119 649.1696, 2148.0845 10318.946 665.1226, 1963.4589 10332.835 684.3635, 1836.4476 10342.053 701.95557, 1711.296 10349.425 720.44244, 1592.0764 10354.484 744.05035, 1491.3508 10356.546 769.4629, 1423.1576 10357.579 792.2696, 1328.9501 10349.163 828.7661, 1262.8473 10337.711 847.6325</trace>
</ink>
</file>

<file path=ppt/ink/ink69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691.9574 3295.7407 874.14984, 758.9056 3231.3218 874.14984, 838.0623 3190.0928 874.14996, 745.01306 3184.7424 869.2894, 687.65967 3262.134 864.5397, 677.0744 3359.1052 862.44257, 730.83344 3473.8884 859.3713, 806.5635 3568.3562 855.1048, 877.86774 3643.762 852.4472, 946.61383 3736.6604 855.7143, 959.84534 3804.2556 858.8273, 902.99976 3875.1006 863.1999, 834.16 3846.4966 865.1381, 806.95044 3745.887 862.43463, 789.3989 3673.2114 853.5893</trace>
</ink>
</file>

<file path=ppt/ink/ink69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424.45282 3717.681 874.14984, 498.23752 3722.2837 871.6126, 576.1502 3709.8176 870.396, 641.306 3700.273 683.16547</trace>
</ink>
</file>

<file path=ppt/ink/ink69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483.28543 3551.697 874.14984, 498.32083 3629.4346 851.5076, 508.81763 3712.3438 846.2044, 516.0697 3801.2751 854.5641, 520.7176 3865.4304 870.40015</trace>
</ink>
</file>

<file path=ppt/ink/ink69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990.71674 3657.182 874.14984, 1068.7979 3590.0046 869.7169, 1086.2556 3522.8467 869.4255, 1016.84656 3570.5728 867.3732, 1018.8621 3678.788 865.2846, 1072.9133 3746.3848 862.1672, 1187.7234 3733.7593 854.0462, 1267.4398 3716.177 835.2635, 1330.4462 3667.5952 229.26411</trace>
</ink>
</file>

<file path=ppt/ink/ink69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5712.953 3325.2144 874.14984, 5803.182 3332.1511 864.58514, 5893.5444 3332.7275 850.91113, 5964.0327 3319.3008 836.6998, 6029.8535 3306.138 708.28357</trace>
</ink>
</file>

<file path=ppt/ink/ink70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5817.749 3204.7341 874.14984, 5811.5737 3299.1284 867.3397, 5819.415 3385.356 863.2422, 5828.147 3449.022 857.0933</trace>
</ink>
</file>

<file path=ppt/ink/ink70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6249.8013 3219.7295 874.14984, 6203.819 3283.2532 868.77167, 6180.3584 3370.6123 868.1715, 6250.6396 3391.608 866.6434, 6273.9614 3313.1404 863.41205, 6262.1465 3244.8525 860.3566, 6225.74 3181.8826 857.7054, 6145.473 3089.1863 858.74207, 6112.74 3025.5283 862.0834, 6160.4463 2945.4424 863.13184, 6239.1875 2924.1309 861.9473, 6309.363 2914.5896 855.9553</trace>
</ink>
</file>

<file path=ppt/ink/ink70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6384.013 3249.7202 874.14984, 6459.2607 3223.3857 871.5335, 6537.546 3164.3984 869.54565, 6550.324 3099.8757 868.88873, 6479.3496 3071.248 866.55365, 6389.9927 3129.6484 863.9628, 6338.7573 3207.3508 863.0754, 6344.729 3308.4058 860.832, 6397.482 3381.0193 858.66876, 6476.4756 3403.8044 856.0993, 6540.7676 3415.6685 844.7255</trace>
</ink>
</file>

<file path=ppt/ink/ink70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2584.7131 1031.9489 874.14984, 2664.53 1029.7034 871.403, 2771.6777 1017.14594 869.5001, 2852.4065 1002.5845 868.7163, 2918.423 994.77246 682.2095</trace>
</ink>
</file>

<file path=ppt/ink/ink70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3240.145 758.9288 874.14984, 3154.8726 773.6242 870.9771, 3038.8044 762.15027 868.508, 2977.7 695.2131 867.5945, 3011.9485 618.4983 866.32, 3076.9153 584.8823 865.4555, 3150.0867 595.9273 862.9833, 3197.678 667.7574 860.38385, 3187.3008 765.72577 854.9368, 3123.6118 876.31415 844.14087, 3072.8809 939.31055 838.66266, 2973.522 1051.5902 837.359, 2896.4985 1117.8125 839.8195, 2981.9778 1179.3212 852.9586, 3050.0972 1183.6093 856.3351, 3114.8718 1174.0065 858.38293, 3190.0552 1117.103 858.99286, 3245.9673 1053.4479 674.85547</trace>
</ink>
</file>

<file path=ppt/ink/ink70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3418.4812 850.96967 874.14984, 3378.7842 930.90784 868.1205, 3353.5007 1034.9891 867.41064, 3389.2485 1101.791 867.3838, 3457.3423 1058.3989 865.6499, 3477.7686 957.0225 863.9209, 3444.494 868.44586 861.62573, 3361.6113 786.5483 858.62946, 3283.4844 705.685 859.7516, 3293.2969 629.4264 858.4982, 3392.6245 563.7743 852.7116, 3469.3083 526.5416 843.0131, 3533.0867 504.31876 721.26324</trace>
</ink>
</file>

<file path=ppt/ink/ink70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3537.9854 940.94214 874.14984, 3604.2737 921.39404 871.8462, 3686.9016 869.9297 869.3316, 3718.6047 792.6927 868.73047, 3650.7947 739.07825 864.82635, 3577.6523 782.1296 864.0693, 3542.945 880.8231 864.2546, 3589.0054 979.27386 862.6126, 3689.1128 1003.0926 857.50476, 3761.3652 1016.4364 844.97577</trace>
</ink>
</file>

<file path=ppt/ink/ink70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3806.409 548.4758 874.14984, 3762.7754 458.62698 868.41284, 3665.197 384.84592 863.6435, 3556.813 335.9786 856.3406, 3481.418 319.5222 850.4009, 3400.3857 314.16153 846.40466, 3315.8328 316.55472 844.24084, 3245.7388 321.73154 842.56226, 3112.1785 345.67538 842.916, 3036.6404 370.06378 843.9774, 2958.8293 400.89438 845.0995, 2883.6353 438.2422 846.2654, 2813.721 482.07742 848.22156, 2717.3926 556.37683 852.9967, 2633.4626 665.5588 854.9929, 2597.7358 730.29956 855.1393, 2566.134 797.5489 855.2297, 2526.023 896.5935 855.6786, 2503.1467 1017.26807 856.8269, 2516.9783 1135.5026 857.87164, 2546.8071 1218.8082 858.58325, 2616.076 1300.9188 858.9974, 2709.0842 1365.5653 858.7273, 2801.875 1403.3717 858.1264, 2868.0735 1413.343 857.49567, 2944.9026 1418.322 856.6641, 3028.7324 1419.8561 855.28784, 3091.8225 1419.7349 853.8501, 3156.7473 1417.0359 852.27454, 3230.0027 1409.2476 851.9908, 3307.325 1395.4153 851.8955, 3387.7168 1374.8059 851.98535, 3470.495 1346.5103 851.8334, 3593.0208 1296.795 851.56934, 3664.6528 1258.1735 851.3363, 3739.1304 1212.7289 851.15027, 3813.1863 1163.0228 850.77026, 3877.6267 1114.1334 850.7733, 3970.8894 1031.5067 851.1893, 4044.1335 923.56647 853.4826, 4078.7244 817.8282 855.64874, 4078.9097 731.2447 857.4925, 4028.2249 653.31116 859.42224, 3950.5566 589.3948 859.6899, 3886.0742 541.4068 835.1509</trace>
</ink>
</file>

<file path=ppt/ink/ink70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4759.681 7369.842 874.14984, 4727.0625 7306.954 867.56854</trace>
</ink>
</file>

<file path=ppt/ink/ink70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7799.6733 487.977 874.14984, 7788.0376 578.5291 864.473, 7785.317 696.5027 858.64435, 7784.8486 768.00696 857.64386, 7787.3325 878.168 855.89996, 7793.36 991.5516 851.7464, 7796.5796 1071.6437 848.04443, 7799.033 1168.0175 843.97675, 7800.3096 1278.574 838.53076, 7801.1357 1351.2571 833.61053, 7802.6553 1449.3684 827.761, 7803.9683 1570.13 820.6615, 7805.149 1710.7643 812.76373, 7806.653 1840.8551 805.47437, 7808.1475 1951.82 798.45013, 7811.0503 2093.863 792.0852, 7815.5356 2259.0276 785.7775, 7819.098 2442.283 776.48694, 7821.4517 2564.8699 768.6955, 7820.667 2721.132 757.78723, 7816.8784 2907.3162 743.39215, 7812.13 3116.5352 724.5661, 7808.25 3308.4883 705.8863, 7805.202 3469.86 687.693, 7803.868 3672.905 668.9576, 7803.9507 3905.9363 651.1202, 7803.6445 4160.617 633.31946, 7803.3916 4338.912 619.43134, 7802.9463 4545.715 603.75146, 7802.361 4783.489 591.1194, 7804.3076 5040.9106 581.58246, 7807.9634 5277.156 578.01355, 7811.5767 5466.4136 574.7888, 7817.8457 5699.7354 571.2024, 7827.7837 5966.5576 565.16455, 7841.731 6258.412 556.6861, 7857.649 6567.057 544.5325, 7871.2188 6824.0967 532.4689, 7884.322 7051.849 523.529, 7899.366 7314.2397 518.02875, 7912.7 7599.149 515.558, 7919.8027 7893.917 515.81665, 7924.307 8091.911 515.6206, 7921.9634 8337.074 515.66547, 7917.752 8614.472 510.52225, 7914.2603 8915.895 502.06158, 7912.953 9191.69 495.6696, 7912.638 9414.733 490.2513, 7917.2656 9685.64 484.8964, 7925.0786 9987.12 487.43515, 7931.7393 10311.772 487.0539, 7936.0522 10536.199 485.8712, 7938.5693 10799.909 485.71683, 7938.9697 11102.549 479.96713, 7938.2866 11428.638 476.83276, 7939.808 11763.688 436.0415, 7941.7617 12042.747 389.18985, 7949.5464 12274.9 337.92987, 7954.5405 12424.095 291.86633, 7955.311 12519.194 210.63953, 7957.5176 12603.272 118.79623, 7963.3013 12666.846 78.02688</trace>
</ink>
</file>

<file path=ppt/ink/ink71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8589.316 1680.8888 874.14984, 8629.176 1606.5143 864.7409, 8676.851 1513.9923 860.79865, 8712.553 1445.1445 858.9788, 8749.488 1508.675 853.8064, 8743.367 1575.263 847.00507, 8735.435 1661.0056 838.70496, 8727.258 1759.6272 830.2752, 8721.041 1835.8263 824.18774, 8714.876 1916.2346 818.93756, 8705.992 2011.423 817.3409, 8693.695 2116.1436 818.21533, 8680.387 2210.3013 819.91675, 8668.943 2285.1643 821.5913, 8653.387 2367.4717 823.95026, 8639.605 2438.0908 831.8616, 8622.481 2534.3154 847.29474, 8627.148 2431.2683 856.09875, 8628.625 2353.9128 850.46405, 8629.987 2286.7454 846.92, 8633.564 2223.8718 842.38995, 8643.084 2149.5205 841.4706, 8659.708 2070.9683 841.43695, 8683.646 1994.4493 841.87885, 8727.184 1884.1664 843.0892, 8801.541 1774.3726 848.7125, 8900.137 1700.2885 857.5937, 8991.859 1701.2072 862.28204, 9025.857 1784.8118 861.76965, 8977.574 1861.9683 860.86597, 8909.249 1909.2135 860.03674, 8817.161 1883.9247 858.6148, 8746.108 1847.5934 857.5312</trace>
</ink>
</file>

<file path=ppt/ink/ink71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9065.492 1302.9006 874.14984, 8966.606 1316.616 866.9765, 8902.028 1325.722 863.2519, 8799.756 1339.3474 858.62006, 8707.017 1327.3439 862.44977, 8633.441 1302.9006 872.57697</trace>
</ink>
</file>

<file path=ppt/ink/ink71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8856.82 1212.4111 874.14984, 8937.321 1218.0508 869.6956, 9027.297 1252.6101 868.47644, 9058.405 1332.8568 866.2717, 9043.297 1402.2533 863.4855, 8988.613 1465.7092 855.5503</trace>
</ink>
</file>

<file path=ppt/ink/ink71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8380.645 729.4551 874.14984, 8389.022 827.7021 859.9381, 8396.745 911.1173 856.2822, 8401.499 1013.9453 859.95233, 8428.04 942.8252 860.9534, 8490.991 836.9201 863.649, 8559.078 818.05945 863.9541, 8590.058 888.1917 861.06744, 8601.841 953.4635 861.65314, 8679.986 875.26807 860.5831, 8736.923 806.4143 865.5311, 8801.96 866.0105 865.6096, 8815.753 935.51373 866.6136, 8886.69 932.3897 864.8579, 8960.65 850.3233 863.8178, 9010.873 918.3535 866.2766, 9034.3 992.7305 867.04254, 9119.195 994.36896 861.6264, 9183.656 928.6403 861.7869, 9176.367 850.2989 863.72925, 9080.02 858.04004 864.10675, 9155.89 804.1899 859.25714, 9231.362 761.11346 860.4127, 9295.789 741.8698 863.1869, 9326.479 841.31885 860.73724, 9312.935 917.6052 860.6029, 9383.469 834.01624 861.11993, 9450.298 846.2562 858.5393, 9452.847 912.7791 856.7948, 9535.0625 863.7795 856.6251, 9610.581 829.0906 860.4025, 9679.616 905.8068 861.48114, 9757.911 893.7832 861.4258, 9826.835 852.8077 861.7608, 9865.446 789.9131 862.78546, 9806.234 865.4987 859.8998, 9801.063 950.9918 861.9685, 9907.382 952.7489 858.3145, 9982.711 896.7084 857.0049, 10046.107 922.26636 859.7072, 10139.764 929.8807 860.4608, 10214.336 871.30444 855.5434, 10277.823 884.1884 859.3874, 10320.575 947.4302 861.84937, 10395.934 883.501 861.4665, 10429.679 818.091 854.30475, 10464.001 742.37085 844.88995, 10492.08 677.30334 837.4898, 10522.391 575.28107 842.6651, 10507.286 641.38104 833.81714, 10493.741 722.8354 828.5278, 10478.875 817.8208 825.9178, 10458.3125 955.6961 824.3932, 10450.037 1029.9232 828.438, 10449.99 1127.9861 836.2509, 10491.476 1014.7367 851.7066, 10525.695 933.6185 844.99756, 10603.998 881.7345 824.0083, 10673.521 849.5993 777.5735</trace>
</ink>
</file>

<file path=ppt/ink/ink71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10406.693 1680.8888 874.14984, 10508.112 1683.7122 861.6867, 10576.783 1682.1848 854.8947, 10644.818 1679.2878 852.9936, 10749.792 1672.1774 853.01465, 10851.695 1660.6382 853.41974, 10922.608 1652.8658 852.3471, 10995.679 1644.6886 851.5127, 11103.091 1631.4032 851.5465, 11170.748 1622.5165 851.5912</trace>
</ink>
</file>

<file path=ppt/ink/ink71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10466.444 1891.3417 874.14984, 10569.118 1879.248 859.6807, 10645.665 1868.8857 850.31323, 10731.631 1857.6163 842.159, 10813.482 1847.3157 830.4217, 10935.447 1831.617 795.90045, 11031.996 1816.0471 731.54816, 11112.494 1795.6188 635.0591, 11181.822 1760.8542 466.523</trace>
</ink>
</file>

<file path=ppt/ink/ink71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10958.249 1499.9095 874.14984, 11048.336 1530.8431 866.91144, 11122.498 1557.232 862.25085, 11200.957 1587.622 856.5697, 11286.829 1640.0626 855.7747, 11350.665 1735.5165 856.6932, 11327.432 1841.9302 856.14355, 11294.259 1904.7162 853.9496, 11228.619 2000.5844 846.9644, 11166.921 2073.3547 817.4914</trace>
</ink>
</file>

<file path=ppt/ink/ink71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12015.397 1529.3832 874.14984, 12029.56 1430.2627 868.6224, 11966.704 1431.8986 853.5536, 11907.822 1500.4573 840.8975, 11847.657 1582.833 839.4297, 11825.241 1676.4099 843.8709, 11857.631 1740.5757 846.8897, 11953.773 1787.7715 850.2306, 12048.971 1824.075 855.5539, 12124.584 1891.592 860.2338, 12146.313 1961.1483 860.8734, 12085.61 2035.1003 860.4944, 12032.986 1948.204 859.90155, 12016.816 1883.6089 847.6139</trace>
</ink>
</file>

<file path=ppt/ink/ink71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12283.821 1620.39 874.14984, 12266.455 1685.2214 861.0081, 12236.526 1806.9102 856.876, 12225.917 1916.0465 861.5283, 12312.981 1899.0908 859.7552, 12381.979 1801.3203 859.12006, 12355.029 1725.3256 862.5228, 12347.062 1660.588 864.55475, 12428.381 1680.457 865.0191, 12469.967 1759.5374 861.93115, 12482.608 1851.63 858.71216, 12489.913 1925.2548 857.3816, 12576.014 1901.0887 854.94403, 12625.788 1834.9323 849.6013, 12677.055 1740.4836 850.62195, 12704.783 1676.8593 853.8679, 12665.39 1774.3618 851.88556, 12652.083 1860.306 857.752, 12690.774 1927.0616 861.43176, 12769.424 1877.9491 857.54913, 12847.597 1775.4264 851.03485, 12898.039 1693.6344 852.5732, 12953.841 1781.8566 852.98596, 12953.121 1868.198 857.2406, 12932.195 1763.8582 850.30365, 12974.768 1672.6448 838.8542, 13059.858 1598.9077 799.0937, 13122.764 1572.1511 681.5781</trace>
</ink>
</file>

<file path=ppt/ink/ink71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13238.013 1514.3878 874.14984, 13199.581 1606.3407 862.52246, 13152.98 1729.4978 855.9338, 13124.873 1826.3802 855.29425, 13147.484 1901.1978 858.2939, 13231.175 1906.2936 855.7075, 13309.654 1868.8309 851.2579, 13416.484 1758.4386 840.9922, 13495.629 1659.1467 835.69354, 13539.388 1567.3671 841.8816, 13467.615 1566.0466 846.1821, 13412.042 1631.091 844.65924, 13374.15 1742.6006 843.5928, 13393.012 1822.7269 847.9442, 13486.302 1854.6136 847.07007, 13589.3545 1832.567 841.4787, 13668.324 1807.4662 827.986, 13732.544 1768.0686 8.159931</trace>
</ink>
</file>

<file path=ppt/ink/ink72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14265.744 1620.39 874.14984, 14195.641 1661.2097 861.8123, 14133.7295 1725.8099 858.79895, 14116.382 1794.5219 860.8912, 14197.76 1806.7213 858.7669, 14270.51 1742.2019 849.39435, 14336.4 1646.7504 834.65076, 14392.505 1517.5322 822.7386, 14428.95 1399.2231 824.63043, 14447.704 1297.7308 834.9007, 14451.571 1394.5707 851.3052, 14445.353 1476.3579 845.2199, 14441.093 1546.0345 842.4893, 14441.466 1667.8245 842.4546, 14467.138 1753.7096 847.01, 14574.248 1745.0764 850.20166, 14648.296 1680.2722 850.1368, 14708.597 1584.3108 853.7422, 14668.713 1689.2249 854.0521, 14733.84 1725.5211 856.3434, 14826.243 1674.3478 845.7567, 14891.761 1634.868 822.4298</trace>
</ink>
</file>

<file path=ppt/ink/ink72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15159.266 1392.8732 874.14984, 15117.496 1508.3217 857.64734, 15095.455 1573.1676 851.1644, 15067.674 1671.7303 850.16833, 15085.635 1742.6364 855.4737, 15193.493 1726.2902 851.4677, 15257.351 1673.6749 843.08374, 15356.705 1573.0675 829.11163, 15408.15 1501.4812 826.34045, 15452.988 1420.3145 822.46405, 15486.922 1335.4191 822.8068, 15508.49 1255.982 825.39844, 15526.825 1142.533 830.8989, 15503.718 1052.1609 842.9354, 15433.976 1121.9901 856.3629, 15419.482 1202.377 850.05206, 15409.161 1268.701 843.1016, 15400.746 1337.9185 835.77454, 15393.707 1417.8934 831.82324, 15390.227 1498.8898 832.4831, 15388.617 1565.9727 833.8643, 15390.774 1652.3173 838.6526, 15434.41 1568.0303 858.65466, 15506.454 1505.392 864.41406, 15559.033 1570.1876 862.6519, 15582.924 1634.3834 862.0853, 15658.64 1625.6908 862.43567, 15723.401 1581.9187 239.66946</trace>
</ink>
</file>

<file path=ppt/ink/ink72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15934.202 1483.8798 874.14984, 15870.13 1486.1002 868.4256, 15790.18 1544.9236 861.38007, 15740.085 1616.0934 860.84753, 15743.172 1685.503 862.5918, 15821.104 1648.4554 859.5084, 15891.888 1587.8269 856.5051, 15968.554 1513.4722 859.29285, 15991.156 1580.1029 858.72784, 16009.606 1653.7113 861.8193, 16090.178 1645.189 863.6247, 16155.752 1559.8512 861.53265, 16218.955 1566.8811 864.9213, 16287.569 1533.1666 866.5251, 16352.013 1504.8003 865.36444, 16422.45 1564.5812 865.6507, 16501.625 1509.9637 865.6432, 16592.318 1589.6288 864.68646, 16662.645 1594.1578 864.1094, 16749.84 1532.4391 857.3889, 16832.22 1435.81 850.38324, 16885.078 1351.9498 852.07764, 16906.09 1440.1847 844.6882, 16892.277 1519.2651 840.167, 16870.506 1649.3712 832.46, 16860.041 1734.2268 828.2861, 16852.498 1819.6637 828.6036, 16848.129 1885.1858 830.307, 16845.215 1984.7765 835.1503, 16840.21 1914.9675 845.11475, 16843.275 1850.781 842.7442, 16853.426 1781.5046 839.97345, 16884.361 1683.7375 843.4128, 16960.346 1626.4082 847.69354, 17056.35 1644.9161 850.5489, 17136.213 1692.7953 854.97815, 17211.236 1721.284 857.6909, 17275.691 1745.9985 798.6985</trace>
</ink>
</file>

<file path=ppt/ink/ink72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14727.214 1634.8683 874.14984, 14771.602 1568.1648 865.9414, 14795.25 1497.1244 866.3137, 14727.331 1533.345 862.8325, 14650.797 1629.8622 852.95966, 14608.629 1695.367 827.9125</trace>
</ink>
</file>

<file path=ppt/ink/ink72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17945.543 1136.9169 874.14984, 17861.727 1177.6782 863.47284, 17748.213 1227.1385 858.75574, 17654.309 1294.7356 862.15405, 17622.182 1403.9984 862.0568, 17611.195 1504.6405 859.56555, 17603.064 1596.7944 858.13544, 17587.309 1679.4373 858.49274, 17565.82 1773.151 860.9596, 17597.002 1840.9677 862.4652, 17697.309 1864.8674 860.8384, 17806.252 1836.6145 855.6783, 17880.713 1813.7751 841.4577, 17944.81 1787.1588 8.339809</trace>
</ink>
</file>

<file path=ppt/ink/ink72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17543.826 1589.8821 874.14984, 17625.387 1566.1506 867.131, 17747.46 1533.3983 860.05756, 17819.738 1512.5432 851.4463, 17892.965 1481.6812 828.72327</trace>
</ink>
</file>

<file path=ppt/ink/ink72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17564.967 1002.47516 874.14984, 17672.861 975.29236 857.7336, 17745.564 962.86035 847.0318, 17824.742 952.13434 833.98566, 17904.918 940.06824 821.5056, 18010.025 919.27905 781.35266, 18078.16 905.1401 722.01685</trace>
</ink>
</file>

<file path=ppt/ink/ink72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17930.834 789.9538 874.14984, 18031.13 821.4717 863.3992, 18114.893 860.829 859.3866, 18182.777 964.374 861.06494, 18158.65 1057.4325 858.2534, 18139.506 1121.9214 853.8282</trace>
</ink>
</file>

<file path=ppt/ink/ink72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8931.281 3113.727 874.14984, 8929.95 3211.567 866.815, 8925.817 3281.1362 860.07764, 8918.942 3354.8518 856.0939, 8911.921 3428.2307 855.74414, 8895.392 3532.243 861.98883, 8882.613 3601.4434 871.97363</trace>
</ink>
</file>

<file path=ppt/ink/ink72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8845.791 3107.0051 874.14984, 8911.369 3108.9634 865.3378, 9002.667 3157.4854 860.2475, 9078.086 3253.7185 857.6266, 9115.774 3341.4814 856.5164, 9128.017 3427.2852 854.5704, 9116.243 3518.195 852.49695, 9067.384 3634.794 850.23773, 9023.448 3698.0464 846.7196, 8945.912 3785.0315 833.6534, 8848.626 3836.9626 815.5837, 8782.361 3869.1863 778.6311</trace>
</ink>
</file>

<file path=ppt/ink/ink73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9293.47 2804.5112 874.14984, 9264.084 2884.2378 862.902, 9241.843 2975.0464 858.83966, 9225.017 3038.132 800.02765</trace>
</ink>
</file>

<file path=ppt/ink/ink73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9431.358 3463.2754 874.14984, 9415.945 3557.5232 862.2601, 9424.686 3670.6506 865.0287, 9486.455 3735.1404 865.25824, 9565.423 3707.796 862.7197, 9609.562 3619.0977 860.9576, 9569.56 3534.4873 862.5038, 9568.821 3458.5867 861.4962, 9660.082 3402.5374 859.38965, 9737.562 3442.9324 857.72095, 9796.2295 3551.8057 855.28345, 9799.5205 3645.1982 856.02374, 9811.104 3718.2632 860.3444, 9902.231 3668.5051 859.5254, 9962.937 3582.0452 851.9144, 10027.867 3688.0925 852.7638, 10115.847 3710.998 859.39606, 10184.773 3621.409 847.90894, 10216.641 3556.104 795.94794</trace>
</ink>
</file>

<file path=ppt/ink/ink73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9557.297 3235.2422 874.14984, 9642.565 3206.7192 864.487, 9738.02 3177.0571 855.6833, 9803.049 3158.0393 836.1014</trace>
</ink>
</file>

<file path=ppt/ink/ink73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10660.409 2917.7527 874.14984, 10654.554 3011.1548 863.9836, 10647.044 3075.7205 859.7818, 10636.792 3153.9204 852.9468, 10625.861 3242.0842 847.03406, 10619.075 3335.508 843.29315, 10614.793 3408.214 840.2632, 10615.321 3474.7124 839.4465, 10622.411 3585.5945 839.1145, 10660.53 3682.525 845.3534, 10748.04 3721.5842 854.46405, 10845.917 3658.449 855.2372, 10921.639 3579.8438 853.158, 10967.571 3490.9656 855.9208, 10902.058 3446.519 857.4191, 10856.46 3510.295 857.67993, 10833.927 3583.021 858.94415, 10881.386 3652.0312 858.8329, 10975.107 3675.9304 855.109, 11043.638 3659.7263 848.8433, 11129.852 3645.7231 826.7727, 11194.984 3617.1719 399.23486</trace>
</ink>
</file>

<file path=ppt/ink/ink73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11837.061 3295.7407 874.14984, 11773.675 3383.7695 864.4346, 11723.342 3466.8528 859.60736, 11683.02 3550.1672 858.25757, 11676.137 3633.6382 861.2257, 11788.305 3681.7134 857.39124, 11858.72 3642.01 850.371, 11948.302 3602.6387 824.4101, 12011.116 3544.9102 223.53241</trace>
</ink>
</file>

<file path=ppt/ink/ink73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12328.865 3400.7085 874.14984, 12250.378 3417.4497 868.0404, 12165.433 3467.7686 864.0133, 12093.077 3539.1304 862.70905, 12074.092 3610.2969 864.2618, 12162.531 3596.3125 862.27167, 12246.692 3494.9749 859.49615, 12294.145 3561.0654 859.88934, 12310.859 3634.1921 861.7543, 12394.617 3631.285 862.83844, 12490.886 3519.609 853.7504, 12570.722 3419.1926 855.37933, 12642.364 3367.2878 853.075, 12708.249 3385.2134 853.91266, 12742.41 3480.3352 853.01337, 12749.516 3576.7415 853.99384, 12757.593 3655.5833 858.38556, 12882.911 3630.9143 855.5992, 12957.916 3589.701 841.72064, 13022.916 3533.05 406.24222</trace>
</ink>
</file>

<file path=ppt/ink/ink73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13267.43 3340.2097 874.14984, 13195.053 3369.2805 865.23676, 13111.122 3435.9084 860.6214, 13054.206 3505.7905 859.8165, 13039.535 3589.0647 862.2444, 13127.847 3578.013 859.91693, 13189.685 3502.3481 856.79767, 13253.27 3526.831 856.7675, 13319.161 3588.4897 861.2252, 13411.838 3550.0862 860.15845, 13476.102 3521.189 853.3467</trace>
</ink>
</file>

<file path=ppt/ink/ink73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13699.482 3279.7112 874.14984, 13647.198 3365.865 862.57275, 13595.485 3471.406 859.98267, 13596.953 3566.8936 862.39465, 13684.152 3596.9907 859.9736, 13780.448 3528.6575 844.7745, 13848.4 3476.7197 808.977</trace>
</ink>
</file>

<file path=ppt/ink/ink73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13953.197 2797.2722 874.14984, 13947.087 2916.1335 855.0819, 13938.223 2994.3687 844.4575, 13925.102 3082.4194 838.60504, 13912.435 3175.5845 834.36694, 13903.244 3267.8127 832.91504, 13896.783 3343.0317 834.77277, 13894.301 3455.331 838.34344, 13911.975 3526.0369 844.6998, 13943.297 3591.7104 683.5837</trace>
</ink>
</file>

<file path=ppt/ink/ink73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13863.109 3325.2144 874.14984, 13932.729 3372.846 867.79004, 14002.372 3387.3413 863.5638, 14075.871 3381.9949 860.55273, 14193.312 3340.923 854.0131, 14297.564 3290.3928 851.67224, 14376.158 3231.976 855.2365, 14295.8545 3215.2612 858.2503, 14208.053 3285.668 854.41486, 14155.509 3366.6814 852.7061, 14171.711 3452.8137 853.7448, 14278.935 3502.216 851.89935, 14342.106 3489.1855 849.9396, 14405.613 3453.26 848.50916, 14491.047 3413.585 835.9467</trace>
</ink>
</file>

<file path=ppt/ink/ink74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14160.949 3008.2422 874.14984, 14226.15 3003.4392 865.69775, 14352.711 2990.7097 853.1988, 14419.564 2983.3982 838.4555, 14482.594 2978.0305 651.75494</trace>
</ink>
</file>

<file path=ppt/ink/ink74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14593.002 3181.465 874.14984, 14595.218 3252.6714 865.71063, 14601.832 3356.8264 861.8036, 14606.297 3461.2346 862.9919, 14627.255 3375.3867 862.2139, 14713.28 3312.4375 864.07776, 14802.059 3299.362 861.9447, 14915.958 3267.1357 859.442, 14991.814 3228.4973 859.6956, 15045.655 3144.318 861.6608, 14957.679 3117.9717 861.8743, 14891.251 3184.3699 858.56085, 14853.051 3271.0857 854.44476, 14863.88 3368.6274 853.3453, 14948.321 3442.5835 852.96173, 15018.22 3439.7825 850.44745, 15102.328 3442.0593 843.98004, 15167.174 3426.2808 656.2865</trace>
</ink>
</file>

<file path=ppt/ink/ink74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15576.609 3491.198 874.14984, 15620.478 3403.8125 862.9332, 15664.606 3296.8284 864.69995, 15720.622 3195.2805 865.6453, 15783.835 3157.716 865.51935, 15861.87 3209.405 864.4347, 15891.323 3310.9385 864.7594, 15870.417 3400.8064 865.1978, 15830.702 3335.037 239.81459</trace>
</ink>
</file>

<file path=ppt/ink/ink74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16113.456 3189.2214 874.14984, 16058.428 3276.748 862.93616, 16025.637 3361.8088 864.9522, 16102.656 3372.145 864.13434, 16168.132 3286.7205 864.6434, 16083.468 3225.782 862.0007, 16015.749 3236.6318 861.2047, 16100.505 3256.4895 856.23425, 16200.729 3214.5845 844.18066, 16274.827 3165.275 836.66327, 16353.826 3104.4265 829.3294, 16420.648 3050.3706 823.6385, 16529.258 2945.0276 822.5407, 16614.293 2833.9448 828.88184, 16645.627 2741.8508 839.9839, 16598.523 2674.7495 849.95825, 16494.482 2701.3767 853.46643, 16418.467 2765.7234 847.14374, 16381.19 2833.9016 840.49274, 16351.003 2913.78 834.09485, 16332.161 2984.3027 829.8048, 16322.027 3109.2942 828.2722, 16337.033 3173.857 830.86554, 16383.427 3273.5615 837.2007, 16459.201 3330.1067 846.1636, 16539.498 3331.4844 854.4049, 16614.295 3276.7153 857.16046, 16677.172 3220.6472 746.4832</trace>
</ink>
</file>

<file path=ppt/ink/ink74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16709.137 3135.9617 874.14984, 16710.91 3203.5132 865.88104, 16720.125 3293.5237 865.2794, 16756.809 3365.8643 866.91943, 16824.367 3346.4014 864.77045, 16898.496 3250.5667 854.3965, 16930.213 3177.2222 838.729, 16945.93 3112.3389 817.6618, 16963.668 3047.0156 217.7832</trace>
</ink>
</file>

<file path=ppt/ink/ink74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17260.693 3069.2583 874.14984, 17189.719 3082.2776 866.2198, 17112.045 3129.55 863.12573, 17036.607 3226.276 863.77716, 17040.967 3305.5007 863.18994, 17116.193 3252.651 860.2922, 17179.531 3158.873 857.93085, 17230.857 3227.8901 859.39136, 17309.193 3257.2715 861.4698, 17376.0 3199.2302 859.29126, 17426.836 3129.0447 860.93665, 17491.795 3064.521 864.7345, 17545.594 3154.0596 863.2104, 17554.438 3225.7964 862.83765, 17608.158 3162.887 859.34406, 17656.17 3076.9573 860.1479, 17724.902 3045.631 861.5429, 17759.25 3114.1357 860.0459, 17782.78 3191.946 862.02783, 17847.045 3249.4294 864.41345, 17935.188 3172.5608 857.51135, 18007.633 3092.87 832.295</trace>
</ink>
</file>

<file path=ppt/ink/ink74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18050.338 2555.7942 874.14984, 18047.232 2654.882 867.10657, 18043.068 2727.664 860.3105, 18040.123 2809.275 853.2604, 18037.771 2891.4028 849.9576, 18037.057 3005.6917 848.75336, 18040.172 3095.5073 850.7638, 18046.492 3177.112 852.6439, 18059.807 3243.1667 866.89343</trace>
</ink>
</file>

<file path=ppt/ink/ink74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17990.586 2932.748 874.14984, 18079.22 2911.5828 862.02734, 18195.957 2891.2917 852.69574, 18288.383 2874.3938 838.1029, 18356.035 2861.7986 811.70496</trace>
</ink>
</file>

<file path=ppt/ink/ink74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17155.898 3113.727 874.14984, 17138.947 3185.36 868.08154, 17143.775 3249.7212 861.346</trace>
</ink>
</file>

<file path=ppt/ink/ink74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18542.14 3098.732 874.14984, 18530.658 3166.3474 869.4324</trace>
</ink>
</file>

<file path=ppt/ink/ink75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11583.346 5136.041 874.14984, 11560.919 5241.353 859.313, 11533.047 5374.5557 855.6544, 11513.328 5452.151 853.1323, 11490.12 5532.657 851.3533, 11464.959 5610.456 851.55664, 11429.831 5710.8735 850.95264, 11405.482 5646.5576 703.38403</trace>
</ink>
</file>

<file path=ppt/ink/ink75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11450.053 5226.531 874.14984, 11502.356 5297.8115 865.4027, 11542.674 5375.093 861.2824, 11575.043 5448.0337 858.7709, 11609.826 5524.1074 857.81775, 11660.595 5609.786 857.4387, 11745.165 5688.75 862.0179, 11833.494 5672.9307 864.0092, 11886.256 5554.492 859.9307, 11898.052 5481.775 855.16864, 11916.545 5361.927 846.5716, 11927.397 5292.3774 839.08954, 11939.23 5219.659 829.78735, 11947.716 5153.112 818.77893, 11944.236 5073.1167 784.7946, 11945.993 5009.1245 641.99615</trace>
</ink>
</file>

<file path=ppt/ink/ink75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12134.901 5423.0225 874.14984, 12064.221 5440.2744 869.49115, 11977.229 5510.8184 864.62244, 11956.446 5594.4995 865.4217, 12032.75 5613.853 863.4718, 12108.779 5537.981 861.3244, 12142.633 5618.0127 861.8503, 12184.196 5685.35 865.8069, 12251.401 5639.5376 862.7054, 12315.428 5587.4546 673.5398</trace>
</ink>
</file>

<file path=ppt/ink/ink75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12037.46 5004.1846 874.14984, 12105.233 5009.6235 865.1817, 12199.685 5005.0874 862.0107, 12273.666 4988.2104 859.63806, 12339.24 4979.333 565.5229</trace>
</ink>
</file>

<file path=ppt/ink/ink75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12138.579 4901.8022 874.14984, 12150.332 4972.759 864.6503, 12166.603 5093.271 859.5875, 12175.1045 5157.52 854.4011, 12179.577 5223.999 563.15295</trace>
</ink>
</file>

<file path=ppt/ink/ink75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12575.226 5592.6255 874.14984, 12525.26 5697.4507 862.43494, 12467.473 5771.178 859.8612, 12407.687 5834.5947 422.15405</trace>
</ink>
</file>

<file path=ppt/ink/ink75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12954.881 5091.572 874.14984, 12870.603 5202.336 863.5752, 12833.193 5282.4536 859.4755, 12812.869 5358.479 858.5292, 12816.018 5454.406 858.365, 12836.049 5527.188 856.8921, 12904.345 5588.2686 857.49896, 12977.947 5610.9966 857.7838, 13072.938 5581.969 856.90265, 13168.949 5508.8877 852.52747, 13252.725 5405.7896 847.63086, 13292.16 5333.46 845.4505, 13321.512 5265.7646 843.9763, 13357.175 5144.695 843.8575, 13361.124 5076.942 845.1105, 13354.604 5013.1533 846.5691, 13333.26 4928.6704 851.38214, 13252.206 4896.996 858.83655, 13191.049 4982.993 856.99744, 13163.759 5059.2627 849.9761, 13143.121 5126.202 843.11896, 13130.513 5191.479 839.58746, 13123.644 5268.8135 837.2807, 13123.57 5349.6772 835.7377, 13129.386 5427.531 836.7863, 13143.521 5533.3965 839.8696, 13185.042 5616.846 847.5365, 13243.261 5680.8677 815.8779</trace>
</ink>
</file>

<file path=ppt/ink/ink75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13437.491 4981.95 874.14984, 13505.998 4981.4634 865.95154, 13583.756 4983.808 863.096, 13648.403 4989.1323 675.93787</trace>
</ink>
</file>

<file path=ppt/ink/ink75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13416.35 6072.479 874.14984, 13328.724 6081.661 867.6476, 13243.804 6090.258 858.63654, 13153.689 6099.031 855.84796, 13013.171 6115.197 851.37384, 12919.766 6127.7417 848.1197, 12843.373 6138.0215 843.72375, 12761.778 6149.173 838.8283, 12658.9 6161.1504 833.83014, 12538.471 6172.3965 828.1849, 12404.6045 6180.9727 822.33215, 12262.507 6187.981 815.994, 12165.365 6192.655 799.1767, 12054.442 6197.1553 774.6573, 11931.674 6202.4 742.7374, 11804.513 6209.7544 703.7076, 11692.0205 6217.0693 657.5448, 11606.308 6222.873 604.94745, 11515.722 6228.4146 546.7129, 11431.802 6232.704 483.55753, 11362.026 6232.5405 416.5479, 11286.335 6214.1694 288.2201</trace>
</ink>
</file>

<file path=ppt/ink/ink75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11508.886 6116.9487 874.14984, 11417.558 6151.293 862.29517, 11307.261 6182.45 860.51855, 11222.101 6207.805 861.4243, 11157.423 6240.161 862.97626, 11196.937 6308.6016 860.75, 11267.281 6343.074 855.5448, 11361.282 6375.514 843.9624, 11427.071 6396.6904 818.27625</trace>
</ink>
</file>

<file path=ppt/ink/ink76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12000.689 6599.9043 874.14984, 11906.619 6599.1006 866.7267, 11785.032 6605.728 864.5315, 11689.998 6660.859 863.4259, 11648.996 6732.191 860.482, 11636.348 6809.993 856.7084, 11636.883 6887.183 854.9524, 11635.917 6982.203 855.0167, 11630.717 7059.3037 857.1387, 11641.556 7131.5005 862.0333, 11718.611 7194.0757 864.2211, 11801.017 7207.565 863.103, 11884.267 7202.116 860.4326, 11948.764 7196.003 846.4025</trace>
</ink>
</file>

<file path=ppt/ink/ink76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11628.389 6931.872 874.14984, 11740.678 6931.871 861.8282, 11872.408 6925.56 858.3698, 11949.931 6920.8647 853.8241, 12013.456 6916.64 563.454</trace>
</ink>
</file>

<file path=ppt/ink/ink76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11598.974 6479.9414 874.14984, 11717.207 6471.66 857.3125, 11786.137 6469.2065 851.542, 11858.656 6466.224 843.10205, 11927.509 6459.852 833.94366, 11999.824 6454.106 812.4161, 12064.008 6448.041 696.9013</trace>
</ink>
</file>

<file path=ppt/ink/ink76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11896.8125 6358.427 874.14984, 11980.516 6380.987 863.6583, 12073.118 6418.179 859.5167, 12136.918 6510.0015 862.3359, 12142.256 6584.909 866.8924</trace>
</ink>
</file>

<file path=ppt/ink/ink764.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11837.061 5830.484 874.14984, 11915.573 5844.5513 868.17505, 12041.545 5843.0493 862.19244, 12136.88 5825.002 856.51843, 12214.681 5793.0234 855.3864, 12286.547 5746.6816 854.12714, 12356.096 5666.4863 857.18396, 12409.942 5574.767 858.48914, 12454.838 5485.7954 859.31433, 12499.195 5392.056 860.2903, 12532.167 5318.231 862.222, 12553.448 5237.169 863.42847, 12556.142 5150.9453 864.4199, 12540.409 5052.4927 863.9984, 12506.063 4965.144 865.1234, 12455.013 4885.4297 865.489, 12365.203 4800.0854 862.18646, 12251.465 4736.972 859.2385, 12161.884 4702.7563 859.33514, 12047.427 4681.077 858.6156, 11947.305 4673.0137 857.996, 11834.927 4682.8867 858.3082, 11742.531 4701.3584 858.5521, 11621.19 4747.605 857.58093, 11558.273 4778.83 857.29535, 11460.966 4835.401 857.1132, 11372.171 4905.2437 857.40015, 11286.333 4998.5215 857.976, 11226.535 5076.7065 858.7888, 11182.316 5171.6885 860.19354, 11158.68 5254.536 862.3555, 11159.652 5368.366 862.26166, 11176.164 5460.604 860.8292, 11221.954 5566.9014 862.64606, 11321.312 5682.515 861.7431, 11384.774 5729.815 859.3823, 11489.246 5791.7847 848.8978, 11581.682 5835.201 831.64185, 11650.122 5864.963 789.71533</trace>
</ink>
</file>

<file path=ppt/ink/ink765.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11196.336 5468.009 874.14984, 11092.812 5471.9624 870.1119, 10980.179 5471.8853 829.7322, 10913.9795 5471.1934 823.8703, 10787.847 5470.032 815.38275, 10665.609 5471.808 811.84424, 10586.218 5476.166 810.13525, 10503.3125 5479.892 813.9726, 10436.132 5482.712 818.14233, 10305.959 5485.325 833.70013, 10230.383 5485.492 839.16437, 10166.242 5485.4204 843.5854, 10043.272 5485.648 855.696, 9971.179 5485.6753 860.03424, 9901.3125 5485.102 862.2945, 9824.376 5484.576 865.716, 9761.061 5480.953 756.424</trace>
</ink>
</file>

<file path=ppt/ink/ink766.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10094.1455 5302.025 874.14984, 9995.645 5332.5176 865.8251, 9862.157 5372.351 863.0093, 9795.382 5392.045 862.0482, 9695.515 5421.882 860.2682, 9604.547 5453.6577 861.3081, 9557.689 5524.564 862.3553, 9645.826 5593.275 863.6772, 9756.909 5647.0317 865.44293, 9848.462 5688.725 866.9165, 9914.146 5714.024 867.74414, 9977.256 5743.8696 8.698223</trace>
</ink>
</file>

<file path=ppt/ink/ink767.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13610.3125 4834.5815 874.14984, 13501.185 4790.1846 869.69714, 13368.941 4763.753 866.0649, 13291.657 4757.2783 864.9058, 13209.786 4759.4272 864.6804, 13124.598 4772.4272 864.2146, 13055.991 4785.677 863.49744, 12927.913 4829.0625 858.955, 12864.579 4862.399 857.4194, 12755.12 4941.4688 856.6866, 12686.163 5006.737 857.70886, 12633.147 5091.164 858.74713, 12598.396 5190.656 859.87335, 12582.21 5265.6255 861.24304, 12577.972 5348.242 861.7231, 12583.53 5429.743 862.58466, 12603.3 5528.8525 863.5642, 12636.071 5623.669 864.0711, 12690.728 5717.571 864.9487, 12793.622 5800.7935 864.22906, 12897.127 5850.518 862.1055, 12961.715 5860.699 861.7283, 13032.334 5861.4497 861.05084, 13100.569 5855.4805 859.93164, 13198.355 5838.869 857.953, 13298.686 5801.264 858.1856, 13380.121 5760.846 861.01245, 13481.458 5691.1904 861.1389, 13553.55 5631.574 861.17096, 13625.257 5555.1445 863.2222, 13680.449 5471.462 864.3738, 13727.566 5345.8965 864.399, 13750.203 5234.9233 863.7997, 13751.62 5167.5664 863.8616, 13740.746 5065.049 864.5267, 13704.023 4981.592 865.355, 13616.858 4911.279 865.89923, 13550.647 4877.869 681.3064</trace>
</ink>
</file>

<file path=ppt/ink/ink768.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13579.978 5333.0493 874.14984, 13653.977 5323.2275 871.5518, 13751.333 5312.098 869.65826, 13869.372 5306.09 868.6195, 13934.563 5304.6367 868.1994, 14034.519 5302.9727 866.7169, 14127.361 5302.232 864.27496, 14245.2295 5300.88 865.12537, 14353.007 5288.8135 864.65576, 14420.99 5279.2344 864.35693</trace>
</ink>
</file>

<file path=ppt/ink/ink769.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14191.285 5166.5493 874.14984, 14257.02 5194.0933 871.36597, 14360.154 5238.9316 868.5105, 14434.347 5297.799 868.2816, 14415.5625 5374.084 867.1371, 14321.008 5467.1685 865.9767, 14253.272 5530.2466 863.9739, 14188.37 5567.054 240.3269</trace>
</ink>
</file>

<file path=ppt/ink/ink770.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10853.453 8697.713 874.14984, 10861.348 8781.991 868.24255, 10858.328 8861.442 861.98975, 10849.516 8942.8545 859.1921, 10833.701 9050.175 859.71375, 10832.572 9130.455 860.74146, 10866.837 9045.745 856.3264, 10877.3545 8959.899 850.26495, 10873.754 8857.803 854.00244, 10856.296 8774.98 857.4419, 10875.42 8855.402 861.0309, 10924.167 8955.759 855.81354, 10974.905 9049.745 855.282, 11045.641 9128.267 858.37317, 11123.566 9124.879 859.3886, 11173.833 9046.138 859.24493, 11195.044 8967.164 858.26447, 11195.941 8857.282 849.1227, 11189.635 8769.803 831.14966, 11176.447 8698.524 809.5353, 11164.387 8635.235 673.17957</trace>
</ink>
</file>

<file path=ppt/ink/ink771.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11494.178 8939.19 874.14984, 11412.254 8935.814 863.3981, 11322.774 8974.782 862.3251, 11265.324 9053.061 863.29236, 11357.42 9072.369 863.11676, 11424.153 8995.076 863.0526, 11436.001 9082.982 860.1508, 11448.3 9166.939 856.1637, 11515.813 9201.722 860.00055, 11561.67 9137.36 806.7827</trace>
</ink>
</file>

<file path=ppt/ink/ink772.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11375.593 8637.731 874.14984, 11412.361 8706.624 869.86804, 11484.2705 8770.927 869.6899</trace>
</ink>
</file>

<file path=ppt/ink/ink773.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11241.381 8712.709 874.14984, 11335.732 8696.07 863.6487, 11434.698 8688.051 859.17834, 11498.085 8683.585 851.7803</trace>
</ink>
</file>

<file path=ppt/ink/ink774.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11539.221 8592.228 874.14984, 11432.466 8506.652 860.4251, 11352.923 8461.871 851.85144, 11276.892 8430.6 852.95624, 11181.308 8408.916 853.9166, 11065.949 8409.871 853.84607, 10975.071 8425.001 856.0034, 10878.154 8465.928 858.61707, 10788.397 8522.927 858.6156, 10712.804 8597.489 858.5651, 10645.329 8699.912 857.82135, 10603.877 8790.773 857.19916, 10592.543 8906.916 857.20886, 10604.41 8997.518 857.6241, 10661.348 9106.6 856.83215, 10732.3955 9193.603 855.9448, 10836.061 9280.552 855.0735, 10902.174 9322.849 854.14746, 11010.376 9381.91 852.2942, 11076.889 9409.005 852.2656, 11150.891 9431.813 852.3947, 11221.358 9448.093 852.6975, 11333.892 9464.471 853.3147, 11398.23 9461.024 853.7264, 11462.5205 9447.731 854.3264, 11574.153 9401.162 855.7575, 11654.433 9335.346 856.63525, 11728.031 9230.217 856.7652, 11772.588 9142.607 856.87, 11792.254 9024.554 857.03033, 11783.9 8927.559 857.223, 11737.658 8833.702 857.04144, 11675.855 8759.35 855.9825, 11612.195 8694.423 848.44666, 11549.325 8630.982 725.3763</trace>
</ink>
</file>

<file path=ppt/ink/ink775.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11807.6455 8487.26 874.14984, 11892.699 8390.296 865.8153, 11961.442 8321.596 859.2176, 12037.976 8249.268 850.56323, 12154.404 8140.2124 843.04315, 12252.491 8051.184 843.88464, 12376.651 7947.607 845.03186, 12480.94 7864.265 847.551, 12582.988 7788.6694 848.28625, 12672.056 7722.965 840.6161, 12739.797 7665.0264 821.84033, 12793.646 7601.033 790.1602, 12844.526 7537.639 357.18253</trace>
</ink>
</file>

<file path=ppt/ink/ink776.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12448.369 7521.3477 874.14984, 12546.477 7508.006 864.18176, 12660.478 7494.946 862.74915, 12771.537 7513.1245 864.3063, 12846.961 7607.7383 862.02875, 12834.201 7694.734 860.10956, 12818.336 7758.244 855.68176</trace>
</ink>
</file>

<file path=ppt/ink/ink777.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13386.933 7399.8325 874.14984, 13290.76 7399.905 868.8607, 13227.29 7410.3184 867.3468, 13125.797 7471.768 866.23566, 13080.529 7548.927 863.6617, 13069.782 7656.4175 860.11005, 13070.639 7745.8936 860.6912, 13102.809 7836.779 862.7872, 13195.847 7888.864 864.0073, 13265.212 7860.629 865.60596, 13330.49 7822.123 680.1991</trace>
</ink>
</file>

<file path=ppt/ink/ink778.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12954.881 7672.3354 874.14984, 13065.048 7650.629 862.53357, 13183.228 7613.891 856.8215, 13252.077 7592.0083 848.4418, 13316.06 7572.3975 234.89319</trace>
</ink>
</file>

<file path=ppt/ink/ink779.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12924.545 7189.38 874.14984, 13038.656 7178.786 858.71423, 13102.667 7171.7217 853.0858, 13169.909 7163.334 844.9283, 13235.913 7153.317 836.0136, 13319.408 7141.4434 810.18805, 13382.245 7134.14 222.19205</trace>
</ink>
</file>

<file path=ppt/ink/ink780.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13192.97 7007.366 874.14984, 13258.987 7036.437 866.3127, 13342.291 7105.7397 865.52686, 13359.401 7186.1675 865.951, 13368.572 7249.6167 860.02856</trace>
</ink>
</file>

<file path=ppt/ink/ink781.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10883.788 8199.762 874.14984, 10873.951 8093.231 862.60455, 10853.267 7967.6104 857.6277, 10837.771 7896.999 855.5713, 10818.183 7821.7603 855.25006, 10787.106 7705.4316 854.63745, 10757.459 7589.729 849.9205, 10738.442 7512.388 847.7166, 10716.014 7421.021 845.03796, 10690.743 7323.1426 841.51416, 10672.41 7252.6953 838.215, 10653.467 7178.7544 836.294, 10632.804 7099.0024 836.6646, 10611.256 7018.6567 838.4674, 10593.88 6954.0283 840.843, 10566.105 6846.1772 846.4277, 10545.858 6747.2373 854.4636, 10625.216 6771.052 864.4709, 10541.184 6698.643 866.19867, 10473.045 6722.3286 863.32837, 10438.096 6794.315 859.5646, 10426.281 6874.6772 855.98413, 10420.869 6939.6895 844.77954</trace>
</ink>
</file>

<file path=ppt/ink/ink782.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10152.978 7189.38 874.14984, 10078.161 7192.7476 868.3824, 9985.913 7255.037 865.1938, 9940.4795 7331.056 861.9515, 9919.498 7442.688 858.5656, 9918.104 7533.36 857.71265, 9946.749 7618.7124 860.6577, 10050.454 7673.2397 861.8018, 10123.465 7679.504 862.4377</trace>
</ink>
</file>

<file path=ppt/ink/ink783.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9885.474 7505.318 874.14984, 9979.824 7481.068 863.61615, 10090.64 7439.362 857.58777, 10154.941 7414.0024 849.14514, 10219.591 7385.6 8.470114</trace>
</ink>
</file>

<file path=ppt/ink/ink784.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9840.429 7068.3823 874.14984, 9914.687 7043.7256 865.1472, 9989.455 7011.6484 860.7045, 10052.996 6986.0444 748.485</trace>
</ink>
</file>

<file path=ppt/ink/ink785.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9945.225 6901.881 874.14984, 10023.127 6936.3765 864.6236, 10087.509 6975.5054 859.4386, 10155.975 7062.4526 842.27496, 10155.228 7137.52 825.06885, 10143.901 7200.717 739.14154</trace>
</ink>
</file>

<file path=ppt/ink/ink786.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10332.233 8939.19 874.14984, 10259.024 8924.121 867.8292, 10146.522 8886.468 862.8463, 10073.8 8857.687 859.46545, 9963.995 8812.747 852.797, 9852.555 8767.024 845.53455, 9768.669 8735.189 839.9386, 9690.347 8706.108 835.0737, 9621.399 8680.861 832.03656, 9538.132 8650.264 828.42316, 9451.483 8617.884 827.64526, 9367.909 8586.948 830.1975, 9292.402 8558.408 833.6336, 9192.868 8517.56 843.4911, 9121.005 8451.4795 857.7046, 9105.386 8388.138 815.5574</trace>
</ink>
</file>

<file path=ppt/ink/ink787.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9437.794 8380.741 874.14984, 9338.906 8370.074 866.7323, 9274.327 8367.337 863.01355, 9203.974 8366.1455 858.48224, 9097.232 8367.347 854.9308, 9008.482 8389.113 859.62036, 8967.214 8473.301 861.33203, 9048.876 8577.641 858.8479, 9129.116 8641.002 846.4398, 9194.159 8689.844 796.57935</trace>
</ink>
</file>

<file path=ppt/ink/ink788.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8976.325 8985.212 874.14984, 8943.156 9065.593 864.4715, 8936.35 9173.4375 864.6571, 8946.325 9240.423 864.7756, 8971.128 9306.866 864.52765, 9059.193 9386.384 864.86, 9129.25 9357.707 862.65, 9192.718 9299.913 239.33313</trace>
</ink>
</file>

<file path=ppt/ink/ink789.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8946.909 9029.681 874.14984, 9021.447 9025.138 868.9553, 9113.88 9028.1045 865.00885, 9178.445 9032.868 805.9313</trace>
</ink>
</file>

<file path=ppt/ink/ink790.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8901.865 9165.673 874.14984, 9007.63 9167.033 862.9307, 9072.033 9154.826 859.3933, 9151.173 9141.681 849.4793</trace>
</ink>
</file>

<file path=ppt/ink/ink791.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8856.82 8833.705 874.14984, 8944.837 8829.685 864.26843, 9029.387 8822.83 859.15686, 9095.861 8819.355 797.7015</trace>
</ink>
</file>

<file path=ppt/ink/ink792.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8991.033 8743.733 874.14984, 9070.357 8793.902 864.5024, 9150.802 8851.277 860.2352, 9219.451 8929.271 858.17957, 9249.885 9003.354 861.14685, 9248.846 9072.112 870.88116</trace>
</ink>
</file>

<file path=ppt/ink/ink793.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10832.311 9595.37 874.14984, 10798.179 9666.325 862.45715, 10735.49 9778.466 859.0847, 10697.325 9847.151 854.99335, 10657.01 9924.049 850.7496, 10615.368 10008.611 847.8541, 10573.972 10098.395 845.8249, 10533.867 10189.052 846.1347, 10504.89 10254.466 844.7565, 10474.459 10322.384 843.9787, 10426.556 10429.135 844.68146, 10380.849 10521.794 849.52, 10321.281 10591.525 856.32007, 10257.119 10627.327 8.595662</trace>
</ink>
</file>

<file path=ppt/ink/ink794.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10243.064 10418.051 874.14984, 10229.722 10526.53 864.7653, 10227.217 10648.563 865.68945, 10265.647 10735.207 864.64185, 10333.064 10737.822 862.3952, 10424.993 10670.225 852.81506, 10482.209 10593.466 835.4501, 10526.197 10508.54 787.7239</trace>
</ink>
</file>

<file path=ppt/ink/ink795.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10913.205 10493.544 874.14984, 10848.315 10448.676 867.62067, 10761.867 10432.394 867.30176, 10685.916 10498.35 862.4398, 10673.056 10562.916 860.4884, 10676.476 10686.203 861.6814, 10682.555 10756.882 862.1358, 10700.504 10821.588 862.75104, 10787.452 10888.402 862.73596, 10865.61 10924.203 862.005</trace>
</ink>
</file>

<file path=ppt/ink/ink796.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10630.073 10690.554 874.14984, 10741.052 10702.709 865.8057, 10839.395 10699.962 863.652, 10902.452 10698.485 859.6425</trace>
</ink>
</file>

<file path=ppt/ink/ink797.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10675.116 10283.091 874.14984, 10763.22 10294.825 863.91376, 10840.501 10301.132 863.73346, 10909.891 10276.723 865.83984, 10909.797 10207.92 866.2685, 10975.89 10307.187 864.56244, 10989.771 10371.451 858.4002</trace>
</ink>
</file>

<file path=ppt/ink/ink798.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11822.354 9483.162 874.14984, 11910.203 9538.394 862.017, 12024.921 9613.923 855.2702, 12094.494 9662.096 851.5702, 12170.251 9716.67 847.91003, 12251.581 9777.55 844.8132, 12337.377 9842.98 840.61884, 12467.717 9941.769 830.62885, 12579.233 10025.422 812.63873, 12647.562 10075.639 795.002, 12754.197 10150.455 737.6684, 12869.816 10216.012 651.0913, 12933.522 10251.154 512.0005</trace>
</ink>
</file>

<file path=ppt/ink/ink799.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12820.669 10041.096 874.14984, 12899.777 10122.745 863.6838, 12933.967 10188.679 864.6511, 12923.644 10273.612 865.94977, 12829.227 10306.444 864.6333, 12753.5625 10305.324 862.8395</trace>
</ink>
</file>

<file path=ppt/ink/ink800.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13341.889 10373.58 874.14984, 13248.962 10307.079 869.22626, 13165.517 10315.838 867.89526, 13092.107 10371.57 865.18085, 13066.051 10475.987 864.1057, 13067.618 10578.881 863.08484, 13113.59 10686.063 860.22516, 13176.5625 10740.941 854.5617, 13242.863 10749.993 236.48264</trace>
</ink>
</file>

<file path=ppt/ink/ink801.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13029.341 10448.558 874.14984, 13106.542 10488.903 864.0135, 13200.162 10529.8545 860.03406, 13268.832 10558.003 853.6818</trace>
</ink>
</file>

<file path=ppt/ink/ink802.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13118.509 10161.576 874.14984, 13198.844 10206.672 863.5807, 13309.976 10257.28 857.17377, 13375.983 10286.199 847.9251, 13440.503 10313.09 234.54369</trace>
</ink>
</file>

<file path=ppt/ink/ink803.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13282.138 10132.103 874.14984, 13348.294 10206.129 865.41547, 13394.144 10295.629 865.9819, 13380.5205 10364.026 865.9355, 13372.053 10428.645 572.30945</trace>
</ink>
</file>

<file path=ppt/ink/ink804.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17736.87 8305.247 874.14984, 17644.094 8225.633 863.2272, 17541.96 8189.9863 860.32, 17413.875 8180.6064 858.876, 17310.486 8187.449 856.8168, 17195.287 8224.888 855.43945, 17108.406 8273.584 855.1421, 17021.58 8366.339 855.60815, 16968.473 8452.426 855.8787, 16930.412 8580.186 855.4895, 16921.043 8646.324 855.164, 16916.133 8761.691 854.79083, 16924.654 8833.338 854.52026, 16941.822 8909.342 854.26904, 16970.113 8986.843 853.5785, 17000.854 9050.568 852.65094, 17080.273 9160.084 850.9961, 17208.768 9258.594 849.0688, 17316.822 9318.229 847.31934, 17388.71 9343.244 847.66907, 17470.836 9364.423 847.449, 17558.229 9379.824 848.0047, 17635.623 9388.288 848.7308, 17759.785 9388.568 850.2517, 17860.805 9362.129 853.134, 17938.992 9302.614 855.75336, 17999.07 9209.453 856.6036, 18036.502 9115.502 856.6461, 18057.0 8984.941 856.7288, 18060.49 8881.702 856.355, 18053.41 8816.838 856.0386, 18039.197 8746.882 855.5917, 18019.398 8675.492 855.26843, 17994.482 8609.251 855.2792, 17947.938 8510.946 855.7487, 17860.967 8406.513 856.2519, 17776.734 8332.366 855.91705, 17670.512 8267.164 852.6552, 17586.36 8220.238 841.98584</trace>
</ink>
</file>

<file path=ppt/ink/ink805.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17260.693 8607.223 874.14984, 17232.684 8674.042 866.03687, 17200.73 8759.196 864.268, 17224.717 8681.84 863.3642, 17262.967 8744.828 862.25354, 17298.646 8815.086 863.41705, 17381.334 8864.762 861.95984, 17444.684 8804.395 862.9268, 17448.168 8701.119 860.1732, 17416.39 8615.706 851.24756, 17371.924 8539.485 824.7872</trace>
</ink>
</file>

<file path=ppt/ink/ink806.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17602.656 8773.207 874.14984, 17535.436 8770.91 870.17426, 17544.928 8852.999 866.9059, 17641.74 8883.076 865.2602, 17707.453 8864.214 865.03796</trace>
</ink>
</file>

<file path=ppt/ink/ink807.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17453.738 8531.7295 874.14984, 17533.455 8536.178 867.4846, 17618.594 8538.243 867.90295, 17681.646 8541.068 845.3009</trace>
</ink>
</file>

<file path=ppt/ink/ink808.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17513.49 8441.239 874.14984, 17513.486 8522.077 864.5619, 17513.49 8603.683 861.0637, 17511.408 8668.339 801.7031</trace>
</ink>
</file>

<file path=ppt/ink/ink809.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17170.605 8637.731 874.14984, 17161.436 8726.164 868.9435, 17163.625 8813.581 867.2006, 17172.723 8893.136 867.2121, 17179.371 8958.907 844.05365</trace>
</ink>
</file>

<file path=ppt/ink/ink810.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17453.738 8712.709 874.14984, 17517.455 8740.1045 872.1094, 17582.035 8799.392 871.39056, 17629.44 8873.689 868.957</trace>
</ink>
</file>

<file path=ppt/ink/ink81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17901.418 7550.821 874.14984, 17831.16 7476.6772 870.50116, 17740.11 7456.7617 868.3266, 17661.941 7472.5005 866.1752, 17580.57 7556.5327 865.1999, 17564.889 7679.1367 862.67114, 17594.104 7762.009 861.62286, 17670.992 7813.9727 861.5846, 17798.719 7809.4243 861.0169, 17898.393 7773.627 858.6673, 17971.838 7682.083 856.66724, 17990.092 7598.678 855.73016, 17945.967 7513.721 853.6362, 17867.605 7453.561 847.12354, 17804.477 7411.386 826.8384</trace>
</ink>
</file>

<file path=ppt/ink/ink81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17975.877 7580.8125 874.14984, 18056.4 7535.594 862.45, 18191.494 7469.03 848.47235, 18310.557 7415.48 838.3822, 18413.398 7374.756 821.12085, 18530.004 7331.304 776.1022, 18624.14 7295.6885 702.4599, 18692.865 7263.5015 566.877</trace>
</ink>
</file>

<file path=ppt/ink/ink81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17410.533 7234.8833 874.14984, 17364.293 7132.1704 862.6806, 17330.049 7014.5195 858.9414, 17310.613 6951.56 855.2055, 17267.49 6840.7085 843.3082, 17233.2 6765.667 824.06805, 17198.242 6695.876 770.6272</trace>
</ink>
</file>

<file path=ppt/ink/ink81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18825.273 6977.3755 874.14984, 18846.414 7071.667 863.7749, 18853.744 7181.7705 857.4218, 18851.42 7267.701 845.4189, 18843.646 7347.772 831.50684, 18834.555 7412.221 703.3294</trace>
</ink>
</file>

<file path=ppt/ink/ink81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18958.566 7068.3823 874.14984, 18977.771 7150.198 865.70197, 18995.703 7242.368 861.6029, 19009.205 7320.8027 857.1734, 19017.996 7401.6084 846.8038, 19025.67 7483.0825 814.4141</trace>
</ink>
</file>

<file path=ppt/ink/ink81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18780.23 7264.3574 874.14984, 18872.002 7271.2305 862.7947, 19004.87 7284.083 853.8845, 19067.744 7289.848 844.13696, 19130.639 7296.484 829.7364</trace>
</ink>
</file>

<file path=ppt/ink/ink81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17170.605 6313.9575 874.14984, 17177.496 6404.508 864.47437, 17195.412 6515.5825 860.4759, 17212.998 6601.31 852.7715, 17235.408 6675.6313 833.15564</trace>
</ink>
</file>

<file path=ppt/ink/ink81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17170.605 6479.9414 874.14984, 17094.84 6559.1064 863.36395, 17024.602 6590.8364 863.8289, 16939.398 6596.7954 864.87994, 16876.361 6599.596 866.359</trace>
</ink>
</file>

<file path=ppt/ink/ink81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16872.766 6434.438 874.14984, 16879.268 6535.1113 863.221, 16898.816 6659.5356 858.67285, 16910.734 6732.4023 851.844, 16920.713 6797.0464 419.262</trace>
</ink>
</file>

<file path=ppt/ink/ink82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16366.254 8864.214 874.14984, 16284.44 8921.753 866.67993, 16261.668 9022.471 865.91846, 16311.24 9129.493 865.40594, 16405.31 9168.833 865.6583, 16477.127 9112.8545 863.89276, 16497.336 9032.496 862.5849, 16454.807 8938.68 861.2578, 16381.09 8875.448 861.1456, 16299.147 8826.465 863.48676</trace>
</ink>
</file>

<file path=ppt/ink/ink82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16177.805 8680.132 874.14984, 16087.757 8583.761 861.1437, 15967.973 8480.588 848.7249, 15896.336 8424.237 843.89966, 15823.288 8371.127 835.7316, 15755.166 8323.927 826.56323, 15665.494 8263.13 791.3579, 15598.619 8219.009 703.9073</trace>
</ink>
</file>

<file path=ppt/ink/ink82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16336.838 9346.652 874.14984, 16294.424 9446.584 860.87775, 16241.298 9567.732 857.5394, 16205.747 9634.615 856.18506, 16161.415 9699.688 852.6964, 16116.072 9772.482 844.63934, 16056.217 9836.413 232.73819</trace>
</ink>
</file>

<file path=ppt/ink/ink82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15261.304 7912.7793 874.14984, 15250.279 8003.9946 862.31067, 15242.836 8068.0137 857.2484, 15234.132 8137.5815 850.16296, 15222.842 8207.119 842.208, 15212.969 8271.685 828.0589, 15199.281 8335.366 761.3844</trace>
</ink>
</file>

<file path=ppt/ink/ink82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15382.6455 7897.7847 874.14984, 15396.296 7993.5835 862.9044, 15397.043 8114.19 857.77423, 15389.319 8227.876 847.43085, 15384.707 8301.514 829.49854</trace>
</ink>
</file>

<file path=ppt/ink/ink82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15159.266 8094.7935 874.14984, 15287.227 8145.82 849.7408, 15357.347 8174.3286 821.32306</trace>
</ink>
</file>

<file path=ppt/ink/ink82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15585.803 9853.912 874.14984, 15564.202 9953.372 861.04004, 15545.5 10074.999 851.7803, 15542.063 10150.812 840.14374, 15534.564 10215.394 647.9947</trace>
</ink>
</file>

<file path=ppt/ink/ink82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15710.821 9769.11 874.14984, 15715.755 9872.88 861.93274, 15722.103 9991.014 857.5108, 15728.533 10083.811 849.9013, 15731.0205 10146.749 816.34937</trace>
</ink>
</file>

<file path=ppt/ink/ink82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15502.15 9905.62 874.14984, 15583.846 9961.754 862.23773, 15649.407 9984.776 856.0365, 15740.513 10000.614 849.34033, 15816.955 10017.255 835.02856, 15890.077 10026.618 819.7769</trace>
</ink>
</file>

<file path=ppt/ink/ink82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18079.752 9407.151 874.14984, 18038.96 9472.686 869.8287, 18012.79 9552.889 865.25214, 18006.746 9630.746 861.8813, 18045.166 9716.18 860.64923, 18146.828 9764.744 859.89746, 18253.807 9723.31 859.90314, 18288.123 9627.313 858.633, 18266.334 9546.193 857.0437, 18176.24 9484.842 848.82086, 18110.264 9447.734 831.65924, 18045.95 9440.855 228.7946</trace>
</ink>
</file>

<file path=ppt/ink/ink83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18422.637 9558.658 874.14984, 18541.264 9578.869 857.7325, 18611.496 9594.205 852.6069, 18688.244 9613.4375 848.5406, 18764.727 9634.382 841.50055, 18832.145 9653.18 833.3574, 18910.654 9674.337 811.9338, 18973.477 9698.347 8.000724</trace>
</ink>
</file>

<file path=ppt/ink/ink83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18058.611 9960.948 874.14984, 18026.254 10039.851 861.3628, 17977.363 10162.492 856.4686, 17952.79 10232.415 851.7779, 17928.13 10300.737 845.6245, 17902.023 10372.025 833.1378, 17875.092 10437.988 644.3959</trace>
</ink>
</file>

<file path=ppt/ink/ink83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19048.652 9588.13 874.14984, 19069.006 9693.755 859.9563, 19063.234 9819.607 854.70087, 19049.021 9917.841 847.65356, 19035.352 9994.531 836.5668, 19019.723 10058.997 640.17694</trace>
</ink>
</file>

<file path=ppt/ink/ink83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19257.324 9648.63 874.14984, 19257.322 9757.675 862.2128, 19252.121 9884.21 856.72906, 19241.451 9965.642 861.69543, 19226.99 10041.096 874.33655</trace>
</ink>
</file>

<file path=ppt/ink/ink83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18974.193 9845.121 874.14984, 19090.861 9909.619 855.9828, 19162.598 9931.99 852.04095, 19230.416 9955.738 840.87585, 19293.938 9973.517 658.5032</trace>
</ink>
</file>

<file path=ppt/ink/ink83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17678.037 10539.564 874.14984, 17659.732 10640.867 862.1364, 17639.186 10769.087 849.53406, 17619.99 10862.393 832.1571, 17605.545 10926.041 799.5631</trace>
</ink>
</file>

<file path=ppt/ink/ink83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17901.418 10660.045 874.14984, 17893.146 10749.24 864.29675, 17888.777 10861.466 860.42487, 17886.275 10928.46 855.0471, 17881.29 10992.609 421.07703</trace>
</ink>
</file>

<file path=ppt/ink/ink83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17543.826 10660.045 874.14984, 17657.033 10723.495 849.9451, 17736.326 10754.47 843.0069, 17863.652 10793.472 833.1538, 17939.354 10815.645 812.2388, 18004.746 10829.648 750.8307</trace>
</ink>
</file>

<file path=ppt/ink/ink83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14950.593 10186.914 874.14984, 15006.324 10269.608 859.87933, 15107.171 10389.955 847.56995, 15178.044 10458.726 839.04266, 15264.17 10531.297 832.7938, 15364.828 10606.818 825.38654, 15478.303 10685.347 819.04407, 15601.887 10767.178 813.657, 15685.671 10823.324 806.2339, 15793.151 10890.883 799.91766, 15871.6045 10939.653 795.15405, 15969.848 10998.031 790.32404, 16093.646 11066.582 784.5072, 16239.186 11139.534 778.2043, 16396.637 11210.058 767.5905, 16505.715 11258.225 757.3198, 16650.629 11312.23 745.35345, 16821.428 11367.093 736.35156, 16942.611 11405.247 730.5007, 17087.13 11446.014 724.7275, 17255.63 11490.239 721.0657, 17439.854 11534.213 721.09534, 17636.729 11575.221 715.458, 17838.146 11610.378 709.6192, 17976.723 11633.926 708.44, 18150.186 11652.687 707.49225, 18341.836 11659.797 708.3535, 18537.115 11653.326 710.11163, 18697.266 11640.051 713.1683, 18828.752 11623.542 715.4363, 18967.678 11589.454 724.50464, 19108.168 11536.638 733.7184, 19249.965 11463.792 745.66766, 19341.982 11415.555 757.14154, 19453.662 11337.257 765.2187, 19575.682 11231.101 768.8384, 19699.574 11102.727 762.8794, 19805.713 10977.992 752.62756, 19887.797 10875.918 740.77106, 19975.668 10745.279 731.78577, 20061.4 10593.9 728.6389, 20142.855 10426.389 729.8578, 20196.723 10312.679 732.3074, 20252.611 10170.006 734.04724, 20305.2 9997.002 732.63074, 20351.746 9801.089 723.60724, 20389.21 9589.056 711.9513, 20414.518 9382.562 703.5462, 20431.105 9231.635 699.4423, 20436.852 9047.997 694.33984, 20429.756 8845.874 688.15625, 20408.805 8634.717 681.79846, 20387.531 8468.783 678.53394, 20359.861 8310.803 674.272, 20315.225 8131.6084 672.0771, 20253.1 7938.8477 674.63855, 20176.348 7743.141 678.9403, 20123.574 7611.196 682.0637, 20044.584 7450.9956 681.6564, 19942.752 7276.302 680.7165, 19821.912 7096.365 679.07135, 19719.129 6954.0 677.57355, 19619.148 6825.7876 674.5546, 19493.033 6683.7007 670.49457, 19344.23 6535.335 666.0324, 19176.871 6389.429 663.59827, 19066.605 6294.1494 661.7275, 18917.35 6187.1655 662.1576, 18741.031 6079.7383 661.99164, 18547.527 5979.874 663.1304, 18383.719 5903.787 664.39557, 18238.072 5842.373 665.63086, 18065.252 5783.3105 671.4246, 17874.822 5732.143 678.26294, 17673.02 5691.4 683.0215, 17531.117 5665.003 687.11975, 17371.02 5644.421 691.7512, 17188.75 5633.484 698.05725, 16992.104 5634.0527 704.8971, 16811.248 5643.223 709.88293, 16671.354 5652.888 712.046, 16508.227 5675.846 714.773, 16334.761 5711.213 720.4988, 16157.852 5758.0493 727.4837, 16032.771 5793.481 736.75964, 15901.134 5838.609 745.45996, 15757.128 5899.726 753.71875, 15608.171 5975.2007 759.22644, 15459.585 6063.2354 763.94055, 15321.887 6157.558 768.7852, 15226.268 6224.5356 773.79065, 15121.063 6314.444 777.85645, 15014.468 6419.9434 779.86694, 14909.859 6535.345 781.7339, 14828.027 6631.3745 783.58716, 14756.891 6721.578 785.4345, 14681.447 6832.248 787.31757, 14607.074 6960.0195 788.1685, 14537.595 7099.783 788.43353, 14492.976 7190.193 788.6591, 14446.47 7305.1367 787.6422, 14405.092 7433.889 788.43445, 14372.529 7571.06 790.86346, 14350.4375 7689.322 793.8949, 14335.07 7791.2065 796.642, 14325.003 7912.0884 799.5158, 14323.43 8045.9077 800.44226, 14329.61 8189.734 800.1978, 14335.466 8291.705 799.7473, 14347.508 8407.252 798.00354, 14367.967 8539.569 796.75757, 14396.1 8682.076 795.5843, 14425.78 8810.948 795.0561, 14451.066 8913.846 794.1072, 14487.41 9036.525 793.70667, 14534.521 9172.76 793.00165, 14590.846 9318.713 791.90564, 14654.432 9471.329 790.3535, 14706.049 9592.68 788.6175, 14758.86 9706.589 787.13617, 14825.31 9835.8 785.60693, 14901.569 9971.852 783.17346, 14982.608 10106.034 782.27856, 15037.823 10196.824 781.88116, 15108.994 10299.843 783.269, 15193.098 10403.642 786.6258, 15289.162 10502.0625 791.3122, 15371.709 10578.611 795.9388, 15447.481 10642.593 799.9696, 15538.542 10705.713 799.24036, 15606.953 10754.727 801.92566, 15671.939 10797.865 796.09515</trace>
</ink>
</file>

<file path=ppt/ink/ink83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16270.649 12224.74 874.14984, 16258.605 12299.899 864.4212, 16251.097 12406.213 860.4779, 16247.103 12523.275 859.45624, 16235.246 12633.537 861.189, 16215.735 12699.191 863.38245, 16210.978 12617.501 862.1194, 16215.271 12550.669 852.7668</trace>
</ink>
</file>

<file path=ppt/ink/ink84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16217.334 12274.897 874.14984, 16268.961 12374.215 845.94464, 16310.211 12459.684 831.6203, 16357.213 12554.533 825.03766, 16412.92 12655.043 829.8483, 16489.984 12709.588 842.36847, 16527.63 12608.437 851.32117, 16524.252 12539.6875 850.17566, 16512.615 12433.475 845.52057, 16494.621 12328.127 826.94165, 16484.89 12249.386 799.65955, 16479.541 12185.187 699.62</trace>
</ink>
</file>

<file path=ppt/ink/ink84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16858.057 12666.846 874.14984, 16783.096 12629.954 869.39764, 16712.107 12646.332 868.73615, 16693.338 12719.874 867.72784, 16758.213 12742.518 867.0935, 16793.09 12668.055 867.9065, 16793.451 12731.332 862.2503, 16825.635 12817.149 863.0978, 16894.836 12843.413 863.12646, 16958.29 12810.879 8.636699</trace>
</ink>
</file>

<file path=ppt/ink/ink84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16649.387 12213.882 874.14984, 16728.545 12247.767 863.42755, 16826.91 12266.691 865.03467, 16912.385 12244.751 866.149, 16977.12 12225.9 861.49756</trace>
</ink>
</file>

<file path=ppt/ink/ink84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16843.35 12078.922 874.14984, 16820.572 12155.604 868.0084, 16806.086 12224.733 863.29297, 16794.879 12304.276 859.00946, 16791.13 12369.738 854.1894, 16793.695 12443.77 848.0359, 16794.025 12512.014 834.3569, 16798.305 12576.873 816.494</trace>
</ink>
</file>

<file path=ppt/ink/ink84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17186.232 12651.85 874.14984, 17120.066 12740.95 866.29816, 17077.336 12813.776 863.1451, 17038.775 12908.532 862.5102, 17019.762 13009.811 860.81866, 17014.639 13106.743 858.7441, 17029.373 13228.661 857.6848, 17051.625 13325.068 859.6491, 17078.91 13395.7 859.67114, 17144.758 13446.91 570.6457</trace>
</ink>
</file>

<file path=ppt/ink/ink84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17200.941 13135.324 874.14984, 17266.057 13095.033 874.14984, 17259.797 13014.311 870.8799, 17194.467 13009.4375 866.7054, 17147.412 13106.136 863.91766, 17169.318 13177.356 863.79034, 17243.293 13176.319 863.7857, 17268.018 13101.087 865.01685, 17350.662 13186.389 865.77625, 17418.902 13199.5205 865.01294, 17481.914 13198.809 861.75146</trace>
</ink>
</file>

<file path=ppt/ink/ink84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17558.533 13074.825 874.14984, 17467.531 13082.22 869.9778, 17431.498 13159.261 868.4623, 17504.582 13209.135 866.8662, 17537.379 13137.259 865.70123, 17533.852 13073.325 866.2842, 17512.695 13182.173 861.3258, 17516.068 13249.517 855.5962, 17527.06 13365.982 849.98987, 17541.156 13454.7705 854.1998, 17554.83 13526.102 857.8874, 17566.912 13607.683 862.7637, 17584.455 13542.361 809.0862</trace>
</ink>
</file>

<file path=ppt/ink/ink84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17543.826 13044.835 874.14984, 17546.45 13119.66 871.739, 17582.861 13199.207 870.18616, 17658.352 13150.233 867.8372, 17678.672 13084.157 867.7511, 17681.148 13161.025 863.91534, 17691.469 13226.378 863.283, 17779.691 13270.079 864.6362, 17827.432 13183.376 865.3689, 17825.715 13095.915 866.33777, 17757.523 13169.771 865.01483, 17785.895 13280.06 865.3395, 17856.62 13315.753 865.69025, 17929.334 13224.51 865.5093, 17938.363 13309.864 862.9602, 17987.47 13375.419 864.8389, 18044.938 13263.97 863.94147, 18057.451 13186.931 865.3367, 18044.932 13273.935 862.3847, 18064.34 13361.578 863.00775, 18142.904 13352.475 860.35333, 18212.346 13264.101 860.24664, 18251.627 13200.294 865.19165, 18209.832 13264.808 866.3256, 18172.586 13333.391 866.4784, 18179.625 13260.897 863.39343, 18245.57 13322.278 867.41547, 18328.355 13350.355 868.7015, 18393.5 13336.61 428.14966</trace>
</ink>
</file>

<file path=ppt/ink/ink84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18333.469 13032.424 874.14984, 18373.742 13103.904 861.5365, 18417.896 13236.471 850.8447, 18433.264 13323.066 843.41205, 18440.855 13416.683 838.93994, 18438.254 13510.315 836.0807, 18423.805 13596.21 837.72516, 18391.508 13702.04 841.7966, 18326.793 13746.021 850.3247, 18263.316 13735.166 569.4948</trace>
</ink>
</file>

<file path=ppt/ink/ink849.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21417.586 3506.1936 874.14984, 21366.318 3580.2854 864.8822, 21312.998 3675.039 860.9475, 21282.469 3739.262 858.68494, 21251.223 3815.2073 855.4119, 21220.006 3901.03 851.8492, 21190.633 3995.7664 848.2114, 21165.865 4079.2266 843.5725, 21149.041 4154.099 839.6938, 21137.568 4223.359 837.662, 21129.639 4287.1255 837.8424, 21128.895 4364.2393 837.1396, 21138.361 4443.913 837.06744, 21159.041 4517.292 838.81586, 21202.305 4610.627 843.9237, 21285.133 4658.735 850.0757, 21365.646 4660.201 854.8343, 21491.84 4579.5376 851.99536, 21590.73 4480.0195 841.4538, 21643.953 4405.023 834.8604, 21697.951 4311.9316 830.35913, 21746.744 4208.625 825.14557, 21779.193 4138.4004 820.32166, 21811.996 4046.1638 815.8569, 21842.725 3941.2812 813.64166, 21868.508 3831.969 812.84436, 21885.244 3748.3833 814.6003, 21896.662 3669.1968 817.5535, 21900.936 3585.3901 823.422, 21896.244 3505.4043 829.60126, 21884.691 3435.4666 834.94275, 21856.27 3340.7886 846.1921, 21774.729 3268.5234 859.223, 21699.41 3311.638 861.6938, 21650.959 3383.1738 857.14185, 21631.729 3450.6155 852.391, 21619.568 3536.5005 847.0652, 21612.947 3614.081 841.56903, 21610.002 3687.9949 836.0395, 21609.139 3783.7673 830.9306, 21610.797 3896.224 825.239, 21614.354 4020.0066 819.5877, 21616.852 4100.5645 814.94415, 21622.402 4201.8413 809.66187, 21631.973 4309.6816 796.51056, 21647.059 4409.534 775.51215, 21671.537 4485.9814 746.8468, 21692.217 4564.762 687.25543, 21726.78 4627.5654 475.18405</trace>
</ink>
</file>

<file path=ppt/ink/ink850.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22027.973 3400.7085 874.14984, 22110.04 3408.3435 864.5315, 22231.5 3398.7886 858.77203, 22304.018 3392.028 850.1207, 22368.654 3383.985 559.20496</trace>
</ink>
</file>

<file path=ppt/ink/ink851.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22325.812 3204.7341 874.14984, 22254.084 3131.376 863.89465, 22154.246 3070.9575 859.5701, 22090.855 3047.304 858.46576, 22021.93 3029.07 857.49927, 21958.074 3017.1782 856.7877, 21850.365 3005.8757 855.31006, 21750.803 3009.6245 854.4168, 21683.893 3023.9788 854.12067, 21609.73 3047.797 854.0148, 21492.85 3095.4475 853.06494, 21426.043 3133.4065 851.3209, 21354.848 3184.6843 848.8069, 21285.861 3246.4429 846.44006, 21189.887 3349.719 842.9509, 21141.588 3426.9812 840.96277, 21095.273 3518.5176 838.4232, 21059.156 3600.606 835.429, 21030.201 3673.834 831.9006, 21000.547 3765.4995 827.40485, 20974.176 3866.9866 825.8634, 20955.455 3972.77 824.74677, 20947.18 4078.2036 826.93066, 20942.56 4154.3267 830.24994, 20950.178 4229.8555 833.278, 20971.652 4309.444 836.2987, 21006.691 4387.405 838.8408, 21048.05 4456.987 841.0478, 21125.693 4562.2417 845.7904, 21245.668 4671.44 850.20404, 21350.566 4742.6836 851.29395, 21417.922 4771.806 851.5014, 21497.035 4792.1504 851.1429, 21585.027 4799.695 849.93555, 21679.807 4792.9663 848.14294, 21817.605 4769.7954 844.0864, 21902.307 4738.013 840.9689, 21991.232 4695.2954 837.69147, 22068.217 4653.5874 835.3325, 22198.92 4570.2725 832.5485, 22268.807 4514.2334 833.74384, 22334.938 4449.9956 835.39514, 22426.01 4345.7056 839.5072, 22469.387 4277.1577 841.97595, 22511.125 4195.988 843.7589, 22547.9 4103.7144 844.819, 22577.621 4011.0752 844.57043, 22598.197 3943.2854 843.903, 22615.102 3858.4473 842.226, 22626.07 3764.935 839.6659, 22628.346 3669.4897 838.24084, 22628.018 3594.1702 838.6545, 22617.953 3527.1653 839.40674, 22592.293 3456.9097 840.91705, 22548.678 3387.1572 842.3309, 22488.58 3318.5852 841.9163, 22376.799 3213.6675 838.05176, 22301.203 3148.021 828.00415, 22237.42 3101.3213 710.64294</trace>
</ink>
</file>

<file path=ppt/ink/ink85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21700.717 1333.9257 874.14984, 21635.598 1380.2494 865.0278, 21568.744 1445.1539 862.3933, 21510.096 1528.5316 862.56213, 21497.605 1618.5256 864.33, 21581.96 1682.5177 863.4659, 21708.998 1643.9326 855.86005, 21777.771 1604.3354 850.4487, 21882.902 1531.0057 843.2113, 21963.59 1445.9813 844.6785, 22007.047 1372.1312 849.2081, 21994.846 1301.5769 853.55725, 21899.525 1248.5818 859.0756, 21793.652 1262.571 856.5902, 21721.035 1275.9308 845.50574, 21656.71 1300.0266 8.390297</trace>
</ink>
</file>

<file path=ppt/ink/ink85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21402.877 1876.3463 874.14984, 21333.277 1983.3713 858.44714, 21287.678 2048.2764 849.30457, 21233.156 2123.931 841.1211, 21173.145 2207.1318 834.0876, 21112.63 2292.8015 822.8209, 21055.047 2375.8926 805.3661, 21003.969 2450.358 781.9283, 20948.344 2530.616 723.05634, 20903.135 2594.8013 611.3545</trace>
</ink>
</file>

<file path=ppt/ink/ink85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20695.967 2701.6118 874.14984, 20676.271 2779.1807 864.51117, 20660.783 2891.77 860.12604, 20662.88 3010.3718 855.0611, 20681.85 3085.0442 846.0567, 20701.254 3150.8735 773.69293</trace>
</ink>
</file>

<file path=ppt/ink/ink85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20791.568 2661.7961 874.14984, 20784.865 2758.5957 863.0898, 20788.043 2867.8909 857.7655, 20797.625 2960.874 846.6869, 20803.586 3027.295 820.5386</trace>
</ink>
</file>

<file path=ppt/ink/ink85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20612.312 2917.7527 874.14984, 20731.36 2883.2483 857.1869, 20808.338 2843.0642 846.681, 20880.457 2808.0444 824.8742, 20946.053 2772.4915 634.7761</trace>
</ink>
</file>

<file path=ppt/ink/ink85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21924.098 1620.39 874.14984, 21989.656 1691.2308 863.8096, 22071.2 1788.0637 856.7551, 22129.982 1865.6704 851.44885, 22195.309 1959.3245 839.3078, 22255.604 2043.1227 816.7256, 22311.105 2117.8242 763.43353</trace>
</ink>
</file>

<file path=ppt/ink/ink85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22415.9 2117.8245 874.14984, 22401.52 2203.1875 863.9267, 22380.367 2308.5864 860.2027, 22365.256 2424.8103 852.8257, 22359.928 2519.042 842.215, 22354.033 2585.175 799.0116</trace>
</ink>
</file>

<file path=ppt/ink/ink85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22608.947 2193.3186 874.14984, 22599.498 2278.6182 864.34045, 22593.691 2384.9568 860.5, 22594.018 2477.6086 855.68036, 22593.945 2544.163 845.2152</trace>
</ink>
</file>

<file path=ppt/ink/ink86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22311.105 2419.801 874.14984, 22413.691 2423.2266 862.5088, 22480.443 2419.2085 858.1868, 22557.273 2402.2073 852.2837, 22624.693 2389.8232 839.59546, 22690.805 2372.5366 820.1251</trace>
</ink>
</file>

<file path=ppt/ink/ink86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22892.076 3928.651 874.14984, 22971.928 3929.5881 862.251, 23058.088 4027.4023 852.47833, 23115.785 4098.171 847.921, 23207.268 4203.359 839.7483, 23329.62 4310.276 823.43835, 23399.482 4368.7383 799.40515, 23464.799 4410.2036 515.8234</trace>
</ink>
</file>

<file path=ppt/ink/ink86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22042.682 5015.5605 874.14984, 22147.344 5086.1714 862.60535, 22282.2 5141.49 853.6291, 22363.768 5166.8135 850.97546, 22451.066 5186.864 845.7533, 22539.04 5195.6157 839.1701, 22616.58 5207.264 823.44196, 22680.48 5213.854 807.69086</trace>
</ink>
</file>

<file path=ppt/ink/ink86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23339.756 4759.087 874.14984, 23266.549 4799.056 867.9374, 23168.678 4877.646 860.1294, 23081.092 4976.935 859.2202, 23051.76 5071.982 861.3157, 23089.814 5153.107 859.6489, 23194.844 5167.5103 855.6265, 23267.29 5154.8447 850.5813, 23345.602 5132.375 846.8447, 23408.98 5108.1133 843.94165, 23509.012 5046.462 843.44104, 23552.516 4947.8633 847.0366, 23513.086 4860.7227 848.14294, 23438.822 4803.3315 848.9513, 23353.936 4757.443 843.02423, 23288.299 4724.5723 815.61176</trace>
</ink>
</file>

<file path=ppt/ink/ink86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23071.334 3642.7036 874.14984, 23044.893 3719.411 864.94525, 23037.936 3828.8467 865.34204, 23036.182 3892.189 863.76697, 23045.879 3956.4568 241.24684</trace>
</ink>
</file>

<file path=ppt/ink/ink86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23189.918 3612.1956 874.14984, 23185.625 3701.2979 864.60626, 23183.033 3804.019 860.3794, 23182.002 3878.1387 853.664</trace>
</ink>
</file>

<file path=ppt/ink/ink86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22966.537 3793.175 874.14984, 23055.34 3798.3623 863.38684, 23149.16 3804.4885 859.17175, 23213.252 3809.652 846.2363</trace>
</ink>
</file>

<file path=ppt/ink/ink86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21909.389 5030.5557 874.14984, 21888.195 5114.0234 866.4121, 21866.375 5238.752 852.56824, 21854.086 5312.111 835.17224, 21842.455 5376.983 406.18918</trace>
</ink>
</file>

<file path=ppt/ink/ink86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21998.557 5015.5605 874.14984, 21989.111 5111.0957 863.11646, 21981.457 5230.2637 857.33167, 21977.412 5300.2344 849.00256, 21972.03 5363.8096 416.4357</trace>
</ink>
</file>

<file path=ppt/ink/ink86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21730.135 5242.0435 874.14984, 21824.484 5235.2114 863.54315, 21887.586 5237.9165 859.74, 21964.172 5240.251 849.2568</trace>
</ink>
</file>

<file path=ppt/ink/ink87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20103.043 4947.8228 874.14984, 20048.2 5023.42 854.3086, 19976.385 5140.225 850.065, 19952.299 5208.13 850.6484, 19940.113 5277.132 852.8915, 19945.162 5377.9736 856.2678, 20021.7 5393.4375 858.6823, 20073.037 5313.581 853.27045, 20099.775 5250.1978 846.33124, 20123.975 5175.799 839.3921, 20139.39 5112.4414 840.39154, 20142.111 5007.913 844.8348, 20046.066 4950.456 847.85455, 19973.143 4920.1465 862.42365, 19907.74 4927.028 753.39777</trace>
</ink>
</file>

<file path=ppt/ink/ink87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20165.553 4765.2925 874.14984, 20178.238 4667.763 859.7957, 20201.814 4594.7563 847.4173, 20241.324 4511.7993 837.2324, 20296.508 4424.3486 830.2175, 20361.65 4335.923 818.6423, 20431.004 4249.067 800.55096, 20483.914 4178.417 772.73413, 20537.176 4113.695 731.81274</trace>
</ink>
</file>

<file path=ppt/ink/ink87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20299.764 5152.071 874.14984, 20397.99 5138.0864 866.5706, 20471.676 5126.8604 859.3513, 20557.207 5114.3213 852.3394, 20651.494 5100.0327 842.7908, 20736.36 5087.205 825.60565, 20806.277 5076.576 807.5985</trace>
</ink>
</file>

<file path=ppt/ink/ink87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20404.56 3793.175 874.14984, 20441.447 3875.448 865.1931, 20483.428 3960.3845 859.4773, 20523.146 4034.6528 848.4287</trace>
</ink>
</file>

<file path=ppt/ink/ink87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20568.19 3703.2021 874.14984, 20601.545 3805.0146 863.0275, 20627.223 3892.2512 858.8155, 20644.217 3956.3442 829.8491</trace>
</ink>
</file>

<file path=ppt/ink/ink87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20419.27 3944.6807 874.14984, 20524.607 3921.3567 854.8607, 20587.764 3905.512 827.21875</trace>
</ink>
</file>

<file path=ppt/ink/ink87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20791.568 4940.0664 874.14984, 20793.135 5046.956 862.66095, 20806.982 5158.828 856.3234, 20829.395 5232.7026 843.9763, 20858.676 5302.025 812.01196</trace>
</ink>
</file>

<file path=ppt/ink/ink87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20955.2 5015.5605 874.14984, 20961.7 5112.893 863.0372, 20976.586 5203.25 859.29816, 20986.408 5269.3076 830.9938</trace>
</ink>
</file>

<file path=ppt/ink/ink87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20791.568 5181.5444 874.14984, 20892.74 5145.5513 860.96936, 20969.904 5121.0454 842.9196</trace>
</ink>
</file>

<file path=ppt/ink/ink87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14995.637 3838.1614 874.14984, 15104.56 3830.244 862.188, 15168.076 3826.2136 857.2904, 15241.993 3821.5364 852.7614, 15324.886 3816.046 848.4076, 15415.888 3809.8337 846.5845, 15514.727 3804.2498 844.2278, 15621.476 3798.6697 841.56116, 15740.308 3791.5784 836.65936, 15866.958 3782.3977 831.71356, 15999.851 3772.4192 827.4237, 16107.746 3764.2131 823.7, 16209.032 3756.2437 820.08215, 16306.767 3748.076 816.7622, 16392.54 3740.6821 814.3631, 16503.54 3732.9775 810.4406, 16629.213 3725.277 806.9166, 16711.025 3720.2615 804.20557, 16816.406 3715.2117 802.32007, 16936.416 3711.074 801.7791, 17064.613 3706.788 803.12524, 17197.873 3701.824 805.1071, 17317.424 3697.7512 808.00653, 17409.932 3694.7427 810.466, 17515.412 3692.2646 812.4606, 17626.277 3690.6934 815.8494, 17738.703 3689.7095 820.9344, 17848.945 3687.7861 826.88873, 17931.764 3686.1506 832.5211, 18006.617 3683.308 837.42236, 18086.217 3680.199 841.56793, 18165.658 3677.6572 845.1696, 18240.975 3675.649 848.2828, 18343.867 3673.505 855.39136, 18431.568 3672.0647 862.6545, 18523.0 3654.6191 865.45087, 18614.48 3585.8992 866.07214, 18670.902 3501.641 863.8474, 18704.389 3388.2603 860.295, 18716.066 3317.578 857.7158, 18724.566 3241.183 856.47156, 18733.39 3120.8965 854.8036, 18735.389 3053.6028 854.29297, 18736.191 2981.7646 854.11664, 18736.639 2909.6436 854.3409, 18736.904 2839.5674 854.98956, 18737.074 2741.5015 856.92114, 18737.922 2644.379 861.0839, 18738.246 2546.4602 864.0831, 18709.506 2444.3118 865.97394, 18643.217 2387.9956 866.5933, 18531.08 2374.0474 863.3651, 18452.809 2376.75 858.3262, 18367.686 2381.9197 852.56903, 18284.71 2387.9595 847.8751, 18153.508 2397.7078 844.28595, 18072.357 2401.6763 844.3705, 17982.76 2404.3096 844.35406, 17907.867 2406.3127 843.763, 17834.85 2408.021 843.0385, 17742.533 2412.181 841.08215, 17635.395 2419.0513 838.0721, 17517.621 2427.509 834.0569, 17392.848 2436.8257 830.55975, 17307.975 2443.1794 827.7342, 17209.162 2451.5693 823.932, 17097.451 2460.8674 820.9106, 16976.42 2470.03 819.1469, 16865.756 2478.6055 818.0699, 16776.807 2485.5857 817.0267, 16669.375 2494.6667 816.26056, 16549.965 2505.4666 816.48395, 16423.75 2517.7512 816.7664, 16332.0625 2526.893 816.5309, 16235.86 2537.127 816.1206, 16129.565 2549.4072 816.6878, 16019.704 2562.658 818.6447, 15910.141 2575.0818 821.6092, 15802.505 2586.6064 825.112, 15727.973 2594.5342 828.60767, 15649.786 2603.0234 833.11945, 15565.3955 2611.96 837.3638, 15477.616 2620.4478 841.46783, 15406.282 2627.2866 845.3033, 15343.187 2633.2725 848.81915, 15274.073 2639.6545 851.71826, 15201.66 2646.2996 853.83563, 15128.371 2653.3188 855.1917, 15056.116 2660.4028 856.4364, 14951.342 2669.403 859.0227, 14887.523 2672.5928 860.28064, 14824.134 2675.7856 860.91724, 14720.029 2681.691 860.8926, 14595.5625 2688.0603 859.5013, 14503.762 2690.9915 859.6849, 14399.315 2692.1868 860.11316, 14276.864 2693.756 859.81335, 14181.312 2697.1619 859.63666, 14050.58 2702.172 859.0459, 13936.136 2705.153 857.9194, 13870.986 2706.3406 857.2872, 13794.037 2708.396 856.5707, 13708.147 2712.668 855.5872, 13615.154 2720.0156 853.6784, 13543.668 2726.1438 851.3883, 13469.467 2733.151 848.8757, 13380.523 2741.176 845.95135, 13281.354 2750.7878 843.4026, 13182.441 2759.9517 841.1489, 13111.577 2766.4727 838.9178, 13026.48 2774.1914 836.85443, 12932.175 2781.76 835.46967, 12832.554 2789.3918 835.1367, 12730.474 2797.7764 835.8689, 12641.398 2806.019 837.3802, 12567.9375 2813.2942 839.01794, 12481.935 2821.829 840.8103, 12388.11 2830.8022 841.9628, 12291.394 2840.4485 843.3523, 12225.682 2847.0232 844.9145, 12152.843 2854.606 847.05914, 12074.719 2862.803 848.9276, 11996.417 2871.0283 850.59924, 11920.915 2877.9797 852.1883, 11809.348 2888.2673 855.65765, 11699.489 2913.3813 861.08936, 11606.473 2982.099 862.5554, 11557.324 3069.237 861.44214, 11540.815 3181.178 858.7344, 11541.182 3257.8743 856.95746, 11543.108 3329.9126 854.32855, 11547.699 3471.639 847.6359, 11547.5625 3562.3167 844.31244, 11544.9795 3657.4702 842.2776, 11543.036 3722.2556 841.01245, 11539.149 3792.2388 840.5803, 11534.989 3863.444 842.11554, 11531.27 3929.8418 845.8631, 11539.008 4037.051 852.62506, 11610.356 4090.675 856.6209, 11675.432 4099.533 857.88837, 11753.314 4101.6807 857.3968, 11823.655 4101.8384 855.30286, 11953.824 4097.8433 849.6976, 12031.53 4093.2979 849.4592, 12114.63 4087.7344 849.2568, 12242.545 4078.7053 849.5495, 12325.361 4072.7837 848.999, 12417.204 4065.1292 847.7233, 12517.1875 4055.6082 845.70435, 12619.634 4046.004 843.7698, 12692.675 4039.169 842.02594, 12786.026 4031.0823 839.7581, 12894.222 4021.4556 835.67084, 13013.681 4010.459 831.0703, 13142.786 3996.8967 825.1527, 13259.163 3984.1323 820.06854, 13352.947 3973.613 816.14624, 13464.92 3961.875 813.6803, 13590.31 3948.436 812.1835, 13726.099 3932.7769 809.5387, 13826.278 3921.1755 806.8163, 13934.205 3908.51 804.72314, 14060.463 3894.2834 802.9103, 14199.586 3879.5964 801.6606, 14349.329 3864.633 800.87476, 14498.019 3850.711 799.5546, 14605.234 3840.805 798.027, 14742.069 3827.8289 794.4681, 14903.346 3813.4187 789.03827, 15084.732 3800.844 780.3765, 15231.056 3791.4697 770.36115, 15376.902 3785.3823 735.3928, 15553.447 3782.4238 693.05695, 15667.426 3780.5752 654.93304, 15747.461 3777.558 579.1622, 15812.328 3777.6519 502.67896, 15875.084 3780.3992 317.90915</trace>
</ink>
</file>

<file path=ppt/ink/ink88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1183.7612 1378.3948 874.14984, 1287.0588 1351.1074 869.85223, 1358.009 1285.9758 864.9177, 1419.3534 1194.014 860.88983, 1470.5325 1084.0575 858.64594, 1500.7034 994.4196 857.9988, 1492.9617 924.7003 860.4093, 1414.6648 961.84894 853.41205, 1349.525 1106.0115 839.17413, 1327.3203 1183.3303 831.74054, 1310.7163 1256.8591 824.4795, 1300.2191 1347.8508 820.0692, 1298.3406 1443.8555 816.67914, 1303.0892 1519.5172 818.71, 1334.1511 1628.3524 828.4737, 1407.9427 1649.8429 838.1113, 1472.5642 1607.4308 845.6866, 1530.2365 1520.2361 844.15485, 1573.6083 1444.5148 822.672</trace>
</ink>
</file>

<file path=ppt/ink/ink88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1780.3607 1242.4019 874.14984, 1779.6068 1152.3142 871.3406, 1709.0432 1111.6167 867.0097, 1636.5978 1178.562 862.79425, 1600.7922 1261.0176 859.2003, 1587.7052 1324.6687 856.32806, 1580.6874 1396.1991 853.94055, 1578.3772 1509.7742 852.80585, 1605.0419 1595.776 856.72656, 1692.7649 1548.0387 857.8113, 1715.6412 1481.7731 854.14514, 1746.6334 1368.955 847.1381, 1760.6865 1302.9584 843.9476, 1774.2683 1237.0785 845.8825, 1784.8668 1343.1509 838.89276, 1786.9692 1414.0779 842.01575, 1793.8364 1484.1216 844.94495, 1829.9917 1558.1254 849.64764, 1909.0526 1447.5938 841.8223, 1938.0538 1338.7317 842.4774, 1946.2804 1254.7468 842.9418, 1934.4283 1351.184 840.09875, 1936.0815 1457.556 837.64374, 1948.0323 1548.5066 839.57227, 2020.3701 1572.7141 844.1204, 2071.7568 1509.4609 843.29755, 2124.4072 1389.4645 839.0584, 2150.3167 1321.2972 841.31274, 2182.8438 1225.2086 844.46295, 2157.7773 1352.4663 832.8782, 2154.9944 1475.2137 821.9994, 2183.0464 1569.4474 828.34155, 2252.3179 1566.9192 832.3315, 2316.9048 1547.0834 748.25073</trace>
</ink>
</file>

<file path=ppt/ink/ink88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2763.0493 1483.8798 874.14984, 2873.2878 1494.3362 866.214, 2968.5251 1492.0677 860.22, 3068.0151 1482.5879 851.4545, 3195.0913 1468.6442 839.54596, 3290.1516 1460.329 814.35846, 3357.0725 1454.5343 767.6397</trace>
</ink>
</file>

<file path=ppt/ink/ink88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3002.057 1283.2515 874.14984, 3002.057 1367.8561 862.8487, 3000.8818 1431.1674 858.10864, 2998.0715 1505.6786 853.2378, 2995.752 1582.3788 845.8184, 2996.9204 1690.5571 828.247, 2998.8877 1760.2825 796.11475</trace>
</ink>
</file>

<file path=ppt/ink/ink88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3821.1174 777.0267 874.14984, 3821.1174 887.6787 855.7602, 3821.1174 965.66846 847.7008, 3821.1174 1053.3319 842.1705, 3820.0732 1144.2827 840.5112, 3819.0935 1212.6967 839.7923, 3814.4224 1329.9362 841.76733, 3810.9885 1420.8123 846.56024, 3854.6106 1343.3992 855.1864, 3894.541 1265.9678 858.2987, 3957.8638 1220.155 861.43207, 4025.0386 1284.5148 860.57294, 4018.7603 1363.9642 859.0694, 3959.8596 1454.3933 857.69604, 3891.7861 1513.5338 855.6615, 3796.0986 1541.8408 857.2927, 3729.232 1523.1326 861.48334, 3806.2444 1475.3605 859.6804, 3913.948 1441.8257 858.0467, 3978.965 1420.3842 857.0576, 4075.609 1384.8077 855.127, 4188.564 1322.0027 854.6807, 4277.3027 1257.5673 855.3517, 4348.67 1174.0975 859.1377, 4360.415 1102.9639 862.46295, 4264.1724 1137.2902 861.47394, 4213.8804 1204.2555 857.3393, 4180.5234 1307.5106 856.4604, 4172.693 1390.7347 857.12805, 4218.2583 1454.9872 858.78345, 4284.5635 1450.3867 858.9945, 4362.638 1382.7432 856.1316, 4423.415 1304.6667 856.2022, 4467.005 1224.5693 859.66455, 4513.879 1311.0549 859.85455, 4539.3525 1410.6919 861.37036, 4609.244 1321.7174 860.54236, 4640.3223 1243.6814 861.9665, 4712.295 1307.2687 864.1441, 4792.5156 1350.2064 864.5515, 4844.056 1281.5538 862.2666, 4870.6494 1216.9308 751.8866</trace>
</ink>
</file>

<file path=ppt/ink/ink88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4848.8496 1166.3907 874.14984, 4941.006 1132.4448 870.81616, 5018.524 1162.6947 868.17664, 5001.553 1238.9547 865.601, 4959.6113 1313.4607 860.91864, 4919.963 1403.8606 862.73785, 4925.232 1472.029 863.6127, 5015.23 1565.979 862.8589, 5060.216 1630.0677 862.23584, 5085.4546 1700.4088 861.2765, 5096.0503 1800.4467 859.7955, 5062.521 1877.6376 853.33136, 4996.4375 1934.6455 845.2687, 4917.427 1959.8821 841.96106, 4822.264 1936.8779 845.47644, 4765.136 1835.7216 849.5466, 4809.6284 1715.9155 845.00146, 4880.3564 1616.9287 839.538, 5005.898 1493.178 833.9435, 5074.066 1428.1434 833.60315, 5172.0312 1329.9628 836.6427, 5249.119 1226.567 843.71265, 5284.313 1156.6611 853.004, 5199.316 1172.6572 860.33954, 5151.823 1239.7258 856.59283, 5120.0703 1350.1442 854.04596, 5123.2456 1433.0642 854.553, 5205.6587 1471.3386 854.4726, 5283.921 1466.0674 855.304, 5348.3447 1416.2789 858.92413, 5379.7046 1343.4688 861.5383, 5396.3784 1258.3884 864.89624, 5448.621 1329.2817 863.923, 5450.485 1411.2229 860.62354, 5437.943 1308.7439 844.26166, 5485.975 1215.8562 850.1672, 5572.4927 1176.8022 855.363, 5632.0635 1257.0928 863.8937, 5655.3145 1341.6765 863.9439, 5714.449 1417.5984 863.09174, 5786.149 1435.9971 861.63763, 5879.8203 1387.6276 856.53784, 5954.0986 1316.3385 852.6109, 5994.007 1237.3851 855.25494, 5907.005 1206.8804 859.0515, 5861.8335 1281.3845 858.1784, 5847.911 1374.9631 857.3571, 5878.76 1442.0701 857.6019, 5955.254 1470.2458 856.77893, 6038.391 1436.7153 855.2752, 6105.469 1394.6282 850.255</trace>
</ink>
</file>

<file path=ppt/ink/ink88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5117.273 985.9285 874.14984, 5236.32 974.7493 856.18835, 5304.9277 970.1675 846.14655, 5380.741 959.1042 836.00757, 5448.4717 950.1886 817.3391, 5512.5156 940.23816 792.31415</trace>
</ink>
</file>

<file path=ppt/ink/ink88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6577.9766 1483.8798 874.14984, 6594.735 1379.8085 862.2669, 6630.4453 1279.244 861.8872, 6698.264 1197.9806 864.0651, 6765.9385 1178.457 865.0024, 6830.609 1255.176 861.73254, 6844.139 1337.9237 858.37524, 6906.922 1307.4586 856.8944, 6969.8096 1238.0835 860.4772, 7046.222 1287.1802 862.2086, 7070.624 1359.182 860.29517, 7091.053 1444.0721 862.8462, 7175.2373 1499.0945 863.2538, 7280.138 1437.8037 858.20953, 7356.741 1346.2698 851.9215, 7389.3887 1269.9108 854.31635, 7312.157 1237.8477 855.3069, 7233.249 1334.2206 851.5681, 7238.142 1449.1311 850.1727, 7274.4526 1518.9685 848.65405, 7354.461 1527.576 843.46814, 7419.1426 1527.2831 829.1688</trace>
</ink>
</file>

<file path=ppt/ink/ink88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7747.2754 1470.4358 874.14984, 7773.0005 1383.5355 862.68866, 7809.4985 1274.0428 860.00385, 7845.579 1188.3705 860.93225, 7935.5913 1122.4108 863.71136, 8011.139 1142.7338 862.03625, 8059.413 1224.6271 860.2184, 8061.1206 1294.7518 858.15094, 8040.4233 1376.8391 854.6934, 8007.2676 1440.4296 845.24884, 7957.709 1504.7067 543.2366</trace>
</ink>
</file>

<file path=ppt/ink/ink88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8194.955 1170.5272 874.14984, 8165.663 1271.7833 866.80725, 8173.642 1348.4738 868.0091, 8258.167 1356.8209 865.4831, 8296.526 1289.7876 864.8438, 8297.934 1204.8824 865.98773, 8397.327 1167.6586 864.5557, 8467.482 1226.8976 861.6676, 8542.235 1177.5232 861.7775, 8609.786 1124.0432 864.3099, 8673.011 1205.5681 860.2113, 8748.403 1187.2765 854.82574, 8790.002 1122.2267 836.00574, 8825.09 1057.6898 639.55695</trace>
</ink>
</file>

<file path=ppt/ink/ink89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8946.909 699.98126 874.14984, 8935.405 810.75397 859.1946, 8920.128 912.0169 844.5097, 8904.115 1015.7065 837.02344, 8890.757 1116.8695 834.8168, 8881.522 1222.9105 840.6102</trace>
</ink>
</file>

<file path=ppt/ink/ink89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8771.33 1051.081 874.14984, 8848.996 1030.9965 863.3235, 8984.828 1010.9711 852.88074, 9060.255 999.72955 845.2214, 9128.156 983.61237 836.6917, 9200.899 968.1431 817.5009, 9266.092 950.1906 629.4949</trace>
</ink>
</file>

<file path=ppt/ink/ink89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2003.741 3050.643 874.14984, 2005.9694 3123.9746 841.38947, 2009.3297 3214.8374 832.6518, 2012.4318 3315.8381 828.4781, 2016.2701 3415.9802 829.85455, 2019.5308 3495.9338 832.45123, 2016.1936 3591.3809 843.341, 1953.1958 3576.0571 848.72174</trace>
</ink>
</file>

<file path=ppt/ink/ink89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1895.2683 3199.5632 874.14984, 1918.1997 3099.452 861.9481, 1960.7808 2982.9895 857.38684, 2019.8899 2898.7742 858.6004, 2084.8315 2858.9038 861.0491, 2151.228 2852.08 861.78766, 2214.9238 2935.389 863.2939, 2196.6787 3019.0618 861.3546, 2117.98 3096.1985 859.2549, 2040.6058 3094.843 860.2826, 1977.0728 3045.9783 812.0514</trace>
</ink>
</file>

<file path=ppt/ink/ink89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2405.4575 2963.256 874.14984, 2399.0264 2884.019 870.4557, 2320.1682 2925.49 865.4768, 2265.922 3020.6338 863.2427, 2270.1655 3126.1626 863.1851, 2346.0398 3096.9824 858.26685, 2381.532 3023.2397 850.5756, 2413.2861 2932.2075 854.5497, 2438.5254 2997.9292 856.0263, 2446.6887 3075.168 858.9356, 2524.9666 3105.3496 862.00977, 2592.536 3036.4644 856.7377, 2643.8748 2969.275 858.8259, 2718.1738 2927.8901 864.3704, 2725.4668 3020.9587 865.2052, 2687.1926 3102.449 865.87573, 2650.676 3167.5588 838.9864</trace>
</ink>
</file>

<file path=ppt/ink/ink89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3120.6414 3144.2354 874.14984, 3142.9812 3044.0588 861.1232, 3170.8784 2946.4072 854.9334, 3199.9304 2869.2668 855.3751, 3276.6416 2804.5735 859.70056, 3352.9502 2892.7273 855.71735, 3379.947 3014.1514 853.8908, 3388.2444 3102.1086 857.2911, 3390.7903 3020.2827 854.5994, 3407.3325 2925.857 854.7961, 3439.3118 2842.6929 858.62006, 3504.9417 2824.7 860.216, 3559.113 2928.5547 858.5464, 3577.8687 3007.6892 857.0863, 3580.1592 2916.5437 855.4598, 3609.1414 2838.747 858.7849, 3687.531 2900.5308 852.2608, 3720.1687 2984.5156 843.0802, 3752.5618 3079.529 849.48096, 3792.8196 3015.4375 849.62787</trace>
</ink>
</file>

<file path=ppt/ink/ink89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3880.8691 2883.6252 874.14984, 3882.6433 2965.7466 863.24365, 3893.3223 3061.5002 859.72034, 3928.1143 3125.4534 239.06831</trace>
</ink>
</file>

<file path=ppt/ink/ink89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3910.2852 2540.2817 874.14984, 3903.1936 2621.027 864.6508, 3907.6233 2702.6895 861.9791, 3909.6755 2767.5479 803.6955</trace>
</ink>
</file>

<file path=ppt/ink/ink89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4178.709 2661.7961 874.14984, 4127.5195 2725.2266 866.2064, 4083.0774 2788.5684 862.9162, 4052.598 2858.3984 860.3559, 4056.9065 2931.6033 861.07117, 4113.5156 2995.157 861.05347, 4196.721 3072.9988 863.72034, 4222.6914 3151.0933 865.8435, 4196.4497 3083.9697 862.3451, 4194.5117 3018.7676 238.66812</trace>
</ink>
</file>

<file path=ppt/ink/ink89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4421.3936 2680.4111 874.14984, 4388.904 2751.3933 864.0983, 4348.072 2876.4656 858.09753, 4334.7656 2949.642 856.21924, 4330.851 3014.7412 856.8318, 4342.8647 3098.3408 859.2958, 4417.436 3097.9421 858.15076, 4490.4663 3042.6304 850.61584, 4564.249 2932.286 837.8499, 4611.112 2853.4016 836.7056, 4645.365 2929.3088 840.4238, 4661.8506 3008.2512 849.7357, 4732.862 2988.9683 858.016, 4757.854 2895.3142 851.7507, 4774.389 2827.2632 836.0066</trace>
</ink>
</file>

<file path=ppt/ink/ink90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4596.053 2555.7942 874.14984, 4607.054 2623.8657 869.94696, 4611.8677 2686.756 8.687369</trace>
</ink>
</file>

<file path=ppt/ink/ink90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4864.4766 2419.801 874.14984, 4858.7295 2529.2559 859.9176, 4855.91 2606.3015 852.1939, 4853.419 2725.2598 843.4074, 4857.305 2830.809 841.54205, 4868.9375 2930.0427 847.23505, 4950.0874 2887.4763 855.75305, 5033.154 2813.0789 859.0901, 5097.079 2867.5789 856.3855, 5089.61 2958.5044 856.019, 5032.428 3025.309 858.9943, 4972.9097 2942.7078 857.8165, 5007.723 2857.3098 855.06464, 5076.2046 2798.8972 856.6167, 5152.6455 2778.6306 858.3314, 5244.0884 2821.5493 858.1646, 5300.2334 2901.5527 856.8098, 5304.4653 2969.6792 851.6293, 5289.9883 3034.931 656.9908</trace>
</ink>
</file>

<file path=ppt/ink/ink90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5162.3164 2615.776 874.14984, 5196.226 2509.519 859.6731, 5222.069 2435.3137 840.24634</trace>
</ink>
</file>

<file path=ppt/ink/ink90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5438.0947 2249.1636 874.14984, 5450.426 2348.351 860.2083, 5453.7876 2427.9204 851.0963, 5452.6704 2521.9546 842.09625, 5448.545 2621.674 836.0404, 5443.3457 2718.4639 833.7239, 5438.7886 2796.4922 833.29315, 5447.6123 2890.7742 843.28705, 5512.5547 2895.518 862.00635</trace>
</ink>
</file>

<file path=ppt/ink/ink90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5549.325 2842.7756 874.14984, 5633.487 2778.0898 866.5255, 5684.2705 2712.597 867.6519, 5630.8066 2793.3015 853.6338, 5632.3003 2899.5955 855.96, 5763.234 2893.8184 844.42065, 5845.9214 2862.18 814.7015, 5910.719 2816.2598 613.2571</trace>
</ink>
</file>

<file path=ppt/ink/ink90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5579.661 2842.7756 874.14984, 5652.2373 2776.866 864.9145, 5731.199 2691.01 860.3448, 5764.252 2618.636 862.8122, 5720.3003 2554.4143 862.38635, 5657.506 2596.9602 861.06024, 5606.982 2682.6592 859.09796, 5570.8477 2748.1704 851.68616</trace>
</ink>
</file>

<file path=ppt/ink/ink90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6086.173 2510.2908 874.14984, 6011.9707 2575.569 864.3396, 5949.0156 2652.1526 863.62756, 5938.9756 2724.1274 865.27075, 6003.259 2777.0164 865.0787, 6007.998 2866.0684 861.8445, 5908.1235 2911.3035 846.39185, 5839.811 2902.757 813.4784</trace>
</ink>
</file>

<file path=ppt/ink/ink90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6636.8096 2012.3392 874.14984, 6631.9517 2081.4873 861.187, 6627.3633 2149.8423 849.8708, 6622.0044 2236.0513 839.64813, 6617.169 2333.405 830.15656, 6613.5703 2432.191 812.032, 6611.0254 2511.881 787.7324, 6608.9004 2608.1145 735.2982, 6607.3926 2676.2744 607.9878</trace>
</ink>
</file>

<file path=ppt/ink/ink90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6667.145 2888.2786 874.14984, 6683.9033 2987.7432 863.4237, 6696.5605 3054.2625 856.2893</trace>
</ink>
</file>

<file path=ppt/ink/ink90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2733.633 4238.384 874.14984, 2727.4453 4323.2627 859.2684, 2721.465 4393.727 849.66046, 2716.8198 4481.472 841.95715, 2714.833 4584.605 834.4124, 2716.3389 4700.9673 827.2924, 2721.551 4829.0923 820.42975, 2724.8833 4910.5215 815.15485, 2732.227 5021.9004 810.26373, 2741.1987 5161.3467 802.51196, 2747.4058 5270.548 796.37915, 2752.4219 5390.1777 790.50525, 2753.4434 5537.119 785.2598, 2752.1685 5702.653 777.0454, 2750.7585 5869.2334 769.7768, 2749.7268 5985.223 763.7941, 2747.6958 6123.3516 760.8694, 2744.7434 6273.299 762.4043, 2742.755 6425.0 767.01917, 2741.405 6542.696 772.548, 2740.5227 6647.0586 778.3697, 2739.284 6756.612 787.5901, 2739.1619 6864.1216 798.1044, 2740.3875 6964.1577 809.939, 2741.2175 7029.0093 820.78723, 2744.3682 7097.833 832.4387, 2759.55 7202.759 850.5277, 2821.751 7283.019 859.59644, 2898.1362 7324.971 862.5977, 3033.6177 7345.0874 856.76685, 3104.337 7351.249 852.9055, 3237.292 7359.6914 848.2759, 3328.5808 7364.8027 846.0857, 3434.9753 7371.7637 842.34076, 3556.2874 7381.3086 836.66846, 3653.5134 7389.3135 829.74615, 3755.9805 7398.357 822.7702, 3881.5093 7411.1934 814.6847, 4005.1973 7425.772 807.97205, 4102.749 7437.799 801.806, 4226.9863 7455.8823 796.5646, 4364.3037 7476.9688 790.8979, 4505.4976 7499.813 788.09863, 4611.288 7517.0835 787.7264, 4713.613 7534.0234 789.41394, 4824.556 7550.6963 793.8087, 4935.9243 7564.05 801.3382, 5035.22 7572.927 810.5768, 5106.3794 7578.689 819.048, 5181.749 7580.748 827.17126, 5255.0312 7576.629 835.9949, 5321.79 7561.7173 844.22394, 5418.883 7487.5464 854.76587, 5463.859 7396.047 858.762, 5477.4155 7272.545 856.2353, 5480.0 7186.5005 853.43243, 5481.8447 7104.5723 849.6541, 5483.123 7031.9165 844.8565, 5484.992 6932.754 837.8668, 5486.688 6813.168 829.58435, 5488.037 6678.167 821.1211, 5488.9546 6581.468 813.8608, 5489.8228 6467.75 806.0753, 5490.4053 6332.598 799.6825, 5491.7847 6183.0327 794.44617, 5493.125 6043.3823 790.51447, 5494.1963 5932.834 787.34174, 5494.2354 5797.0303 784.38983, 5493.9175 5646.1714 782.55975, 5493.0493 5486.3013 781.4398, 5492.0728 5368.079 781.1987, 5490.2144 5246.088 781.2569, 5487.046 5109.1426 784.01636, 5483.3564 4965.7393 786.8836, 5480.459 4835.128 791.0506, 5478.403 4737.6807 794.892, 5478.042 4627.095 799.4762, 5479.773 4514.4385 805.9786, 5483.5117 4406.2896 813.62366, 5486.7725 4328.52 821.57513, 5491.0107 4256.7705 828.9461, 5495.413 4186.71 837.6117, 5497.6484 4121.9604 844.6171, 5482.657 4019.9614 854.0792, 5460.157 3944.6807 860.04834</trace>
</ink>
</file>

<file path=ppt/ink/ink91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2882.5532 6388.9346 874.14984, 2829.4966 6311.232 874.14984, 2831.1484 6237.085 870.3404, 2918.002 6214.8657 860.8329, 3015.295 6209.1724 849.4346, 3145.7122 6206.558 836.50653, 3241.5972 6205.0903 831.7229, 3350.2715 6204.761 826.69507, 3423.0852 6204.601 822.9126, 3521.9287 6205.23 818.57684, 3640.2336 6206.189 814.2213, 3773.1228 6208.647 808.88873, 3890.8123 6211.3774 804.59863, 3991.8271 6214.035 801.1304, 4111.986 6217.044 799.2954, 4244.6343 6219.5674 799.15765, 4385.0312 6221.5815 798.2236, 4484.505 6222.8833 797.6869, 4591.816 6223.73 790.3722, 4709.1436 6224.2695 774.7949, 4826.744 6225.531 751.2572, 4937.977 6228.528 720.20264, 5032.711 6231.1743 681.42816, 5100.4473 6233.0854 635.23, 5201.875 6235.947 522.1362, 5269.373 6237.4336 352.68597</trace>
</ink>
</file>

<file path=ppt/ink/ink91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3448.817 6781.9185 874.14984, 3522.269 6736.456 868.931, 3564.3938 6666.169 868.46936, 3470.0684 6642.255 863.2591, 3382.104 6726.8975 853.0395, 3341.3938 6806.9136 848.8431, 3341.7952 6876.2065 847.364, 3432.3765 6947.555 845.12537, 3495.5151 6956.906 842.43835, 3567.7798 6954.367 840.33826, 3674.0818 6934.8726 826.11523, 3742.8975 6919.014 800.74304, 3806.0056 6889.5093 217.67332</trace>
</ink>
</file>

<file path=ppt/ink/ink91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4000.3728 6706.4233 874.14984, 3897.976 6740.221 861.245, 3785.0872 6808.2725 852.212, 3714.7996 6869.1973 852.43665, 3692.3933 6948.688 857.0509, 3791.8032 6938.091 857.71405, 3861.2095 6886.7485 850.6785, 3922.184 6810.426 853.21497, 3984.4536 6890.291 862.03723, 4048.7852 6942.2354 863.0528, 4128.8535 6876.8706 859.4384, 4171.1616 6793.2974 858.93463, 4184.69 6867.3853 859.0937, 4199.7495 6949.3394 861.8926, 4285.087 6983.9854 862.6451, 4363.2725 6903.898 855.0703, 4411.033 6825.977 852.48315, 4431.669 6762.7993 854.90717, 4433.975 6868.52 846.8221, 4437.835 6934.5674 841.00696, 4448.4253 7036.3857 824.5822, 4471.646 7115.7344 769.6872</trace>
</ink>
</file>

<file path=ppt/ink/ink91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2703.2974 5136.041 874.14984, 2806.8 5136.041 867.9026, 2909.621 5138.0986 848.9777, 2976.8708 5142.2495 842.4416, 3089.1675 5150.117 834.80524, 3178.9387 5155.6206 832.44037, 3284.4692 5160.4146 829.37823, 3381.123 5164.3447 823.96216, 3470.3208 5167.6484 818.4115, 3585.573 5171.443 813.5726, 3721.4546 5176.1035 808.62396, 3870.8262 5181.9946 803.8859, 3968.7957 5185.8438 799.5182, 4096.3745 5189.813 795.12866, 4241.3438 5194.3623 791.0569, 4392.035 5200.5938 787.8534, 4515.9814 5206.365 786.6778, 4620.1035 5211.6704 786.50433, 4730.799 5217.1255 790.6643, 4839.153 5221.2 798.63635, 4940.0664 5225.286 808.11707, 5004.87 5227.9067 817.11536, 5073.0293 5231.6226 825.8742, 5139.9546 5234.0205 834.3805, 5243.6943 5236.501 850.1222, 5333.2285 5244.5244 862.0755, 5396.767 5277.838 572.72394</trace>
</ink>
</file>

<file path=ppt/ink/ink91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3299.897 5333.0493 874.14984, 3314.6008 5428.0703 867.0733, 3324.0022 5492.8926 862.9098, 3337.672 5593.009 859.35455, 3350.337 5681.2056 858.22485, 3362.1472 5769.352 857.53033, 3391.983 5701.6455 857.87354, 3425.2673 5627.972 860.3861, 3503.3223 5610.17 863.48615, 3511.2424 5697.275 863.7985, 3462.5847 5761.259 864.8088, 3373.5269 5785.211 865.73456, 3444.0034 5716.6064 861.33984, 3564.859 5665.333 855.5789, 3654.2385 5619.1284 854.9195, 3725.2327 5539.9556 859.32196, 3650.7705 5531.256 863.7119, 3610.9878 5615.8853 864.4171, 3624.7744 5704.5776 863.3372, 3688.873 5715.8545 861.0734, 3755.0437 5632.314 860.8483, 3799.522 5705.008 865.9229, 3863.8303 5632.106 867.09845, 3927.2632 5638.565 865.6522, 3966.1077 5707.826 865.2677, 4012.1338 5603.1255 864.3039, 4061.7427 5533.157 864.8199, 4132.63 5548.5996 865.18195, 4140.691 5627.3315 863.7732, 4122.4893 5718.6133 863.4696, 4111.2666 5797.965 864.64, 4121.0767 5877.7036 864.92053, 4139.431 5964.6377 865.72504, 4105.8164 6032.994 866.8822, 4098.8105 5925.4746 860.0772, 4179.8325 5819.6772 850.2782, 4249.1704 5732.705 844.2203, 4303.334 5637.717 849.0247, 4302.7407 5574.4326 853.11523, 4220.0103 5583.1953 858.2552, 4176.2266 5669.7305 864.06976, 4204.934 5737.0815 863.77075, 4304.292 5758.69 862.2016, 4374.136 5694.2407 861.6055, 4448.7036 5694.6016 863.23157, 4512.7563 5628.121 865.4165, 4595.984 5686.703 865.44116, 4668.9907 5720.906 865.3866, 4737.742 5669.463 865.34125, 4736.852 5590.1147 865.28186, 4657.233 5603.942 862.96594, 4675.0054 5689.479 861.9865, 4787.4146 5731.9067 859.88104, 4850.278 5736.8506 857.38666, 4913.098 5715.183 238.26807</trace>
</ink>
</file>

<file path=ppt/ink/ink91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4164.001 5453.013 874.14984, 4239.0947 5446.801 863.4948, 4327.7295 5436.6694 842.3225, 4391.0537 5429.612 815.24274, 4454.308 5423.0786 773.6617</trace>
</ink>
</file>

<file path=ppt/ink/ink91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1317.9733 8471.23 874.14984, 1409.7052 8436.978 870.27545, 1462.3202 8348.62 868.245, 1456.7906 8274.633 867.87195, 1368.2648 8290.52 863.33014, 1317.2599 8406.434 852.01117, 1302.9197 8508.45 844.7289, 1313.2117 8571.791 842.27325, 1353.8733 8678.902 843.4534, 1466.4164 8728.66 848.96674, 1558.6184 8693.426 852.637, 1630.5573 8623.705 851.9188, 1683.9017 8560.217 840.42993</trace>
</ink>
</file>

<file path=ppt/ink/ink91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1839.1934 8380.741 874.14984, 1768.802 8414.673 869.07294, 1693.7173 8479.276 862.9583, 1628.7317 8567.879 860.003, 1612.8031 8658.621 861.6063, 1704.069 8647.3125 862.04596, 1754.1284 8584.457 858.10443, 1785.292 8486.028 853.1838, 1799.8383 8586.511 852.0712, 1832.7344 8659.04 857.6255, 1897.3927 8682.735 861.10986, 1967.7365 8624.618 861.22064, 2006.5537 8559.967 859.33923, 2016.019 8642.749 850.4741, 2026.0614 8717.255 853.14856, 2090.4265 8762.588 856.6864, 2153.684 8695.758 854.4729, 2196.8745 8615.828 850.72546, 2225.3372 8536.697 850.2505, 2224.8623 8618.81 849.2382, 2228.4429 8710.575 849.264, 2272.6768 8773.35 855.1242, 2350.077 8773.193 855.98535, 2414.1138 8743.52 565.97955</trace>
</ink>
</file>

<file path=ppt/ink/ink91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2774.0806 8646.521 874.14984, 2808.478 8576.549 863.9139, 2857.8542 8474.034 861.2549, 2915.3806 8403.727 863.244, 2973.5837 8513.361 849.7333, 2977.3381 8618.195 838.68726, 2977.0276 8705.084 831.6665, 2975.9941 8802.481 825.1008, 2974.4817 8882.248 822.08795, 2972.5444 8955.425 820.2107, 2967.99 9036.048 821.5926, 2963.388 9104.77 824.8913, 2946.5583 9191.574 837.48773, 2944.239 9101.06 850.436, 2954.8364 9017.045 841.7146, 2967.9343 8919.402 832.9771, 2977.8052 8846.427 824.9975, 2988.1487 8772.427 817.622, 2999.4937 8698.008 817.95605, 3020.7234 8592.349 828.84186, 3095.7056 8536.682 848.678, 3132.0242 8610.467 857.835, 3152.769 8720.376 859.9698, 3169.837 8801.313 860.97327, 3263.1794 8780.268 860.19354, 3314.3853 8709.498 856.29395, 3340.4868 8793.266 858.9348, 3427.5925 8788.07 861.05005, 3465.6006 8704.573 858.7331, 3414.1787 8631.361 860.23517, 3335.1475 8600.593 861.5866, 3422.739 8600.405 850.96515, 3511.3599 8586.397 842.29987, 3606.0796 8555.395 834.65186, 3710.5056 8488.627 831.36646, 3778.9304 8419.754 835.96906, 3831.5693 8310.237 842.2369, 3845.1404 8192.527 848.4938, 3831.028 8112.937 854.81274, 3746.1975 8063.0293 859.92816, 3664.8826 8133.7876 856.0213, 3629.8096 8198.429 850.81354, 3588.7107 8310.733 840.76904, 3583.5361 8389.481 836.2016, 3592.7366 8473.51 833.5638, 3607.1777 8541.6875 832.71674, 3658.4375 8664.6045 833.2218, 3743.6968 8772.057 838.3913, 3811.1487 8824.472 846.0818, 3880.225 8823.731 853.9552, 3943.684 8824.612 569.4518</trace>
</ink>
</file>

<file path=ppt/ink/ink91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4178.709 8546.725 874.14984, 4098.1475 8563.049 867.33887, 4006.1238 8623.211 861.86005, 3938.6062 8723.514 861.15826, 3983.0027 8798.53 861.0874, 4063.9194 8757.983 858.8437, 4106.545 8694.963 854.2195, 4130.926 8624.069 853.21643, 4143.2847 8717.88 856.1598, 4166.2827 8796.354 860.53357, 4234.2505 8824.812 861.75684, 4286.035 8736.554 857.41846, 4311.46 8641.376 855.12103, 4311.947 8545.764 856.15137, 4269.9214 8667.347 848.4863, 4297.317 8751.69 848.60284, 4374.213 8816.802 855.86206, 4438.208 8774.863 856.54553, 4492.848 8678.029 853.7992, 4530.7207 8572.038 856.12384, 4568.1904 8492.475 859.7966, 4643.6807 8515.74 861.94226, 4685.2397 8627.286 861.07007, 4727.845 8727.905 864.5563, 4813.705 8779.315 863.8649, 4896.706 8775.958 860.8122, 5001.295 8700.885 852.409, 5067.576 8626.122 851.7491, 5072.437 8547.568 855.66516, 5001.4263 8576.441 857.96216, 4971.218 8678.455 857.06934, 4973.02 8765.304 854.23834, 5027.532 8853.57 852.92523, 5096.3887 8896.306 852.2736, 5165.263 8870.258 852.62006, 5229.0166 8804.56 802.3374</trace>
</ink>
</file>

<file path=ppt/ink/ink92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4357.965 8184.7656 874.14984, 4346.4824 8263.937 861.19574, 4331.274 8328.414 8.528467</trace>
</ink>
</file>

<file path=ppt/ink/ink92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782.0448 8531.7295 874.14984, 733.91046 8604.552 863.84564, 713.25665 8706.528 863.9901, 746.01416 8772.66 863.3447, 826.3644 8732.792 859.4291, 861.7689 8645.842 859.7184, 842.21967 8552.721 861.4552, 764.4535 8541.173 860.0176, 700.185 8581.502 856.6969, 659.5517 8673.261 854.1222, 653.19434 8754.222 854.9484, 714.5148 8820.997 858.0149, 794.0346 8785.759 857.96, 866.94214 8684.434 860.6733, 825.8928 8617.092 862.45544, 728.81604 8652.846 861.0057, 697.5824 8735.579 863.4469, 769.12085 8737.417 861.7019, 802.84656 8656.082 862.0774, 723.0863 8717.99 855.11304, 677.2492 8788.202 838.40344</trace>
</ink>
</file>

<file path=ppt/ink/ink92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826.1693 9754.115 874.14984, 740.1136 9823.255 864.2898, 705.7641 9890.386 857.6605, 690.5327 9970.077 856.8435, 723.52325 10056.568 858.67444, 821.2291 10063.3125 858.427, 876.2118 9970.8955 858.1818, 889.4907 9881.441 859.5627, 834.303 9817.405 861.12244, 757.34875 9843.398 859.0433, 707.1085 9917.149 854.11725, 707.0979 10024.958 856.5261, 783.5616 10078.897 858.8805, 848.9674 10001.005 861.12024, 827.30725 9925.125 863.9009, 753.9873 9965.104 861.59607, 750.44446 10034.782 863.166, 826.3556 9999.734 864.13525, 817.5737 9936.281 864.83594, 759.0633 10003.865 862.8017</trace>
</ink>
</file>

<file path=ppt/ink/ink92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1361.1785 9764.457 874.14984, 1377.1904 9650.872 859.33875, 1386.818 9585.367 856.8821, 1403.5747 9495.421 855.44434, 1443.0541 9600.74 841.0431, 1446.9495 9667.803 832.532, 1451.4707 9795.596 818.7126, 1452.7439 9863.854 812.4294, 1453.363 9931.539 806.4061, 1452.3953 10013.018 804.0337, 1451.0786 10084.489 805.5806, 1447.2487 10153.486 817.05896, 1476.3948 10075.067 831.39734, 1526.7103 9994.079 841.22156, 1616.4922 9955.451 852.0506, 1696.195 9978.699 855.5287, 1739.4753 10053.305 855.09814, 1724.4717 10148.183 855.50275, 1677.5222 10211.726 856.3468, 1596.6843 10244.223 856.54034, 1521.2892 10228.263 858.7939, 1483.473 10163.504 862.97375, 1571.0387 10127.97 864.13684, 1670.8529 10134.196 862.03033, 1735.3717 10137.728 861.3557, 1803.8535 10133.061 860.619, 1905.1321 10111.364 859.0941, 1972.6511 10034.614 858.80597, 1996.1694 9959.585 859.0824, 1978.9415 9888.106 861.3025, 1915.7806 9878.284 862.4561, 1833.6929 9971.121 857.8702, 1820.0906 10034.016 853.1519, 1821.1775 10136.353 846.68335, 1860.7644 10209.466 849.62885, 1958.8208 10206.036 852.4246, 2021.3895 10136.775 852.8812, 2070.2522 10042.285 856.6552, 2140.5132 10063.637 860.95074, 2153.973 10139.575 861.1177, 2231.935 10045.057 859.75323, 2295.9287 9978.458 862.21234, 2354.3782 10085.077 863.0268, 2430.193 10097.305 861.8159, 2480.9978 10016.998 856.1041, 2550.2732 9936.092 855.25214, 2653.5854 9905.62 855.4895, 2731.2861 9919.264 856.657, 2793.693 10017.227 860.1514, 2759.0586 10130.81 861.2925, 2731.7754 10195.262 861.9359, 2713.39 10262.641 861.81775, 2710.0364 10370.91 860.3263, 2760.8203 10487.378 856.68823, 2797.8462 10554.899 854.1966, 2847.3506 10659.767 851.059, 2864.4014 10723.89 850.93207, 2869.4377 10792.376 850.9065, 2855.115 10899.757 851.44745, 2797.169 10981.382 853.1678, 2723.2424 10974.934 856.53, 2698.4717 10890.643 854.46063, 2726.047 10751.43 840.72284, 2757.1836 10667.554 833.87244, 2793.768 10582.513 832.1838, 2825.939 10511.787 831.3895, 2875.7458 10382.835 833.12805, 2897.7585 10309.039 835.6088, 2913.9358 10233.148 838.54926, 2929.293 10125.431 845.1694, 2912.9966 10024.926 856.3456, 2840.1091 9992.707 862.3685, 2796.5955 10096.523 860.28973, 2803.9355 10188.469 858.22296, 2850.9968 10281.951 856.0059, 2937.1357 10326.6455 857.6997, 3007.2483 10302.729 857.75635, 3047.4216 10221.949 856.8006, 3059.3184 10137.363 858.33405, 3069.3892 10065.263 862.34784, 3123.4163 10157.901 862.20593, 3162.0554 10093.398 862.6191, 3176.557 10026.997 864.6928, 3239.8372 10005.438 867.0241, 3281.502 10071.23 865.3615, 3332.7156 10146.607 866.26154, 3395.8167 10197.667 865.2916, 3483.5508 10194.668 862.7509, 3559.2996 10128.092 859.9252, 3592.8872 10059.459 859.34406, 3586.7825 9995.336 860.604, 3497.459 9978.996 861.45593, 3456.3997 10070.5625 859.1801, 3464.7954 10169.965 853.37146, 3523.5242 10265.493 848.2796, 3591.469 10314.687 850.1871, 3665.7083 10304.747 855.5497</trace>
</ink>
</file>

<file path=ppt/ink/ink92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2837.5093 9754.115 874.14984, 2937.2595 9768.401 861.5884, 3010.2317 9773.186 856.06024, 3102.8337 9771.644 847.98737, 3182.1228 9771.802 831.4864, 3254.8535 9769.11 812.2225</trace>
</ink>
</file>

<file path=ppt/ink/ink92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4074.833 10207.079 874.14984, 4145.4375 10114.0205 865.48175, 4215.2915 10045.31 865.6191, 4289.8223 10035.225 863.39777, 4354.629 10140.474 862.1273, 4418.6787 10105.666 860.30774, 4469.028 10034.189 862.7156, 4549.3633 10048.195 863.09534, 4578.198 10131.559 862.38184, 4603.68 10206.474 864.308, 4671.0703 10230.136 864.2983, 4740.0796 10154.184 863.2724, 4766.0825 10087.33 867.34125, 4718.307 10176.017 867.0861, 4742.5195 10239.15 866.7844, 4818.902 10238.006 864.7027, 4824.7188 10156.327 864.6987, 4828.6265 10084.84 866.07935, 4895.1685 10046.975 865.8692, 4965.576 10110.435 864.6912, 4995.6196 10176.501 866.2215, 5034.6816 10102.139 864.06665, 5121.2593 10089.904 861.11127, 5161.1924 10174.494 855.33606, 5186.7334 10266.107 843.0911, 5203.0537 10333.349 819.49414</trace>
</ink>
</file>

<file path=ppt/ink/ink92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5564.0337 10095.391 874.14984, 5610.1846 10029.16 864.0525, 5668.0967 9939.637 860.3723, 5712.7915 9868.097 862.3842, 5776.925 9840.783 862.6037, 5789.781 9948.649 852.6732, 5793.0674 10027.045 846.8753, 5794.8853 10157.339 836.19543, 5794.1084 10245.584 831.8813, 5791.199 10340.13 831.61066, 5788.514 10413.138 831.95074, 5784.1934 10482.302 833.23553, 5775.506 10553.589 835.51495, 5758.7144 10647.568 842.65125, 5750.2075 10569.303 850.5668, 5755.411 10488.797 843.4176, 5762.3906 10393.014 835.52795, 5767.7305 10325.393 828.6543, 5776.3813 10247.443 823.31683, 5788.8936 10166.877 821.6569, 5803.938 10098.943 826.2987, 5839.134 10008.408 835.2653, 5922.844 9976.818 848.6569, 5991.1123 10084.815 858.8807, 6006.844 10166.429 860.50104, 6017.3813 10231.819 863.4002, 6086.5825 10219.613 864.4148, 6118.653 10142.459 865.1129, 6164.4663 10217.861 864.9774, 6215.161 10145.367 862.23157, 6207.8174 10076.352 858.80237, 6169.0977 10008.904 859.05426, 6279.2 9990.722 857.07855, 6373.356 9952.004 855.10645, 6441.33 9868.963 852.11115, 6477.7246 9734.437 847.5264, 6483.849 9666.054 846.75256, 6480.003 9551.843 847.65594, 6436.4185 9451.08 853.02515, 6360.131 9446.088 855.0364, 6276.989 9570.954 848.1242, 6266.32 9655.685 841.9797, 6262.9316 9724.022 837.79694, 6268.392 9796.93 832.463, 6287.75 9883.642 826.78107, 6319.4766 9973.283 822.8019, 6357.087 10052.695 821.65594, 6420.7407 10158.189 826.4632, 6485.59 10212.394 838.4231, 6562.728 10205.184 865.17194</trace>
</ink>
</file>

<file path=ppt/ink/ink92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6726.897 10010.588 874.14984, 6653.9985 10030.086 868.6452, 6576.629 10108.034 866.59564, 6567.4766 10183.643 866.1138, 6638.242 10217.703 864.48175, 6712.568 10116.048 861.90985, 6726.5347 10050.524 863.2139, 6755.1562 10135.998 857.7781, 6784.0913 10212.498 857.20844, 6849.8535 10261.452 860.7421, 6902.728 10169.979 860.28577, 6913.617 10067.558 861.9685, 6945.599 10172.347 862.3846, 7015.902 10216.986 864.20575, 7082.5425 10127.099 860.856, 7107.7036 10039.128 862.2168, 7137.621 9968.644 864.36285, 7195.3267 10040.741 854.42975, 7227.7485 10143.021 850.21454, 7286.673 10245.832 855.08344, 7364.6436 10288.069 855.43585, 7442.667 10269.65 854.88983, 7514.64 10204.0 856.65857, 7554.891 10121.113 860.00366, 7546.1675 10022.837 861.2615, 7483.2456 9996.372 862.2955, 7450.421 10067.359 859.9268, 7460.112 10160.5 855.9644, 7527.1426 10274.229 852.3048, 7606.759 10305.269 853.9852, 7672.815 10290.845 860.76</trace>
</ink>
</file>

<file path=ppt/ink/ink92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6115.5894 9980.598 874.14984, 6077.4214 10046.45 871.13556, 6082.811 10138.399 868.316, 6183.806 10189.792 862.18713, 6264.5093 10176.572 851.1452</trace>
</ink>
</file>

<file path=ppt/ink/ink92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7918.2573 10117.107 874.14984, 7962.9087 10195.364 868.0768, 7992.8633 10259.05 8.660724</trace>
</ink>
</file>

<file path=ppt/ink/ink93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6845.481 9875.63 874.14984, 6858.419 9967.795 864.25085, 6877.8247 10034.237 849.72656</trace>
</ink>
</file>

<file path=ppt/ink/ink93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9125.245 9317.18 874.14984, 9055.547 9417.724 864.5322, 8983.483 9497.277 860.21533, 8908.811 9568.369 856.6367, 8818.368 9646.025 853.25323, 8693.711 9750.628 847.93774, 8597.63 9839.422 849.5331, 8528.9375 9915.943 855.09595, 8478.105 10014.181 863.1155, 8501.428 10102.354 867.6098, 8557.233 10196.205 868.42096, 8605.314 10296.234 864.7432, 8644.741 10392.745 859.2198, 8666.694 10456.676 858.0675, 8698.86 10556.998 855.4381, 8719.414 10627.641 854.372, 8742.164 10707.948 853.3694, 8765.916 10794.887 851.9098, 8786.189 10876.491 850.72766, 8801.486 10940.561 849.661, 8817.254 11018.219 848.3463, 8833.897 11103.907 847.8415, 8850.801 11192.975 846.6977, 8863.259 11261.885 846.58356, 8874.009 11326.973 847.24194, 8885.115 11397.64 848.20654, 8904.863 11502.068 854.71484, 8930.1045 11564.929 861.1921, 8950.66 11629.073 430.89993</trace>
</ink>
</file>

<file path=ppt/ink/ink93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9110.537 9317.18 874.14984, 9189.403 9374.039 847.9488, 9295.843 9446.114 844.8732, 9398.99 9511.348 839.415, 9519.075 9582.858 834.8479, 9595.337 9627.288 834.2752, 9674.364 9673.435 837.1433, 9752.065 9718.961 840.12463, 9858.757 9781.86 844.89056, 9939.069 9830.649 854.34546, 10003.839 9878.621 862.0399, 10071.623 9977.474 866.39484, 10099.166 10056.172 867.9533, 10111.156 10123.0625 866.79285, 10126.738 10239.831 861.49963, 10133.236 10307.277 857.16095, 10140.628 10380.898 853.22894, 10150.269 10457.664 850.1289, 10166.1455 10571.38 848.6425, 10177.406 10638.86 849.1574, 10196.19 10746.18 850.587, 10215.083 10875.19 852.8006, 10222.744 10941.531 854.4542, 10234.063 11039.441 856.7061, 10241.235 11106.011 855.29645</trace>
</ink>
</file>

<file path=ppt/ink/ink93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10152.978 11128.006 874.14984, 10137.675 11206.844 864.5458, 10107.755 11299.819 861.57587, 10060.138 11414.4375 859.3761, 10019.67 11509.338 858.02563, 9993.271 11576.748 856.3519, 9949.9 11691.729 853.8585, 9926.205 11760.54 853.37537, 9900.142 11836.535 853.0554, 9877.933 11901.409 852.8186, 9844.849 12005.641 846.65924, 9820.99 12083.586 829.9522</trace>
</ink>
</file>

<file path=ppt/ink/ink93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8901.865 11625.439 874.14984, 9012.72 11701.31 847.9355, 9084.572 11745.589 840.7321, 9169.914 11795.433 831.5978, 9236.285 11833.746 824.33, 9306.476 11873.778 819.2758, 9430.694 11948.916 813.2429, 9515.642 12008.507 799.0959, 9607.573 12077.77 777.28546, 9698.321 12149.541 748.62616, 9766.2295 12202.46 712.8813, 9837.146 12259.399 635.05804</trace>
</ink>
</file>

<file path=ppt/ink/ink93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9338.514 10385.474 874.14984, 9265.6455 10313.488 863.4372, 9176.333 10287.748 861.8582, 9082.101 10312.6455 860.57935, 9005.562 10400.421 857.826, 8992.341 10486.926 855.83185, 9004.151 10550.247 852.70337, 9031.035 10625.406 848.1744, 9070.337 10707.062 843.16736, 9118.97 10787.157 838.8373, 9194.609 10894.237 836.1183, 9292.729 10970.466 840.3287, 9374.361 10996.524 845.23474, 9462.149 10970.476 850.3855, 9538.103 10905.466 854.5774, 9585.896 10817.465 855.9316, 9596.239 10749.85 854.93835, 9592.906 10671.748 852.84753, 9575.475 10590.182 850.3465, 9533.396 10470.187 844.9989, 9487.052 10401.608 838.81915, 9421.839 10335.653 830.7857, 9356.414 10262.508 809.9454, 9293.241 10212.823 741.69183</trace>
</ink>
</file>

<file path=ppt/ink/ink93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7486.205 11730.925 874.14984, 7538.369 11655.805 855.3986, 7591.9736 11560.263 861.3022, 7625.0425 11491.881 864.41205, 7650.1963 11608.721 851.32196, 7651.4834 11685.38 844.12555, 7652.2173 11773.692 837.0065, 7652.7944 11838.502 834.2474, 7653.8247 11910.805 832.2936, 7655.0723 11994.718 831.3251, 7656.49 12084.991 832.3206, 7658.3706 12167.548 834.2241, 7661.916 12297.38 839.6607, 7663.2153 12363.554 844.9495, 7654.453 12451.749 856.0778, 7656.031 12345.085 858.42584, 7674.948 12239.117 853.3355, 7693.8984 12148.468 849.76904, 7719.4814 12051.972 849.77673, 7762.4404 11962.004 854.8088, 7831.435 11921.354 859.59235, 7894.8228 11966.91 864.8534, 7870.1055 12038.078 865.67285, 7768.587 12055.119 864.13184, 7694.598 12033.507 861.42334</trace>
</ink>
</file>

<file path=ppt/ink/ink93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7829.0894 11339.493 874.14984, 7750.211 11358.507 864.27625, 7644.6436 11373.652 860.96155, 7560.577 11380.712 862.1902, 7509.1855 11308.466 867.7344</trace>
</ink>
</file>

<file path=ppt/ink/ink93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7650.7524 11202.982 874.14984, 7727.497 11239.352 867.8478, 7791.3066 11276.152 864.84625, 7856.5312 11349.36 865.44604, 7846.6973 11447.753 864.49817, 7836.397 11516.885 862.27325</trace>
</ink>
</file>

<file path=ppt/ink/ink93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8261.142 11867.435 874.14984, 8183.2085 11861.233 871.09314, 8103.7466 11862.757 870.2543, 8160.3247 11945.924 866.4831, 8069.36 11988.739 864.9599, 7999.6055 11996.409 860.6991</trace>
</ink>
</file>

<file path=ppt/ink/ink94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8440.397 11897.943 874.14984, 8365.293 11959.913 868.82544, 8323.088 12037.109 865.6156, 8328.824 12119.787 862.64526, 8409.771 12198.068 861.6046, 8500.141 12185.276 860.7976, 8564.549 12097.255 861.7077, 8544.055 12007.435 862.39557, 8486.793 11934.529 862.5407, 8398.04 11902.17 862.17944, 8331.644 11882.792 860.08984</trace>
</ink>
</file>

<file path=ppt/ink/ink94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8529.565 11625.439 874.14984, 8443.397 11613.231 864.5878, 8337.19 11607.867 859.7167, 8264.575 11607.993 849.74225, 8199.053 11596.179 724.3738</trace>
</ink>
</file>

<file path=ppt/ink/ink94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8350.31 11414.986 874.14984, 8420.579 11461.751 866.6731, 8495.247 11522.681 863.4577, 8542.205 11611.165 865.41907, 8473.471 11682.555 865.394</trace>
</ink>
</file>

<file path=ppt/ink/ink94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8216.098 11791.425 874.14984, 8138.0103 11807.865 871.3472, 8034.7554 11830.023 869.72833, 7970.856 11865.382 680.6484</trace>
</ink>
</file>

<file path=ppt/ink/ink94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8141.637 11927.934 874.14984, 8068.4517 11937.115 874.14984</trace>
</ink>
</file>

<file path=ppt/ink/ink94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8752.944 12440.364 874.14984, 8655.646 12466.511 862.76044, 8528.77 12474.139 854.2256, 8414.968 12473.744 845.95245, 8300.47 12468.662 842.15564, 8226.494 12465.702 837.43713, 8075.058 12461.856 828.37427, 7966.7314 12463.693 824.0142, 7851.0586 12470.016 815.40643, 7739.141 12478.538 802.0714, 7653.118 12485.67 780.7585, 7585.2114 12492.601 751.83704, 7500.7324 12506.734 681.59753, 7437.405 12519.406 472.59094</trace>
</ink>
</file>

<file path=ppt/ink/ink94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12075.149 747.0359 874.14984, 12075.149 857.9376 861.56195, 12075.148 935.8209 852.27124, 12075.149 1026.0891 845.2144, 12074.1045 1128.1356 839.59894, 12071.445 1240.0337 833.7522, 12068.919 1331.1139 829.02826, 12066.875 1417.8694 825.65454, 12065.219 1501.4167 822.9138, 12063.805 1583.1848 817.7381, 12062.555 1690.8148 812.85376, 12063.051 1818.8082 807.90564, 12066.631 1964.9305 803.25775, 12072.222 2126.8325 797.8612, 12076.914 2253.0894 792.2055, 12081.228 2385.3167 784.6398, 12086.651 2547.1086 773.34863, 12092.144 2730.0317 758.85077, 12096.79 2914.588 747.3944, 12100.044 3048.1719 737.2848, 12102.816 3217.5476 728.35284, 12104.601 3414.543 717.2852, 12105.716 3632.1758 704.33307, 12106.771 3808.664 691.5084, 12108.046 3981.2634 677.5151, 12111.795 4191.281 661.96155, 12118.761 4429.5 647.9651, 12128.438 4688.0693 633.29816, 12134.758 4856.1367 618.20654, 12142.124 5072.878 602.6066, 12150.165 5318.4893 587.1954, 12156.368 5580.7876 577.6564, 12159.322 5800.239 573.4226, 12160.035 5998.44 570.2219, 12159.835 6234.356 570.1107, 12159.014 6496.8105 568.3388, 12162.66 6780.4946 562.9038, 12175.724 7079.2363 556.58124, 12186.515 7298.196 549.3764, 12205.206 7532.0527 541.6651, 12229.38 7800.5947 534.1861, 12254.538 8092.256 525.9503, 12274.452 8375.736 519.09607, 12288.428 8586.295 512.42456, 12296.544 8849.752 504.38678, 12296.9375 9156.918 493.49765, 12290.9375 9497.942 481.5748, 12285.248 9762.932 469.34537, 12277.947 10032.132 457.3349, 12271.086 10341.244 405.3053, 12270.407 10624.485 349.87506, 12271.766 10848.0205 293.1925, 12287.277 11107.247 238.71332, 12323.11 11376.463 189.85562, 12346.416 11549.7295 146.37523, 12351.349 11636.727 37.54196, 12362.208 11714.31 14.221586, 12373.812 11778.846 10.23</trace>
</ink>
</file>

<file path=ppt/ink/ink94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1065.1768 5196.5396 874.14984, 989.8627 5175.2344 865.8895, 924.2951 5150.3623 8.595967</trace>
</ink>
</file>

<file path=ppt/ink/ink94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662.541 5181.5444 874.14984, 740.2456 5198.835 863.41974, 803.0609 5206.075 860.0655, 877.339 5209.4688 857.9927, 996.3444 5204.5474 849.8867, 1059.9712 5199.7686 842.60315, 1161.2988 5191.642 823.92163, 1268.823 5179.4517 785.57227, 1347.6045 5168.8677 692.2462</trace>
</ink>
</file>

<file path=ppt/ink/ink94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1034.8413 5076.576 874.14984, 1122.8573 5074.349 864.4444, 1214.7786 5092.671 860.4782, 1299.8384 5131.9727 859.701, 1310.7253 5221.849 859.15594, 1278.6687 5319.304 853.83984, 1229.8185 5384.226 847.75476, 1173.3159 5465.5527 827.6227, 1109.041 5520.7314 8.152309</trace>
</ink>
</file>

<file path=ppt/ink/ink95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4267.8774 6826.387 874.14984, 4163.3335 6785.2847 861.96277, 4067.5781 6786.8687 846.25726, 3949.9573 6795.913 830.94055, 3851.342 6801.261 823.0958, 3752.8408 6800.121 816.1177, 3657.8486 6795.555 805.8811, 3531.0002 6785.767 793.0479, 3381.0032 6776.046 775.8728, 3219.6968 6770.768 761.55096, 3064.3286 6783.2925 754.74365, 2944.791 6813.327 755.6754, 2845.2468 6858.045 759.1519, 2743.559 6948.32 761.57416, 2676.9124 6968.585 766.7963, 2613.4885 7043.7812 791.4717, 2571.8433 7111.8174 786.81616</trace>
</ink>
</file>

<file path=ppt/ink/ink95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468.57727 7777.304 874.14984, 569.5964 7791.2437 859.33527, 637.3346 7797.394 854.1553, 721.6934 7803.295 848.3948, 820.0286 7810.6675 840.9622, 925.5765 7818.4844 834.2725, 993.8684 7823.5405 823.4019, 1079.5013 7827.3174 805.7956, 1172.2415 7825.7715 777.4652, 1244.3119 7825.293 738.27264, 1312.8168 7824.714 664.1236</trace>
</ink>
</file>

<file path=ppt/ink/ink95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994.39374 7649.0664 874.14984, 1062.9222 7678.8574 863.86816, 1169.5286 7742.3125 854.0217, 1253.5825 7838.302 854.216, 1277.3336 7917.477 854.72644, 1245.9886 7996.0303 851.89166, 1172.0607 8043.093 843.3311, 1090.2748 8102.054 816.85724, 1024.0956 8126.2114 770.0194</trace>
</ink>
</file>

<file path=ppt/ink/ink95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10824.037 8033.7773 874.14984, 10905.184 8026.093 866.47876, 10980.643 8021.3823 866.19116, 11104.947 8020.718 864.099, 11209.256 8023.8086 859.68085, 11279.358 8025.8774 856.8373, 11359.376 8026.074 852.4246, 11428.162 8025.514 851.4429, 11566.835 8023.1846 851.443, 11653.48 8022.01 849.3223, 11746.862 8019.9653 847.26385, 11886.258 8015.6675 845.0129, 11976.532 8011.0234 844.6008, 12076.532 8005.249 844.2379, 12172.064 8000.3726 843.36285, 12247.966 7996.6987 840.5643, 12343.697 7992.303 836.4099, 12451.093 7986.1504 833.022, 12563.449 7978.855 830.82135, 12676.744 7972.113 830.1955, 12761.424 7967.1816 831.34155, 12844.692 7962.533 832.52905, 12935.776 7956.2476 834.4064, 13031.599 7948.8955 836.1521, 13122.821 7943.3677 835.7065, 13187.794 7939.6304 833.34717, 13262.991 7938.1436 829.31305, 13340.604 7938.508 822.8907, 13415.262 7939.7036 813.50745, 13519.297 7941.8306 768.6596, 13590.608 7943.698 656.629</trace>
</ink>
</file>

<file path=ppt/ink/ink95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1541.3533 774.9584 874.14984, 1533.474 864.9347 863.2481, 1529.6782 930.6529 856.4673, 1523.6582 1013.43207 847.7036, 1515.7578 1103.8705 840.3554, 1503.0571 1243.2982 830.4602, 1491.6891 1360.7755 824.5467, 1480.961 1437.1687 833.30023, 1478.7203 1337.5505 830.8948, 1484.4624 1215.1497 823.04016, 1488.9657 1134.6669 820.00635, 1492.8755 1063.9637 817.57367, 1502.5919 958.23004 826.61896, 1576.6515 963.816 831.64087, 1631.2959 1034.6501 832.7946, 1678.7714 1118.3445 837.1366, 1729.5995 1245.3256 838.4419, 1764.01 1344.1052 842.66974, 1833.2885 1261.6298 850.3969, 1847.0056 1174.9207 842.74414, 1860.9996 1080.1858 835.6357, 1872.608 999.26013 819.23956, 1897.4995 885.6133 761.0629, 1912.7461 817.2142 669.7378</trace>
</ink>
</file>

<file path=ppt/ink/ink95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1943.9889 1378.3948 874.14984, 1989.2874 1307.9836 868.08374, 2020.0629 1237.7175 864.9315, 2030.7484 1153.998 865.3158, 1951.7089 1183.2798 854.1205, 1900.5454 1274.9247 842.4312, 1879.4802 1389.839 839.7474, 1957.1113 1456.747 843.8419, 2036.9637 1440.3501 843.3801, 2114.484 1379.4414 841.50934, 2177.9573 1322.9131 777.5419</trace>
</ink>
</file>

<file path=ppt/ink/ink95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2524.961 1046.9442 874.14984, 2514.1248 1125.2032 868.59094, 2499.3704 1190.2618 8.664199</trace>
</ink>
</file>

<file path=ppt/ink/ink95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2510.253 1333.9257 874.14984, 2499.417 1401.1774 864.4126</trace>
</ink>
</file>

<file path=ppt/ink/ink95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3002.057 1392.8732 874.14984, 3044.1047 1292.9241 856.2424, 3063.8535 1229.107 852.44006, 3085.3503 1158.1919 849.82556, 3118.839 1047.8928 847.4336, 3145.4946 957.84106 848.9238, 3169.707 867.87897 850.5751, 3201.5815 989.82 845.9633, 3198.242 1079.5822 838.1, 3194.6875 1151.947 820.90625, 3190.0764 1222.915 795.8051, 3183.756 1300.8691 763.09235, 3177.3218 1371.1376 722.0931, 3171.7815 1434.3732 645.26044, 3163.868 1499.2887 519.2342</trace>
</ink>
</file>

<file path=ppt/ink/ink95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3359.649 1287.9052 874.14984, 3414.6992 1179.0944 856.7536, 3480.7034 1058.792 844.41113, 3524.5432 979.84766 839.61224, 3573.601 898.43054 849.6665, 3614.9531 970.07745 857.787, 3631.3247 1093.264 853.46326, 3639.9556 1196.718 849.8982, 3638.8215 1304.1901 851.17163, 3629.3813 1388.1864 854.2591, 3554.7517 1385.2798 857.9393, 3492.9417 1302.9006 850.87823</trace>
</ink>
</file>

<file path=ppt/ink/ink96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3821.1174 699.98126 874.14984, 3741.8865 648.4872 871.2182, 3781.2205 584.7039 867.5021, 3847.5322 676.9633 861.50323, 3828.069 764.46735 858.6817, 3793.7236 838.6059 857.31836, 3777.5828 916.5533 862.42737, 3863.4653 922.1589 860.722, 3957.4678 906.31116 854.94324, 4030.7917 890.3592 837.5086, 4096.4824 872.76227 8.272126</trace>
</ink>
</file>

<file path=ppt/ink/ink96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4357.965 1016.4364 874.14984, 4305.9834 950.89606 869.74023, 4341.288 884.7707 868.8574, 4395.594 978.148 857.2075, 4384.855 1064.4905 847.504, 4357.9946 1150.547 838.9597, 4301.3125 1255.7288 840.82837, 4261.4785 1331.2646 847.10913, 4335.3555 1355.1462 859.58936, 4414.237 1283.2781 857.8993, 4485.5596 1196.9606 853.5211, 4552.611 1096.5459 852.2108, 4596.087 1010.1127 854.67847, 4638.2534 939.56165 858.7115, 4675.273 1004.3012 859.8079, 4702.86 1107.7466 858.14655, 4719.0093 1195.6147 859.105, 4717.788 1278.5497 861.8916, 4619.5273 1255.7465 856.1639, 4549.981 1192.9548 828.24255</trace>
</ink>
</file>

<file path=ppt/ink/ink96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4864.4766 744.45044 874.14984, 4781.728 670.7483 871.10986, 4856.158 666.7026 866.634, 4875.5825 755.7815 861.94653, 4863.936 819.0453 860.9146, 4844.9077 882.33813 862.0817, 4923.6235 910.1019 863.25574, 5011.1533 884.2432 856.65295, 5100.7456 829.4681 840.82166, 5165.354 787.8565 801.40594</trace>
</ink>
</file>

<file path=ppt/ink/ink96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5296.529 910.4343 874.14984, 5238.587 837.0577 870.7888, 5262.1484 769.10144 866.786, 5348.053 735.6017 865.6059, 5368.137 841.1542 861.32385, 5329.2935 931.706 851.2671, 5260.926 1035.5536 847.28955, 5226.8276 1102.8715 851.0564, 5334.22 1113.731 850.11383, 5450.6265 1019.45935 842.1329, 5536.818 929.1031 836.69275, 5619.4746 825.6677 841.3807, 5676.3257 748.6941 848.522, 5664.9097 847.97174 852.9097, 5637.77 946.8669 842.5906, 5611.7725 1049.7031 831.46576, 5592.6104 1126.4032 820.2277, 5575.2197 1217.6035 814.36456, 5563.4624 1313.2201 811.03284, 5557.0586 1405.1671 812.64, 5553.4126 1476.4574 816.1524, 5541.258 1573.4153 827.4338, 5474.865 1483.8798 853.44403</trace>
</ink>
</file>

<file path=ppt/ink/ink96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5600.8037 905.2634 874.14984, 5664.6084 864.48303 869.55566, 5751.7524 872.228 865.60156, 5809.6924 958.64154 861.1682, 5745.9033 1037.3749 853.8385, 5650.5684 1099.5756 839.54193, 5577.2314 1124.46 826.4432, 5499.1587 1155.1814 790.0082, 5434.93 1166.2305 741.85205</trace>
</ink>
</file>

<file path=ppt/ink/ink96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6026.421 427.47827 874.14984, 5933.211 533.1017 860.9459, 5885.4062 605.44885 858.7082, 5855.204 676.0068 857.8451, 5847.581 743.2379 857.7535, 5919.2544 808.9095 859.80676, 5983.959 801.9774 861.8255, 5918.074 763.059 862.87836, 5851.6514 784.94214 568.2614</trace>
</ink>
</file>

<file path=ppt/ink/ink966.xml><?xml version="1.0" encoding="utf-8"?>
<ink xmlns="http://www.w3.org/2003/InkML">
  <definitions>
    <brush xml:id="br1">
      <brushProperty name="height" value="0.01984375" units="cm"/>
      <brushProperty name="width" value="0.01984375" units="cm"/>
      <brushProperty name="tip" value="ellipse"/>
      <brushProperty name="color" value="#00008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6443.7646 306.99774 874.14984, 6369.469 284.04382 869.5068, 6270.809 270.59915 831.0013, 6205.866 267.73965 828.26697, 6090.3345 266.99597 822.7413, 5991.5986 272.0525 817.4102, 5873.825 281.88187 812.38855, 5756.539 293.28763 804.2066, 5660.3945 303.50507 796.36035, 5536.6333 318.46555 789.78357, 5392.842 338.3024 787.18353, 5299.308 351.2206 785.2863, 5176.115 369.7071 782.3063, 5035.081 390.3454 779.8654, 4888.2817 410.70413 779.7641, 4769.565 426.95422 782.67145, 4672.774 440.03882 786.47156, 4576.462 452.32605 793.60205, 4488.3643 463.02866 803.9999, 4420.9463 471.54907 815.29425, 4320.129 487.86258 836.1266, 4242.5093 543.1477 850.915, 4206.606 634.45795 858.1199, 4198.266 761.13 855.5455, 4196.6836 829.124 850.56854, 4195.3115 894.1009 844.69965, 4190.944 979.6127 839.566, 4183.4326 1077.6842 834.8772, 4172.847 1179.4099 831.2426, 4165.8813 1246.3411 829.01056, 4156.9644 1318.9624 828.73645, 4151.1704 1390.8693 833.2964, 4157.722 1492.2557 844.0353, 4229.446 1564.6597 851.76117, 4323.086 1597.1113 855.97986, 4401.8203 1600.4622 851.5165, 4496.051 1597.6715 845.6003, 4591.4224 1590.8453 838.7048, 4664.03 1584.6371 830.62366, 4758.444 1573.1243 825.67645, 4870.6323 1558.9236 819.9845, 4994.8076 1543.662 815.4717, 5085.3057 1532.5042 812.49677, 5185.701 1520.9121 809.79565, 5302.677 1507.8733 807.8777, 5429.359 1495.42 807.95123, 5543.994 1485.2091 808.70795, 5632.1406 1477.6981 810.33484, 5729.734 1470.267 813.5389, 5825.798 1464.0675 819.43756, 5914.623 1459.76 825.93134, 5977.585 1456.9589 832.14355, 6078.895 1442.468 845.4047, 6153.2783 1423.898 872.2402</trace>
</ink>
</file>

<file path=ppt/ink/ink967.xml><?xml version="1.0" encoding="utf-8"?>
<ink xmlns="http://www.w3.org/2003/InkML">
  <definitions>
    <brush xml:id="br1">
      <brushProperty name="height" value="0.01984375" units="cm"/>
      <brushProperty name="width" value="0.01984375" units="cm"/>
      <brushProperty name="tip" value="ellipse"/>
      <brushProperty name="color" value="#00008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6309.5527 397.48737 874.14984, 6295.5586 466.47354 859.98126, 6279.98 536.4392 847.3049, 6258.2036 627.3981 834.9944, 6231.0117 734.14996 825.5564, 6205.8354 834.9195 818.0901, 6187.1675 910.0754 812.5849, 6169.0376 990.57434 809.79767, 6144.3677 1120.1932 808.19946, 6137.3135 1192.6951 812.6154, 6131.909 1299.8899 827.3757, 6111.863 1367.6355 854.91724</trace>
</ink>
</file>

<file path=ppt/ink/ink968.xml><?xml version="1.0" encoding="utf-8"?>
<ink xmlns="http://www.w3.org/2003/InkML">
  <definitions>
    <brush xml:id="br1">
      <brushProperty name="height" value="0.01984375" units="cm"/>
      <brushProperty name="width" value="0.01984375" units="cm"/>
      <brushProperty name="tip" value="ellipse"/>
      <brushProperty name="color" value="#00008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7054.153 865.9651 874.14984, 6975.2397 908.37714 865.2082, 6910.756 950.3902 863.63074, 6867.4805 1026.2023 865.2537, 6884.835 1101.3326 863.34033, 6948.047 1170.7535 861.1824, 7015.7817 1237.8876 862.3756, 7047.79 1324.0388 862.62427, 7021.7783 1404.3502 860.35284, 6951.5293 1426.9515 862.18066</trace>
</ink>
</file>

<file path=ppt/ink/ink969.xml><?xml version="1.0" encoding="utf-8"?>
<ink xmlns="http://www.w3.org/2003/InkML">
  <definitions>
    <brush xml:id="br1">
      <brushProperty name="height" value="0.01984375" units="cm"/>
      <brushProperty name="width" value="0.01984375" units="cm"/>
      <brushProperty name="tip" value="ellipse"/>
      <brushProperty name="color" value="#00008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7349.236 751.6896 874.14984, 7338.2124 836.9804 861.958, 7331.1587 904.4054 854.93, 7322.6655 984.5917 848.5011, 7312.54 1070.8326 839.14514, 7302.0254 1155.4823 829.22876, 7293.3364 1224.0125 818.62836, 7284.0854 1305.6064 787.6659, 7275.1357 1369.4105 709.8413</trace>
</ink>
</file>

<file path=ppt/ink/ink970.xml><?xml version="1.0" encoding="utf-8"?>
<ink xmlns="http://www.w3.org/2003/InkML">
  <definitions>
    <brush xml:id="br1">
      <brushProperty name="height" value="0.01984375" units="cm"/>
      <brushProperty name="width" value="0.01984375" units="cm"/>
      <brushProperty name="tip" value="ellipse"/>
      <brushProperty name="color" value="#00008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7173.657 1182.4202 874.14984, 7280.9873 1123.6726 853.1774, 7350.5947 1087.3556 840.66925, 7415.875 1053.157 818.65955, 7481.09 1023.20276 529.63574</trace>
</ink>
</file>

<file path=ppt/ink/ink971.xml><?xml version="1.0" encoding="utf-8"?>
<ink xmlns="http://www.w3.org/2003/InkML">
  <definitions>
    <brush xml:id="br1">
      <brushProperty name="height" value="0.01984375" units="cm"/>
      <brushProperty name="width" value="0.01984375" units="cm"/>
      <brushProperty name="tip" value="ellipse"/>
      <brushProperty name="color" value="#00008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7635.125 1121.9214 874.14984, 7548.392 1219.2887 862.137, 7481.684 1308.1157 859.01294, 7562.3916 1250.1771 854.0827, 7626.2095 1234.8367 854.0121, 7637.8833 1300.3604 853.58624, 7677.7686 1365.4385 859.25446, 7744.8076 1341.9277 860.3742, 7812.188 1257.954 849.72107, 7860.936 1194.5204 820.8542</trace>
</ink>
</file>

<file path=ppt/ink/ink972.xml><?xml version="1.0" encoding="utf-8"?>
<ink xmlns="http://www.w3.org/2003/InkML">
  <definitions>
    <brush xml:id="br1">
      <brushProperty name="height" value="0.01984375" units="cm"/>
      <brushProperty name="width" value="0.01984375" units="cm"/>
      <brushProperty name="tip" value="ellipse"/>
      <brushProperty name="color" value="#00008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7903.549 653.9608 874.14984, 7903.549 720.8137 859.8136, 7903.549 794.1118 847.40784, 7902.4565 884.3912 835.40857, 7899.7393 981.7466 816.9359, 7897.757 1076.9175 792.1718, 7896.444 1144.9819 762.4483, 7900.4854 1252.9767 690.8775, 7911.188 1327.7222 534.30566</trace>
</ink>
</file>

<file path=ppt/ink/ink973.xml><?xml version="1.0" encoding="utf-8"?>
<ink xmlns="http://www.w3.org/2003/InkML">
  <definitions>
    <brush xml:id="br1">
      <brushProperty name="height" value="0.01984375" units="cm"/>
      <brushProperty name="width" value="0.01984375" units="cm"/>
      <brushProperty name="tip" value="ellipse"/>
      <brushProperty name="color" value="#00008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7888.8413 1119.3359 874.14984, 7956.815 1078.9425 868.751, 8072.6826 1069.5542 862.9875, 8148.4634 1095.5541 859.5939, 8182.892 1188.321 857.39984, 8157.975 1274.4728 849.51495, 8102.4673 1356.6002 843.73456, 8007.3926 1391.5228 847.0162, 7932.23 1329.4197 849.46716, 7937.0386 1244.8286 847.7716, 7993.246 1149.6686 844.20166, 8095.0356 1079.1926 842.8203, 8205.18 1048.2992 841.40186, 8317.024 1067.5055 843.5612, 8373.162 1133.3073 847.2957, 8372.232 1219.5886 850.1568, 8342.819 1291.7678 842.3441, 8268.496 1318.9303 797.0983</trace>
</ink>
</file>

<file path=ppt/ink/ink974.xml><?xml version="1.0" encoding="utf-8"?>
<ink xmlns="http://www.w3.org/2003/InkML">
  <definitions>
    <brush xml:id="br1">
      <brushProperty name="height" value="0.01984375" units="cm"/>
      <brushProperty name="width" value="0.01984375" units="cm"/>
      <brushProperty name="tip" value="ellipse"/>
      <brushProperty name="color" value="#00008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8597.59 623.4529 874.14984, 8574.637 726.84467 855.3876, 8554.259 802.42004 846.53467, 8531.015 886.9531 840.8793, 8508.543 973.7473 839.7176, 8489.552 1058.5406 841.0812, 8475.26 1126.1381 843.0756, 8462.435 1228.5936 846.92065, 8525.542 1264.6382 568.87054</trace>
</ink>
</file>

<file path=ppt/ink/ink975.xml><?xml version="1.0" encoding="utf-8"?>
<ink xmlns="http://www.w3.org/2003/InkML">
  <definitions>
    <brush xml:id="br1">
      <brushProperty name="height" value="0.01984375" units="cm"/>
      <brushProperty name="width" value="0.01984375" units="cm"/>
      <brushProperty name="tip" value="ellipse"/>
      <brushProperty name="color" value="#00008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8731.803 1060.3885 874.14984, 8706.519 1147.4506 862.1023, 8683.509 1249.4568 861.0694, 8747.707 1184.3658 8.047919</trace>
</ink>
</file>

<file path=ppt/ink/ink976.xml><?xml version="1.0" encoding="utf-8"?>
<ink xmlns="http://www.w3.org/2003/InkML">
  <definitions>
    <brush xml:id="br1">
      <brushProperty name="height" value="0.01984375" units="cm"/>
      <brushProperty name="width" value="0.01984375" units="cm"/>
      <brushProperty name="tip" value="ellipse"/>
      <brushProperty name="color" value="#00008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8916.573 624.48706 874.14984, 8911.731 741.1799 858.56354, 8896.178 817.40784 849.56384, 8876.756 902.3414 842.4895, 8851.911 1024.5007 833.3417, 8844.887 1119.7296 837.8365, 8878.915 1211.5055 841.1093, 8971.919 1243.5153 844.3928, 9061.157 1229.4664 845.39703, 9180.324 1148.3789 841.7405, 9268.223 1059.6782 841.6957, 9308.256 965.2226 847.4356, 9224.485 1023.2193 852.9658, 9189.749 1139.5894 846.91907, 9202.245 1244.7128 850.4098, 9293.608 1286.0 850.7351, 9360.186 1285.5459 832.00885</trace>
</ink>
</file>

<file path=ppt/ink/ink977.xml><?xml version="1.0" encoding="utf-8"?>
<ink xmlns="http://www.w3.org/2003/InkML">
  <definitions>
    <brush xml:id="br1">
      <brushProperty name="height" value="0.01984375" units="cm"/>
      <brushProperty name="width" value="0.01984375" units="cm"/>
      <brushProperty name="tip" value="ellipse"/>
      <brushProperty name="color" value="#00008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9259.458 668.9563 874.14984, 9210.932 776.19336 861.8517, 9148.763 883.45215 856.7698, 9103.887 959.0214 847.9089</trace>
</ink>
</file>

<file path=ppt/ink/ink978.xml><?xml version="1.0" encoding="utf-8"?>
<ink xmlns="http://www.w3.org/2003/InkML">
  <definitions>
    <brush xml:id="br1">
      <brushProperty name="height" value="0.01984375" units="cm"/>
      <brushProperty name="width" value="0.01984375" units="cm"/>
      <brushProperty name="tip" value="ellipse"/>
      <brushProperty name="color" value="#00008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8714.336 1012.81683 874.14984, 8784.173 999.9927 864.0621, 8883.302 963.00134 861.388, 8948.312 935.21313 858.78766</trace>
</ink>
</file>

<file path=ppt/ink/ink979.xml><?xml version="1.0" encoding="utf-8"?>
<ink xmlns="http://www.w3.org/2003/InkML">
  <definitions>
    <brush xml:id="br1">
      <brushProperty name="height" value="0.01984375" units="cm"/>
      <brushProperty name="width" value="0.01984375" units="cm"/>
      <brushProperty name="tip" value="ellipse"/>
      <brushProperty name="color" value="#00008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8225.29 785.81714 874.14984, 8226.954 861.5146 867.2855, 8231.163 926.3484 810.4665</trace>
</ink>
</file>

<file path=ppt/ink/ink980.xml><?xml version="1.0" encoding="utf-8"?>
<ink xmlns="http://www.w3.org/2003/InkML">
  <definitions>
    <brush xml:id="br1">
      <brushProperty name="height" value="0.01984375" units="cm"/>
      <brushProperty name="width" value="0.01984375" units="cm"/>
      <brushProperty name="tip" value="ellipse"/>
      <brushProperty name="color" value="#00008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9669.447 958.5231 874.14984, 9678.672 1059.3948 861.1015, 9675.524 1122.8254 858.7907, 9660.4375 1232.9625 862.0846, 9670.806 1134.8364 857.9246, 9691.771 1042.507 856.59845, 9752.652 971.0324 859.4073, 9846.051 965.3751 859.99396, 9876.713 1064.3054 859.5132, 9870.409 1148.5603 859.48663, 9869.861 1083.9473 854.46686, 9919.123 990.2073 849.703, 9975.596 919.5792 852.31915, 10056.26 903.00836 854.7164, 10138.873 979.1908 856.2159, 10159.707 1056.7981 855.89355, 10159.774 1125.921 860.0314, 10209.301 1060.2094 752.1778</trace>
</ink>
</file>

<file path=ppt/ink/ink981.xml><?xml version="1.0" encoding="utf-8"?>
<ink xmlns="http://www.w3.org/2003/InkML">
  <definitions>
    <brush xml:id="br1">
      <brushProperty name="height" value="0.01984375" units="cm"/>
      <brushProperty name="width" value="0.01984375" units="cm"/>
      <brushProperty name="tip" value="ellipse"/>
      <brushProperty name="color" value="#00008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10481.153 865.9651 874.14984, 10397.341 959.7223 856.0266, 10302.161 1055.2883 838.7748, 10388.538 1035.2509 851.1511, 10456.555 1044.2811 861.1117, 10526.894 1090.2041 863.06226, 10608.663 1004.408 858.2513, 10664.059 920.3163 833.86426</trace>
</ink>
</file>

<file path=ppt/ink/ink982.xml><?xml version="1.0" encoding="utf-8"?>
<ink xmlns="http://www.w3.org/2003/InkML">
  <definitions>
    <brush xml:id="br1">
      <brushProperty name="height" value="0.01984375" units="cm"/>
      <brushProperty name="width" value="0.01984375" units="cm"/>
      <brushProperty name="tip" value="ellipse"/>
      <brushProperty name="color" value="#00008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10824.037 789.9538 874.14984, 10788.84 892.25446 861.7099, 10721.774 997.71277 848.2538, 10650.507 1069.7479 828.9911, 10577.675 1129.6776 782.1626</trace>
</ink>
</file>

<file path=ppt/ink/ink983.xml><?xml version="1.0" encoding="utf-8"?>
<ink xmlns="http://www.w3.org/2003/InkML">
  <definitions>
    <brush xml:id="br1">
      <brushProperty name="height" value="0.01984375" units="cm"/>
      <brushProperty name="width" value="0.01984375" units="cm"/>
      <brushProperty name="tip" value="ellipse"/>
      <brushProperty name="color" value="#00008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10577.675 899.0584 874.14984, 10648.216 1004.9849 861.2699, 10738.409 1099.3308 855.4795, 10817.028 1158.3251 843.42773, 10883.788 1197.4156 812.05493</trace>
</ink>
</file>

<file path=ppt/ink/ink98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1669.1304 2621.4636 874.14984, 1637.5112 2707.4456 850.8758, 1633.061 2832.3262 834.1107, 1631.8339 2933.0774 824.9616, 1631.1901 3048.0044 816.50024, 1631.2301 3133.1194 810.18005, 1632.5206 3218.8323 805.66315, 1634.2185 3294.585 806.60956, 1635.7783 3369.1501 820.002, 1615.5189 3295.0928 825.3884, 1600.8486 3231.407 834.5727</trace>
</ink>
</file>

<file path=ppt/ink/ink98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1541.3533 2570.7898 874.14984, 1610.4642 2624.5786 869.0279, 1706.3076 2656.9536 864.71594, 1819.4395 2676.3298 859.81964, 1895.4841 2688.8606 850.71216, 1959.8978 2697.08 417.51633</trace>
</ink>
</file>

<file path=ppt/ink/ink98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1601.1051 3054.2625 874.14984, 1683.0067 3062.8557 864.381, 1794.9686 3065.4849 858.62897, 1885.6133 3061.0388 847.52765, 1958.6971 3054.2625 818.28326</trace>
</ink>
</file>

<file path=ppt/ink/ink98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2256.5374 3038.75 874.14984, 2335.8625 3024.373 867.70526, 2416.6538 3004.9314 866.5052, 2480.991 2991.1978 809.95544</trace>
</ink>
</file>

<file path=ppt/ink/ink98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2316.289 3279.7112 874.14984, 2414.554 3256.1465 863.9515, 2479.9175 3235.2422 855.02313</trace>
</ink>
</file>

<file path=ppt/ink/ink98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3120.6414 3385.7131 874.14984, 3130.222 3319.8826 865.7161, 3161.0698 3185.1292 848.96405, 3182.3042 3106.8154 843.59344, 3202.1372 3038.987 840.099, 3229.9172 2946.659 841.28955, 3255.5024 2866.4922 847.4991, 3307.4521 2979.5288 846.7363, 3311.5981 3050.9998 839.107, 3314.2512 3132.6338 827.9481, 3316.3784 3207.5227 809.93024, 3322.1238 3326.369 750.4922, 3325.9368 3399.1604 660.24207</trace>
</ink>
</file>

<file path=ppt/ink/ink99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3470.8792 3240.4128 874.14984, 3503.9683 3158.6274 863.0251, 3554.4358 3044.6157 858.9073, 3598.4385 2951.5583 861.41296, 3669.8257 2890.4907 859.75806, 3734.2454 2993.901 855.8355, 3749.0151 3087.2825 852.77466, 3738.4504 3199.4404 853.1776, 3713.5044 3275.3516 856.42444, 3648.4827 3281.4753 857.9468, 3583.029 3249.7202 860.6232</trace>
</ink>
</file>

<file path=ppt/ink/ink99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3850.5334 2691.27 874.14984, 3816.7766 2626.3865 870.9829, 3828.0068 2729.2458 862.68567, 3800.2554 2800.766 858.1544, 3797.0083 2874.628 861.6983, 3875.2278 2879.0557 860.2986, 3974.5427 2849.9968 853.4754, 4044.4973 2827.2632 835.8818</trace>
</ink>
</file>

<file path=ppt/ink/ink99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4372.673 2978.2512 874.14984, 4330.833 2899.728 871.2564, 4374.0728 3011.82 863.57556, 4360.7246 3113.8354 860.5224, 4373.6987 3192.5432 862.64923, 4447.2656 3188.1404 861.7411, 4517.523 3110.8306 852.1434, 4573.563 3020.8503 850.0953, 4623.794 2936.7808 852.22375, 4693.5 2923.78 855.7527, 4725.1904 2990.2568 858.16266, 4728.31 3084.4282 862.95734, 4661.607 3098.2358 860.2705</trace>
</ink>
</file>

<file path=ppt/ink/ink99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4715.557 2661.7961 874.14984, 4701.0757 2595.185 869.1408, 4776.0303 2551.296 867.5629, 4846.3447 2574.433 865.34985, 4854.429 2659.7676 863.2621, 4842.7437 2762.359 864.6128, 4910.0117 2796.8982 863.592, 4976.9507 2808.1294 860.79047</trace>
</ink>
</file>

<file path=ppt/ink/ink99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4283.505 2993.2466 874.14984, 4261.256 2905.0515 871.08813, 4324.8867 2859.1384 869.1408, 4359.421 2922.6782 865.0327, 4345.278 3004.013 859.2843, 4321.903 3119.0103 845.97095, 4360.2314 3189.3774 828.14465, 4415.4316 3252.2815 220.58186</trace>
</ink>
</file>

<file path=ppt/ink/ink99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5206.4414 2872.2493 874.14984, 5123.5063 2883.5525 852.00073, 5111.9546 2816.3728 858.1613, 5175.8755 2783.6914 860.0492, 5243.0396 2860.1091 862.92706, 5233.3433 2939.3184 859.2542, 5195.199 3026.6658 857.5647, 5175.958 3092.22 859.7365, 5249.069 3106.0925 859.7428, 5346.798 3036.8154 851.3361, 5437.188 2941.3752 845.59784, 5498.658 2847.9858 848.08624, 5530.312 2779.3513 852.13367, 5515.126 2889.0027 849.5454, 5503.4604 2961.0413 845.70215, 5483.6567 3098.6143 833.90826, 5474.3706 3188.5015 827.8544, 5467.652 3279.381 826.15186, 5463.12 3347.9307 826.7659, 5448.1113 3454.3157 836.6548, 5383.139 3502.1208 844.7853</trace>
</ink>
</file>

<file path=ppt/ink/ink99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5496.0083 2915.1672 874.14984, 5562.8735 2932.5195 869.5525, 5614.9204 3020.4998 864.2216, 5566.7812 3115.5247 859.64386, 5477.928 3163.2087 849.164, 5404.1074 3192.8904 823.78674</trace>
</ink>
</file>

<file path=ppt/ink/ink99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5743.2896 2600.7803 874.14984, 5707.737 2694.3423 870.8274, 5761.3145 2765.944 868.55896, 5837.305 2850.3167 868.43256, 5772.289 2926.6213 864.57196, 5708.9204 2957.7878 751.92206</trace>
</ink>
</file>

<file path=ppt/ink/ink99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5698.245 2615.776 874.14984, 5790.6265 2577.3245 869.25665, 5879.668 2541.327 868.94794, 5944.9937 2516.0637 861.5311</trace>
</ink>
</file>

<file path=ppt/ink/ink999.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6175.3413 2223.3096 874.14984, 6111.3135 2229.434 860.14594, 5975.8887 2237.2766 846.9846, 5882.6177 2243.7336 840.4707, 5774.5005 2252.203 833.8194, 5653.88 2264.1895 827.2047, 5556.3794 2274.4426 822.5091, 5461.5815 2287.3047 818.0085, 5370.1 2300.4038 811.2592, 5283.2515 2314.679 806.0794, 5174.644 2333.8328 802.14703, 5055.899 2355.6167 799.3086, 4935.8823 2378.0059 800.0937, 4850.9155 2393.9487 802.5743, 4767.0825 2409.7815 806.937, 4682.967 2425.8547 814.6383, 4603.466 2439.9353 822.48895, 4539.1855 2451.843 830.46454, 4442.7383 2474.5356 845.17194, 4357.61 2535.3396 856.9203, 4303.5234 2615.6465 861.38715, 4258.929 2737.6519 857.922, 4234.0347 2814.2288 854.21185, 4194.6294 2935.0884 851.22064, 4168.6025 3012.6633 848.62354, 4140.4683 3095.7327 845.95233, 4115.3105 3170.3555 844.509, 4079.6995 3288.1946 846.6641, 4072.73 3381.2034 853.9318, 4133.3794 3452.2583 857.16516, 4225.9062 3486.4624 857.03485, 4348.589 3495.9 854.5188, 4425.025 3495.9766 853.72504, 4546.284 3495.9717 852.1671, 4623.275 3497.803 851.2922, 4709.899 3498.8147 849.41797, 4795.545 3498.6592 847.5352, 4858.3115 3498.362 846.5475, 4939.175 3497.2507 845.44415, 5033.7314 3495.629 844.658, 5138.146 3494.4126 842.60144, 5219.31 3493.6418 840.44214, 5300.626 3493.1396 837.7942, 5391.282 3492.8074 835.86066, 5484.625 3492.5664 836.0155, 5569.4736 3492.4097 838.2669, 5692.434 3492.2607 843.2629, 5788.8833 3492.7827 850.8714, 5863.7246 3487.437 859.0983, 5934.1523 3455.176 870.16113</trace>
</ink>
</file>

<file path=ppt/ink/ink1000.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6160.6333 2389.81 874.14984, 6144.939 2494.6694 858.9435, 6130.043 2569.6455 850.2644, 6110.3037 2660.5107 841.38464, 6090.295 2745.2039 833.44745, 6073.1855 2815.0608 826.56604, 6052.927 2895.3652 820.6903, 6017.752 3040.0789 777.56714, 5997.982 3135.0483 743.2709, 5979.6265 3230.9722 702.30145, 5963.8647 3316.0032 655.0828, 5951.6313 3380.4514 586.221, 5939.5015 3448.442 465.1318</trace>
</ink>
</file>

<file path=ppt/ink/ink1001.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6979.694 2314.833 874.14984, 6980.235 2409.1072 868.12213, 6963.125 2510.6887 864.3859, 6944.7725 2603.1252 860.7145, 6931.9194 2668.9746 852.7264</trace>
</ink>
</file>

<file path=ppt/ink/ink1002.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6801.3564 2464.7874 874.14984, 6873.4204 2489.9382 865.1087, 6975.336 2509.974 859.5811, 7066.5005 2513.4436 853.2907, 7133.425 2514.3196 840.5686, 7197.291 2509.37 8.335846</trace>
</ink>
</file>

<file path=ppt/ink/ink1003.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7322.577 2555.7942 874.14984, 7351.6685 2484.3394 867.83606, 7388.4614 2386.5 865.90784, 7394.7207 2457.6328 855.9046, 7390.7983 2536.3896 845.82556, 7389.682 2616.2927 816.7292</trace>
</ink>
</file>

<file path=ppt/ink/ink1004.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7516.5405 2525.2861 874.14984, 7599.757 2490.1338 868.9474, 7663.604 2440.01 868.42126, 7590.2046 2457.8582 861.62335, 7572.4165 2534.9736 863.1001, 7663.971 2547.1174 858.3245, 7733.4526 2534.9841 844.066</trace>
</ink>
</file>

<file path=ppt/ink/ink1005.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7725.2124 2344.307 874.14984, 7789.682 2355.5586 863.9447, 7857.387 2363.5425 854.7324, 7925.541 2371.9783 836.0951</trace>
</ink>
</file>

<file path=ppt/ink/ink1006.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7217.7817 2449.792 874.14984, 7157.4453 2347.3042 866.2911, 7071.963 2272.2864 856.4341, 6994.762 2241.8027 853.4323, 6891.015 2230.1487 849.20374, 6818.5894 2238.0784 846.68915, 6740.6826 2255.4187 844.07666, 6661.93 2279.4358 843.0493, 6550.538 2319.5425 843.799, 6448.838 2373.743 850.1749, 6383.6562 2395.1765 864.0768</trace>
</ink>
</file>

<file path=ppt/ink/ink1007.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6473.1816 2254.3345 874.14984, 6424.2676 2328.2065 864.3408, 6364.6387 2400.342 859.5445, 6301.3213 2464.6838 861.34656, 6238.171 2551.2356 864.6484, 6317.89 2603.0178 868.10974, 6385.9824 2589.133 867.9477</trace>
</ink>
</file>

<file path=ppt/ink/ink100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925.44934 4469.0034 874.14984, 904.89056 4595.7725 854.1004, 898.3753 4682.757 842.4027, 897.44775 4780.746 828.0091, 902.82806 4881.7705 813.3565, 911.1536 4973.0693 791.42267, 915.65704 5037.7827 763.90906, 919.305 5107.1987 708.616, 923.749 5171.6045 322.45767</trace>
</ink>
</file>

<file path=ppt/ink/ink100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871.213 4457.6274 874.14984, 950.7645 4475.1006 867.9087, 1055.3207 4479.6006 867.13477, 1131.9364 4466.4927 867.6188, 1195.6525 4461.246 760.69775</trace>
</ink>
</file>

<file path=ppt/ink/ink101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856.50476 4789.0776 874.14984, 927.00226 4812.1797 865.5789, 1032.468 4822.4507 861.4358, 1109.3011 4819.069 855.8604</trace>
</ink>
</file>

<file path=ppt/ink/ink101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871.213 5181.5444 874.14984, 965.5652 5203.63 863.53674, 1081.112 5170.271 857.6434, 1177.9854 5096.183 852.2768, 1243.5132 5046.0684 841.5567</trace>
</ink>
</file>

<file path=ppt/ink/ink101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1545.9496 4811.3125 874.14984, 1513.4595 4894.8564 862.4443, 1465.1301 5027.179 846.4077, 1437.6108 5096.9663 837.02094, 1412.5668 5161.392 820.42566, 1384.7983 5224.176 751.58325</trace>
</ink>
</file>

<file path=ppt/ink/ink101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1332.6813 4910.593 874.14984, 1328.7228 4999.6016 863.3987, 1363.5059 5099.504 860.10803, 1444.9506 5163.2183 861.16565, 1523.9412 5172.6553 860.43005, 1624.4448 5114.241 854.16705, 1705.8392 5032.7256 848.3361, 1771.0093 4937.2188 850.84735, 1773.3683 4867.4033 854.0734, 1704.9707 4877.4683 854.1996, 1634.3802 4972.2344 853.1127, 1631.9913 5087.7007 850.833, 1672.2333 5175.53 852.10724, 1782.5459 5196.6 854.6172, 1877.5697 5117.459 849.0633, 1934.0167 5042.2056 855.42426, 1933.0991 5119.3657 859.4441, 2001.1521 5169.0503 862.51306, 2093.217 5110.6323 856.8758, 2168.3147 5056.7593 851.5693, 2222.756 5123.6973 854.7632, 2300.2256 5082.017 857.63684, 2358.3413 4996.495 862.27057, 2379.0427 5089.671 861.72424, 2452.1833 5137.8325 863.778, 2521.4197 5067.4736 857.5813, 2585.0784 4976.785 849.89734, 2635.6626 4894.779 845.0458, 2650.815 4985.4287 830.05634, 2641.1956 5062.446 822.23486, 2627.9746 5162.0576 815.20636, 2615.6807 5269.0034 810.6204, 2606.4133 5351.5156 807.6987, 2600.3904 5421.501 815.88995, 2590.77 5506.4146 826.7899, 2563.4812 5436.065 840.80304, 2546.3372 5334.6665 853.04486, 2569.484 5242.8794 856.53, 2650.841 5158.3564 855.23376, 2739.4817 5073.2676 851.6627, 2851.1787 4935.1763 842.08887, 2912.374 4843.0796 835.9304, 2955.5994 4776.315 830.621, 2999.0925 4700.118 824.93994, 3040.1846 4613.14 823.7763, 3073.118 4524.4805 825.2978, 3094.1997 4441.4097 829.7873, 3099.8271 4370.7856 834.729, 3066.305 4303.363 843.52203, 2965.5095 4392.752 844.61365, 2929.3694 4485.5625 837.7219, 2903.4204 4595.9277 829.80194, 2887.7993 4680.4824 822.1564, 2880.8767 4765.7817 813.5238, 2885.615 4854.2915 810.25214, 2903.599 4933.113 812.4209, 2978.0747 5031.0625 820.93243, 3052.455 5057.444 830.3979, 3169.6704 5006.2583 835.8618, 3260.2715 4939.234 840.3032, 3319.3635 4853.1914 848.9747, 3236.3462 4867.256 850.6003, 3201.103 4936.4814 849.05316, 3213.0544 5034.752 839.3364, 3275.0461 5110.879 807.60785, 3338.51 5144.264 518.399</trace>
</ink>
</file>

<file path=ppt/ink/ink101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3164.7656 5312.366 874.14984, 3033.1643 5317.069 846.0353, 2932.572 5319.4717 832.7534, 2806.8518 5324.4385 817.0404, 2658.732 5330.83 792.6508, 2493.1143 5337.927 770.23413, 2330.6072 5345.8994 752.98267, 2212.7988 5351.8413 740.7892, 2069.2195 5360.5977 734.581, 1969.0076 5366.6475 723.00226, 1837.117 5374.411 719.81665, 1688.0594 5382.749 723.42175, 1531.2446 5391.0864 729.0889, 1375.7203 5398.113 736.6778, 1239.9315 5402.0854 749.56104, 1140.6924 5404.4414 763.4506, 1040.1226 5402.44 779.8182, 950.49603 5394.89 798.9583, 886.6374 5378.176 814.6416, 808.1301 5362.8496 854.8611</trace>
</ink>
</file>

<file path=ppt/ink/ink101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3442.382 4857.333 874.14984, 3407.0535 4925.67 851.27997, 3365.4602 4990.261 531.71045</trace>
</ink>
</file>

<file path=ppt/ink/ink101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3403.7732 5106.0503 874.14984, 3392.9373 5173.7583 869.83203</trace>
</ink>
</file>

<file path=ppt/ink/ink101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4819.433 4713.584 874.14984, 4815.144 4806.9854 862.64716, 4812.1113 4870.1187 858.4181, 4808.2715 4946.903 853.10034, 4804.936 5036.116 847.4234, 4801.392 5124.9375 842.1597, 4798.64 5192.663 837.8077, 4795.0464 5281.045 833.7241, 4790.834 5434.893 822.73444, 4789.7686 5545.472 816.8719, 4788.4497 5668.882 811.69214, 4786.427 5779.2764 798.5893, 4784.3647 5870.5283 777.94073, 4781.7334 5975.698 749.8363, 4779.3896 6084.1587 714.2919, 4778.852 6186.79 671.39905, 4778.73 6259.6025 621.7108, 4779.3433 6361.29 515.2102, 4779.7544 6425.0527 321.67975</trace>
</ink>
</file>

<file path=ppt/ink/ink101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5296.529 4713.584 874.14984, 5300.285 4810.4253 863.5038, 5299.3135 4947.3335 852.2724, 5298.796 5010.79 847.7346, 5297.592 5144.2773 840.7642, 5296.2246 5290.374 831.9457, 5297.2925 5396.7563 825.1329, 5298.9546 5516.2554 819.6648, 5300.653 5609.0317 815.7088, 5303.1094 5703.3154 812.69293, 5305.6895 5810.713 811.74854, 5308.021 5921.925 812.7357, 5309.8374 6026.327 816.17596, 5311.053 6096.196 819.1964, 5313.154 6169.512 824.8108, 5315.1665 6236.331 832.67224, 5312.978 6317.115 847.95953, 5309.562 6382.4106 574.44556</trace>
</ink>
</file>

<file path=ppt/ink/ink101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4719.234 5626.7534 874.14984, 4783.9478 5642.9575 869.1147, 4911.809 5662.949 859.8311, 5027.626 5674.7393 851.19666, 5092.272 5676.6465 844.4533, 5175.577 5680.7104 823.2321, 5239.923 5683.4287 226.1915</trace>
</ink>
</file>

<file path=ppt/ink/ink102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5803.0405 5559.532 874.14984, 5802.8657 5647.5566 871.0546, 5890.1006 5642.5586 868.86646, 5925.234 5562.8174 867.924, 5840.716 5534.219 864.2875, 5766.094 5596.1567 864.02734, 5769.671 5673.6973 865.1922, 5866.2896 5641.4277 865.10376, 5903.4507 5557.6523 866.22284, 5828.951 5517.231 865.0469, 5780.8994 5599.2397 865.17847, 5852.432 5660.099 865.0092, 5916.648 5629.413 864.8468, 5934.147 5545.4995 865.595, 5848.6562 5534.1206 864.1404, 5785.0317 5604.2026 864.27527, 5807.4336 5673.6416 864.58026, 5884.0137 5674.341 862.5168, 5936.1553 5589.271 862.7535, 5872.0835 5538.4243 863.7264, 5790.9478 5598.8115 864.1525, 5800.6533 5673.318 865.27576, 5869.515 5704.048 864.4632, 5933.829 5625.788 864.44147, 5855.948 5578.5425 864.6059, 5797.6465 5658.173 864.6631, 5874.02 5653.564 864.07416, 5901.779 5569.9897 864.52454, 5816.2583 5570.617 864.66284, 5784.8354 5642.8364 865.3704, 5869.7593 5652.9297 865.68604, 5882.9033 5572.0557 865.7955, 5814.314 5565.562 865.449, 5762.092 5628.7637 865.4463, 5849.317 5650.223 865.81464, 5776.5015 5628.6387 866.39044, 5713.2046 5665.7534 572.9673</trace>
</ink>
</file>

<file path=ppt/ink/ink102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7591.001 4744.6094 874.14984, 7602.7476 4832.638 861.66064, 7611.371 4916.7295 852.4305, 7616.235 5012.876 846.7665, 7615.4307 5086.6494 844.38525, 7614.5903 5175.3506 841.15356, 7614.1626 5275.7173 835.7603, 7613.8735 5345.1216 830.8564, 7612.6685 5436.1997 826.87354, 7611.186 5540.4873 823.70074, 7609.884 5652.395 816.07666, 7609.014 5744.445 804.3263, 7608.436 5824.97 784.25586, 7608.0728 5913.0854 756.664, 7607.858 6000.4663 721.29706, 7607.723 6072.0195 678.99243</trace>
</ink>
</file>

<file path=ppt/ink/ink102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7486.205 4774.0825 874.14984, 7571.64 4774.0815 863.9825, 7694.5493 4770.3145 858.9943, 7806.0513 4765.777 854.68176, 7901.2515 4762.8335 845.05676, 8000.731 4770.055 825.90674, 8082.8047 4781.839 780.23755</trace>
</ink>
</file>

<file path=ppt/ink/ink102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7545.9575 5391.9976 874.14984, 7644.0645 5391.997 863.4456, 7743.4834 5391.9976 858.9785, 7831.949 5395.6978 855.89844, 7920.37 5401.723 851.7366, 7984.8857 5406.1025 841.4379</trace>
</ink>
</file>

<file path=ppt/ink/ink102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7411.7456 4487.101 874.14984, 7508.309 4484.8315 861.05695, 7599.915 4481.2676 852.09155, 7688.95 4478.0303 848.58954, 7804.9023 4474.8003 837.32245, 7920.833 4473.126 815.061, 8000.853 4472.4443 779.0051, 8065.308 4473.818 659.2079</trace>
</ink>
</file>

<file path=ppt/ink/ink102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8365.937 4910.593 874.14984, 8367.09 4993.0386 867.9054, 8364.407 5068.1284 862.88965, 8363.958 5173.0464 855.9014, 8364.698 5255.5576 843.05145, 8361.31 5361.619 823.0664, 8355.125 5447.7896 779.3824, 8343.716 5547.882 706.0387, 8340.57 5640.4985 605.8814, 8340.705 5706.093 397.75354</trace>
</ink>
</file>

<file path=ppt/ink/ink102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7426.453 6282.9326 874.14984, 7501.8677 6292.029 850.8369, 7569.6704 6300.038 847.0362, 7640.7974 6308.476 850.16376, 7714.4463 6317.42 852.4371, 7815.43 6329.628 853.7624, 7898.4814 6338.5913 858.57227, 7969.2593 6339.3643 860.78424, 8034.8184 6335.63 830.6038</trace>
</ink>
</file>

<file path=ppt/ink/ink102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6875.817 5528.5073 874.14984, 6833.502 5614.3286 871.2263, 6926.4434 5624.633 869.16614, 6926.9814 5560.5933 867.36615, 6863.2812 5541.3374 865.99054, 6822.8564 5611.2817 866.84546, 6899.377 5649.8706 866.1448, 6947.4985 5572.5195 866.82086, 6871.0684 5611.6406 866.7766, 6936.4834 5605.7734 866.9995, 6858.66 5585.337 867.048, 6928.3394 5598.984 867.1867, 6854.0635 5602.478 866.69025, 6789.579 5643.2617 833.4062</trace>
</ink>
</file>

<file path=ppt/ink/ink1028.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3850.5334 6388.9346 874.14984, 3934.83 6451.623 867.6894, 4042.4133 6504.879 863.88477, 4130.1597 6536.238 862.5778, 4214.6025 6561.2056 860.26526, 4319.5576 6584.211 857.50635, 4422.139 6602.7876 858.1515, 4518.109 6616.948 858.67584, 4639.4307 6631.0083 859.1676, 4704.457 6636.7554 859.219, 4797.825 6643.1904 859.4819, 4918.0527 6644.683 859.5219, 4986.172 6642.5103 859.2212, 5053.3755 6638.746 858.8034, 5156.418 6631.1597 857.95056, 5278.692 6616.707 857.9143, 5376.446 6603.411 858.5392, 5496.376 6586.7017 858.70154, 5601.5366 6571.896 858.6778, 5708.9175 6556.5903 859.07947, 5825.2056 6538.4766 859.7272, 5919.3013 6522.841 860.29456, 6028.1187 6497.295 861.1796, 6118.332 6470.597 862.7202, 6234.1265 6427.91 862.0117, 6356.798 6375.5645 863.33014, 6426.0522 6345.149 863.9247, 6536.741 6295.084 863.40845, 6662.5684 6227.2935 864.33594, 6756.871 6172.828 863.54736, 6848.799 6113.777 864.3323, 6932.5527 6048.8516 865.32263, 7021.264 5949.441 865.4331, 7080.494 5839.5557 865.0078, 7104.566 5735.235 866.08405, 7101.692 5666.4673 865.31836, 7085.412 5553.239 862.7263, 7041.526 5424.502 861.5229, 6997.686 5328.013 859.8788, 6935.9824 5225.97 858.0932, 6857.4165 5121.426 858.18, 6791.712 5043.4185 858.3534, 6698.7773 4950.12 857.7958, 6585.847 4848.62 857.2632, 6493.5283 4772.9316 856.2402, 6361.991 4684.064 854.9318, 6285.3267 4639.01 854.4395, 6219.804 4602.6294 854.02454, 6086.837 4536.421 852.05853, 6006.456 4501.4697 850.2922, 5918.9595 4467.613 848.67285, 5824.945 4436.4624 847.7777, 5757.376 4415.2524 847.37695, 5681.5107 4395.947 846.59656, 5593.1387 4377.9316 845.5821, 5496.9824 4361.668 844.22015, 5395.5596 4348.626 842.56793, 5294.3027 4340.5894 841.46094, 5225.0547 4335.5967 840.63086, 5140.7036 4334.9062 840.2371, 5045.5874 4340.1143 839.9199, 4943.8228 4354.079 839.04895, 4838.957 4375.832 837.5744, 4733.072 4404.174 836.6345, 4635.6167 4436.391 836.0606, 4566.085 4460.555 835.786, 4486.5195 4495.742 835.5071, 4401.3643 4541.1733 836.09863, 4314.756 4594.7354 836.7436, 4231.602 4655.751 837.6468, 4165.2085 4709.9355 838.47864, 4053.6199 4819.4053 840.9633, 3997.462 4889.817 842.28644, 3943.0886 4967.504 843.8998, 3891.529 5050.428 844.9657, 3843.8105 5137.638 845.3576, 3806.5334 5211.339 845.39404, 3776.0693 5276.0923 845.20667, 3744.8958 5351.582 845.2553, 3717.9575 5432.1914 846.4516, 3697.6733 5514.858 847.81274, 3684.4602 5599.0127 849.1248, 3671.9016 5722.245 851.3212, 3670.395 5790.6807 852.3569, 3671.569 5861.6797 853.56885, 3676.0103 5934.563 854.83777, 3683.1042 6002.8574 856.1566, 3699.1924 6104.6084 857.78546, 3736.5154 6212.95 858.81696, 3787.74 6303.876 859.6257, 3837.3733 6373.5205 862.75494, 3900.5884 6440.746 865.809, 3966.3184 6482.7476 867.77966</trace>
</ink>
</file>

<file path=ppt/ink/ink1029.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3463.525 7053.3867 874.14984, 3451.3572 7164.01 860.0233, 3444.164 7236.702 852.4067, 3436.8782 7325.665 845.20416, 3427.739 7426.801 838.4309, 3416.0835 7537.065 831.5033, 3406.6143 7623.4375 826.4766, 3396.801 7708.2944 825.4998, 3389.1917 7773.7544 823.4116, 3379.347 7849.496 821.0795, 3369.726 7929.4087 815.53345, 3365.7996 7996.702 808.32, 3360.046 8072.0537 798.7761, 3352.382 8136.3384 7.8479805</trace>
</ink>
</file>

<file path=ppt/ink/ink1030.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3717.241 7214.7163 874.14984, 3699.144 7305.8696 861.9017, 3683.355 7376.7446 851.6405, 3666.5618 7461.639 841.82556, 3651.9922 7552.359 838.3258, 3642.512 7643.1406 837.0351, 3636.4185 7710.589 836.4416, 3634.4216 7773.611 839.29517, 3635.6716 7867.692 844.67554, 3648.944 7945.133 861.89343</trace>
</ink>
</file>

<file path=ppt/ink/ink1031.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3299.897 7580.8125 874.14984, 3397.9148 7580.8125 861.36127, 3468.2974 7580.8125 853.6677, 3577.656 7580.811 839.2231, 3670.7595 7580.8125 818.9549, 3747.9988 7580.8125 770.21796</trace>
</ink>
</file>

<file path=ppt/ink/ink1032.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3717.241 7777.304 874.14984, 3794.2395 7786.1562 869.4812, 3871.0562 7767.4937 868.69025, 3921.414 7685.2964 867.18335, 3837.6853 7658.227 863.30273, 3768.7366 7707.466 862.98615, 3734.6663 7785.413 861.216, 3772.103 7889.6553 857.72797, 3856.6033 7957.31 854.1155, 3941.2515 7977.8247 848.8313, 4004.2256 7988.1606 836.9872</trace>
</ink>
</file>

<file path=ppt/ink/ink103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8365.937 4231.145 874.14984, 8291.521 4177.216 867.4959, 8183.722 4134.875 862.4692, 8120.8667 4119.683 860.0455, 8052.6055 4109.6934 858.7044, 7950.9927 4099.3203 857.95056, 7855.959 4094.7678 855.90497, 7726.612 4095.8345 855.1113, 7651.297 4098.7817 855.122, 7570.7397 4103.528 855.0801, 7451.5874 4111.4204 855.3298, 7377.809 4117.4824 855.01605, 7299.5303 4125.2754 854.7922, 7232.2437 4133.3286 854.6874, 7113.2974 4152.0967 855.1837, 7042.6655 4168.285 855.37555, 6966.5127 4189.425 855.42224, 6885.8115 4214.317 855.31903, 6823.0244 4234.2793 854.9742, 6694.5874 4278.8203 854.41864, 6623.583 4306.785 854.3946, 6556.075 4335.9546 854.7158, 6454.6724 4383.661 855.227, 6335.446 4452.356 855.9808, 6217.15 4528.8203 856.40894, 6123.7026 4592.802 856.8563, 6015.237 4678.315 857.30597, 5926.584 4767.197 857.45386, 5862.525 4852.631 857.64215, 5796.2617 4963.4243 857.9805, 5745.9146 5055.564 858.00903, 5689.4536 5176.0854 857.568, 5664.6064 5240.4814 857.469, 5631.47 5345.8057 857.4253, 5617.257 5462.712 857.52747, 5615.069 5527.043 857.6738, 5616.936 5594.3022 857.7483, 5625.12 5696.998 858.2294, 5645.78 5810.929 858.72845, 5660.312 5873.748 858.95135, 5678.5806 5939.0664 858.98553, 5710.3315 6032.1055 858.8941, 5770.2344 6135.701 858.86426, 5834.463 6220.5215 858.404, 5918.8438 6308.372 857.5919, 5994.294 6379.5073 857.0405, 6103.8926 6466.757 856.3439, 6203.344 6533.072 855.37146, 6330.571 6602.129 854.42206, 6443.4404 6656.3364 853.5512, 6520.972 6686.7324 852.0334, 6605.321 6717.2446 850.47675, 6673.2534 6740.866 849.2688, 6737.89 6762.246 848.12756, 6815.5854 6783.9287 847.1878, 6902.1055 6802.8794 846.3958, 6995.107 6819.4 845.73114, 7132.811 6839.9136 845.1248, 7218.8706 6847.31 845.18915, 7312.4893 6852.3315 845.1273, 7412.0146 6854.161 844.7023, 7504.942 6852.5654 843.79724, 7574.8066 6850.5083 843.13153, 7657.5664 6844.112 842.858, 7748.052 6832.915 843.1546, 7843.546 6816.405 844.417, 7914.9644 6802.8647 844.72974, 7987.0884 6786.194 844.732, 8068.357 6763.2334 844.2517, 8154.914 6733.6274 845.1006, 8243.59 6698.4414 846.033, 8331.764 6659.634 847.3982, 8457.652 6600.703 848.7359, 8530.815 6561.252 849.2542, 8605.263 6515.184 849.64264, 8677.663 6462.1646 850.4361, 8785.763 6370.462 852.3393, 8881.244 6258.0024 853.11597, 8927.635 6191.8765 853.4104, 8993.655 6089.884 854.3419, 9058.543 5958.0996 854.73444, 9085.392 5884.0776 854.815, 9106.432 5809.9614 854.9984, 9130.643 5697.032 855.47296, 9135.731 5628.4634 855.6429, 9136.214 5554.1733 855.73724, 9132.511 5435.038 855.70746, 9124.947 5367.1924 855.54407, 9112.724 5294.1284 855.488, 9096.518 5220.3467 855.5144, 9067.772 5113.3804 855.5447, 9042.454 5049.245 855.51965, 9011.992 4982.9946 855.5973, 8961.65 4882.1123 855.8506, 8900.32 4772.6846 856.5822, 8823.686 4660.681 857.49133, 8744.117 4566.4717 858.1807, 8672.4 4496.147 858.8559, 8588.836 4425.804 859.9709, 8488.066 4348.0566 862.1224, 8417.864 4304.102 864.0715, 8332.781 4268.46 865.095, 8268.626 4242.2593 859.12305</trace>
</ink>
</file>

<file path=ppt/ink/ink103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9139.953 6177.447 874.14984, 9138.245 6254.767 863.7876, 9113.491 6359.3276 859.96423, 9070.504 6475.5977 858.0677, 9039.433 6556.9453 859.3138, 9024.445 6637.37 861.7502, 9016.945 6702.0723 867.20654</trace>
</ink>
</file>

<file path=ppt/ink/ink103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9036.077 6237.946 874.14984, 9122.728 6327.754 863.0578, 9184.224 6409.482 860.1037, 9266.017 6491.5264 860.59564, 9348.403 6493.444 859.83527, 9424.052 6415.0117 858.15436, 9453.058 6328.5083 858.0799, 9470.404 6216.112 859.7994, 9478.545 6116.263 861.8552, 9484.756 6050.388 843.67303</trace>
</ink>
</file>

<file path=ppt/ink/ink103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9468.13 6479.9414 874.14984, 9548.464 6483.6553 868.1487, 9615.966 6467.5957 866.01373, 9679.904 6414.2715 867.2293, 9650.344 6347.1304 864.93744, 9550.61 6351.5615 860.0424, 9474.311 6431.592 860.45654, 9519.531 6537.164 858.06586, 9662.168 6571.8613 846.6872, 9732.09 6583.9634 832.5496, 9811.013 6569.9136 809.27356</trace>
</ink>
</file>

<file path=ppt/ink/ink103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7411.7456 7355.364 874.14984, 7329.25 7463.456 865.73474, 7313.17 7575.334 865.9514, 7389.7163 7645.9175 864.4049, 7470.6724 7659.7734 861.22375, 7552.97 7595.9175 860.7293, 7571.207 7476.653 860.0785, 7543.245 7385.483 858.98016, 7472.9775 7325.458 860.42535, 7389.306 7311.776 864.2015, 7325.234 7321.807 760.59973</trace>
</ink>
</file>

<file path=ppt/ink/ink103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7769.337 7445.3364 874.14984, 7701.451 7471.583 869.5345, 7638.575 7534.3633 866.4082, 7622.406 7608.0073 865.436, 7677.489 7682.4243 862.26935, 7772.054 7699.79 857.74695, 7895.417 7652.652 852.6333, 7982.626 7584.06 847.19824, 8049.184 7455.7227 842.0866, 8066.405 7381.493 841.6254, 8076.9805 7318.6064 842.6783, 8081.1826 7230.4985 848.6171, 8070.317 7164.389 856.26556, 8031.461 7274.2188 859.17584, 8024.8105 7391.6284 848.75574, 8020.658 7465.8438 839.293, 8016.7363 7541.263 827.8896, 8013.525 7651.1943 787.24097, 8023.265 7715.5444 726.9917, 8037.7227 7779.192 169.41737</trace>
</ink>
</file>

<file path=ppt/ink/ink103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7918.2573 7565.8164 874.14984, 8030.802 7591.7446 861.9946, 8142.677 7596.6997 855.25446, 8234.179 7581.5107 858.5859, 8306.79 7526.0864 861.3457, 8207.199 7508.9854 861.996, 8161.801 7590.544 858.4671, 8162.9136 7662.5938 856.3678, 8231.588 7725.3125 854.19006, 8303.891 7748.63 852.4261, 8411.438 7714.1997 851.1034, 8515.216 7617.954 848.07965, 8574.182 7530.3813 846.04645, 8607.73 7401.9507 847.30255, 8618.998 7301.1113 849.7462, 8617.171 7226.309 852.63116, 8552.681 7253.0483 856.66644, 8529.096 7377.744 849.9875, 8521.29 7483.705 844.53186, 8523.476 7551.016 844.4975, 8529.548 7617.954 844.9062, 8542.999 7707.893 849.1786</trace>
</ink>
</file>

<file path=ppt/ink/ink104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8469.813 7536.3423 874.14984, 8564.717 7537.884 861.33624, 8634.877 7542.3926 854.02594, 8724.81 7551.2593 845.8109, 8801.623 7558.154 828.30634, 8872.449 7565.8164 809.0484</trace>
</ink>
</file>

<file path=ppt/ink/ink1041.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3299.897 7611.3203 874.14984, 3409.3237 7601.7334 865.521, 3489.7478 7593.4497 862.76746, 3563.68 7586.0195 857.3663, 3628.1628 7581.135 800.12036</trace>
</ink>
</file>

<file path=ppt/ink/ink1042.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2659.173 7852.7983 874.14984, 2662.929 7949.377 862.7018, 2661.078 8024.151 853.12854, 2656.181 8120.3813 841.92615, 2646.794 8231.048 830.86395, 2635.335 8341.429 823.97675, 2627.4277 8416.096 819.4994, 2617.4917 8500.049 816.8391, 2601.001 8621.95 819.17395, 2562.9219 8693.63 829.1306, 2477.6748 8671.796 843.68604, 2372.1357 8623.661 847.50116, 2272.7117 8607.712 852.088, 2163.6787 8646.041 851.0888, 2100.8757 8697.726 851.53815, 2088.7769 8763.899 855.31006, 2159.8188 8824.174 857.34265, 2225.6577 8835.119 855.3896, 2336.67 8829.169 846.78864, 2409.9414 8796.38 840.68634, 2488.5972 8746.94 834.43475, 2560.732 8691.692 828.3509, 2669.138 8594.8 821.1612, 2755.8518 8491.786 829.9294, 2780.6343 8565.629 846.09564, 2771.7778 8658.148 851.0334, 2783.6785 8738.138 857.18225, 2849.923 8777.643 859.23553, 2932.2969 8715.302 854.4442, 3005.5303 8631.092 845.3163, 3064.9233 8545.67 838.3366, 3079.9263 8612.901 851.2454, 3101.1228 8710.534 857.7019, 3147.691 8777.214 860.0682, 3248.5059 8809.029 858.6189, 3354.2483 8782.999 855.47174, 3450.4548 8726.403 849.706, 3520.404 8649.208 853.06525, 3540.3513 8578.799 856.1857, 3443.1772 8569.859 857.8928, 3402.51 8661.182 859.50665, 3460.8809 8734.121 856.0434, 3531.5073 8768.572 850.9679, 3659.6074 8744.243 844.1496, 3772.2969 8678.387 836.31934, 3887.572 8533.342 826.54016, 3937.2307 8466.365 813.73083, 3984.7456 8380.741 798.6458</trace>
</ink>
</file>

<file path=ppt/ink/ink1043.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4015.0808 8079.798 874.14984, 3993.7239 8144.405 859.96936, 3971.883 8212.051 843.1881, 3946.7659 8300.338 830.37616, 3923.9087 8400.654 825.12823, 3906.3767 8503.895 821.37946, 3893.6658 8588.919 819.132, 3886.7925 8655.522 825.6913, 3875.5864 8743.929 835.1743, 3865.0706 8808.529 810.9185</trace>
</ink>
</file>

<file path=ppt/ink/ink1044.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3823.8748 8430.897 874.14984, 3930.904 8413.73 857.38525, 4004.366 8410.028 847.05664, 4083.2231 8408.669 834.33325, 4159.039 8409.645 822.08795, 4230.2637 8409.43 799.2343, 4294.034 8413.28 756.1888</trace>
</ink>
</file>

<file path=ppt/ink/ink1045.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3984.7456 8954.187 874.14984, 3876.106 8944.599 856.4079, 3791.7312 8939.182 843.75397, 3681.756 8934.292 829.3842, 3550.6885 8931.716 815.4724, 3406.8496 8931.803 800.1723, 3273.7234 8933.817 791.42505, 3175.3853 8935.724 786.1852, 3067.9817 8940.702 781.95795, 2992.3872 8944.519 779.44934, 2908.6619 8950.878 782.44086, 2837.2673 8956.973 789.74524, 2770.4707 8962.743 810.7747, 2844.0503 8945.977 856.17084, 2910.0432 8938.04 564.2156</trace>
</ink>
</file>

<file path=ppt/ink/ink1046.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3770.558 9136.2 874.14984, 3679.6523 9125.521 857.93097, 3602.0613 9119.054 846.026, 3501.7131 9113.56 833.55426, 3383.2095 9109.993 821.4444, 3252.402 9109.362 812.57745, 3129.582 9110.737 806.0583, 3040.9648 9112.075 801.54034, 2958.5105 9114.03 799.6648, 2885.939 9117.02 805.9757, 2814.585 9119.359 812.87585, 2785.2305 9056.482 863.6825</trace>
</ink>
</file>

<file path=ppt/ink/ink104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7560.665 7897.7847 874.14984, 7688.7 7919.9434 853.8697, 7775.5874 7925.501 842.25946, 7879.358 7928.7104 831.84283, 7992.127 7930.079 823.8667, 8105.0005 7931.489 804.6588, 8197.438 7932.657 779.6074, 8268.306 7933.8604 749.6264, 8335.349 7934.808 706.82794, 8409.722 7935.6147 610.5046</trace>
</ink>
</file>

<file path=ppt/ink/ink104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7694.877 8049.29 874.14984, 7783.2095 8054.666 851.0255, 7871.2964 8060.9663 831.02673, 7981.2466 8069.8564 816.0441, 8109.8193 8079.2964 775.7113, 8187.5034 8085.0 747.21826, 8251.228 8089.7803 693.5477, 8320.894 8094.7935 627.0615</trace>
</ink>
</file>

<file path=ppt/ink/ink104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3418.4812 5453.013 874.14984, 3445.5945 5349.1924 866.4099, 3467.913 5282.5693 860.27716, 3488.5044 5212.775 859.37103, 3494.5913 5102.5215 862.3497, 3477.6404 5001.518 860.866, 3433.6777 4913.2134 859.51324, 3374.5085 4837.58 861.1965, 3268.3674 4748.0005 861.0872, 3181.573 4700.767 860.1135, 3081.4038 4660.4277 859.41956, 2954.2341 4624.181 858.65936, 2890.0793 4611.964 858.2146, 2780.1396 4599.3105 857.3758, 2711.4558 4600.496 856.877, 2638.7546 4606.71 856.39966, 2527.338 4621.8403 855.66644, 2396.149 4659.187 855.7393, 2328.4646 4686.386 855.7162, 2225.286 4735.62 855.4122, 2103.2124 4821.837 854.79474, 2013.6073 4900.4614 854.5322, 1936.5604 5000.078 855.20984, 1891.9049 5090.392 856.4469, 1882.8073 5181.65 857.9271, 1920.9158 5284.0376 858.5397, 1977.276 5365.305 858.23804, 2074.3762 5442.8633 856.9657, 2168.6016 5493.1836 854.8586, 2243.9595 5514.4136 852.31445, 2334.2642 5527.949 847.59436, 2422.644 5534.1167 842.1011, 2496.338 5536.5596 837.13367, 2593.6196 5532.2915 830.81964, 2707.979 5523.211 824.87775, 2833.5122 5509.565 819.06635, 2925.7734 5498.2974 805.8154, 3022.298 5483.6445 784.44104, 3123.0752 5463.177 755.46454, 3210.5703 5437.5127 719.29474, 3279.4458 5418.562 669.2122, 3346.718 5399.06 569.9821</trace>
</ink>
</file>

<file path=ppt/ink/ink105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3583.029 8003.7866 874.14984, 3599.905 7902.3706 867.09216, 3615.4185 7799.546 861.8857, 3623.9636 7702.998 858.07684, 3626.1216 7616.82 858.069, 3609.518 7510.423 858.9451, 3589.0881 7447.2466 859.10376, 3551.5066 7349.7334 859.2339, 3492.3616 7239.159 858.37524, 3425.814 7146.842 858.57794, 3337.5383 7067.967 857.3723, 3225.6445 7005.046 856.2689, 3120.9521 6968.0195 855.78906, 3052.2783 6957.0103 855.7716, 2977.1948 6952.164 855.6297, 2898.6377 6953.4927 855.20966, 2779.978 6962.512 854.8208, 2713.67 6978.05 854.80066, 2642.8699 7003.338 854.6516, 2570.0098 7037.9966 854.26556, 2468.152 7096.7 853.02277, 2353.9636 7197.323 852.69006, 2263.7434 7311.421 853.5564, 2209.2249 7404.971 854.31573, 2176.2437 7492.871 855.1892, 2164.1455 7613.7544 856.44794, 2174.364 7678.4067 856.8842, 2205.8684 7777.4834 856.9108, 2284.863 7877.2744 856.14105, 2382.9622 7958.7124 854.58954, 2507.325 8021.0625 851.57794, 2591.8645 8044.612 849.37854, 2675.8352 8060.5854 846.5403, 2744.2212 8071.2773 843.2311, 2836.4685 8076.6187 838.2226, 2946.377 8075.594 831.74084, 3067.3862 8068.0835 825.7365, 3190.997 8054.7275 813.9009, 3307.5127 8035.9375 793.8279, 3395.005 8020.1855 766.20795, 3460.1438 7997.9824 731.022, 3534.718 7977.0615 653.33124</trace>
</ink>
</file>

<file path=ppt/ink/ink105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11896.8125 427.47827 874.14984, 11888.934 535.817 861.8314, 11884.895 667.2566 856.17535, 11883.868 745.33765 853.9104, 11883.229 832.3161 851.37427, 11881.843 929.5385 848.99963, 11880.574 1008.1033 846.87915, 11877.778 1092.349 842.2405, 11873.713 1176.732 837.1218, 11869.443 1253.0349 832.3548, 11860.816 1356.1957 825.0279, 11850.325 1478.9727 817.5122, 11839.272 1616.3058 811.2118, 11831.63 1713.7571 806.7428, 11823.861 1829.9507 802.2785, 11818.493 1970.9525 799.0097, 11815.664 2132.642 793.762, 11812.22 2311.0718 786.6737, 11808.153 2488.9307 774.72797, 11805.106 2618.464 763.5299, 11800.2705 2781.368 751.2136, 11792.954 2966.851 740.2101, 11783.363 3167.9023 728.88806, 11775.295 3329.0269 720.25934, 11768.015 3484.6675 712.554, 11759.697 3669.1467 707.92163, 11753.96 3873.2332 701.77136, 11752.794 4089.8418 693.4199, 11752.126 4231.9907 686.9876, 11752.679 4413.5376 675.8932, 11752.749 4619.813 668.5375, 11749.593 4842.3325 663.7459, 11745.409 5026.471 663.39764, 11740.02 5195.5957 663.19714, 11732.303 5394.3545 666.00684, 11725.054 5611.571 663.47235, 11721.65 5839.8545 661.2527, 11723.317 6074.0483 658.88245, 11725.327 6246.824 659.6146, 11731.236 6424.6704 664.9778, 11740.954 6626.3867 669.41406, 11753.186 6843.254 672.18555, 11763.496 7045.4683 673.6394, 11771.165 7200.8423 674.18286, 11777.51 7386.3022 673.0995, 11781.664 7591.3213 675.7761, 11784.348 7728.352 679.32794, 11788.322 7895.3145 683.3059, 11798.395 8085.75 688.8804, 11814.663 8289.349 692.14435, 11832.229 8470.066 695.73956, 11847.912 8616.793 699.22327, 11868.183 8792.602 701.6368, 11890.808 8988.547 700.5728, 11912.669 9196.579 701.5664, 11927.7295 9345.764 702.6147, 11941.236 9508.634 703.73956, 11954.222 9691.214 706.9968, 11968.107 9885.101 708.0108, 11984.058 10078.679 709.44305, 11995.099 10211.332 710.24176, 12012.002 10372.176 714.548, 12032.312 10552.129 724.041, 12053.539 10744.677 732.64075, 12074.742 10943.395 740.5483, 12091.638 11103.511 746.789, 12105.641 11248.01 752.2106, 12118.926 11410.044 754.1867, 12130.42 11580.565 732.38684, 12140.404 11753.401 702.0238, 12146.93 11866.696 663.71075, 12154.581 11999.547 616.6224, 12163.667 12145.596 560.9246, 12174.356 12297.646 499.92902, 12184.1455 12426.08 434.03546, 12192.743 12532.839 365.2163, 12203.832 12650.838 295.22842, 12215.553 12771.736 227.37863, 12225.409 12889.42 174.1566, 12231.981 12968.536 129.97292, 12236.71 13050.052 94.06821, 12238.101 13128.824 65.712135, 12233.404 13193.517 44.180492, 12230.759 13260.124 10.23</trace>
</ink>
</file>

<file path=ppt/ink/ink105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13044.049 1031.9489 874.14984, 13033.035 1134.7937 861.1702, 13022.837 1203.811 853.96387, 13008.943 1285.559 846.52594, 12986.871 1414.7102 835.7392, 12968.095 1535.3827 833.23694, 12956.848 1612.5237 830.3508, 12946.94 1680.1581 829.88135, 12924.932 1765.6943 838.78217, 12902.56 1828.5902 861.8444</trace>
</ink>
</file>

<file path=ppt/ink/ink105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13088.174 1076.4181 874.14984, 13097.272 1140.538 866.54083, 13111.548 1224.7661 854.5869, 13140.05 1331.7954 842.0116, 13180.862 1449.4407 835.5203, 13211.039 1523.6116 833.5601, 13242.709 1594.4989 833.93317, 13288.443 1686.8586 840.1197, 13355.839 1660.3643 854.6621, 13368.993 1576.4465 846.5458, 13379.7295 1502.4104 837.8335, 13389.683 1428.7064 828.58563, 13401.535 1343.9865 801.2853, 13413.687 1261.9257 766.1885, 13430.484 1158.9845 673.355, 13443.516 1085.3582 471.35306</trace>
</ink>
</file>

<file path=ppt/ink/ink105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13759.233 1363.3995 874.14984, 13759.233 1442.1146 868.42505, 13753.975 1508.3298 8.649138</trace>
</ink>
</file>

<file path=ppt/ink/ink105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13771.184 1672.0984 874.14984, 13763.6875 1749.5422 869.0586, 13755.75 1815.9099 812.2729</trace>
</ink>
</file>

<file path=ppt/ink/ink105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12715.873 2088.3506 874.14984, 12806.124 2077.1401 867.3968, 12940.275 2066.3003 859.32294, 13017.037 2061.6648 854.60944, 13097.588 2056.731 851.26807, 13212.898 2048.854 850.2524, 13318.221 2039.4823 849.4365, 13387.186 2030.9501 849.33344, 13463.603 2018.8418 849.58777, 13533.586 2008.3823 854.96735, 13599.528 1997.0638 854.04065</trace>
</ink>
</file>

<file path=ppt/ink/ink105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14251.036 1106.926 874.14984, 14337.144 1080.6981 864.4792, 14421.801 1063.7601 859.5352, 14524.639 1087.6024 861.55914, 14574.823 1208.1516 857.9185, 14550.462 1284.2821 850.24347, 14510.122 1362.7605 840.485, 14434.391 1481.5835 826.02045, 14382.441 1545.5251 829.1905, 14309.24 1643.5618 838.3989, 14298.568 1717.7465 844.60376, 14376.083 1761.803 850.8013, 14471.447 1783.2257 857.10205, 14557.305 1794.4396 854.41797, 14623.528 1801.8829 830.4376</trace>
</ink>
</file>

<file path=ppt/ink/ink105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14280.453 1408.3857 874.14984, 14360.787 1408.3855 864.64404, 14466.246 1404.4904 859.8547, 14547.227 1399.0521 849.9957, 14623.338 1392.8729 823.42474</trace>
</ink>
</file>

<file path=ppt/ink/ink105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14832.009 1408.3857 874.14984, 14928.55 1398.7064 863.02155, 15037.091 1384.2285 856.3265, 15115.607 1373.1683 844.4044</trace>
</ink>
</file>

<file path=ppt/ink/ink106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14846.717 1649.8636 874.14984, 14936.133 1635.9437 863.98315, 15047.541 1605.6952 859.5282, 15113.29 1586.5864 853.2948, 15178.586 1565.6449 236.98141</trace>
</ink>
</file>

<file path=ppt/ink/ink106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15293.478 1166.3907 874.14984, 15381.494 1127.4547 864.5365, 15484.782 1105.4524 861.23444, 15596.686 1110.051 859.61646, 15684.986 1142.8503 859.8053, 15753.606 1223.1271 858.8602, 15759.371 1338.7028 856.3233, 15744.342 1415.4211 852.3144, 15714.404 1531.6707 844.5099, 15692.476 1598.5042 836.5955, 15672.275 1661.6914 826.66, 15649.153 1732.6476 799.66864</trace>
</ink>
</file>

<file path=ppt/ink/ink106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15516.856 1439.4108 874.14984, 15624.633 1433.2638 860.5895, 15696.975 1424.0278 854.54205, 15786.775 1406.7533 846.3288, 15864.426 1393.0494 829.18066, 15934.202 1378.3947 809.6645</trace>
</ink>
</file>

<file path=ppt/ink/ink106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16939.871 1945.6355 874.14984, 16975.023 1865.9706 862.5439, 17037.883 1731.2162 847.2177, 17075.945 1653.0507 845.0382, 17113.83 1575.3734 844.6348, 17144.658 1512.2003 844.90063, 17189.736 1416.3993 852.09357, 17248.496 1497.3188 852.4813, 17246.498 1612.7126 841.7478, 17239.74 1735.0532 825.2449, 17230.758 1855.0009 784.34296, 17225.273 1918.638 752.3813, 17219.244 1989.2268 668.5576, 17210.035 2052.29 168.52539</trace>
</ink>
</file>

<file path=ppt/ink/ink106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17398.582 1854.6289 874.14984, 17419.473 1775.5378 863.5409, 17464.225 1648.0961 857.54156, 17491.918 1582.2133 858.97675, 17545.562 1486.4683 861.9939, 17622.021 1522.2207 855.20764, 17648.46 1596.33 849.1377, 17669.271 1699.7593 843.0125, 17675.48 1763.3588 843.91504, 17674.832 1826.913 844.5996, 17642.123 1925.5879 849.8181, 17566.807 1935.0691 852.58124, 17501.713 1926.3485 802.898</trace>
</ink>
</file>

<file path=ppt/ink/ink106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17767.203 1302.9006 874.14984, 17712.26 1231.6586 869.09863, 17779.0 1196.1267 868.5945, 17774.484 1290.3245 863.97156, 17742.367 1406.6584 864.03284, 17760.643 1472.5049 863.93915, 17845.22 1474.7091 861.3622, 17924.553 1463.2706 856.1851</trace>
</ink>
</file>

<file path=ppt/ink/ink106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17998.857 1164.8394 874.14984, 17920.912 1076.2081 862.7974, 17807.926 1013.9762 854.2647, 17698.904 978.04047 848.5739, 17563.559 962.5154 847.7988, 17448.105 962.73914 846.67426, 17371.154 976.653 846.24316, 17287.842 999.50214 845.1528, 17203.066 1031.5974 844.3091, 17123.81 1068.8323 843.8891, 17003.3 1137.1854 844.11505, 16937.863 1190.824 844.13293, 16873.932 1257.2198 844.0397, 16781.684 1370.6528 842.925, 16739.092 1443.9467 841.82623, 16702.729 1527.1772 841.1224, 16674.943 1615.352 841.0849, 16657.54 1705.6517 842.1445, 16644.275 1835.2877 845.1655, 16652.39 1906.4125 846.70184, 16670.361 1977.3517 848.1467, 16712.053 2086.7185 850.98334, 16787.248 2184.3923 853.8951, 16905.455 2262.6794 855.3479, 16978.008 2290.0159 855.2669, 17041.686 2307.8882 855.05566, 17167.275 2325.5488 853.7241, 17245.535 2324.8152 852.2536, 17329.28 2317.6326 851.55316, 17414.771 2301.8787 851.2018, 17499.707 2277.4814 851.2133, 17565.645 2254.4214 851.42035, 17688.21 2190.5432 851.89703, 17753.363 2141.853 851.9383, 17817.682 2086.5337 851.39716, 17918.174 1983.6499 852.45654, 17994.322 1874.607 853.3445, 18046.787 1775.9514 854.598, 18090.488 1649.1963 855.24585, 18102.758 1582.5531 855.7044, 18106.852 1518.8231 856.56287, 18102.97 1431.007 858.8576, 18064.836 1338.3937 862.18494, 18020.002 1258.4315 870.447</trace>
</ink>
</file>

<file path=ppt/ink/ink106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19301.45 1725.358 874.14984, 19350.473 1649.5199 863.1527, 19391.873 1581.8912 854.0489, 19436.396 1505.5432 848.87823, 19484.486 1413.778 852.19836, 19524.016 1347.1368 855.947, 19577.406 1429.3048 850.4202, 19586.8 1509.7563 845.40625, 19595.695 1638.8085 831.38477, 19595.422 1724.0126 817.41003, 19594.527 1807.4235 794.8552, 19596.506 1877.1531 764.208, 19597.459 1961.0573 682.9151</trace>
</ink>
</file>

<file path=ppt/ink/ink106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19763.838 1800.3351 874.14984, 19776.838 1694.0925 861.21594, 19808.2 1574.5955 860.2187, 19846.307 1474.0295 862.35706, 19918.19 1460.6388 860.21515, 19965.205 1539.9161 858.649, 20000.367 1634.8346 857.07654, 20021.715 1722.8528 856.50085, 20023.51 1816.036 858.1966, 19952.72 1860.1616 860.7444, 19887.986 1835.6703 239.79666</trace>
</ink>
</file>

<file path=ppt/ink/ink106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20061.678 1273.4269 874.14984, 20024.115 1201.5771 869.14764, 20047.504 1133.242 868.8662, 20079.533 1205.3638 862.7742, 20057.564 1304.7301 854.0076, 20035.453 1378.1619 857.28516, 20146.605 1401.47 858.1163, 20226.191 1380.02 857.8682</trace>
</ink>
</file>

<file path=ppt/ink/ink107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20508.44 1468.8845 874.14984, 20437.434 1497.7476 869.9296, 20414.803 1421.1018 865.85583, 20457.422 1335.0973 865.1945, 20525.834 1323.2908 865.3176, 20542.654 1394.6102 863.91736, 20526.746 1484.8356 859.5792, 20481.102 1587.2037 854.56476, 20444.64 1666.1173 857.6859, 20513.469 1694.35 858.7564, 20595.643 1619.9069 851.937, 20678.59 1513.943 846.2351, 20730.152 1417.4395 849.4245, 20762.941 1327.0916 854.12396, 20788.676 1468.5503 851.75946, 20785.012 1537.1091 844.75854, 20779.342 1609.361 836.0065, 20769.373 1698.8298 829.70105, 20759.592 1795.9365 825.0724, 20753.75 1887.2383 823.9462, 20750.025 1951.6825 823.75684, 20751.19 2019.9575 826.25397, 20755.867 2106.4707 837.16095, 20746.525 2027.8517 855.7806</trace>
</ink>
</file>

<file path=ppt/ink/ink107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20746.525 1649.8636 874.14984, 20774.906 1570.2948 869.3077, 20827.85 1491.0243 868.3199, 20912.377 1462.4164 867.8224, 20986.91 1499.1813 866.8768, 20995.635 1599.9451 862.9661, 20921.69 1675.4464 858.4143, 20823.537 1707.1625 849.30743, 20753.879 1726.3917 830.35535</trace>
</ink>
</file>

<file path=ppt/ink/ink107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20880.738 1076.4181 874.14984, 20959.488 1041.1638 868.14825, 20993.512 1106.4414 868.26996, 20998.205 1187.6599 868.6871, 21078.752 1241.6787 868.1543, 21045.883 1307.9321 868.3262, 20981.754 1371.9584 869.072</trace>
</ink>
</file>

<file path=ppt/ink/ink107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21014.95 910.4343 874.14984, 20952.408 844.3486 863.8666, 20869.05 787.34424 861.4331, 20753.229 741.77435 859.69653, 20683.246 726.0056 858.8192, 20565.62 707.3408 855.0285, 20444.299 700.4483 847.453, 20362.74 704.9206 843.1326, 20270.53 716.62177 840.052, 20183.846 732.52325 838.22784, 20115.416 746.71747 836.4175, 20030.566 771.797 834.8475, 19935.703 809.0455 831.8351, 19834.953 858.5763 828.1421, 19757.594 900.1558 825.5554, 19682.334 946.246 822.8431, 19597.904 1007.17926 820.8763, 19511.605 1080.8386 821.1904, 19435.803 1156.7778 822.0617, 19324.092 1289.2219 823.27014, 19271.973 1374.4801 824.6522, 19227.543 1465.5723 826.9538, 19192.992 1560.9486 831.3561, 19168.258 1637.2241 835.3797, 19156.594 1707.728 839.4101, 19159.28 1787.0757 842.4823, 19177.762 1871.0305 843.86127, 19209.785 1953.1488 844.01776, 19270.559 2068.3167 843.94104, 19388.135 2187.7522 843.55194, 19501.9 2271.447 841.44684, 19576.66 2306.0193 839.9236, 19664.912 2335.3726 838.4097, 19762.496 2358.0461 836.8902, 19826.934 2372.535 835.9683, 19908.297 2381.4368 834.3479, 20002.275 2383.2158 833.11334, 20105.06 2377.1018 831.21124, 20196.898 2366.1687 830.3245, 20272.047 2354.8052 829.9104, 20359.445 2334.3152 830.3179, 20453.902 2305.4365 831.4607, 20551.613 2266.3872 832.1254, 20619.93 2237.442 832.32477, 20694.193 2199.0193 832.21674, 20774.219 2149.1033 832.44604, 20855.684 2090.6575 833.09094, 20925.729 2034.4285 834.5716, 21041.254 1928.4904 837.41943, 21103.924 1860.3522 839.0196, 21164.7 1785.0835 839.52344, 21248.021 1668.8763 841.4041, 21284.129 1600.301 843.75916, 21310.105 1525.061 846.16284, 21323.367 1453.4047 848.21313, 21324.613 1337.6324 851.0902, 21304.328 1273.267 851.8178, 21249.727 1168.704 852.18805, 21190.113 1085.2961 845.3994, 21134.453 1016.4364 819.11835</trace>
</ink>
</file>

<file path=ppt/ink/ink107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20537.855 2464.7874 874.14984, 20565.604 2559.783 859.9451, 20581.914 2629.4517 852.8152, 20600.383 2703.7456 847.6346, 20630.578 2809.8767 847.3701, 20707.21 2839.312 852.16797, 20771.768 2715.3806 844.511, 20802.506 2602.062 836.3666, 20826.701 2488.8557 813.6206, 20842.84 2405.2615 756.2729</trace>
</ink>
</file>

<file path=ppt/ink/ink107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19420.953 2888.2786 874.14984, 19486.97 2887.2776 867.892, 19571.219 2845.212 866.86914, 19648.967 2768.4878 865.86, 19571.262 2741.7349 863.0673, 19481.736 2831.727 852.6434, 19420.344 2923.914 849.4788, 19405.395 3020.4543 852.5245, 19449.475 3085.0894 853.80426, 19561.693 3076.75 850.45557, 19640.639 3062.238 842.6408, 19705.588 3017.4917 8.320785</trace>
</ink>
</file>

<file path=ppt/ink/ink107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19718.793 2646.801 874.14984, 19793.05 2626.479 865.94055, 19867.822 2601.0615 862.0292, 19931.854 2580.9568 750.3283</trace>
</ink>
</file>

<file path=ppt/ink/ink107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20105.803 2562.5164 874.14984, 20105.8 2640.0222 863.5477, 20103.271 2769.3486 855.6892, 20103.186 2843.7305 853.3869, 20103.47 2915.3152 855.082, 20099.162 3013.7947 859.01996, 20014.08 3053.9543 861.4526, 19951.033 3111.9329 865.5195, 20028.627 3159.4287 863.5836, 20132.496 3128.4539 855.1902, 20222.217 3074.0261 854.97, 20292.588 2990.556 857.25146, 20223.72 3066.6003 862.42126, 20297.254 3098.1904 862.3569, 20363.514 3092.3132 753.17035</trace>
</ink>
</file>

<file path=ppt/ink/ink107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20925.783 2646.801 874.14984, 20863.594 2749.3472 864.9931, 20828.225 2816.5847 865.2304, 20823.148 2888.3096 867.2855, 20900.008 2814.7007 863.8952, 20975.455 2854.7095 863.3389, 21045.68 2841.0447 861.2607, 21120.957 2764.4675 850.35913, 21192.932 2635.9473 836.7245, 21222.957 2559.606 833.26587, 21245.805 2494.829 832.37506, 21259.164 2388.534 839.57587, 21193.096 2508.5781 842.4238, 21184.297 2590.679 839.0856, 21176.598 2712.2932 832.3099, 21198.756 2818.5376 838.7563, 21283.92 2863.5474 847.2058, 21366.08 2815.5127 849.95825, 21434.605 2739.119 851.1234, 21481.604 2657.6404 855.1666, 21494.754 2587.8657 858.107, 21415.707 2664.8171 860.64465, 21397.672 2754.7373 861.6392, 21410.727 2820.5364 862.635, 21511.424 2804.2502 860.1061, 21594.375 2718.9653 859.86975, 21663.17 2736.5842 859.95465, 21736.654 2680.0635 867.4729, 21821.12 2746.4062 868.2469, 21890.293 2702.4856 864.48315</trace>
</ink>
</file>

<file path=ppt/ink/ink107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21983.85 2495.8123 874.14984, 21959.209 2594.0305 863.11176, 21929.527 2703.7178 859.91876, 21921.635 2771.7395 863.2206, 21988.988 2801.0972 862.85736, 22101.312 2744.208 853.3182, 22186.664 2679.7195 849.706, 22219.324 2613.9526 853.1926, 22155.377 2633.79 854.67664, 22121.51 2712.9253 856.6918, 22136.146 2779.2075 859.866, 22220.535 2782.3586 857.0115, 22285.455 2780.6602 851.54645</trace>
</ink>
</file>

<file path=ppt/ink/ink108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14623.338 3869.1863 874.14984, 14611.872 3951.9695 868.4312, 14594.448 4077.2852 860.37103, 14579.644 4179.5312 857.68787, 14566.382 4271.089 849.4812, 14552.828 4368.8403 833.6708, 14541.524 4449.871 791.78925</trace>
</ink>
</file>

<file path=ppt/ink/ink108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14652.754 3928.651 874.14984, 14685.35 4018.5735 862.6863, 14738.5205 4121.291 859.38727, 14789.824 4206.3955 858.15454, 14855.344 4301.5435 860.9434, 14926.944 4310.5894 865.3577, 14940.653 4186.754 854.652, 14945.701 4093.1519 843.9926, 14953.451 3996.5803 820.20416, 14958.404 3933.6904 798.6276, 14961.86 3867.8154 737.8228, 14971.98 3802.0483 459.1109</trace>
</ink>
</file>

<file path=ppt/ink/ink108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15115.141 3840.7468 874.14984, 15118.955 3953.145 854.4288, 15120.462 4034.3562 845.58575, 15122.724 4122.509 833.9784, 15125.073 4208.6533 822.5205, 15126.999 4277.8306 808.46063, 15128.682 4356.7207 771.12195, 15128.51 4421.4688 661.5834</trace>
</ink>
</file>

<file path=ppt/ink/ink108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15276.013 3916.2407 874.14984, 15273.661 4020.0193 859.70874, 15272.703 4088.3794 855.96497, 15273.648 4159.033 849.87726, 15273.849 4226.8496 842.63153, 15270.278 4317.346 825.1675, 15265.677 4382.3193 787.0051</trace>
</ink>
</file>

<file path=ppt/ink/ink108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15040.681 4185.641 874.14984, 15130.098 4157.162 863.7137, 15243.599 4125.324 857.98724, 15316.205 4107.2046 855.61957, 15395.9 4108.937 858.9435, 15471.343 4164.701 859.5078, 15486.201 4250.679 858.94006, 15453.992 4330.883 861.40845, 15420.664 4409.258 866.15845, 15509.343 4458.157 865.898, 15578.672 4508.1963 867.1759, 15555.614 4580.4624 865.0871, 15455.418 4571.06 857.8171, 15382.6455 4562.5957 842.08386</trace>
</ink>
</file>

<file path=ppt/ink/ink108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14444.082 4819.069 874.14984, 14541.434 4814.6846 863.5706, 14659.16 4807.841 859.6845, 14728.19 4803.0283 858.9349, 14802.609 4797.4243 857.9446, 14881.456 4789.821 857.15356, 14961.325 4780.7695 856.27985, 15086.724 4763.5933 851.00085, 15165.8125 4752.0938 844.62115, 15231.182 4742.6924 552.4596</trace>
</ink>
</file>

<file path=ppt/ink/ink108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17245.064 4050.1655 874.14984, 17245.064 4114.997 864.0081, 17242.518 4238.119 854.7148, 17236.523 4307.3164 856.30804, 17221.688 4402.37 861.3961, 17192.047 4466.496 759.3154</trace>
</ink>
</file>

<file path=ppt/ink/ink108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17245.064 4079.6392 874.14984, 17299.635 4159.997 865.37067, 17358.945 4248.864 862.38354, 17406.463 4312.9424 864.2725, 17490.41 4386.417 864.04004, 17577.072 4312.1353 858.7163, 17610.104 4210.1846 853.5154, 17620.365 4107.667 855.0555, 17612.36 4023.1367 857.7718, 17595.305 3944.6807 869.79724</trace>
</ink>
</file>

<file path=ppt/ink/ink108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17450.98 3204.2168 874.14984, 17432.594 3306.0242 858.1633, 17422.018 3372.3604 849.68805, 17417.105 3437.6343 840.9093, 17410.57 3503.9658 824.05743, 17406.38 3566.9941 401.27054</trace>
</ink>
</file>

<file path=ppt/ink/ink108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16900.344 4547.6 874.14984, 16808.365 4646.2563 860.8603, 16711.344 4756.8584 855.8841, 16621.195 4848.562 847.41547, 16557.037 4912.7124 829.6765</trace>
</ink>
</file>

<file path=ppt/ink/ink109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17807.652 4494.3403 874.14984, 17872.416 4594.238 863.91156, 17954.49 4676.719 860.85443, 18052.541 4754.2188 857.2318, 18116.95 4804.799 850.155</trace>
</ink>
</file>

<file path=ppt/ink/ink109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17528.2 2661.7961 874.14984, 17553.904 2761.7217 860.3782, 17557.557 2830.4617 851.6269, 17554.1 2910.092 845.418, 17542.535 2992.8406 835.92957, 17527.713 3068.8838 825.757, 17506.475 3161.4238 801.262, 17491.428 3226.9685 741.7882</trace>
</ink>
</file>

<file path=ppt/ink/ink109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17662.408 2691.27 874.14984, 17677.693 2789.8396 862.30963, 17675.283 2854.2024 857.7079, 17668.32 2924.4546 854.19073, 17654.086 3027.3025 846.4132, 17636.139 3107.956 832.0592, 17619.41 3172.8113 793.4272</trace>
</ink>
</file>

<file path=ppt/ink/ink109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17379.277 2978.2512 874.14984, 17446.254 2973.4482 865.6876, 17586.377 2960.3813 849.61005, 17661.152 2952.9507 830.9356, 17726.264 2947.9517 716.58417</trace>
</ink>
</file>

<file path=ppt/ink/ink109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16244.911 4799.4194 874.14984, 16238.013 4917.4937 847.1658, 16235.86 4995.185 830.0026, 16234.347 5075.7285 815.2623, 16233.475 5150.236 793.8641, 16232.337 5221.339 755.1904, 16230.302 5285.594 669.69653</trace>
</ink>
</file>

<file path=ppt/ink/ink109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16232.041 5015.5605 874.14984, 16155.12 5063.1025 863.3512, 16054.174 5091.2007 856.5441, 15979.529 5107.1035 844.4692</trace>
</ink>
</file>

<file path=ppt/ink/ink109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15946.15 4909.558 874.14984, 15933.3545 5007.7354 858.38055, 15926.274 5081.3467 849.2908, 15922.133 5164.832 843.0403, 15921.135 5247.498 833.33966, 15925.94 5317.8076 823.07544, 15928.3545 5380.8213 804.2724, 15930.857 5445.3135 687.9525</trace>
</ink>
</file>

<file path=ppt/ink/ink109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18330.71 4826.825 874.14984, 18315.695 4902.4224 861.62054, 18282.285 5019.094 858.32495, 18263.033 5082.743 857.553, 18236.162 5174.6353 859.8307, 18217.986 5254.8984 865.4449</trace>
</ink>
</file>

<file path=ppt/ink/ink109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18497.096 4819.069 874.14984, 18483.363 4924.3315 862.3549, 18461.805 5050.2827 853.2774, 18452.8 5115.3394 846.4716, 18440.764 5197.0293 827.70526, 18429.787 5260.054 227.57747</trace>
</ink>
</file>

<file path=ppt/ink/ink109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18154.213 5030.5557 874.14984, 18222.963 5038.091 864.9779, 18287.275 5043.2515 855.13074, 18370.355 5044.3667 844.3761, 18448.68 5046.5107 820.64856, 18511.818 5047.531 752.8942</trace>
</ink>
</file>

<file path=ppt/ink/ink110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17021.686 3898.66 874.14984, 16982.11 4020.0188 856.5932, 16955.922 4091.5332 850.5523, 16924.441 4167.2847 841.7605, 16897.074 4235.3887 826.1902, 16866.682 4301.0137 787.72327</trace>
</ink>
</file>

<file path=ppt/ink/ink110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19942.174 1665.8933 874.14984, 20009.186 1701.1311 871.4894</trace>
</ink>
</file>

<file path=ppt/ink/ink110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12820.669 6132.978 874.14984, 12820.669 6226.0903 867.42236, 12820.668 6291.9453 863.3335, 12820.669 6368.837 856.7564, 12820.669 6454.154 853.0327, 12820.668 6548.332 849.4889, 12820.669 6649.9756 845.49915, 12820.668 6739.0073 842.09753, 12820.668 6811.834 839.31366, 12819.69 6901.3257 831.1022, 12818.512 6988.59 820.984, 12816.414 7120.477 787.1603, 12812.358 7185.3765 759.3127, 12808.581 7259.0146 683.39655, 12796.772 7322.3066 6.2293234</trace>
</ink>
</file>

<file path=ppt/ink/ink110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12686.458 6267.937 874.14984, 12758.911 6227.5967 864.85675, 12864.142 6211.0317 860.3922, 12978.786 6235.854 858.6531, 13069.384 6300.4136 858.41425, 13121.666 6370.845 857.12445, 13143.49 6438.002 857.3147, 13127.425 6516.8945 858.24054, 13057.328 6597.7197 858.1472, 12979.766 6652.217 857.16034, 12875.006 6683.2085 853.0428, 12804.44 6699.64 844.0228, 12738.172 6690.186 8.37176</trace>
</ink>
</file>

<file path=ppt/ink/ink110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13416.35 6721.419 874.14984, 13416.348 6799.6763 868.31433, 13411.093 6865.82 8.646273</trace>
</ink>
</file>

<file path=ppt/ink/ink110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13445.767 7007.366 874.14984, 13434.927 7086.994 868.089, 13420.226 7152.198 8.653528</trace>
</ink>
</file>

<file path=ppt/ink/ink110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21029.656 5626.7534 874.14984, 21028.326 5697.548 864.50195, 21022.334 5809.1177 860.48755, 21019.887 5879.451 858.42334, 21018.07 5959.2476 855.56696, 21015.613 6048.6 853.0114, 21012.088 6147.8745 850.1421, 21009.756 6213.0947 848.1763, 21005.633 6302.4946 844.7274, 20995.705 6448.727 838.14435, 20985.775 6554.5405 831.3292, 20976.365 6658.527 823.9361, 20968.668 6744.731 817.2486, 20958.777 6855.3125 811.8002, 20947.473 6981.5176 806.91437, 20936.236 7118.562 803.99585, 20928.408 7216.642 802.8037, 20920.621 7326.7217 801.31213, 20912.625 7454.349 801.02826, 20903.584 7593.0347 799.49084, 20893.545 7737.339 798.4165, 20884.445 7884.9565 797.9308, 20878.375 7984.37 797.7247, 20873.367 8095.343 798.867, 20869.852 8213.886 802.04156, 20867.623 8334.219 806.9488, 20866.326 8430.354 813.5224, 20865.695 8513.61 820.0955, 20864.352 8599.624 825.848, 20861.898 8680.46 832.1608, 20856.32 8790.16 846.3882</trace>
</ink>
</file>

<file path=ppt/ink/ink110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20940.49 5680.0127 874.14984, 21021.658 5680.0127 870.86084, 21085.377 5680.0117 864.41846, 21176.863 5680.0127 854.04736, 21271.365 5680.0127 845.4826, 21362.78 5678.377 843.1694, 21493.582 5672.891 844.59595, 21566.385 5670.289 845.5257, 21674.557 5666.1455 848.46234, 21739.91 5662.561 850.47314, 21807.701 5658.9453 853.67535, 21875.262 5656.2295 856.779, 21983.871 5678.37 861.7082, 22032.969 5768.709 861.8255, 22048.838 5861.765 859.2384, 22050.76 5956.009 855.128, 22047.834 6049.3867 850.6378, 22047.355 6184.0093 848.698, 22048.412 6259.8657 848.8166, 22050.14 6384.0083 849.5932, 22051.066 6468.13 849.3668, 22052.654 6564.2085 847.60394, 22054.361 6669.0317 844.77435, 22055.705 6768.4014 841.3321, 22056.69 6845.935 838.08685, 22057.64 6941.2324 834.99927, 22058.25 7047.5107 831.7642, 22059.936 7159.859 829.6306, 22061.328 7240.804 828.64307, 22063.564 7329.162 827.98376, 22065.336 7429.739 827.47046, 22066.48 7538.033 827.6327, 22067.883 7637.9644 828.4419, 22069.096 7716.2256 829.3218, 22070.537 7810.578 830.23456, 22071.797 7914.777 831.435, 22073.924 8024.8286 832.1357, 22075.938 8137.6 832.9019, 22077.482 8226.28 833.446, 22077.576 8307.207 836.0684, 22077.307 8395.91 838.5756, 22076.479 8486.741 840.836, 22075.61 8576.191 843.24, 22075.04 8661.301 845.9671, 22075.057 8775.556 852.1861, 22078.756 8846.978 858.5635, 22073.424 8783.614 746.1074</trace>
</ink>
</file>

<file path=ppt/ink/ink110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20985.533 7279.869 874.14984, 21069.482 7276.156 864.69104, 21147.371 7279.1934 861.67065, 21234.322 7282.2163 858.51886, 21369.898 7289.8306 852.5936, 21449.918 7295.192 846.75476, 21565.87 7302.622 830.4998, 21632.057 7307.135 819.72705, 21696.79 7312.078 801.3878, 21790.86 7319.488 751.6299, 21854.664 7326.3037 625.8168</trace>
</ink>
</file>

<file path=ppt/ink/ink110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21327.498 6222.9507 874.14984, 21327.498 6306.208 868.40607, 21323.512 6422.8706 862.8655, 21319.105 6488.9067 861.48785, 21309.084 6593.9727 859.49115, 21296.328 6683.5806 858.2791, 21283.54 6780.916 858.79254, 21286.168 6850.975 658.5406</trace>
</ink>
</file>

<file path=ppt/ink/ink111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21327.498 6328.4355 874.14984, 21353.758 6409.18 864.7076, 21393.867 6509.3115 860.3461, 21439.35 6601.8306 858.1546, 21481.902 6676.7583 857.3075, 21534.56 6755.705 858.3896, 21599.463 6804.18 860.4412, 21629.328 6736.5464 858.5533, 21641.025 6636.7236 852.643, 21643.863 6510.37 841.3052, 21643.773 6438.4526 831.87604, 21643.512 6328.334 802.28735, 21645.268 6214.888 742.8377, 21647.383 6129.578 606.253</trace>
</ink>
</file>

<file path=ppt/ink/ink111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21280.615 7734.3857 874.14984, 21272.674 7832.2886 861.9697, 21267.443 7897.204 859.3255, 21264.29 7966.838 857.7964, 21262.463 8038.57 856.8208, 21262.035 8110.453 856.54694, 21263.004 8179.365 857.9046, 21265.793 8278.36 860.9918, 21273.436 8356.059 863.1538, 21272.076 8261.237 862.2539, 21262.568 8164.5996 859.1166, 21248.588 8041.7583 856.5315, 21238.047 7951.4688 855.54376, 21230.47 7842.5923 856.82654, 21245.346 7739.171 858.7328, 21279.31 7668.2246 861.0043, 21366.852 7610.9756 863.18744, 21481.99 7603.09 864.62683, 21574.217 7667.1904 864.8528, 21611.832 7740.8574 863.783, 21568.535 7819.9736 863.5449, 21458.729 7877.3076 862.16315, 21364.27 7904.2466 860.8421, 21279.795 7907.1016 859.20105, 21216.102 7904.2134 849.6389</trace>
</ink>
</file>

<file path=ppt/ink/ink111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13818.984 6509.4146 874.14984, 13914.119 6514.2495 868.56757, 14025.745 6545.2207 866.34686, 14106.744 6602.7236 863.9092, 14098.35 6671.946 861.541, 14052.771 6741.682 857.05096, 13964.011 6830.767 849.0067, 13879.559 6922.4473 848.6259, 13843.611 6995.076 852.9028, 13895.442 7076.3696 856.25275, 14021.148 7088.9966 853.8612, 14109.753 7092.191 840.6934, 14176.225 7077.036 409.23016</trace>
</ink>
</file>

<file path=ppt/ink/ink111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13818.984 6781.9185 874.14984, 13922.026 6768.7036 862.1206, 14049.547 6751.6475 853.1539, 14124.949 6741.314 840.5762, 14187.762 6735.2466 549.9937</trace>
</ink>
</file>

<file path=ppt/ink/ink111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14251.036 6856.895 874.14984, 14369.703 6843.829 865.10614, 14451.436 6834.1436 855.31165</trace>
</ink>
</file>

<file path=ppt/ink/ink111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14251.036 6977.3755 874.14984, 14338.886 6980.8 863.98236, 14423.54 6978.6616 861.0458, 14490.154 6978.3325 802.45734</trace>
</ink>
</file>

<file path=ppt/ink/ink111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14683.088 6916.877 874.14984, 14722.947 6820.456 862.9169, 14764.847 6711.766 859.56805, 14795.281 6595.9966 858.64606, 14810.879 6524.1895 861.83875, 14844.264 6626.541 855.88763, 14852.632 6716.447 850.5975, 14859.173 6784.0337 847.46967, 14868.317 6857.5 840.5522, 14886.812 6970.086 821.03156, 14915.871 7047.874 791.97363, 14937.919 7111.595 492.3211</trace>
</ink>
</file>

<file path=ppt/ink/ink111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15025.054 6599.9043 874.14984, 15051.936 6707.339 868.25024, 15129.188 6817.2344 866.5038, 15193.306 6928.7334 866.92847, 15173.753 7005.1064 866.73376, 15109.943 7061.689 759.31537</trace>
</ink>
</file>

<file path=ppt/ink/ink111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14995.637 6599.9043 874.14984, 15089.988 6549.286 861.83014, 15214.095 6503.3496 858.48096, 15287.754 6476.4126 854.17004, 15350.931 6460.4136 563.806</trace>
</ink>
</file>

<file path=ppt/ink/ink111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13282.138 8321.276 874.14984, 13311.992 8228.01 863.181, 13349.247 8115.1377 858.45013, 13387.015 8010.6367 856.8944, 13430.231 7927.4385 859.5556, 13479.215 8011.8223 858.6382, 13488.81 8124.2344 853.02484, 13491.819 8189.942 846.6782, 13498.281 8286.66 827.62524, 13502.89 8352.257 789.94934</trace>
</ink>
</file>

<file path=ppt/ink/ink112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13677.42 8208.034 874.14984, 13703.145 8141.8037 864.2551, 13741.098 8058.525 865.08276, 13790.069 7994.1206 866.978, 13868.002 8054.702 861.7142, 13893.734 8163.6733 860.85815, 13896.626 8229.322 861.76166, 13868.884 8329.982 863.05054, 13803.687 8318.963 865.3305</trace>
</ink>
</file>

<file path=ppt/ink/ink112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13877.817 7792.2993 874.14984, 13963.581 7748.574 869.59955, 14028.107 7800.565 866.80524, 14015.742 7882.703 865.2737, 14010.678 7962.0684 866.4991, 14098.462 7970.1377 862.8967, 14164.872 7973.0303 853.3274</trace>
</ink>
</file>

<file path=ppt/ink/ink112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14548.878 8049.29 874.14984, 14546.259 7985.319 870.7648, 14596.644 8068.692 865.44946, 14570.67 8145.345 860.0901, 14533.565 8238.575 859.8725, 14532.525 8313.131 860.62787, 14602.223 8323.536 856.04987, 14708.214 8257.476 847.7021, 14782.433 8183.0615 842.195, 14839.544 8095.1636 846.30585, 14926.66 8047.8633 850.7618, 14979.281 8131.29 858.6238, 14961.424 8245.59 863.0745, 14886.219 8319.393 861.33264, 14822.026 8323.792 567.31067</trace>
</ink>
</file>

<file path=ppt/ink/ink112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14906.47 7762.825 874.14984, 15000.107 7730.113 869.63837, 15055.879 7818.1553 867.2216, 15049.725 7897.803 866.8786, 15155.837 7942.693 860.8045, 15232.11 7935.239 852.47174</trace>
</ink>
</file>

<file path=ppt/ink/ink112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15516.856 8018.7817 874.14984, 15442.32 7953.8745 867.67847, 15454.703 7886.347 867.4229, 15524.989 7882.7773 867.0257, 15544.566 7967.3877 864.0811, 15490.312 8057.434 858.94806, 15427.206 8152.2183 861.0806, 15426.02 8220.265 862.25244, 15510.679 8240.745 860.2961, 15598.684 8205.266 857.9858, 15682.152 8146.7964 856.2406, 15754.786 8063.841 856.44183, 15800.546 7978.199 859.0649, 15826.914 8062.1753 857.20197, 15824.987 8167.32 849.2686, 15820.101 8239.864 844.5836, 15814.563 8316.431 844.4853, 15807.189 8425.861 846.5621, 15799.136 8522.119 851.8917, 15774.396 8439.635 854.9563, 15769.575 8323.896 847.8037, 15780.161 8217.588 847.98425, 15817.144 8133.069 849.67645, 15913.084 8063.7417 856.4648, 15977.055 8084.078 862.27527, 15928.051 8150.068 863.93335, 15845.034 8214.757 860.7446</trace>
</ink>
</file>

<file path=ppt/ink/ink112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16187.917 7565.8164 874.14984, 16093.243 7665.4897 862.921, 16031.645 7757.0273 860.78955, 16001.399 7831.239 861.3868, 16002.924 7899.691 862.10535, 16057.575 7965.3003 862.43884, 16139.101 7975.969 864.3143, 16134.455 7907.116 864.48334, 16070.546 7884.3057 862.32806, 16007.64 7866.9673 803.58673</trace>
</ink>
</file>

<file path=ppt/ink/ink112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16262.378 8109.7886 874.14984, 16285.329 8183.6396 868.4711, 16329.916 8304.186 864.49493, 16353.414 8375.055 863.50543, 16373.366 8448.512 863.7965, 16389.404 8523.647 864.579, 16399.86 8597.502 864.79297, 16402.936 8665.894 865.3514, 16379.57 8779.637 865.5345, 16303.978 8847.703 866.31396, 16181.973 8880.1875 865.972, 16109.623 8888.086 864.9246, 15998.83 8895.195 862.5, 15906.552 8895.366 860.1398, 15824.955 8891.523 858.42346, 15712.62 8884.577 857.6128, 15613.364 8880.45 857.97363, 15525.427 8878.7 858.44073, 15415.881 8877.471 858.39874, 15347.1045 8874.9 858.0313, 15272.996 8871.973 857.4637, 15200.605 8869.479 857.1272, 15087.824 8866.447 856.5961, 15020.981 8866.884 856.5766, 14950.165 8869.005 856.43604, 14838.799 8872.911 856.42365, 14709.94 8876.482 856.9462, 14643.293 8877.816 857.34125, 14540.517 8880.807 857.8407, 14415.384 8887.0205 858.07227, 14318.37 8891.355 858.69275, 14206.712 8892.818 859.2122, 14085.4795 8890.577 859.7774, 13993.405 8887.774 861.0314, 13879.312 8883.458 862.2385, 13778.893 8880.703 862.37866, 13714.593 8879.92 862.31335, 13611.779 8879.113 862.90674, 13507.007 8877.065 863.7458, 13389.307 8869.6455 864.70807, 13288.738 8851.903 866.0869, 13215.736 8810.446 867.24286, 13156.522 8721.84 866.3066, 13133.381 8655.913 853.70026</trace>
</ink>
</file>

<file path=ppt/ink/ink112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16560.217 7973.278 874.14984, 16628.17 7944.948 868.5171, 16738.518 7938.797 868.48254, 16805.754 7981.643 868.002, 16792.062 8078.6777 866.4378, 16808.293 8158.1357 865.1586, 16862.564 8231.613 863.7937, 16869.086 8299.125 864.23865, 16813.602 8368.852 860.99054, 16747.578 8404.636 862.4505, 16716.697 8328.435 860.98285, 16762.078 8255.597 852.4608, 16853.67 8153.12 844.99744, 16933.793 8072.323 848.4631, 17004.67 8010.2866 852.2556, 17090.396 8060.295 857.73956, 17128.549 8157.276 861.2492, 17144.002 8265.774 863.9307, 17128.805 8338.166 865.22943, 17050.244 8335.295 863.2874</trace>
</ink>
</file>

<file path=ppt/ink/ink112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17170.605 7792.2993 874.14984, 17169.783 7725.858 872.1964, 17258.814 7689.6567 869.0491, 17300.965 7770.302 865.836, 17256.607 7854.775 864.7582, 17260.29 7937.715 864.2461, 17377.533 7970.7773 857.07733, 17460.275 7966.611 836.0148</trace>
</ink>
</file>

<file path=ppt/ink/ink112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17573.242 7883.306 874.14984, 17671.705 7875.4854 867.9806, 17682.994 7952.2246 867.602, 17678.82 8017.865 866.5634, 17770.686 8097.8423 860.6557, 17823.875 8192.897 862.854, 17747.48 8271.574 862.16376, 17653.406 8267.425 864.13446, 17590.441 8257.419 867.26636</trace>
</ink>
</file>

<file path=ppt/ink/ink113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17871.082 7943.8047 874.14984, 17864.893 8033.923 867.90045, 17851.719 8154.7446 861.9261, 17840.646 8252.531 860.1334, 17834.828 8335.61 859.812, 17836.96 8438.774 859.06775, 17844.738 8530.863 860.2551, 17852.361 8597.089 863.4275, 17870.707 8509.079 847.18054</trace>
</ink>
</file>

<file path=ppt/ink/ink113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17811.33 8109.7886 874.14984, 17886.416 8083.2666 869.4476, 17971.021 8118.7607 867.9577, 17994.625 8198.111 867.04144, 17908.426 8234.414 864.2383, 17840.637 8237.743 861.7502</trace>
</ink>
</file>

<file path=ppt/ink/ink113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18020.002 7687.3315 874.14984, 18124.643 7644.053 867.6639, 18192.707 7653.975 867.56116, 18202.014 7719.0083 866.942, 18158.193 7802.8477 866.367, 18206.748 7868.1245 864.5349, 18270.98 7945.7827 865.2438, 18255.947 8029.093 865.0595, 18172.137 8063.104 864.35455, 18102.18 8084.653 862.05145</trace>
</ink>
</file>

<file path=ppt/ink/ink113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18110.088 7460.849 874.14984, 18011.38 7393.4727 870.16656, 17914.178 7336.5396 868.5223, 17816.994 7294.599 866.33344, 17735.39 7268.838 863.9868, 17608.791 7252.437 862.69543, 17541.422 7249.942 862.6162, 17423.594 7251.556 861.2915, 17353.76 7256.6494 859.73865, 17283.576 7264.4614 858.6195, 17180.441 7279.9985 857.3876, 17071.004 7310.241 858.46906, 16979.93 7341.943 858.6797, 16888.178 7385.01 859.33594, 16792.807 7440.4966 860.1203, 16709.797 7498.7905 860.0283, 16623.166 7572.3374 859.5314, 16534.844 7672.174 860.34503, 16491.285 7753.4546 860.89124, 16465.5 7833.7896 861.2225, 16447.592 7936.8687 861.3546, 16441.166 8017.0957 861.0805, 16454.541 8119.8945 860.63336, 16480.383 8201.431 860.4032, 16528.025 8295.518 860.09845, 16605.15 8402.974 859.0729, 16674.889 8484.876 857.59796, 16765.033 8568.313 857.02484, 16849.617 8636.092 857.3557, 16958.37 8703.296 856.9551, 17026.13 8735.956 856.3114, 17137.379 8782.613 855.4299, 17204.258 8803.143 855.0845, 17277.781 8820.662 854.84485, 17351.932 8834.357 854.7173, 17470.469 8851.62 854.18475, 17544.139 8856.32 854.0446, 17623.627 8857.375 853.99774, 17689.06 8857.101 854.1395, 17817.326 8844.782 854.4175, 17890.953 8831.165 854.6572, 17964.316 8813.166 854.9319, 18070.764 8782.115 855.49384, 18190.836 8731.092 856.2061, 18279.791 8682.349 857.3869, 18369.777 8609.548 858.5268, 18440.525 8531.314 858.92804, 18495.68 8440.655 858.58984, 18532.82 8338.757 858.8551, 18554.59 8252.248 859.3948, 18566.15 8144.1025 859.9805, 18566.477 8059.002 860.14526, 18549.107 7948.911 860.00836, 18523.787 7856.3877 859.5057, 18478.307 7763.726 859.38074, 18428.096 7685.7964 859.7122, 18368.842 7614.342 862.2484, 18304.5 7552.887 864.11835, 18196.496 7490.761 862.94977, 18123.822 7453.0425 859.4259, 18060.498 7434.9443 238.69635</trace>
</ink>
</file>

<file path=ppt/ink/ink113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17200.941 9256.68 874.14984, 17219.213 9324.142 871.5648, 17284.297 9418.316 857.15375, 17380.295 9508.377 854.0836, 17445.139 9563.15 857.073, 17488.377 9626.162 859.7432, 17459.24 9694.037 862.1574, 17383.25 9730.885 865.2439, 17319.861 9753.504 858.3298</trace>
</ink>
</file>

<file path=ppt/ink/ink113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17200.941 9271.675 874.14984, 17291.78 9271.674 868.9614, 17369.58 9271.674 866.64795, 17456.969 9271.674 866.1035, 17521.379 9272.728 858.3009</trace>
</ink>
</file>

<file path=ppt/ink/ink113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17587.95 9543.662 874.14984, 17669.75 9517.11 869.92194, 17748.143 9463.336 869.00323, 17666.049 9518.928 864.44006, 17655.355 9601.47 861.9587, 17705.752 9678.841 859.34863, 17802.51 9697.694 856.98395, 17870.793 9675.976 855.3461, 17935.62 9627.404 846.91235</trace>
</ink>
</file>

<file path=ppt/ink/ink113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17796.621 9302.184 874.14984, 17909.166 9309.817 862.44794, 17976.709 9306.795 860.088, 18040.69 9305.133 854.66974, 18107.209 9302.974 563.23663</trace>
</ink>
</file>

<file path=ppt/ink/ink113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18377.596 9044.677 874.14984, 18377.592 9153.015 862.87115, 18378.984 9279.12 855.8385, 18382.531 9348.504 850.3085, 18386.064 9416.441 843.5013, 18385.41 9512.708 829.30304, 18385.979 9575.476 799.0321</trace>
</ink>
</file>

<file path=ppt/ink/ink113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18422.637 9452.138 874.14984, 18356.902 9445.725 871.4507, 18269.127 9474.328 869.3553, 18250.191 9539.887 866.9611, 18321.383 9590.191 863.1726, 18395.463 9607.884 857.93427, 18472.254 9602.902 854.2857, 18539.068 9580.344 853.96405, 18599.285 9516.296 857.3188, 18597.895 9433.516 862.41626, 18543.479 9512.4795 863.8045, 18599.836 9584.992 859.7398, 18662.764 9595.923 857.43115, 18735.186 9588.13 854.947</trace>
</ink>
</file>

<file path=ppt/ink/ink114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18825.273 9286.154 874.14984, 18850.72 9360.782 864.5189, 18886.031 9459.566 862.41974, 18930.494 9554.931 865.0786, 18993.893 9579.124 865.5429, 19047.393 9486.57 863.2402, 19075.482 9389.406 864.8174, 19095.123 9300.818 865.6057, 19108.69 9237.3545 868.6016</trace>
</ink>
</file>

<file path=ppt/ink/ink114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19301.45 9377.677 874.14984, 19228.428 9406.514 869.19604, 19149.371 9459.967 868.7539, 19223.81 9469.086 862.9725, 19292.996 9465.295 863.0155, 19357.734 9524.762 863.09814, 19446.465 9548.31 862.33856, 19534.69 9516.407 859.457, 19623.22 9414.9 852.4727, 19657.592 9349.271 851.331, 19699.148 9241.484 848.7862, 19711.008 9174.267 848.9, 19716.107 9105.294 849.40875, 19713.627 9002.091 851.88214, 19664.602 8921.961 857.05756, 19576.129 8909.751 860.7906, 19519.807 8996.204 858.6906, 19488.209 9098.861 851.04785, 19480.607 9174.579 845.06586, 19480.102 9257.218 841.09814, 19487.863 9339.43 840.0585, 19504.37 9414.496 841.2112, 19545.066 9513.707 844.775, 19620.355 9563.793 848.64026, 19723.396 9554.78 852.11017, 19802.883 9518.045 855.35156, 19856.295 9437.269 855.8267, 19857.21 9332.982 858.0921, 19802.014 9264.829 860.6499, 19749.91 9366.321 862.124, 19791.408 9446.218 863.60425, 19863.107 9471.305 862.8628, 19932.102 9420.375 861.6865, 19998.799 9384.019 863.19885, 20076.52 9363.27 862.8416, 20128.049 9282.985 863.22144, 20195.084 9290.867 861.8333, 20232.268 9383.347 858.8846, 20299.764 9407.151 852.571</trace>
</ink>
</file>

<file path=ppt/ink/ink114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20374.225 9151.194 874.14984, 20346.865 9224.56 865.70685, 20327.922 9315.021 864.5946, 20355.924 9414.179 863.05646, 20437.49 9472.209 862.77765, 20534.559 9473.505 859.9208, 20607.416 9436.564 857.9817, 20677.613 9336.358 856.1812, 20681.598 9257.841 858.78955, 20592.053 9240.214 861.42737, 20549.545 9311.366 860.1473, 20541.336 9414.745 856.0313, 20564.562 9517.897 845.7251, 20582.896 9588.13 824.4462</trace>
</ink>
</file>

<file path=ppt/ink/ink114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19956.88 9332.175 874.14984, 19987.914 9417.746 868.99304, 20047.295 9497.49 867.1714, 20108.945 9561.087 863.3287</trace>
</ink>
</file>

<file path=ppt/ink/ink114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20410.078 9785.141 874.14984, 20323.895 9786.887 861.767, 20254.865 9791.649 856.16003, 20168.912 9799.308 845.58344, 20066.377 9808.43 835.6593, 19948.94 9818.888 828.41907, 19819.209 9831.922 822.4647, 19679.5 9846.435 817.16504, 19531.678 9861.745 811.6836, 19375.326 9878.694 804.55023, 19271.72 9889.9795 799.1632, 19148.686 9904.818 795.2507, 19016.06 9922.672 791.5686, 18903.87 9938.344 776.9584, 18809.924 9952.599 754.73315, 18710.121 9968.406 724.4393, 18619.906 9983.913 686.5258, 18550.56 9995.673 633.7271, 18482.67 10007.529 523.01495</trace>
</ink>
</file>

<file path=ppt/ink/ink114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18675.434 10117.107 874.14984, 18631.309 10041.096 852.7875</trace>
</ink>
</file>

<file path=ppt/ink/ink114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13207.678 10493.544 874.14984, 13215.745 10574.382 864.711, 13243.398 10687.519 857.85284, 13258.671 10762.667 853.40753, 13273.468 10848.009 848.98535, 13288.066 10941.981 846.7427, 13302.269 11045.219 844.6501, 13314.858 11150.652 840.9685, 13323.655 11226.549 837.5084, 13331.94 11309.512 836.03827, 13344.341 11452.653 834.8069, 13349.706 11539.314 835.1521, 13353.868 11616.731 839.0612, 13358.188 11724.025 848.4183, 13352.952 11788.266 863.3148</trace>
</ink>
</file>

<file path=ppt/ink/ink114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13088.174 10584.033 874.14984, 13170.241 10543.837 863.5575, 13293.879 10531.725 856.8455, 13368.049 10543.556 852.0269, 13481.322 10577.608 844.677, 13563.733 10627.31 844.8145, 13608.271 10720.82 847.43646, 13602.116 10793.137 849.85223, 13514.209 10860.084 850.6447, 13449.032 10883.64 849.32855, 13382.015 10898.792 844.6531, 13286.933 10909.71 826.92487, 13211.941 10911.606 782.8</trace>
</ink>
</file>

<file path=ppt/ink/ink114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13788.65 10735.022 874.14984, 13756.273 10818.759 865.04407, 13735.242 10881.625 857.67975, 13716.487 10958.448 851.36774, 13702.119 11023.447 846.55963, 13696.439 11150.546 839.5775, 13711.0205 11285.699 832.4332, 13734.298 11376.322 828.8691, 13767.79 11470.746 826.2703, 13793.59 11539.328 825.1072, 13827.491 11605.766 825.3776, 13871.135 11668.805 830.59985, 13951.132 11747.141 841.10156, 14038.536 11749.191 848.3635, 14113.555 11664.596 848.9116, 14172.105 11512.625 836.87024, 14198.205 11394.264 824.71124, 14218.793 11257.799 806.86884, 14231.948 11167.465 792.21124, 14240.759 11053.046 780.1975, 14242.945 10925.553 775.65515, 14236.314 10795.638 776.68317, 14227.444 10695.906 780.3955, 14214.903 10607.02 786.18945, 14192.93 10517.747 795.0381, 14163.1875 10437.701 806.19025, 14091.007 10339.139 830.99585, 14016.402 10358.531 854.6535, 13992.058 10509.36 847.32367, 13990.364 10621.223 838.19244, 13990.317 10706.293 828.83954, 13995.168 10808.117 818.32355, 14004.731 10935.54 808.07544, 14017.66 11079.958 798.07965, 14030.352 11218.771 790.9598, 14039.991 11323.058 784.6888, 14052.857 11442.895 781.1778, 14070.053 11562.07 783.37305, 14085.612 11659.797 789.8404, 14100.406 11728.099 801.86163, 14132.327 11802.582 823.5263, 14181.039 11867.867 241.45288</trace>
</ink>
</file>

<file path=ppt/ink/ink114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14265.744 11715.93 874.14984, 14341.318 11713.744 870.445, 14412.205 11740.879 869.0396, 14382.48 11831.98 867.27026, 14370.493 11896.565 865.4568, 14415.096 11984.495 862.046, 14466.14 12055.541 860.47394, 14505.776 12132.06 863.9613, 14436.98 12179.703 864.4859, 14363.038 12178.981 864.85284, 14300.1 12171.401 839.6871</trace>
</ink>
</file>

<file path=ppt/ink/ink115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16426.006 11036.999 874.14984, 16430.94 11141.296 861.6358, 16437.982 11270.27 853.19855, 16442.71 11346.179 849.8798, 16448.303 11426.947 843.7869, 16454.791 11510.27 836.4369, 16460.557 11592.588 827.93365, 16465.26 11662.939 813.74274, 16473.148 11764.28 762.8433, 16481.848 11831.416 661.17</trace>
</ink>
</file>

<file path=ppt/ink/ink115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16351.546 11051.993 874.14984, 16465.41 11003.054 866.9297, 16544.885 11016.032 863.52234, 16614.338 11050.732 860.42615, 16670.973 11129.578 858.72565, 16680.758 11194.15 858.7279, 16613.758 11264.022 858.8182, 16530.355 11305.852 846.6626, 16467.293 11332.366 815.90643</trace>
</ink>
</file>

<file path=ppt/ink/ink115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16887.473 11128.006 874.14984, 16860.424 11216.035 860.3538, 16842.38 11280.68 855.6744, 16824.998 11355.794 851.9742, 16811.453 11438.669 849.1866, 16807.365 11526.564 847.24695, 16814.64 11616.238 845.9575, 16828.594 11695.303 845.97705, 16867.756 11821.098 843.0631, 16920.613 11902.3 846.0635, 17012.11 11942.16 851.16504, 17098.934 11922.237 853.969, 17178.826 11806.094 849.1741, 17206.76 11714.94 841.4062, 17224.895 11638.936 833.4457, 17237.102 11558.457 824.96875, 17244.074 11459.197 817.0591, 17244.664 11350.988 811.74884, 17239.34 11249.68 811.7832, 17234.092 11174.957 812.5707, 17220.635 11091.277 816.1394, 17198.988 11009.611 820.65796, 17170.129 10937.067 827.47174, 17095.979 10846.7295 842.3662, 17032.688 10876.177 853.09454, 17005.902 10998.896 847.24817, 17003.291 11066.844 840.9423, 17010.855 11164.505 831.25586, 17028.662 11284.494 820.5631, 17053.807 11418.522 811.2665, 17082.443 11558.981 803.35974, 17102.299 11655.873 798.3082, 17122.791 11759.181 794.4083, 17141.064 11863.144 795.45807, 17157.506 11957.31 804.8052, 17175.44 12028.403 813.9506, 17205.277 12094.644 831.63086, 17275.4 12017.904 856.10974</trace>
</ink>
</file>

<file path=ppt/ink/ink115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17364.568 11972.403 874.14984, 17371.797 12053.451 868.0723, 17407.932 12171.477 861.4849, 17461.428 12289.431 859.9572, 17503.975 12382.265 862.2243, 17464.535 12445.313 863.58606, 17389.645 12428.644 867.3927, 17324.088 12385.265 241.82892</trace>
</ink>
</file>

<file path=ppt/ink/ink115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17304.818 11957.407 874.14984, 17378.646 11931.847 871.01074, 17464.938 11901.928 869.8584, 17548.57 11871.561 869.7853, 17614.363 11849.269 846.4115</trace>
</ink>
</file>

<file path=ppt/ink/ink115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17767.203 11595.449 874.14984, 17844.797 11573.568 864.04614, 17929.959 11519.352 861.1595, 18001.85 11429.775 859.43726, 18039.477 11314.755 858.7282, 18046.59 11251.379 857.65106, 18047.506 11160.114 857.01807, 18031.908 11085.746 858.4201, 17980.203 11016.424 861.82007, 17916.861 11070.849 861.7555, 17912.613 11185.104 851.7318, 17925.0 11278.371 842.0603, 17945.133 11384.546 833.42255, 17959.299 11457.363 825.9831, 17978.182 11544.777 818.2599, 17997.824 11640.727 815.0392, 18015.287 11735.201 816.28345, 18028.969 11812.379 819.66174, 18038.35 11914.362 830.5929, 18015.502 11830.063 858.20496, 18032.855 11721.418 853.5942, 18066.7 11640.162 856.0881, 18156.33 11659.071 856.84656, 18208.062 11741.982 855.3711, 18260.762 11819.424 859.1909, 18334.346 11819.74 860.1042, 18369.287 11756.929 858.95953, 18398.912 11682.857 863.01154, 18430.55 11747.555 861.2346, 18471.846 11821.28 863.9988, 18548.664 11779.926 865.0102, 18562.346 11713.221 864.18353, 18572.527 11637.737 863.336, 18589.363 11536.122 865.1018, 18643.342 11626.413 850.89636, 18669.023 11762.769 835.16547, 18684.416 11861.998 828.8701, 18698.97 11973.157 822.49036, 18709.69 12087.937 819.11, 18716.646 12162.628 816.27185, 18719.777 12248.024 815.009, 18716.494 12331.601 817.9694, 18712.5 12395.083 823.367, 18679.562 12490.974 837.3323, 18613.748 12515.496 849.4443, 18563.4 12449.256 855.28674, 18543.352 12370.425 856.32434, 18556.408 12247.981 854.738, 18580.871 12150.322 853.7485, 18632.273 12032.201 853.457, 18680.041 11938.569 855.57916, 18731.773 11837.41 860.8864, 18777.963 11760.298 836.4824, 18848.912 11787.49 854.2386, 18818.805 11880.599 858.1444, 18748.754 11891.236 869.3148</trace>
</ink>
</file>

<file path=ppt/ink/ink115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18884.105 11806.419 874.14984, 18957.031 11745.005 870.8264, 18952.354 11678.573 869.89526, 18888.707 11704.445 866.83234, 18878.143 11782.519 864.9259, 18922.242 11868.193 863.80756, 18985.543 11886.278 862.74445, 19059.867 11784.553 862.4327, 19100.705 11705.554 865.42035, 19164.598 11726.332 866.6215, 19179.88 11836.74 866.4115, 19200.932 11926.152 867.5099, 19267.852 11963.893 866.50806, 19328.463 11866.473 862.1607, 19346.361 11781.092 862.9548, 19352.588 11716.797 865.1295, 19370.611 11790.463 865.17847, 19401.152 11900.7705 864.2924, 19468.215 11921.289 862.12775, 19486.404 11847.573 860.82227, 19507.898 11741.139 861.3965, 19586.994 11712.001 860.9137, 19657.07 11704.437 859.9255</trace>
</ink>
</file>

<file path=ppt/ink/ink115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19748.209 11746.954 874.14984, 19683.982 11729.389 868.7058, 19611.322 11782.335 868.35266, 19686.201 11758.033 867.11365, 19749.424 11807.981 866.4527, 19817.936 11862.486 865.53516, 19908.828 11832.395 862.4246, 19963.586 11718.116 852.6221, 19996.104 11604.594 841.8024, 20006.648 11532.005 838.66125, 20011.982 11452.747 837.98047, 20010.336 11373.389 838.2186, 20001.1 11265.823 840.4697, 19975.797 11180.801 848.58093, 19908.309 11139.821 860.482, 19866.389 11208.225 860.6847, 19853.8 11273.5625 856.6589, 19845.455 11387.31 847.029, 19850.188 11455.947 844.2406, 19861.121 11529.777 842.43726, 19876.9 11602.425 842.6515, 19906.34 11707.364 845.63684, 19959.838 11778.219 851.7876, 20053.357 11788.898 861.3529, 20134.424 11676.746 863.05786, 20152.06 11587.69 863.0333, 20133.916 11511.697 863.5518, 20070.8 11501.734 863.8618, 20053.365 11583.748 862.0062, 20073.057 11696.135 854.06494, 20118.906 11769.373 855.2533, 20197.492 11780.859 857.7985, 20250.396 11689.83 859.48016, 20281.52 11615.242 863.3588, 20336.92 11704.105 861.8759, 20386.594 11632.693 859.5566, 20416.592 11560.604 861.76605, 20458.129 11668.996 862.2664, 20511.71 11742.843 864.1367, 20576.154 11783.787 859.8719</trace>
</ink>
</file>

<file path=ppt/ink/ink115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20612.312 11474.97 874.14984, 20598.35 11575.687 868.4297, 20620.78 11685.1875 867.5722, 20696.006 11733.959 865.4024, 20762.82 11722.531 862.7382, 20823.98 11654.619 859.141, 20855.041 11578.38 858.5589, 20841.75 11494.424 859.5976, 20766.64 11518.816 856.2641, 20745.285 11619.794 847.3392, 20750.662 11696.478 840.96295, 20765.469 11770.359 829.8938, 20784.291 11856.151 788.46356, 20827.09 11931.049 698.1016</trace>
</ink>
</file>

<file path=ppt/ink/ink115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20762.152 11972.403 874.14984, 20674.65 12009.269 863.4964, 20609.932 12020.061 856.714, 20528.012 12027.074 848.61664, 20430.475 12030.932 840.2577, 20319.08 12034.074 833.4156, 20196.86 12037.353 826.2242, 20093.129 12040.082 819.92896, 19994.635 12043.914 812.137, 19898.62 12047.961 806.9733, 19810.82 12051.785 802.869, 19692.809 12056.027 799.07446, 19554.297 12059.654 795.192, 19403.836 12062.37 792.10236, 19299.36 12064.142 789.8382, 19181.373 12065.283 787.2188, 19052.541 12066.925 787.1094, 18923.488 12069.634 790.862, 18804.113 12073.573 797.4313, 18703.016 12079.724 806.4112, 18634.84 12084.127 814.68427, 18536.967 12093.596 830.95844, 18463.248 12105.353 867.3681</trace>
</ink>
</file>

<file path=ppt/ink/ink116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17736.87 12651.85 874.14984, 17653.527 12639.675 857.15875, 17564.488 12630.101 837.98566, 17445.293 12622.948 816.37317, 17302.684 12619.404 809.51105, 17139.041 12620.116 797.9916, 17037.46 12620.56 773.44977, 16943.38 12618.855 731.10767, 16858.057 12621.343 701.4155</trace>
</ink>
</file>

<file path=ppt/ink/ink116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19540.457 7550.821 874.14984, 19537.777 7616.9385 772.2973</trace>
</ink>
</file>

<file path=ppt/ink/ink116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20612.312 8049.29 874.14984, 20601.475 7981.4033 862.5889</trace>
</ink>
</file>

<file path=ppt/ink/ink116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18228.674 6781.9185 874.14984, 18267.066 6703.047 859.30133, 18310.11 6613.6206 858.9001, 18370.55 6523.325 859.1706, 18436.092 6431.4355 858.0324, 18501.033 6349.452 859.48303, 18584.975 6256.4966 858.6692, 18701.854 6140.967 856.48895, 18802.486 6049.255 853.3262, 18927.027 5951.166 851.4468, 19000.395 5901.1846 850.952, 19080.338 5852.222 849.8654, 19206.64 5779.679 847.28827, 19283.934 5739.294 845.9047, 19370.688 5695.1904 844.5467, 19465.697 5648.147 842.5503, 19567.727 5602.476 840.0977, 19634.193 5572.913 837.7883, 19718.559 5541.2744 835.2179, 19815.713 5510.1216 832.40546, 19920.822 5480.922 830.2808, 20033.03 5455.4116 828.69885, 20150.326 5434.7705 827.8931, 20268.012 5419.2134 827.4862, 20347.412 5409.155 827.1463, 20444.49 5401.7637 827.06775, 20554.328 5398.6343 826.2197, 20672.355 5400.086 824.4418, 20794.498 5406.3374 823.56024, 20918.322 5418.8022 823.825, 21038.855 5436.9595 824.6362, 21120.998 5449.927 825.07214, 21218.143 5471.8022 825.5281, 21324.424 5501.4644 825.03064, 21437.486 5538.355 823.7806, 21553.084 5582.3486 822.8619, 21668.025 5632.0186 823.1987, 21773.926 5682.8955 823.99896, 21849.787 5720.374 824.2231, 21935.998 5768.8394 824.2058, 22026.059 5824.7905 824.7594, 22117.479 5888.4766 825.7878, 22188.537 5940.805 826.97626, 22253.209 5991.9346 828.14575, 22325.639 6054.283 829.07983, 22393.037 6116.698 830.12054, 22501.12 6226.268 832.4227, 22560.465 6298.011 834.69183, 22619.08 6378.255 837.3134, 22701.918 6502.6133 840.76587, 22744.193 6578.0903 841.6124, 22786.744 6662.6904 842.2197, 22826.705 6754.342 842.39886, 22863.814 6852.5073 841.8702, 22888.73 6919.2686 841.474, 22912.5 6999.3726 841.1129, 22934.504 7091.734 840.49634, 22954.07 7192.7734 839.44415, 22971.613 7301.9834 838.2131, 22985.217 7405.4688 836.6059, 22994.729 7484.579 835.0198, 23001.027 7581.197 832.9567, 23003.324 7689.3613 831.27686, 23002.053 7805.1914 829.54297, 23000.178 7895.3774 827.71014, 22996.625 7985.524 825.4012, 22990.965 8089.981 823.7514, 22981.67 8203.186 822.3046, 22966.426 8323.142 821.20245, 22944.418 8447.086 821.23193, 22929.88 8528.347 821.48193, 22906.951 8625.549 821.6646, 22876.736 8733.792 821.7583, 22840.182 8847.924 821.365, 22805.854 8945.812 821.5761, 22775.557 9027.115 821.872, 22736.67 9118.964 821.571, 22689.938 9217.12 822.8885, 22636.861 9319.366 824.5285, 22577.082 9422.256 824.53375, 22525.514 9507.653 823.77515, 22477.494 9577.048 824.2542, 22416.158 9652.358 825.43274, 22345.213 9729.88 827.1935, 22271.932 9802.759 829.0447, 22150.662 9912.342 832.2704, 22071.36 9972.645 832.4977, 21983.264 10031.49 831.7368, 21889.824 10087.04 832.5526, 21808.47 10131.919 834.014, 21739.395 10168.017 835.1359, 21655.115 10203.906 835.0864, 21559.336 10235.827 835.15704, 21454.074 10262.142 834.4054, 21378.926 10280.11 833.8094, 21293.643 10296.214 832.72534, 21194.977 10310.408 831.8604, 21088.94 10321.38 831.8647, 20992.031 10327.662 831.95776, 20915.074 10331.318 831.7419, 20820.592 10328.829 830.2168, 20714.71 10319.7 829.331, 20602.418 10305.205 828.10425, 20486.637 10286.718 827.1952, 20392.824 10270.888 827.45996, 20309.566 10255.896 827.6411, 20217.232 10236.004 828.8315, 20118.97 10210.393 830.63513, 20017.332 10177.607 831.14825, 19911.018 10136.673 832.47577, 19837.201 10107.553 833.6746, 19754.049 10069.838 833.57916, 19659.168 10021.955 832.3389, 19558.621 9966.554 829.8212, 19466.67 9912.255 828.1248, 19397.53 9870.415 827.13153, 19318.21 9820.236 826.6771, 19232.938 9764.127 828.3427, 19145.73 9700.724 829.977, 19057.635 9630.974 830.87476, 18987.21 9573.748 831.9685, 18923.838 9518.644 833.2594, 18852.875 9451.77 834.0886, 18778.252 9375.062 834.7987, 18704.559 9294.93 834.67664, 18599.994 9173.799 834.54584, 18539.314 9093.53 833.57495, 18476.176 9004.115 832.80316, 18414.04 8906.939 831.14215, 18359.375 8814.028 829.1945, 18320.277 8745.999 827.6424, 18278.639 8664.597 827.8429, 18236.637 8572.327 829.33124, 18195.98 8471.303 831.3151, 18166.914 8396.619 832.84546, 18137.635 8312.07 833.2531, 18107.852 8211.555 832.27844, 18081.643 8102.8833 830.05707, 18061.633 7988.0156 828.21155, 18048.535 7873.7266 828.07825, 18040.033 7793.7095 828.1022, 18035.383 7697.444 828.02686, 18033.547 7592.6626 828.0364, 18034.822 7484.204 828.1437, 18037.963 7377.507 829.43994, 18041.295 7290.4805 831.97314, 18045.402 7220.408 835.6924, 18051.105 7146.0996 839.98315, 18056.16 7071.8047 845.552, 18061.588 6993.086 855.621, 18063.854 6923.008 865.059, 18070.238 6857.083 244.12367</trace>
</ink>
</file>

<file path=ppt/ink/ink116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6264.51 11822.449 874.14984, 6227.7925 11753.609 867.76154, 6182.847 11670.016 862.82574, 6140.4995 11597.505 860.3199, 6084.5903 11522.284 858.8555, 6003.5117 11430.739 856.5501, 5889.4087 11319.991 851.24347, 5769.991 11217.756 843.8961, 5686.3696 11157.201 838.9996, 5592.0903 11097.017 834.41986, 5491.91 11039.819 830.218, 5407.2383 10993.4795 826.4199, 5332.2393 10959.412 825.1745, 5243.3755 10928.97 825.2159, 5142.947 10905.31 826.17615, 5036.135 10890.297 826.44275, 4963.0205 10880.721 826.4652, 4868.686 10879.985 825.96576, 4758.6504 10888.64 824.5816, 4639.073 10908.124 821.68536, 4515.5635 10940.848 818.9988, 4407.724 10978.819 817.2699, 4321.6943 11013.213 814.9271, 4224.9023 11067.236 811.98553, 4126.691 11140.387 809.43304, 4035.696 11228.105 808.03064, 3973.9055 11291.161 807.80096, 3917.8323 11369.146 807.75916, 3870.958 11464.667 807.4834, 3835.9275 11571.152 808.6989, 3814.7593 11684.309 810.2482, 3808.434 11798.795 811.8893, 3804.656 11873.751 813.4357, 3815.477 11963.142 816.09644, 3842.8872 12060.727 818.34766, 3868.3896 12134.598 820.3266, 3903.4546 12210.256 820.7445, 3955.8213 12295.261 822.4433, 4023.6 12385.128 822.2676, 4099.2954 12470.933 820.7432, 4235.8003 12603.46 815.25867, 4336.652 12678.911 810.6715, 4454.216 12754.547 804.7833, 4585.1543 12828.309 798.4794, 4704.881 12890.98 795.1119, 4803.834 12940.498 793.02325, 4924.1797 12994.579 789.577, 5058.372 13047.969 788.66406, 5199.964 13097.704 788.24854, 5303.2153 13132.18 788.1095, 5409.627 13162.02 789.64343, 5524.4526 13182.306 793.9806, 5639.805 13187.606 799.854, 5749.92 13175.488 807.8784, 5846.956 13147.278 814.3355, 5913.8164 13125.654 820.298, 5982.9346 13081.577 825.12555, 6050.9087 13020.0205 826.9588, 6114.574 12944.3955 828.1757, 6162.4146 12879.353 829.85724, 6202.346 12814.481 830.59393, 6239.0903 12733.41 832.1046, 6269.2656 12643.575 833.12256, 6293.289 12547.965 833.074, 6308.7397 12483.882 829.8363, 6321.48 12409.622 824.28046, 6330.381 12331.117 816.88947, 6335.8467 12252.644 806.4561, 6337.2104 12181.621 787.86163, 6331.275 12077.644 726.47504, 6300.9604 11986.459 645.52997, 6276.242 11921.903 474.26123</trace>
</ink>
</file>

<file path=ppt/ink/ink116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13031.18 11008.56 874.14984, 12934.574 10934.496 852.9069, 12863.72 10891.588 840.10504, 12780.068 10849.252 836.01294, 12684.777 10811.294 832.7649, 12578.821 10781.512 830.30115, 12512.652 10762.966 828.6496, 12422.982 10751.684 826.51965, 12317.191 10750.542 823.78735, 12224.65 10753.71 818.12445, 12138.726 10762.459 814.26575, 12038.297 10785.86 811.53564, 11933.09 10824.831 811.3056, 11829.708 10879.746 810.2825, 11759.551 10919.827 809.61334, 11688.448 10976.978 809.49316, 11619.082 11055.77 809.9886, 11558.328 11151.923 809.91614, 11514.316 11240.138 810.3388, 11481.709 11318.76 810.6757, 11459.232 11417.839 810.55615, 11448.817 11530.804 810.399, 11451.722 11653.8125 809.6383, 11468.766 11783.087 808.7884, 11483.899 11880.634 808.02075, 11511.931 11977.929 806.5525, 11559.814 12088.305 804.15405, 11629.318 12205.674 801.4189, 11710.79 12316.72 798.02325, 11772.259 12396.804 794.6894, 11861.807 12487.103 790.9046, 11972.796 12577.977 786.85876, 12098.957 12662.607 784.0015, 12200.157 12724.109 782.21014, 12300.626 12776.738 780.9657, 12419.502 12822.224 780.4229, 12548.561 12855.732 781.9048, 12681.83 12874.69 785.28894, 12814.933 12878.104 790.4799, 12907.235 12879.149 795.5721, 13005.672 12866.425 800.3716, 13111.665 12838.635 804.4569, 13219.619 12797.102 807.4148, 13314.243 12750.648 810.7819, 13385.464 12712.31 815.2022, 13459.732 12653.656 819.11945, 13527.198 12574.929 821.7772, 13611.105 12438.832 822.3472, 13638.558 12335.84 818.852, 13651.307 12214.4 814.806, 13652.961 12103.901 811.15967, 13648.798 12007.706 807.98114, 13629.126 11889.855 803.67255, 13594.678 11762.174 799.70605, 13546.46 11632.854 795.482, 13487.458 11508.434 776.37836, 13437.436 11413.381 749.3455, 13389.699 11333.575 714.9346, 13333.1875 11257.094 673.9463, 13273.733 11191.364 626.0914, 13184.247 11107.223 511.32004, 13119.578 11053.237 377.97202</trace>
</ink>
</file>

<file path=ppt/ink/ink116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21350.48 11158.514 874.14984, 21281.66 11068.546 859.0221, 21159.867 10946.684 842.2369, 21075.43 10883.98 836.73236, 20974.676 10825.157 829.736, 20896.582 10782.099 823.75195, 20811.74 10746.423 818.7575, 20734.9 10720.53 815.1388, 20651.943 10697.529 808.09705, 20544.76 10682.887 803.44135, 20423.871 10682.741 799.9381, 20297.744 10699.743 798.4762, 20171.564 10735.202 797.4669, 20082.793 10763.948 797.0897, 19991.963 10807.626 796.89294, 19895.955 10870.227 797.60266, 19801.734 10948.635 797.62036, 19718.877 11031.37 799.1527, 19601.928 11171.709 804.0609, 19548.5 11264.92 808.1407, 19504.96 11367.844 812.49365, 19476.707 11446.623 816.3519, 19457.037 11528.663 819.1208, 19451.553 11624.586 821.37665, 19464.799 11729.952 821.8832, 19497.326 11840.862 821.4755, 19548.938 11954.157 819.7843, 19583.355 12028.814 818.2235, 19642.219 12118.267 814.456, 19719.178 12214.004 809.8161, 19809.77 12310.519 804.92883, 19892.621 12391.9795 801.73804, 19963.953 12458.272 799.0173, 20052.621 12530.875 797.9424, 20153.088 12603.898 797.67395, 20261.775 12674.08 799.1041, 20338.723 12722.165 801.15656, 20426.701 12770.56 803.8772, 20528.73 12816.315 807.3884, 20639.867 12854.717 811.30927, 20750.746 12883.071 814.4429, 20827.99 12901.785 816.43036, 20922.965 12913.769 818.2965, 21027.834 12917.115 819.8349, 21136.838 12910.311 822.24835, 21246.238 12891.083 824.26526, 21336.533 12867.504 826.14813, 21411.309 12842.439 827.5498, 21492.896 12800.814 827.95984, 21574.35 12743.551 827.81793, 21651.217 12670.32 828.4039, 21752.643 12551.279 828.77264, 21798.785 12462.841 827.7561, 21836.047 12360.526 825.8636, 21861.393 12268.148 824.3902, 21878.889 12188.088 822.5801, 21887.102 12090.134 820.04663, 21883.182 11981.856 817.7427, 21866.547 11869.505 817.12665, 21854.184 11793.178 817.3527, 21829.42 11709.02 819.6776, 21790.9 11620.352 821.3731, 21740.562 11533.573 819.64575, 21689.42 11461.056 815.7075, 21591.916 11350.908 796.8863, 21525.348 11299.744 776.5054, 21452.846 11253.887 748.1337, 21349.242 11193.222 667.1453, 21283.773 11156.995 534.0655</trace>
</ink>
</file>

<file path=ppt/ink/ink116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498.91284 7807.294 874.14984, 606.26404 7832.6655 867.76373, 679.5025 7844.527 864.81604, 799.6413 7858.472 857.5818, 915.50726 7862.4 845.61676, 984.26074 7860.461 837.0493, 1060.2924 7855.428 824.98914, 1133.0579 7846.802 806.694, 1213.7388 7838.351 758.69934, 1278.0366 7828.7715 566.6268</trace>
</ink>
</file>

<file path=ppt/ink/ink116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1020.13306 7656.306 874.14984, 1087.0166 7691.953 868.79675, 1162.9629 7732.34 864.7383, 1232.8679 7791.411 864.20715, 1274.9952 7858.6187 864.2378, 1257.1874 7969.701 862.141, 1218.1024 8054.377 859.49506, 1154.577 8106.4585 853.65533, 1090.4025 8143.279 735.95404</trace>
</ink>
</file>

<file path=ppt/ink/ink116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4908.601 11912.939 874.14984, 4974.721 11922.667 872.4599, 5059.9497 11918.371 872.2756, 4984.507 11906.595 858.95844, 4900.6143 11911.336 852.1423, 4768.1636 11920.241 848.0885, 4685.7974 11923.619 847.05554, 4596.036 11925.812 846.3301, 4531.0044 11927.235 845.9021, 4456.9927 11929.235 845.09625, 4367.1665 11932.371 843.13824, 4264.7944 11935.306 840.9896, 4168.6577 11937.834 838.6852, 4093.1174 11939.744 836.6203, 4003.9941 11941.315 830.93994, 3908.3496 11943.604 822.2731, 3811.1108 11946.551 810.4677, 3743.306 11948.887 790.7755, 3671.1492 11952.736 763.0795, 3594.3496 11957.975 727.8819, 3518.575 11963.191 685.7185, 3447.229 11967.791 636.83374, 3346.8767 11973.543 520.5492, 3248.1177 11977.337 388.51346, 3181.461 11980.213 137.5678</trace>
</ink>
</file>

<file path=ppt/ink/ink117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4267.8774 11761.95 874.14984, 4322.687 11825.606 862.66534</trace>
</ink>
</file>

<file path=ppt/ink/ink117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2212.4128 1468.8845 874.14984, 2302.365 1462.9338 871.15765, 2389.3171 1459.1671 854.73224, 2469.6824 1456.6393 853.55023, 2540.3018 1455.1301 855.50836, 2657.2744 1458.5938 856.4276, 2727.918 1461.484 856.03925, 2795.5183 1463.9686 855.2543, 2903.491 1467.2667 856.6942, 2968.682 1468.4491 856.9628, 3040.3674 1469.2183 857.2919, 3117.4185 1470.8217 857.1954, 3182.6523 1472.4159 856.75244, 3310.7578 1477.4088 855.52466, 3387.697 1479.755 854.865, 3470.6758 1481.6393 854.1576, 3534.1829 1482.9685 853.33563, 3599.6987 1483.9052 852.9975, 3675.1812 1485.7946 852.753, 3757.4412 1488.674 852.5523, 3836.1616 1491.5905 852.45526, 3972.5396 1496.0936 852.25946, 4058.0518 1497.8821 851.191, 4150.71 1499.2186 849.9539, 4220.461 1500.3778 849.3818, 4292.878 1501.9349 848.8652, 4376.797 1504.7809 847.724, 4469.0527 1507.5305 846.9441, 4567.7036 1510.0295 846.2629, 4670.9424 1513.4744 845.55994, 4738.157 1515.7181 844.9434, 4820.905 1518.9913 843.8817, 4914.3096 1522.3972 842.3547, 5016.5884 1525.3429 840.88165, 5112.107 1527.4966 838.9842, 5188.683 1529.0092 836.8086, 5281.986 1529.9679 835.78296, 5385.168 1531.4952 834.36304, 5494.4316 1533.0289 833.72754, 5607.321 1534.919 832.80646, 5699.6304 1536.5565 831.7268, 5783.539 1538.4705 831.4534, 5856.0737 1540.0728 832.30743, 5929.453 1541.647 833.0966, 6022.415 1543.0333 833.016, 6128.299 1544.2996 832.2731, 6243.4937 1545.1227 830.2716, 6363.4487 1544.3616 828.4507, 6451.0166 1543.573 826.48883, 6542.852 1542.6006 824.5809, 6648.6 1542.3297 824.0956, 6763.9697 1542.5088 824.22626, 6873.472 1542.0693 824.19836, 6955.836 1541.5934 823.8701, 7054.417 1540.7295 823.7165, 7163.865 1540.7124 823.03784, 7280.0337 1540.1512 823.4851, 7368.663 1539.3586 824.1826, 7457.732 1537.8254 824.97095, 7561.458 1535.733 826.0052, 7675.222 1533.8186 826.43933, 7795.824 1532.2021 825.6219, 7921.6895 1532.4429 824.109, 8008.057 1532.728 823.0264, 8105.5073 1534.996 821.40967, 8212.91 1536.6459 821.7006, 8325.158 1536.8086 822.8751, 8423.148 1535.4807 825.28845, 8502.948 1533.6864 827.42255, 8596.264 1529.5994 830.1568, 8699.336 1523.8318 832.1697, 8809.397 1517.1527 833.45557, 8887.469 1512.5535 834.36066, 8974.676 1508.3351 833.92786, 9073.848 1503.3641 834.5607, 9180.104 1497.9291 835.01953, 9276.393 1493.6865 835.5972, 9353.236 1490.5697 835.37366, 9445.359 1488.0051 835.4205, 9545.439 1486.3789 834.35675, 9614.926 1485.3632 833.639, 9693.626 1484.7429 833.66254, 9782.189 1484.3429 836.3294, 9874.812 1484.0988 839.5091, 9967.702 1483.9703 842.1934, 10050.149 1483.9164 844.68726, 10177.193 1483.8798 849.1657, 10242.765 1483.8798 851.63116, 10306.038 1483.8798 854.4666, 10396.021 1483.8798 859.4096, 10480.229 1484.4303 860.9392, 10544.159 1485.6898 860.94275</trace>
</ink>
</file>

<file path=ppt/ink/ink117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2802.5774 2722.2952 874.14984, 2737.0208 2721.7957 869.6739, 2829.55 2708.477 857.8536, 2915.276 2708.383 852.96094, 3002.0198 2711.3586 849.2507, 3130.5364 2713.437 848.88965, 3195.3367 2712.5356 849.1665, 3308.6538 2710.4744 851.2482, 3383.7156 2709.368 852.3075, 3465.7595 2708.6494 853.0522, 3552.9158 2708.1646 852.84955, 3625.3352 2707.8499 852.7666, 3691.7927 2707.6145 852.685, 3771.1475 2707.4575 852.03705, 3859.538 2707.3726 850.88824, 3954.8604 2707.3303 849.6347, 4056.1802 2707.3066 847.2593, 4137.425 2707.2996 844.351, 4213.7485 2707.2996 842.25934, 4304.329 2706.0154 840.6365, 4384.8667 2704.7952 839.915, 4456.954 2703.6536 838.98016, 4545.615 2703.6458 838.51465, 4645.477 2702.9067 836.9897, 4753.9136 2700.9583 835.37445, 4826.3022 2699.6118 834.1261, 4916.0635 2697.9001 832.7252, 5019.5283 2696.053 833.0156, 5131.137 2694.67 832.22125, 5229.067 2693.787 831.3674, 5311.162 2693.2197 830.29535, 5408.609 2692.8547 829.27893, 5514.759 2692.6074 829.1778, 5626.2305 2692.4568 829.4303, 5702.715 2692.379 830.0161, 5790.174 2692.329 830.75555, 5888.1855 2692.3079 832.29095, 5993.353 2692.3042 831.8054, 6089.091 2692.3042 832.0398, 6164.0825 2692.3042 832.7144, 6250.081 2692.3042 834.4213, 6339.626 2692.3042 837.68097, 6427.25 2692.3042 840.681, 6508.0864 2692.3042 843.9792, 6622.3804 2692.3042 849.9613, 6734.2544 2695.5972 857.25244, 6820.729 2706.7114 862.5966, 6886.982 2718.855 844.1486</trace>
</ink>
</file>

<file path=ppt/ink/ink117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3225.4368 3642.7036 874.14984, 3315.3892 3648.0806 871.1931, 3443.759 3658.2441 866.2315, 3515.2717 3663.5183 863.5323, 3578.0977 3668.1016 861.4531, 3677.0886 3676.1423 858.97327, 3799.6443 3684.832 858.4716, 3898.1387 3691.7515 858.2735, 4029.6633 3698.805 857.6817, 4097.0986 3701.813 857.3814, 4213.5557 3707.382 857.0203, 4287.1157 3710.7776 856.5975, 4369.5015 3713.7012 856.04834, 4433.5684 3715.689 855.24884, 4501.4775 3717.236 854.1012, 4583.4756 3718.2202 852.2207, 4674.218 3718.8389 849.74567, 4770.6357 3719.2317 847.29834, 4871.4863 3719.4739 845.24365, 4941.849 3719.6272 843.6666, 5023.987 3719.7017 842.0602, 5120.6523 3719.7334 840.57336, 5228.021 3719.7432 837.6761, 5328.975 3719.7493 834.61127, 5408.5894 3719.7493 832.15173, 5505.482 3719.7493 829.3892, 5613.2856 3719.7493 827.9209, 5727.5293 3719.7493 826.5432, 5814.321 3719.7493 825.44147, 5903.6016 3719.7493 825.9649, 6008.101 3719.7493 826.5615, 6124.357 3719.7493 826.50616, 6233.1553 3719.7493 826.5149, 6318.209 3719.7493 826.25, 6420.5894 3720.8499 824.73285, 6533.8115 3723.3992 824.16315, 6653.7593 3726.1575 823.7589, 6780.6943 3728.5015 823.8259, 6883.69 3730.2537 823.62354, 6981.3853 3731.5305 822.401, 7094.154 3732.7268 820.3364, 7216.0405 3733.5044 818.2264, 7339.628 3734.0103 817.3257, 7423.2114 3734.3381 816.63776, 7524.194 3734.537 817.40753, 7637.789 3733.3584 818.0227, 7762.848 3729.2751 818.2842, 7868.642 3724.9072 817.83356, 7966.0957 3720.102 817.0181, 8084.4614 3714.5913 815.0675, 8217.148 3710.0876 812.3226, 8357.574 3705.7256 809.9916, 8449.501 3702.8574 807.724, 8565.303 3700.259 805.9043, 8694.4 3699.8545 803.40155, 8833.427 3701.4436 801.9641, 8950.264 3702.52 801.39655, 9058.385 3703.243 801.89276, 9192.194 3697.8699 802.127, 9278.423 3694.4087 800.5245, 9358.846 3693.1213 803.2888, 9423.085 3688.2073 799.7809</trace>
</ink>
</file>

<file path=ppt/ink/ink117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3091.225 5604.0015 874.14984, 3171.0645 5605.0117 868.18097, 3236.446 5609.8887 864.2707, 3333.9773 5621.23 861.5968, 3438.415 5634.901 860.3485, 3505.3752 5645.2183 859.6322, 3577.7937 5655.2905 858.06915, 3699.7449 5669.1484 855.4981, 3785.1975 5675.5 852.88464, 3883.4092 5681.6045 849.23157, 3991.8667 5686.4375 844.9171, 4094.2434 5689.9385 839.6623, 4175.82 5692.3584 834.18384, 4277.7095 5693.871 829.1305, 4393.7573 5694.784 824.97614, 4521.9814 5695.3345 821.49396, 4611.8237 5695.684 818.44147, 4719.2593 5695.8833 814.58923, 4846.2783 5694.702 810.3322, 4987.29 5692.072 805.87866, 5138.35 5687.7827 803.24554, 5287.4004 5682.407 801.1028, 5394.7495 5678.374 798.93085, 5525.504 5674.102 796.69916, 5670.151 5669.49 794.7834, 5822.8135 5663.9243 794.17413, 5979.0273 5660.3057 792.9074, 6135.667 5658.321 781.7338, 6291.824 5656.498 762.4911, 6443.3623 5654.627 735.4094, 6542.7295 5653.4233 699.996, 6655.223 5651.022 657.1206, 6771.5737 5647.2686 607.3392, 6884.5293 5643.3833 551.2154, 6989.098 5639.967 489.39005, 7075.0005 5638.8193 422.65115, 7137.756 5638.5015 353.19162, 7257.166 5649.725 224.18831, 7322.509 5657.081 58.5732</trace>
</ink>
</file>

<file path=ppt/ink/ink117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1630.5214 955.9376 874.14984, 1611.7148 1054.8634 866.46277, 1594.9329 1160.9584 849.0404, 1584.1995 1229.8772 842.25903, 1564.8225 1359.8096 832.60455, 1550.1921 1462.3666 827.87805, 1531.0759 1579.5177 823.2551, 1507.5043 1707.4333 815.2825, 1486.5598 1816.7086 795.8941, 1469.9034 1901.7455 769.7994, 1452.6091 1981.7904 737.0187, 1439.0537 2046.5198 692.7063, 1422.7688 2117.8242 578.81885</trace>
</ink>
</file>

<file path=ppt/ink/ink117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1481.6013 1408.3857 874.14984, 1550.9631 1414.215 847.2749, 1641.1675 1414.6667 854.0301, 1739.4845 1412.3314 855.66125, 1845.2805 1412.8873 856.3494, 1914.2529 1419.3357 854.8134, 1978.1837 1427.1134 422.90802</trace>
</ink>
</file>

<file path=ppt/ink/ink117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2063.4927 955.9376 874.14984, 2069.0815 1019.45966 863.6869, 2072.1836 1084.263 853.1409, 2073.474 1168.988 842.3743, 2071.0876 1269.0076 833.0243, 2063.56 1377.1849 825.6682, 2058.5505 1446.9757 820.50476, 2047.8323 1539.0771 818.07086, 2029.0887 1683.2649 812.17163, 2015.3478 1771.5919 803.0343, 2003.2921 1845.7883 787.9871, 1985.2255 1930.4365 747.4205, 1969.6168 1994.6522 594.1629</trace>
</ink>
</file>

<file path=ppt/ink/ink117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2271.2454 1770.8612 874.14984, 2255.0781 1675.5994 870.37305, 2331.0652 1611.8213 867.4676, 2373.9458 1731.1315 857.93774, 2361.156 1811.262 848.6735, 2331.7546 1898.0944 839.63, 2272.5781 2026.0609 825.83746, 2222.3552 2092.8384 828.38226, 2117.5298 2166.6387 835.9878, 2046.9857 2148.8674 848.3166, 2116.6877 2164.2112 860.59235, 2222.4778 2216.0327 860.2361, 2317.6843 2235.2263 859.16864, 2393.1323 2215.9866 858.5206, 2446.1895 2141.8196 856.53436, 2483.945 2077.2773 830.8574</trace>
</ink>
</file>

<file path=ppt/ink/ink117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2853.137 1136.9169 874.14984, 2794.976 1226.6727 860.89215, 2762.3167 1289.6122 852.7847, 2728.1672 1361.7903 845.33704, 2681.5288 1475.4633 835.83856, 2650.3572 1580.531 835.8431, 2640.4497 1654.0265 834.279, 2642.903 1727.3756 835.21594, 2664.5203 1834.1498 840.4485, 2751.364 1901.8882 847.76166, 2841.5598 1919.0062 852.50745, 2972.2349 1860.9204 846.7202, 3035.3574 1811.0442 842.6441, 3132.3682 1710.7593 833.23206, 3179.8728 1636.2773 829.9981, 3221.1846 1553.2203 828.06366, 3251.656 1486.3701 827.34515, 3272.5874 1423.4937 827.90717, 3284.8848 1352.1312 830.49915, 3285.6338 1279.3999 834.1976, 3275.1423 1214.4407 838.416, 3239.471 1121.3018 845.87537, 3136.0894 1053.1171 851.0507, 3029.4822 1028.8978 850.97504, 2964.9487 1041.0869 848.7731, 2901.8162 1073.8209 846.0429, 2817.403 1155.482 831.94104, 2762.7683 1227.6969 798.36273</trace>
</ink>
</file>

<file path=ppt/ink/ink118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1214.0969 2480.8171 874.14984, 1304.9583 2468.579 867.3735, 1371.6012 2460.574 862.95825, 1480.23 2447.721 852.40344, 1589.288 2434.6787 843.86005, 1666.7773 2425.1108 840.0419, 1760.2335 2413.321 836.6351, 1824.9507 2405.2244 832.1471, 1910.5636 2395.9512 827.66693, 2013.1017 2386.4893 825.1449, 2128.5186 2376.5417 823.1309, 2229.75 2367.6877 821.26495, 2319.0366 2359.796 819.83276, 2426.383 2350.8452 817.69543, 2545.77 2340.293 816.06946, 2670.0903 2328.5525 815.3457, 2753.7834 2320.8958 815.6659, 2848.3835 2314.7388 816.3396, 2947.4407 2310.425 819.39575, 3041.5212 2306.9336 824.59534, 3123.3132 2304.5547 831.4014, 3233.3884 2299.2983 844.3824, 3307.2173 2281.2314 856.5381, 3371.054 2261.5881 765.70294</trace>
</ink>
</file>

<file path=ppt/ink/ink118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3714.4832 1947.1868 874.14984, 3704.237 2011.4071 870.408</trace>
</ink>
</file>

<file path=ppt/ink/ink118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1139.6368 3491.198 874.14984, 1226.4733 3491.198 867.06555, 1311.0383 3495.7505 865.0956, 1375.5948 3511.6248 864.66223, 1430.7676 3583.4858 863.8395, 1429.7422 3701.226 857.4694, 1389.8854 3812.0444 847.73615, 1347.5833 3880.23 842.0653, 1298.1774 3949.3108 838.0523, 1224.2603 4046.8672 837.8391, 1154.117 4137.8936 844.04974, 1182.6511 4206.6797 853.4839, 1303.8927 4207.8022 858.71576, 1379.788 4196.197 860.27545, 1467.3806 4155.2803 859.7342, 1532.0144 4119.4106 846.7866</trace>
</ink>
</file>

<file path=ppt/ink/ink118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1154.345 3869.1863 874.14984, 1233.5049 3860.9058 865.5145, 1333.4518 3852.7275 861.27686, 1402.4325 3846.9272 859.03723, 1475.3397 3833.0083 854.47406, 1541.3064 3818.9631 840.2155</trace>
</ink>
</file>

<file path=ppt/ink/ink118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1630.5214 3913.6558 874.14984, 1727.9303 3897.3176 857.3322, 1795.069 3884.1816 809.9656</trace>
</ink>
</file>

<file path=ppt/ink/ink118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1660.857 4125.1426 874.14984, 1742.4598 4098.152 865.901, 1815.2377 4060.5962 861.40173, 1884.2372 4019.658 852.84296</trace>
</ink>
</file>

<file path=ppt/ink/ink118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2196.7854 3596.1663 874.14984, 2195.4753 3671.701 846.53784, 2177.2896 3746.3494 849.27954, 2145.7554 3828.376 848.4163, 2083.56 3954.6038 848.63745, 2038.5336 4052.0864 850.5438, 2021.7627 4124.5557 857.95233, 2087.981 4136.9395 860.94464, 2170.5994 4047.9583 857.3986, 2197.698 3947.2952 855.7192, 2191.5703 3877.227 854.82477, 2129.6475 3803.4275 856.4821, 2062.77 3715.0693 859.4953, 2079.1128 3636.1687 862.6358, 2126.1323 3572.7515 865.4485</trace>
</ink>
</file>

<file path=ppt/ink/ink118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525.5714 3773.526 874.14984, 463.5207 3870.4143 863.13666, 433.68997 3999.4539 857.5435, 428.2603 4074.258 855.37695, 428.94028 4138.289 853.8732, 441.2874 4236.721 853.18335, 466.47937 4307.6636 854.3771, 559.08655 4344.953 857.45874, 642.88293 4284.91 855.9489, 704.33746 4185.6514 850.57733, 742.40344 4051.9807 843.8885, 748.8159 3979.5776 842.8738, 743.2207 3877.3933 845.99756, 676.56354 3824.457 850.25476, 585.03186 3843.5085 814.4979, 520.97504 3861.43 723.46533</trace>
</ink>
</file>

<file path=ppt/ink/ink118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856.50476 4034.6528 874.14984, 856.5047 4113.368 868.829, 851.24146 4179.6147 8.656029</trace>
</ink>
</file>

<file path=ppt/ink/ink118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905.2256 4280.2676 874.14984, 875.6629 4345.4736 872.387, 843.92834 4409.441 687.02716</trace>
</ink>
</file>

<file path=ppt/ink/ink119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408.8254 4638.607 874.14984, 505.55594 4624.086 862.7501, 569.8965 4613.866 856.9424, 650.2053 4601.5044 850.3763, 779.1812 4582.6475 839.45184, 842.83325 4574.1206 835.8674, 914.21436 4565.077 831.8545, 1014.5401 4553.5728 824.9506, 1134.0927 4539.692 817.7441, 1265.0902 4523.845 811.337, 1355.0043 4512.947 805.59406, 1473.3173 4498.051 800.0678, 1611.3153 4478.909 794.1, 1763.527 4457.312 789.0491, 1892.9077 4439.529 786.0641, 2008.4465 4424.0996 783.08105, 2141.1836 4407.8823 762.85645, 2276.663 4392.642 734.89905, 2363.9912 4382.824 710.13544, 2449.334 4372.6704 648.7732, 2512.985 4366.7227 593.697</trace>
</ink>
</file>

<file path=ppt/ink/ink119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3623.4763 4042.9263 874.14984, 3659.2046 3967.3281 862.7127, 3714.081 3849.9707 855.6853, 3743.4639 3781.884 855.2486, 3771.051 3718.7834 855.164, 3807.2446 3636.4395 855.2777, 3836.8552 3572.3987 858.50024, 3866.7053 3638.042 857.31744, 3868.3496 3767.5208 850.9698, 3868.2224 3832.8706 844.9267, 3867.7473 3945.2273 826.1779, 3867.0376 4039.849 788.33405, 3866.1606 4110.6646 682.17944</trace>
</ink>
</file>

<file path=ppt/ink/ink119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4078.51 4009.8328 874.14984, 4093.8127 3927.5483 863.30066, 4121.359 3808.2944 861.3078, 4133.3257 3744.2397 863.35443, 4163.122 3658.4082 865.36005, 4230.5586 3691.0715 861.1045, 4277.824 3785.7356 858.8729, 4294.1016 3855.2417 857.692, 4291.463 3929.5837 860.0996, 4260.792 3992.9863 863.36755, 4211.176 4058.1814 242.1416</trace>
</ink>
</file>

<file path=ppt/ink/ink119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4327.6294 3461.7249 874.14984, 4385.668 3390.4973 870.7206, 4457.749 3426.5154 868.0633, 4448.91 3511.178 864.06396, 4424.6396 3577.5796 865.11237, 4494.2866 3644.1914 864.17096, 4591.814 3619.8267 860.7604, 4658.157 3598.6604 852.6206</trace>
</ink>
</file>

<file path=ppt/ink/ink119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4744.973 3491.198 874.14984, 4690.573 3398.0718 865.59656, 4584.001 3308.5417 854.56256, 4484.918 3254.8599 844.80505, 4387.06 3225.3105 840.2512, 4305.888 3219.3083 836.962, 4211.104 3224.3462 832.80884, 4117.5464 3238.618 828.43835, 4047.3499 3251.427 824.73834, 3960.0066 3280.2168 821.0381, 3863.8716 3324.2673 818.28546, 3767.2148 3381.7383 817.04486, 3694.6772 3430.4343 816.6903, 3629.2957 3482.3994 815.3822, 3566.082 3550.3376 816.5771, 3511.1917 3630.9517 818.5491, 3469.4314 3716.5635 821.45386, 3423.1006 3851.8467 827.0832, 3417.665 3936.791 829.7463, 3427.387 4024.5037 832.15784, 3442.4934 4093.4834 834.17303, 3500.772 4216.718 839.44806, 3625.1187 4324.574 840.94684, 3708.1191 4365.7085 839.98785, 3838.9465 4414.525 837.6183, 3924.9944 4427.9077 835.7881, 4021.847 4431.396 834.13245, 4117.5757 4425.129 832.62146, 4187.8623 4418.754 830.38525, 4272.3594 4399.7983 828.91394, 4363.7363 4367.61 828.2732, 4456.2617 4322.4844 827.4786, 4531.004 4282.2246 826.9251, 4594.7363 4240.06 822.52954, 4663.4443 4184.91 816.2168, 4730.072 4119.7065 806.9719, 4785.9224 4055.1514 789.3873, 4864.612 3946.1401 730.3151, 4895.3984 3880.7031 689.2643, 4915.5654 3816.0527 640.8708, 4931.4766 3724.4658 525.389, 4902.737 3642.171 393.77646, 4824.0044 3569.644 201.78348, 4746.72 3543.7727 112.54423</trace>
</ink>
</file>

<file path=ppt/ink/ink119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5728.581 4003.6282 874.14984, 5769.6143 3934.8838 864.91156, 5818.4707 3849.0825 860.2646, 5857.8486 3766.0227 860.85284, 5891.496 3680.617 861.0667, 5934.4507 3591.4492 861.6598, 5991.488 3683.793 859.6953, 5998.8384 3780.3838 851.2575, 6011.403 3892.0498 834.7978, 6020.314 3964.5671 802.8856</trace>
</ink>
</file>

<file path=ppt/ink/ink119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6133.9746 3889.3525 874.14984, 6147.9463 3820.3164 865.6542, 6170.72 3731.1528 865.15094, 6207.359 3650.3494 867.22644, 6284.7285 3681.216 864.7625, 6316.7925 3755.106 863.49896, 6328.029 3842.2588 864.64624, 6284.503 3917.8577 867.6992</trace>
</ink>
</file>

<file path=ppt/ink/ink119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6279.2173 3385.7131 874.14984, 6375.0366 3343.9539 870.4264, 6441.8306 3405.5679 864.72894, 6432.7124 3475.7747 863.8392, 6513.279 3538.2532 864.2107, 6586.404 3542.4885 860.27057</trace>
</ink>
</file>

<file path=ppt/ink/ink119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6935.5693 3596.1663 874.14984, 6933.1865 3659.5386 865.61896, 6898.9478 3748.9011 860.7007, 6878.8384 3825.0742 862.8792, 6948.951 3851.0085 861.7171, 7055.8955 3783.6763 852.2408, 7135.4683 3712.0156 844.4889, 7192.5415 3628.612 847.7977, 7208.3184 3703.0327 849.46655, 7205.853 3833.1648 852.33734, 7206.1704 3947.6462 855.7871, 7214.3184 4067.8716 855.7643, 7221.4136 4155.4165 858.7339, 7247.3276 4075.2637 860.1138, 7251.88 3978.4229 861.38135, 7257.2803 3879.1392 863.269, 7276.2437 3775.3796 864.2565, 7312.587 3696.4307 866.0181, 7392.895 3668.6423 868.1908, 7409.003 3772.5493 866.5682, 7357.6816 3835.6636 864.67426, 7277.296 3830.415 862.3972, 7211.881 3809.1975 858.5068</trace>
</ink>
</file>

<file path=ppt/ink/ink119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6905.2334 3642.7036 874.14984, 6816.1475 3643.0408 871.682, 6890.737 3662.3213 864.32324, 6955.128 3655.4258 748.0653</trace>
</ink>
</file>

<file path=ppt/ink/ink120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7411.7456 3355.2053 874.14984, 7417.2007 3431.8254 871.60767, 7518.4067 3502.4841 865.99146, 7629.887 3465.9077 859.7403, 7701.698 3439.076 846.6689</trace>
</ink>
</file>

<file path=ppt/ink/ink120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7635.125 3310.2192 874.14984, 7603.617 3414.2046 861.67346, 7578.5986 3537.5874 852.0461, 7564.7847 3609.739 838.87476, 7552.9663 3676.2131 231.07698</trace>
</ink>
</file>

<file path=ppt/ink/ink120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6861.1094 3688.2073 874.14984, 6791.801 3612.056 874.14984, 6850.523 3681.692 856.63916, 6835.204 3747.3916 421.19534</trace>
</ink>
</file>

<file path=ppt/ink/ink120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2822.8013 5543.5024 874.14984, 2796.2017 5607.8506 854.6279, 2761.258 5671.9873 848.84143, 2712.4763 5744.4526 843.46674, 2653.378 5818.4663 843.8368, 2550.9138 5929.0317 837.90607, 2470.7356 6011.392 824.48315</trace>
</ink>
</file>

<file path=ppt/ink/ink120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2554.3774 5680.0127 874.14984, 2590.8645 5776.305 862.7854, 2615.0474 5839.8604 860.2017, 2639.168 5906.137 857.4023, 2674.6868 5994.9136 855.9545, 2715.0605 6067.304 859.58356</trace>
</ink>
</file>

<file path=ppt/ink/ink120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2957.0132 5875.47 874.14984, 3040.7163 5871.229 865.12177, 3133.3186 5865.765 860.44214, 3214.6885 5859.7485 851.7138, 3292.543 5853.2363 827.5571</trace>
</ink>
</file>

<file path=ppt/ink/ink120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3016.765 6041.454 874.14984, 3112.6838 6049.8164 862.4994, 3243.277 6040.982 853.4847, 3313.5107 6024.598 846.7122, 3400.741 6008.112 828.0496, 3466.7383 5987.3564 227.68344</trace>
</ink>
</file>

<file path=ppt/ink/ink120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3902.012 5537.2983 874.14984, 3968.7444 5527.405 869.32587, 4044.6223 5545.5884 868.9429, 4087.4646 5635.12 866.3026, 4023.8667 5739.0615 858.4539, 3945.6924 5830.217 846.76917, 3850.5378 5931.5396 844.20807, 3815.5286 6035.113 848.3364, 3906.7122 6111.726 849.4547, 4007.3245 6103.283 852.0975, 4082.7773 6052.557 857.9522, 4105.478 5984.38 857.7771, 4052.9956 5893.0195 855.82916, 3965.96 5810.8916 850.5852, 3881.6353 5739.9443 849.25775, 3827.1313 5660.9 853.577, 3829.9338 5594.851 858.3145, 3855.7825 5532.014 575.94666</trace>
</ink>
</file>

<file path=ppt/ink/ink120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4208.1255 5875.47 874.14984, 4281.52 5878.3516 835.48944, 4373.461 5877.952 671.41534, 4465.478 5873.246 572.20996, 4535.4097 5869.179 361.02844</trace>
</ink>
</file>

<file path=ppt/ink/ink120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7937.5615 4032.0674 874.14984, 7979.9146 4106.5894 861.97455, 7962.7876 4181.2065 855.32043, 7941.8145 4260.7007 849.2603, 7903.2676 4369.967 848.9561, 7871.4434 4446.0796 852.8084, 7897.325 4374.4854 855.3762, 7925.469 4298.047 854.54944</trace>
</ink>
</file>

<file path=ppt/ink/ink121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7874.133 4034.6528 874.14984, 7938.647 4057.544 869.08594, 8008.618 4126.9272 862.82495, 8045.1787 4193.15 860.4204, 8089.69 4285.8545 859.7869, 8131.76 4354.2666 859.76227, 8195.61 4390.766 862.3123, 8267.179 4282.4077 862.60486, 8278.738 4183.685 857.408, 8288.28 4090.7917 843.89325, 8300.451 4022.416 811.5156</trace>
</ink>
</file>

<file path=ppt/ink/ink121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8350.31 4422.983 874.14984, 8348.977 4496.1475 865.0707, 8349.028 4587.4653 866.80743, 8414.29 4571.778 861.30206, 8451.855 4472.703 852.94183, 8476.092 4387.5234 840.6007, 8494.658 4322.415 809.70654</trace>
</ink>
</file>

<file path=ppt/ink/ink121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8633.441 4231.145 874.14984, 8726.392 4214.1 863.17706, 8817.621 4205.691 859.28625, 8884.194 4201.557 830.7659</trace>
</ink>
</file>

<file path=ppt/ink/ink121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8678.485 4381.616 874.14984, 8794.757 4340.8594 858.44916, 8860.824 4309.4985 851.3476, 8923.922 4280.85 835.20715, 8990.014 4250.865 406.9763</trace>
</ink>
</file>

<file path=ppt/ink/ink121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9288.873 3884.1816 874.14984, 9236.37 3960.8892 862.3506, 9180.377 4048.3286 849.2346, 9138.999 4122.6196 847.7052, 9114.947 4200.806 853.8215, 9146.664 4283.2236 855.0372, 9248.24 4319.971 859.3211, 9310.504 4253.5166 864.4528, 9201.431 4240.1455 860.44684, 9124.591 4252.4814 853.2388</trace>
</ink>
</file>

<file path=ppt/ink/ink121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5028.1055 5408.027 874.14984, 4957.296 5459.3105 863.04285, 4876.9624 5562.8687 852.8078, 4837.8574 5634.91 847.4896, 4786.3267 5755.0576 840.12573, 4760.3755 5861.7505 837.06647, 4772.808 5968.8306 842.2504, 4858.126 6037.9707 849.69586, 4960.2144 6014.94 851.52783, 5023.3403 5977.068 854.8633, 4973.099 5893.923 856.5697, 4895.2617 5872.102 851.87994, 4822.6973 5859.8647 837.77106</trace>
</ink>
</file>

<file path=ppt/ink/ink121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5296.529 5754.99 874.14984, 5413.1978 5747.165 858.7495, 5477.651 5743.3027 854.91656, 5544.454 5736.57 848.65027, 5620.6953 5729.714 833.73114, 5684.502 5724.9556 407.09775</trace>
</ink>
</file>

<file path=ppt/ink/ink121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5385.697 5935.969 874.14984, 5452.385 5931.1665 857.0748, 5592.3325 5911.6396 848.79553, 5666.927 5900.2017 834.9003, 5732.004 5890.0625 727.7336</trace>
</ink>
</file>

<file path=ppt/ink/ink121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5951.9614 5680.0127 874.14984, 5955.0938 5599.7046 869.8389, 5993.747 5535.1406 868.8644, 6073.157 5513.0986 867.03284, 6144.5537 5599.4907 864.0009, 6141.248 5675.049 861.1312, 6076.1846 5755.467 858.6915, 6010.734 5818.8784 861.6863, 6084.8013 5885.315 860.86255, 6190.246 5891.843 851.5987, 6268.571 5893.6494 830.0188, 6332.347 5893.1523 404.52124</trace>
</ink>
</file>

<file path=ppt/ink/ink121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6273.7017 6257.078 874.14984, 6193.973 6264.687 862.3267, 6124.545 6270.037 854.92975, 6032.918 6275.142 844.08026, 5918.756 6278.678 832.1248, 5784.1426 6282.147 819.6969, 5633.118 6286.5435 807.6111, 5532.4307 6289.4976 800.6666, 5403.08 6293.772 790.6383, 5295.9756 6297.416 779.7115, 5173.0312 6303.086 772.2527, 5019.151 6311.507 761.9699, 4843.3403 6323.7305 751.16156, 4663.0894 6338.1875 740.23926, 4536.6904 6348.5596 730.8229, 4379.395 6363.906 721.0241, 4204.3384 6382.29 684.6425, 4020.831 6401.2095 639.9098, 3872.026 6416.152 589.8185, 3741.393 6428.863 532.63605, 3598.1729 6442.7695 469.5258, 3454.2256 6455.779 403.82684, 3321.8613 6466.7793 336.5529, 3232.194 6474.142 269.9421, 3137.5186 6481.115 207.28125, 3048.955 6487.0 151.7358, 2978.3572 6491.4453 111.66209, 2897.0671 6495.415 54.557808</trace>
</ink>
</file>

<file path=ppt/ink/ink122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4699.929 7565.8164 874.14984, 4608.7197 7585.576 866.82733, 4494.551 7652.657 858.19574, 4403.135 7732.29 850.77936, 4329.0127 7831.6626 851.8996, 4280.343 7921.6636 851.31573, 4259.8853 8045.8447 851.6201, 4267.2705 8113.135 852.33813, 4289.8394 8177.448 853.3133, 4338.152 8264.846 855.40955, 4442.091 8344.17 854.70514, 4540.269 8389.045 854.22894, 4657.1406 8402.582 854.3203, 4773.8667 8372.749 855.1782, 4853.1685 8327.063 856.05066, 4915.0435 8235.53 856.56775, 4946.872 8142.651 856.6852, 4943.6934 8033.96 856.4453, 4895.827 7913.9565 855.823, 4838.0703 7827.242 855.5598, 4752.1963 7756.565 857.33356, 4683.9004 7719.2812 860.5072, 4618.115 7694.571 869.3007</trace>
</ink>
</file>

<file path=ppt/ink/ink122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5213.7954 7976.898 874.14984, 5308.25 7983.422 854.549, 5392.553 7984.3887 839.7797, 5495.026 7981.422 829.3014, 5604.318 7975.0117 810.85284, 5710.274 7963.526 786.03156, 5776.047 7956.397 767.653, 5844.503 7951.3994 720.3305, 5907.8584 7942.93 597.0411</trace>
</ink>
</file>

<file path=ppt/ink/ink122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6160.6333 7641.8276 874.14984, 6176.839 7714.6514 865.8675, 6175.4155 7829.644 859.1824, 6168.657 7940.699 854.11755, 6161.6196 8052.406 849.6315, 6161.275 8117.6523 843.29236, 6173.7085 8217.848 828.4468, 6178.412 8283.4795 783.94836</trace>
</ink>
</file>

<file path=ppt/ink/ink122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6413.429 7702.326 874.14984, 6428.2256 7799.168 861.72577, 6437.828 7928.402 855.55945, 6441.909 8035.819 849.0573, 6444.2856 8107.2515 835.8073</trace>
</ink>
</file>

<file path=ppt/ink/ink122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6143.167 7969.659 874.14984, 6297.0347 8008.5415 838.02264, 6366.488 8025.87 807.1569, 6432.532 8047.013 7.891761</trace>
</ink>
</file>

<file path=ppt/ink/ink122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3678.6318 8199.762 874.14984, 3534.5667 8203.641 837.99695, 3437.3262 8205.072 831.1824, 3330.1365 8207.474 829.6469, 3220.906 8210.034 826.3856, 3117.015 8213.1045 818.29376, 3036.666 8215.647 808.3457, 2973.0432 8217.731 790.8811, 2873.1143 8216.076 741.6218, 2808.0933 8214.757 637.3015</trace>
</ink>
</file>

<file path=ppt/ink/ink122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2286.8728 8003.7866 874.14984, 2304.2542 8109.6265 861.945, 2309.3835 8173.569 856.5856, 2312.9248 8238.039 852.0918, 2317.5532 8337.901 847.2004, 2322.325 8416.638 849.2791</trace>
</ink>
</file>

<file path=ppt/ink/ink122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2301.581 8184.7656 874.14984, 2235.7803 8197.927 863.34296, 2109.539 8218.228 855.19556, 2041.6503 8228.852 849.5002, 1948.3384 8241.249 834.47565, 1880.7997 8236.513 807.00494</trace>
</ink>
</file>

<file path=ppt/ink/ink122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1824.4851 8003.7866 874.14984, 1843.8248 8125.0176 856.78204, 1852.1825 8200.472 850.92444, 1859.097 8285.741 842.3428, 1865.3047 8374.182 833.0648, 1870.0951 8446.127 823.0219, 1878.3738 8540.428 797.3338, 1884.2372 8607.222 734.96295</trace>
</ink>
</file>

<file path=ppt/ink/ink122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4790.0166 7369.842 874.14984, 4702.393 7379.1855 867.8056, 4624.3667 7387.5796 860.10736, 4538.854 7394.5254 857.46716, 4412.354 7399.245 855.7266, 4338.2676 7400.5537 855.5079, 4259.2827 7401.1777 854.40753, 4140.5063 7402.582 853.96454, 4047.7883 7404.9946 855.36273</trace>
</ink>
</file>

<file path=ppt/ink/ink123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4893.8936 8637.731 874.14984, 4811.8584 8643.607 868.58167, 4704.9004 8652.754 862.21783, 4604.866 8658.589 858.96094, 4539.928 8661.278 855.9967, 4443.2603 8664.876 845.4458, 4322.481 8665.878 825.3263, 4245.1885 8656.431 788.26416, 4181.9316 8643.479 562.4591</trace>
</ink>
</file>

<file path=ppt/ink/ink123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2822.8013 8909.717 874.14984, 2751.6711 8836.801 870.07806, 2701.1594 8773.482 867.8988, 2643.8518 8682.909 865.5817, 2608.9126 8607.773 864.4072, 2572.7605 8511.385 863.55426, 2545.1414 8418.319 864.00006, 2532.5012 8352.305 864.00464, 2516.703 8237.792 863.05414, 2511.7058 8166.199 862.239, 2508.19 8086.2275 861.15173, 2506.8662 8022.794 859.5693, 2510.912 7899.15 856.93414, 2516.4287 7832.059 856.00366, 2524.3247 7764.963 856.23724, 2535.702 7698.478 856.5913, 2557.533 7602.5996 857.51746, 2600.7935 7490.835 858.1126, 2662.7236 7370.0947 858.4916, 2716.3557 7277.354 858.4355, 2797.823 7166.356 857.6319, 2868.8926 7080.5186 856.8755, 2957.425 6996.0605 856.7452, 3038.5024 6930.287 856.85095, 3150.755 6855.7524 856.8682, 3214.7002 6818.5293 856.8723, 3316.8313 6763.528 856.9445, 3443.857 6711.898 856.7835, 3515.832 6688.3154 856.5154, 3623.9097 6656.601 855.8537, 3692.0615 6640.6113 855.5648, 3766.357 6626.549 855.2522, 3832.3882 6616.5796 855.13495, 3951.5515 6604.6665 854.9788, 4022.9797 6602.0044 855.105, 4098.0464 6602.0405 855.2813, 4176.461 6604.364 855.4244, 4297.073 6610.596 855.62085, 4364.3774 6618.712 855.71387, 4437.0684 6631.0103 855.8217, 4508.861 6645.833 855.95746, 4621.7603 6673.545 856.042, 4689.2676 6695.1074 855.9817, 4759.5 6720.1084 855.85126, 4866.2905 6760.7764 855.6842, 4980.15 6814.891 856.2218, 5104.173 6883.0674 856.9637, 5195.008 6938.178 857.47797, 5283.766 6998.9316 857.966, 5355.371 7052.706 859.1728, 5428.9756 7113.224 860.79, 5492.8867 7169.9478 862.9505, 5574.038 7250.8486 864.3987, 5665.437 7351.137 865.714, 5748.34 7450.709 864.7112, 5809.6167 7535.879 864.41284, 5863.1123 7637.993 865.1336, 5909.62 7765.6777 865.14, 5930.552 7841.156 864.8385, 5947.8286 7923.1357 864.5755, 5960.467 8008.423 864.0852, 5969.033 8072.2144 863.0508, 5977.838 8197.935 860.3225, 5975.9814 8315.057 859.0525, 5972.5303 8399.555 859.62885, 5963.6865 8502.037 860.5685, 5953.927 8586.199 861.06165, 5934.5166 8692.915 861.1821, 5910.987 8782.819 860.91003, 5874.568 8873.689 860.5958, 5822.342 8971.453 860.3847, 5772.108 9048.146 860.1827, 5705.4697 9127.453 860.3017, 5633.6875 9195.351 860.3444, 5545.244 9260.218 859.6732, 5427.314 9332.811 858.35974, 5324.7383 9392.099 857.5668, 5211.899 9449.37 856.93445, 5143.9233 9478.693 856.509, 5071.0527 9507.283 856.0627, 5007.746 9529.689 855.6785, 4890.2236 9564.281 855.3632, 4820.9883 9580.15 855.4526, 4749.1694 9594.178 855.4921, 4642.213 9612.308 855.80206, 4518.6777 9630.051 856.71246, 4450.8213 9637.362 857.1939, 4382.888 9641.571 857.4922, 4278.651 9643.819 857.87476, 4153.132 9635.161 858.4082, 4057.2634 9625.404 858.9417, 3945.3206 9606.02 861.1952, 3850.135 9582.406 862.53467, 3724.9023 9541.953 860.63165, 3659.6895 9519.558 859.1751, 3561.2236 9483.094 860.32117, 3456.2952 9429.333 861.971, 3375.026 9381.211 860.93524, 3280.7302 9318.677 859.6711, 3201.8533 9262.428 862.7217, 3122.6292 9203.0 864.4774, 3049.5413 9145.211 864.8436, 2955.704 9060.722 866.2701, 2875.9646 8977.045 866.8904, 2816.8975 8909.194 864.5893</trace>
</ink>
</file>

<file path=ppt/ink/ink123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1943.9889 10041.096 874.14984, 1939.3063 10106.534 856.99976, 1930.0631 10172.436 857.19385, 1911.1625 10260.281 855.8492, 1879.0214 10362.071 855.92944, 1856.0863 10425.04 855.92346, 1817.8984 10528.703 854.08527, 1788.9915 10639.625 858.5142, 1825.0679 10726.389 859.265, 1896.0443 10762.563 855.39056, 2024.9124 10761.406 855.489, 2127.8157 10736.064 857.8665, 2146.8745 10669.877 858.4497, 2116.5303 10595.7295 861.0725, 2073.5693 10530.978 866.7621, 2009.78 10514.903 867.49396, 1985.4956 10587.102 864.53424, 1979.0709 10651.709 862.95795, 1972.8336 10763.585 861.08856, 1971.5946 10884.032 860.79034, 1971.9436 10946.931 862.1759, 2030.7549 10881.048 234.06789</trace>
</ink>
</file>

<file path=ppt/ink/ink123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2644.465 10766.047 874.14984, 2571.523 10751.727 868.8613, 2498.8184 10763.186 863.2491, 2416.016 10816.945 861.8697, 2425.402 10896.313 861.5594, 2520.7046 10909.841 858.7932, 2595.3098 10882.864 854.7001, 2651.0447 10774.755 848.9536, 2666.973 10659.831 839.88947, 2662.5464 10590.643 835.8689, 2654.1387 10512.682 833.71405, 2646.3264 10429.187 833.7374, 2638.8152 10307.313 837.79315, 2640.0483 10242.622 840.59314, 2644.6375 10150.571 848.4629, 2618.9404 10254.731 854.645, 2617.0457 10322.848 851.0993, 2621.5056 10450.535 842.4542, 2633.1377 10533.907 833.825, 2652.0957 10617.06 823.15314, 2686.414 10730.571 780.84863, 2723.238 10794.878 719.6157</trace>
</ink>
</file>

<file path=ppt/ink/ink123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2897.2612 10644.532 874.14984, 2861.994 10720.402 864.96954, 2838.1921 10813.155 861.7226, 2839.6826 10898.139 861.0475, 2913.8333 10970.25 862.4026, 2983.6167 10916.732 861.7667, 2971.455 10815.454 858.06525, 2947.8645 10725.825 856.6306, 2948.1902 10640.214 859.9135, 3012.9277 10624.759 860.56903, 3084.8315 10714.195 859.67645, 3128.0364 10806.345 861.2713, 3163.8467 10880.864 865.1151, 3231.2336 10862.336 863.6126, 3262.4397 10788.311 862.5823, 3280.9023 10718.599 864.5516, 3295.1318 10794.397 858.71796, 3312.074 10884.7295 858.97064, 3403.8047 10911.819 860.1201, 3456.4255 10834.293 850.5809, 3476.677 10768.679 843.3663, 3493.0886 10682.347 835.83716, 3504.4026 10585.862 829.60095, 3511.9404 10509.252 825.95624, 3516.1558 10439.088 822.5895, 3518.9988 10366.084 826.63965, 3518.62 10265.607 834.92926, 3502.4404 10355.101 842.4109, 3501.8074 10470.314 835.0194, 3507.6997 10555.414 831.10443, 3517.0703 10641.551 826.69434, 3525.9456 10712.966 825.73456, 3546.5427 10795.37 833.41736, 3621.9504 10800.043 853.1054, 3654.959 10874.757 867.1624, 3588.1326 10937.817 866.2324, 3561.405 10856.874 863.1551, 3600.5134 10718.715 846.37787, 3631.773 10627.277 836.0536, 3655.679 10554.89 828.135, 3677.4617 10484.9795 821.33966, 3695.639 10408.652 821.0182, 3709.6 10343.701 823.81445, 3720.7507 10259.043 828.9553, 3701.1787 10326.821 846.36584, 3693.8416 10463.52 839.27844, 3696.4128 10554.34 833.0318, 3708.8684 10647.598 829.34674, 3727.7275 10727.296 829.23804, 3775.1475 10843.507 832.30615, 3861.4016 10897.718 840.6256, 3941.522 10834.436 851.6939, 3945.7666 10735.474 854.2754, 3912.7979 10670.213 856.9781, 3874.4153 10749.23 847.5904, 3892.6812 10868.203 834.2891, 3919.0942 10933.809 837.1337, 3977.1863 11011.045 843.7824, 4048.5583 10988.345 845.3283, 4114.9463 10868.356 835.80725, 4134.8516 10800.7705 829.58234, 4151.2803 10704.149 822.2559, 4162.436 10588.989 815.355, 4166.528 10467.065 807.566, 4168.819 10385.614 802.18976, 4165.5396 10297.577 800.40497, 4155.66 10214.513 804.7571, 4145.278 10147.904 810.65485, 4116.551 10082.325 826.43256, 4083.1238 10206.321 845.92645, 4088.8943 10300.697 840.70776, 4097.957 10394.511 834.0307, 4106.855 10473.558 825.6302, 4120.5156 10571.523 817.0335, 4135.994 10674.464 812.70465, 4151.061 10758.176 816.52466, 4164.1685 10823.491 821.19916, 4213.009 10907.023 831.1175, 4291.975 10879.698 847.12585, 4335.194 10813.343 857.05005, 4408.2197 10810.857 863.1776, 4416.605 10885.156 860.6207, 4398.137 10956.162 863.44196, 4331.5625 10932.4 861.7812, 4287.639 10866.991 239.38837</trace>
</ink>
</file>

<file path=ppt/ink/ink123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4089.541 10524.568 874.14984, 4182.879 10518.476 860.8725, 4248.198 10524.777 857.5295, 4329.0728 10541.531 852.71466, 4398.827 10553.876 841.66925, 4461.8413 10569.039 831.894</trace>
</ink>
</file>

<file path=ppt/ink/ink123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4235.703 11247.969 874.14984, 4169.658 11281.44 864.36676, 4031.0747 11308.104 849.0059, 3929.672 11311.767 838.8564, 3807.5059 11308.839 828.0415, 3667.1982 11302.162 817.94037, 3563.4521 11296.803 810.045, 3446.4668 11291.037 798.73425, 3334.2773 11285.775 780.94836, 3226.9863 11282.69 768.207, 3091.6885 11280.195 764.9778, 2941.58 11280.136 763.2346, 2793.545 11282.121 765.1694, 2694.2795 11283.592 768.2961, 2584.2356 11286.451 774.244, 2478.0107 11289.288 783.72473, 2391.3933 11291.606 793.8797, 2293.3418 11297.353 821.8016, 2228.3005 11299.182 833.3234</trace>
</ink>
</file>

<file path=ppt/ink/ink123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11733.185 5166.5493 874.14984, 11819.898 5250.617 868.1258, 11908.903 5353.7397 864.5873, 11973.282 5434.5337 862.2447, 12047.971 5541.162 857.795, 12115.394 5640.6484 855.6599, 12189.758 5741.5737 855.0333, 12235.432 5804.381 855.0872, 12314.447 5912.9033 852.8599, 12407.124 6040.872 849.5754, 12462.946 6115.6475 848.68854, 12523.166 6195.876 848.1505, 12572.434 6261.4067 846.464, 12671.861 6397.729 842.374, 12731.579 6480.388 839.5585, 12795.944 6568.8667 836.5654, 12892.379 6699.8184 831.96857, 12954.938 6782.886 829.9406, 13021.374 6872.0596 827.9613, 13079.003 6949.427 827.0973, 13127.646 7014.7397 827.00226, 13186.145 7091.602 826.9209, 13251.894 7175.9536 827.68933, 13320.707 7262.2354 828.87164, 13420.135 7385.955 827.5252, 13477.288 7455.0093 823.17017, 13532.001 7521.9766 816.37744, 13611.033 7620.7334 784.8005, 13686.1 7697.9155 720.64484, 13751.879 7755.069 548.48315</trace>
</ink>
</file>

<file path=ppt/ink/ink123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11613.682 5226.531 874.14984, 11585.929 5310.8516 864.34894, 11545.95 5410.696 860.5384, 11501.875 5504.547 858.0354, 11456.59 5589.517 856.9479, 11393.26 5699.088 854.01117, 11351.483 5768.508 852.9613, 11305.523 5845.08 851.1232, 11256.739 5924.976 848.6935, 11178.972 6050.452 844.1658, 11126.341 6133.934 841.49915, 11067.884 6226.7295 838.7601, 11021.026 6301.594 835.9827, 10975.184 6375.5176 833.0697, 10920.188 6462.8105 829.60223, 10858.603 6557.6626 826.4055, 10792.41 6657.783 822.9792, 10747.297 6726.062 820.27704, 10693.925 6807.518 818.8034, 10634.429 6900.5244 818.7544, 10570.3125 7000.2837 819.0184, 10503.201 7102.9453 819.83264, 10440.605 7199.637 819.9644, 10395.413 7269.5913 819.9865, 10342.574 7350.2993 821.7642, 10284.119 7436.3623 824.13544, 10222.346 7524.251 827.92633, 10176.309 7589.2905 831.789, 10129.794 7654.8433 835.3949, 10079.352 7727.357 838.4903, 10027.67 7802.3906 840.81665, 9981.314 7870.501 840.4474, 9910.731 7974.226 833.5624, 9839.445 8074.763 816.5192, 9787.048 8147.492 771.4438</trace>
</ink>
</file>

<file path=ppt/ink/ink123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9795.386 8154.258 874.14984, 9870.544 8187.229 857.83203, 9957.271 8229.373 856.428, 10040.467 8269.877 859.0405, 10104.844 8300.953 858.91644, 10216.125 8355.365 856.0548, 10343.109 8418.342 854.2361, 10415.128 8452.872 854.4459, 10492.532 8488.857 854.5571, 10614.783 8544.688 853.422, 10690.019 8577.88 851.68866, 10774.046 8615.577 849.3959, 10859.144 8653.91 847.2916, 10992.321 8714.471 844.2323, 11072.793 8752.226 842.7383, 11157.32 8793.098 841.98926, 11227.7 8827.246 842.1712, 11357.199 8889.47 843.8865, 11432.492 8925.385 845.6648, 11510.963 8963.554 847.6344, 11623.853 9018.891 850.8934, 11692.125 9051.414 852.13, 11761.818 9083.8955 853.5124, 11829.838 9115.424 854.9265, 11930.159 9163.633 857.18976, 12004.319 9198.732 861.03723, 12068.6045 9198.789 864.0703, 12133.781 9172.202 814.87726</trace>
</ink>
</file>

<file path=ppt/ink/ink124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13788.65 7762.825 874.14984, 13721.011 7806.9995 862.8711, 13606.873 7884.9814 856.09863, 13504.954 7955.6045 848.6368, 13406.574 8028.637 841.94763, 13339.4 8078.3247 836.4654, 13257.632 8140.3086 831.4106, 13165.873 8213.31 826.4697, 13098.912 8267.526 823.17737, 13025.246 8330.377 819.1221, 12938.635 8406.357 814.9927, 12843.381 8489.932 810.4982, 12750.882 8570.67 807.9213, 12683.39 8629.529 806.26965, 12603.471 8700.14 805.6248, 12515.486 8777.599 806.5675, 12422.605 8858.364 808.60547, 12349.859 8921.198 811.30023, 12282.634 8978.689 814.4169, 12210.975 9038.061 819.8111, 12142.75 9093.055 826.33826, 12049.166 9167.185 840.9114, 11979.184 9189.044 859.3431</trace>
</ink>
</file>

<file path=ppt/ink/ink124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11688.141 5272.5513 874.14984, 11722.673 5361.56 863.3242, 11758.818 5471.9443 856.4301, 11773.809 5537.023 854.65326, 11793.698 5638.8745 854.4266, 11807.991 5739.4062 853.61084, 11815.562 5819.876 850.89984, 11826.582 5915.577 846.35583, 11839.523 6010.101 841.01514, 11850.3955 6085.5244 835.8884, 11865.536 6182.976 830.84503, 11882.164 6296.2036 825.65533, 11898.84 6423.1626 820.97046, 11911.299 6518.889 816.4416, 11924.57 6623.2324 811.65533, 11939.027 6747.261 806.7218, 11953.935 6885.4917 801.76495, 11967.867 7022.523 798.4493, 11977.735 7120.9883 796.15155, 11987.051 7241.6675 795.2138, 11995.277 7377.0547 795.479, 12003.469 7522.717 796.2616, 12010.798 7637.095 796.61646, 12019.324 7748.259 796.7612, 12030.343 7875.902 797.1519, 12041.993 8011.307 797.2093, 12053.923 8143.98 798.9788, 12062.077 8234.211 800.74854, 12069.647 8338.411 804.28534, 12074.53 8447.566 808.6877, 12075.717 8557.919 814.4009, 12075.712 8645.407 820.58563, 12074.783 8722.143 826.60596, 12074.132 8803.811 832.5221, 12075.264 8883.659 838.05444, 12077.73 8946.565 844.05786, 12088.45 9049.609 855.1196, 12107.079 9112.718 861.8783, 12123.835 9178.798 428.04343</trace>
</ink>
</file>

<file path=ppt/ink/ink124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13654.438 7702.326 874.14984, 13559.494 7707.703 867.21075, 13467.612 7712.3057 862.9989, 13378.006 7717.883 860.42053, 13260.972 7725.9326 858.4984, 13184.665 7732.9683 857.69244, 13096.986 7742.789 855.79407, 13007.7 7753.8623 853.03375, 12944.52 7761.8335 851.2535, 12861.788 7773.968 848.2574, 12762.681 7789.377 843.8814, 12651.403 7806.3335 839.1092, 12556.451 7820.2627 834.5333, 12469.205 7832.618 829.6574, 12364.667 7846.2993 825.3106, 12247.611 7860.4595 820.58844, 12123.58 7876.0034 817.4184, 12041.935 7886.238 815.2997, 11940.018 7901.1343 813.6845, 11824.767 7919.346 813.3851, 11699.262 7939.8887 813.56415, 11593.491 7957.3545 813.9665, 11498.997 7973.081 814.58386, 11388.352 7990.232 814.0633, 11268.491 8007.3564 813.82733, 11144.61 8023.3687 815.07635, 11063.876 8033.7837 816.45276, 10968.581 8045.592 820.2747, 10863.27 8058.2944 823.5596, 10752.763 8071.7563 826.37854, 10659.029 8083.4326 828.7772, 10581.567 8093.24 830.9984, 10493.409 8104.693 833.60504, 10400.249 8117.3633 837.3646, 10306.106 8130.8364 841.1715, 10240.883 8140.42 844.32446, 10173.479 8151.443 847.05725, 10103.172 8162.3936 848.8635, 9995.415 8178.688 854.90497, 9905.257 8191.5874 863.0242, 9839.711 8199.771 870.3091</trace>
</ink>
</file>

<file path=ppt/ink/ink124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12179.945 7369.842 874.14984, 12196.264 7305.116 870.3755, 12170.308 7217.3525 868.0339, 12104.804 7126.5557 864.24066, 12012.383 7041.78 860.5107, 11946.973 6998.4497 859.06354, 11883.982 6961.9414 859.6506, 11800.32 6924.962 862.8603, 11706.97 6898.0947 863.9783, 11580.304 6901.9214 865.1565, 11480.59 6934.733 865.0759, 11396.364 7015.135 864.8449, 11344.288 7126.2793 863.17194, 11335.026 7234.1396 863.18884, 11346.499 7298.429 863.25806, 11367.661 7362.822 862.723, 11412.462 7459.846 863.046, 11473.184 7541.5386 864.8592, 11541.188 7611.9175 865.27704, 11626.25 7677.0 865.40906, 11712.326 7718.3564 866.3158, 11823.308 7731.2314 866.7294, 11949.075 7716.162 866.39874, 12012.005 7698.0977 866.3813, 12120.427 7635.676 867.009, 12184.025 7565.8184 867.13354, 12213.869 7474.869 867.1495, 12204.263 7360.4785 867.03656, 12176.737 7271.3506 867.6783, 12123.017 7188.64 867.29877, 12067.795 7121.125 865.4868</trace>
</ink>
</file>

<file path=ppt/ink/ink124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11702.85 6841.8994 874.14984, 11628.621 6731.197 867.07416, 11577.155 6649.8335 862.2473, 11533.714 6573.448 858.0611, 11489.249 6470.9346 855.924, 11458.053 6366.2534 855.4622, 11432.94 6262.895 856.17413, 11411.862 6166.8994 859.0695, 11398.843 6053.725 861.6719, 11399.06 5989.5464 861.73517, 11405.299 5894.5864 860.64667, 11431.602 5791.534 860.2466, 11464.097 5712.412 861.3333, 11536.107 5625.208 862.63055, 11644.805 5559.5273 861.7368, 11753.015 5534.2505 861.97473, 11815.988 5542.896 862.6516, 11915.445 5580.13 862.44965, 12006.668 5661.973 859.77747, 12071.641 5753.389 857.8539, 12112.447 5848.581 857.7141, 12140.685 5955.5767 857.99164, 12156.543 6048.0522 858.19183, 12163.961 6165.912 858.7119, 12165.318 6229.3 859.11926, 12163.153 6325.81 859.84235, 12147.31 6444.8433 861.14777, 12133.062 6510.7563 861.3092, 12107.689 6604.1763 860.85364, 12060.533 6700.37 862.4838, 12001.649 6778.5107 863.4789, 11906.718 6847.162 864.2407, 11825.012 6850.5947 865.2512, 11760.503 6842.311 844.0611</trace>
</ink>
</file>

<file path=ppt/ink/ink124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11717.558 5950.965 874.14984, 11712.716 6068.115 862.0645, 11702.85 6147.9736 854.4597</trace>
</ink>
</file>

<file path=ppt/ink/ink124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11700.092 6336.1914 874.14984, 11688.141 6403.9297 869.99365</trace>
</ink>
</file>

<file path=ppt/ink/ink124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11762.602 7731.8003 874.14984, 11731.597 7801.4077 868.5322, 11704.872 7864.9956 865.5481, 11674.4375 7982.3594 862.97327, 11662.58 8056.5464 859.74115, 11654.647 8121.586 856.10547, 11645.894 8239.16 848.2811, 11647.584 8344.958 846.65094, 11655.075 8411.951 847.6224, 11670.387 8512.21 849.32935, 11685.926 8575.411 850.2011, 11707.796 8641.372 851.5134, 11750.18 8743.204 854.5221, 11819.397 8846.94 856.81616, 11890.311 8927.931 857.14026, 11970.984 8990.705 860.3914, 12082.292 9016.114 862.11743, 12189.722 8986.06 860.6289, 12261.666 8920.566 858.86694, 12313.912 8817.709 857.81964, 12340.562 8732.359 856.3515, 12344.807 8615.768 856.01, 12337.086 8519.618 856.8938, 12313.275 8402.836 857.56964, 12286.4375 8298.165 857.7761, 12249.709 8186.6123 857.6415, 12201.985 8064.8755 857.81915, 12158.61 7972.9478 858.5161, 12103.143 7885.0347 859.57654, 12048.01 7821.3364 860.69324, 11951.457 7773.91 860.8694, 11884.476 7745.9316 860.348, 11821.31 7731.102 423.5276</trace>
</ink>
</file>

<file path=ppt/ink/ink124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11855.446 8146.5015 874.14984, 11866.478 8214.757 881.3664</trace>
</ink>
</file>

<file path=ppt/ink/ink124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11894.056 8542.071 874.14984, 11894.809 8619.001 866.80225, 11895.353 8684.081 809.7019</trace>
</ink>
</file>

<file path=ppt/ink/ink1250.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11241.381 7445.3364 874.14984, 11153.047 7459.719 870.8712, 11067.522 7474.2905 863.5162, 10983.722 7490.449 857.4664, 10904.142 7511.13 855.50085, 10808.792 7547.9424 853.7953, 10685.788 7600.154 853.3271, 10622.238 7626.618 853.97284, 10526.908 7667.3154 855.5936, 10426.156 7716.8096 857.0811, 10341.187 7769.8516 858.14233, 10273.856 7826.626 861.1591, 10234.308 7900.519 863.8561, 10240.992 7966.929 865.2469, 10311.812 8023.1206 864.9484, 10412.334 8053.3555 862.58075, 10479.679 8056.8633 859.236, 10547.3125 8053.322 857.17, 10643.311 8040.8564 854.8428, 10752.408 8002.631 855.30853, 10859.703 7951.728 856.4664, 10945.878 7909.288 857.78436, 11051.522 7852.1567 859.388, 11134.046 7804.678 859.92926, 11225.425 7742.494 859.80084, 11294.734 7688.23 860.8012, 11348.157 7613.603 862.9248, 11343.935 7544.4014 862.2481, 11329.088 7480.3867 752.93665</trace>
</ink>
</file>

<file path=ppt/ink/ink1251.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10927.914 7626.3154 874.14984, 10864.993 7689.765 867.4742</trace>
</ink>
</file>

<file path=ppt/ink/ink1252.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10660.409 7792.2993 874.14984, 10597.529 7855.218 858.6579</trace>
</ink>
</file>

<file path=ppt/ink/ink1253.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9811.013 7807.294 874.14984, 9839.043 7896.7275 863.58026, 9858.7705 8006.9736 859.7391, 9865.788 8070.956 858.26855, 9876.016 8168.25 856.58734, 9886.719 8257.897 848.9813, 9902.368 8374.072 834.0575, 9910.0205 8452.073 815.1374, 9913.6045 8516.492 727.6123</trace>
</ink>
</file>

<file path=ppt/ink/ink1254.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9831.236 8135.643 874.14984, 9748.604 8161.2534 862.413, 9625.096 8184.8447 859.293, 9523.554 8202.356 855.1354, 9446.961 8213.939 846.9893, 9382.2295 8221.952 806.71576</trace>
</ink>
</file>

<file path=ppt/ink/ink1255.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9319.209 7845.042 874.14984, 9319.209 7922.386 863.4049, 9325.251 8056.7114 853.73444, 9331.316 8138.267 850.6268, 9338.7 8227.887 846.94525, 9347.606 8324.459 840.23517, 9355.362 8405.653 832.3279, 9363.734 8477.165 823.3056, 9371.156 8545.945 803.1273, 9379.033 8610.779 772.7982</trace>
</ink>
</file>

<file path=ppt/ink/ink1256.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12522.828 7324.3394 874.14984, 12425.852 7365.325 872.1128, 12377.904 7448.7524 869.9054, 12398.086 7555.568 867.47986, 12470.262 7649.6777 863.7079, 12561.3 7716.3857 862.6546, 12631.462 7746.7036 861.8759, 12709.585 7772.4272 860.86743, 12783.91 7792.1167 858.63074, 12894.076 7814.302 855.8736, 12978.432 7822.102 857.44, 13094.788 7812.136 860.9608, 13193.544 7796.083 861.15247, 13285.178 7763.4395 864.4202, 13337.173 7687.962 867.4329, 13281.955 7606.698 864.0092, 13209.452 7547.435 857.98804, 13134.371 7505.558 853.7572, 13057.186 7473.802 852.66595, 12947.566 7437.8433 852.26434, 12876.821 7418.746 852.3638, 12764.322 7391.055 853.1879, 12636.309 7369.974 850.5291, 12564.307 7358.9365 843.81067, 12500.124 7351.478 656.0213</trace>
</ink>
</file>

<file path=ppt/ink/ink1257.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13073.465 7641.8276 874.14984, 13007.597 7633.3696 868.7706, 12943.375 7623.1865 840.79266</trace>
</ink>
</file>

<file path=ppt/ink/ink1258.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12671.749 7550.821 874.14984, 12575.791 7534.7905 863.3845, 12507.201 7521.3477 853.5159</trace>
</ink>
</file>

<file path=ppt/ink/ink1259.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13714.189 7505.318 874.14984, 13693.642 7589.2754 864.9688, 13677.127 7668.444 859.4036, 13663.037 7750.9062 856.368, 13649.705 7859.0366 847.7432, 13642.395 7951.355 829.5626, 13640.49 8024.6064 808.699, 13637.889 8089.6074 672.7799</trace>
</ink>
</file>

<file path=ppt/ink/ink1260.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13922.861 7596.8413 874.14984, 13910.693 7676.8594 864.63306, 13896.215 7776.867 861.46326, 13885.473 7871.2407 858.6747, 13877.747 7964.985 850.3709, 13872.154 8031.5225 832.66046</trace>
</ink>
</file>

<file path=ppt/ink/ink1261.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13653.518 7860.554 874.14984, 13739.943 7882.7217 863.2501, 13857.733 7916.505 860.4567, 13936.145 7938.955 857.77893</trace>
</ink>
</file>

<file path=ppt/ink/ink126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15961.779 1568.6816 874.14984, 15891.92 1570.3904 864.99866, 15776.408 1607.7334 856.906, 15713.302 1639.5369 853.2509, 15649.46 1679.6864 849.58704, 15553.579 1753.012 850.5352, 15467.466 1851.589 850.5363, 15409.612 1938.5137 851.13116, 15360.371 2061.6877 852.9455, 15344.254 2128.3147 854.31195, 15331.723 2233.9348 856.59985, 15361.204 2329.9478 859.3328, 15420.461 2397.2305 860.06805, 15536.751 2442.7576 857.28687, 15607.731 2450.0317 854.2991, 15715.616 2447.3535 850.6759, 15785.245 2431.6367 849.76575, 15861.035 2406.2979 849.18884, 15939.069 2371.0713 848.26953, 16017.356 2327.184 847.3524, 16088.03 2281.122 846.5775, 16193.582 2200.0251 847.44635, 16294.418 2085.9307 850.68066, 16336.186 2022.7607 851.993, 16390.346 1925.8434 854.15186, 16422.367 1820.5095 856.63666, 16422.014 1736.9216 859.3523, 16376.113 1670.2235 860.3964, 16287.165 1628.1654 859.2365, 16186.377 1609.4249 857.5196, 16122.1045 1606.9713 856.69556, 16040.788 1603.2203 853.0972, 15977.328 1602.8417 420.6725</trace>
</ink>
</file>

<file path=ppt/ink/ink126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15189.602 2540.2817 874.14984, 15156.333 2608.3442 868.67346, 15079.676 2702.925 858.69006, 15003.759 2783.5806 850.1543, 14918.625 2866.049 842.27844, 14849.738 2928.0527 837.06, 14767.142 3002.3813 829.72546, 14695.277 3066.7036 823.8084, 14628.531 3124.266 819.3672, 14548.581 3190.5166 816.2635, 14463.281 3258.636 814.9865, 14380.534 3323.919 816.9224, 14271.445 3410.0552 824.43665, 14188.435 3472.375 839.1314, 14122.2 3512.2534 865.12177</trace>
</ink>
</file>

<file path=ppt/ink/ink126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14009.272 3204.2168 874.14984, 13998.25 3298.6511 861.63214, 13992.762 3362.8418 858.44556, 13988.743 3434.7505 853.1125, 13985.03 3510.731 846.46655, 13979.404 3587.6582 838.7308, 13974.249 3650.6465 829.9934, 13964.602 3747.8936 804.5576, 13957.612 3814.0818 754.59106, 13947.142 3877.518 322.8834</trace>
</ink>
</file>

<file path=ppt/ink/ink126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13962.39 3476.7197 874.14984, 13891.509 3529.912 864.92316, 13788.385 3603.4768 849.5078, 13711.509 3636.0903 834.1233, 13645.837 3662.9258 536.256</trace>
</ink>
</file>

<file path=ppt/ink/ink126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13633.295 3407.9478 874.14984, 13623.025 3485.6162 864.00024, 13615.776 3616.6074 855.402, 13610.574 3697.7363 851.52545, 13604.051 3782.3418 844.934, 13592.601 3897.7373 828.40533, 13584.914 3972.2827 801.45734, 13568.897 4037.9226 7.83298</trace>
</ink>
</file>

<file path=ppt/ink/ink126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16097.829 2359.3022 874.14984, 16162.383 2409.9287 864.6691, 16246.205 2472.3218 861.117, 16327.851 2527.4785 858.8956, 16410.783 2577.4785 857.1069, 16542.443 2649.4434 850.3624, 16632.13 2696.0894 845.3514, 16708.807 2735.663 840.6332, 16782.82 2773.5798 835.4638, 16871.074 2819.8552 830.02893, 16966.357 2871.6187 824.7826, 17062.117 2924.4666 814.7841, 17126.004 2959.7595 797.57556, 17196.473 2997.6865 772.3975, 17269.877 3035.1272 739.8487, 17333.988 3068.3076 684.9115, 17397.178 3100.1804 585.43787</trace>
</ink>
</file>

<file path=ppt/ink/ink126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17320.445 3279.7112 874.14984, 17325.379 3388.0496 862.8353, 17331.033 3512.98 853.0769, 17335.287 3607.7515 837.92255, 17341.662 3685.9636 817.59863, 17355.236 3760.5469 776.25574, 17366.74 3824.0085 608.9404</trace>
</ink>
</file>

<file path=ppt/ink/ink126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17662.408 3279.7112 874.14984, 17682.0 3380.3845 862.2795, 17698.506 3510.1917 855.80304, 17710.326 3615.0242 849.3591, 17717.254 3702.057 838.85297, 17721.826 3767.4285 812.539</trace>
</ink>
</file>

<file path=ppt/ink/ink127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17320.445 3566.6924 874.14984, 17421.55 3580.426 862.22687, 17493.26 3588.2961 857.80505, 17601.262 3594.3333 849.2358, 17678.584 3597.5967 833.9733, 17741.54 3599.0037 229.88423</trace>
</ink>
</file>

<file path=ppt/ink/ink127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16444.39 1356.1603 874.14984, 16513.652 1375.9204 864.8553, 16622.926 1397.7644 860.2099, 16720.496 1394.7943 856.23376, 16783.598 1392.8729 849.292</trace>
</ink>
</file>

<file path=ppt/ink/ink127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15483.765 1464.2307 874.14984, 15375.559 1553.5382 843.88464, 15304.163 1611.9817 828.47943, 15226.411 1667.518 814.83594, 15144.618 1706.6387 795.5587, 15069.252 1747.5199 760.99084, 15003.69 1771.2358 718.77234</trace>
</ink>
</file>

<file path=ppt/ink/ink127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14980.931 3008.2422 874.14984, 15024.591 3072.2917 868.46576, 15088.973 3123.5881 863.67126, 15162.429 3160.244 859.3799, 15279.974 3182.0493 852.74927, 15364.139 3182.6729 847.7866, 15448.631 3175.5168 842.70844, 15515.356 3167.6882 837.97235, 15601.227 3148.809 832.8378, 15699.772 3121.8447 828.45404, 15804.267 3089.6401 825.338, 15880.798 3065.347 823.87885, 15957.394 3039.925 822.40436, 16037.421 3013.073 824.6285, 16107.736 2988.1387 830.57916, 16197.408 2953.5479 841.99146, 16263.827 2913.133 857.54706</trace>
</ink>
</file>

<file path=ppt/ink/ink127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16097.829 2827.2632 874.14984, 16177.721 2839.7021 868.1272, 16246.895 2859.8801 866.93243, 16314.49 2940.8403 864.18036, 16328.327 3026.2698 861.4834, 16333.876 3090.3955 855.7844</trace>
</ink>
</file>

<file path=ppt/ink/ink127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15159.266 2932.748 874.14984, 15082.347 2973.509 864.0862, 15001.353 3015.0352 860.1871, 14931.261 3051.0151 858.069, 14859.557 3116.313 862.04236, 14869.936 3186.9734 864.4804, 14926.331 3251.2788 867.1919, 14993.762 3271.3562 868.6252</trace>
</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04" name=""/>
        <p:cNvGrpSpPr/>
        <p:nvPr/>
      </p:nvGrpSpPr>
      <p:grpSpPr>
        <a:xfrm>
          <a:off x="0" y="0"/>
          <a:ext cx="0" cy="0"/>
          <a:chOff x="0" y="0"/>
          <a:chExt cx="0" cy="0"/>
        </a:xfrm>
      </p:grpSpPr>
      <p:sp>
        <p:nvSpPr>
          <p:cNvPr id="1048897" name="Espace réservé de l'en-tête 1"/>
          <p:cNvSpPr>
            <a:spLocks noGrp="1"/>
          </p:cNvSpPr>
          <p:nvPr>
            <p:ph type="hdr" sz="quarter"/>
          </p:nvPr>
        </p:nvSpPr>
        <p:spPr>
          <a:xfrm>
            <a:off x="0" y="0"/>
            <a:ext cx="2971800" cy="458788"/>
          </a:xfrm>
          <a:prstGeom prst="rect"/>
        </p:spPr>
        <p:txBody>
          <a:bodyPr bIns="45720" lIns="91440" rIns="91440" rtlCol="0" tIns="45720" vert="horz"/>
          <a:lstStyle>
            <a:lvl1pPr algn="l">
              <a:defRPr sz="1200"/>
            </a:lvl1pPr>
          </a:lstStyle>
          <a:p>
            <a:endParaRPr lang="fr-MA"/>
          </a:p>
        </p:txBody>
      </p:sp>
      <p:sp>
        <p:nvSpPr>
          <p:cNvPr id="1048898" name="Espace réservé de la date 2"/>
          <p:cNvSpPr>
            <a:spLocks noGrp="1"/>
          </p:cNvSpPr>
          <p:nvPr>
            <p:ph type="dt" idx="1"/>
          </p:nvPr>
        </p:nvSpPr>
        <p:spPr>
          <a:xfrm>
            <a:off x="3884613" y="0"/>
            <a:ext cx="2971800" cy="458788"/>
          </a:xfrm>
          <a:prstGeom prst="rect"/>
        </p:spPr>
        <p:txBody>
          <a:bodyPr bIns="45720" lIns="91440" rIns="91440" rtlCol="0" tIns="45720" vert="horz"/>
          <a:lstStyle>
            <a:lvl1pPr algn="r">
              <a:defRPr sz="1200"/>
            </a:lvl1pPr>
          </a:lstStyle>
          <a:p>
            <a:fld id="{7B6E5E46-5794-4236-A555-2DD1ACAFC8C3}" type="datetimeFigureOut">
              <a:rPr lang="fr-MA" smtClean="0"/>
            </a:fld>
            <a:endParaRPr lang="fr-MA"/>
          </a:p>
        </p:txBody>
      </p:sp>
      <p:sp>
        <p:nvSpPr>
          <p:cNvPr id="1048899" name="Espace réservé de l'image des diapositives 3"/>
          <p:cNvSpPr>
            <a:spLocks noChangeAspect="1" noRot="1" noGrp="1"/>
          </p:cNvSpPr>
          <p:nvPr>
            <p:ph type="sldImg" idx="2"/>
          </p:nvPr>
        </p:nvSpPr>
        <p:spPr>
          <a:xfrm>
            <a:off x="685800" y="1143000"/>
            <a:ext cx="5486400" cy="3086100"/>
          </a:xfrm>
          <a:prstGeom prst="rect"/>
          <a:noFill/>
          <a:ln w="12700">
            <a:solidFill>
              <a:prstClr val="black"/>
            </a:solidFill>
          </a:ln>
        </p:spPr>
        <p:txBody>
          <a:bodyPr anchor="ctr" bIns="45720" lIns="91440" rIns="91440" rtlCol="0" tIns="45720" vert="horz"/>
          <a:p>
            <a:endParaRPr lang="fr-MA"/>
          </a:p>
        </p:txBody>
      </p:sp>
      <p:sp>
        <p:nvSpPr>
          <p:cNvPr id="1048900" name="Espace réservé des commentaires 4"/>
          <p:cNvSpPr>
            <a:spLocks noGrp="1"/>
          </p:cNvSpPr>
          <p:nvPr>
            <p:ph type="body" sz="quarter" idx="3"/>
          </p:nvPr>
        </p:nvSpPr>
        <p:spPr>
          <a:xfrm>
            <a:off x="685800" y="4400550"/>
            <a:ext cx="5486400" cy="3600450"/>
          </a:xfrm>
          <a:prstGeom prst="rect"/>
        </p:spPr>
        <p:txBody>
          <a:bodyPr bIns="45720" lIns="91440" rIns="91440" rtlCol="0" tIns="45720" vert="horz"/>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1048901" name="Espace réservé du pied de page 5"/>
          <p:cNvSpPr>
            <a:spLocks noGrp="1"/>
          </p:cNvSpPr>
          <p:nvPr>
            <p:ph type="ftr" sz="quarter" idx="4"/>
          </p:nvPr>
        </p:nvSpPr>
        <p:spPr>
          <a:xfrm>
            <a:off x="0" y="8685213"/>
            <a:ext cx="2971800" cy="458787"/>
          </a:xfrm>
          <a:prstGeom prst="rect"/>
        </p:spPr>
        <p:txBody>
          <a:bodyPr anchor="b" bIns="45720" lIns="91440" rIns="91440" rtlCol="0" tIns="45720" vert="horz"/>
          <a:lstStyle>
            <a:lvl1pPr algn="l">
              <a:defRPr sz="1200"/>
            </a:lvl1pPr>
          </a:lstStyle>
          <a:p>
            <a:endParaRPr lang="fr-MA"/>
          </a:p>
        </p:txBody>
      </p:sp>
      <p:sp>
        <p:nvSpPr>
          <p:cNvPr id="1048902" name="Espace réservé du numéro de diapositive 6"/>
          <p:cNvSpPr>
            <a:spLocks noGrp="1"/>
          </p:cNvSpPr>
          <p:nvPr>
            <p:ph type="sldNum" sz="quarter" idx="5"/>
          </p:nvPr>
        </p:nvSpPr>
        <p:spPr>
          <a:xfrm>
            <a:off x="3884613" y="8685213"/>
            <a:ext cx="2971800" cy="458787"/>
          </a:xfrm>
          <a:prstGeom prst="rect"/>
        </p:spPr>
        <p:txBody>
          <a:bodyPr anchor="b" bIns="45720" lIns="91440" rIns="91440" rtlCol="0" tIns="45720" vert="horz"/>
          <a:lstStyle>
            <a:lvl1pPr algn="r">
              <a:defRPr sz="1200"/>
            </a:lvl1pPr>
          </a:lstStyle>
          <a:p>
            <a:fld id="{B7C2DCDE-AA76-4991-A18E-003E0A5C79BC}" type="slidenum">
              <a:rPr lang="fr-MA" smtClean="0"/>
            </a:fld>
            <a:endParaRPr lang="fr-MA"/>
          </a:p>
        </p:txBody>
      </p:sp>
    </p:spTree>
  </p:cSld>
  <p:clrMap accent1="accent1" accent2="accent2" accent3="accent3" accent4="accent4" accent5="accent5" accent6="accent6" bg1="lt1" bg2="lt2" tx1="dk1" tx2="dk2" hlink="hlink" folHlink="folHlink"/>
  <p:notesStyle>
    <a:lvl1pPr algn="l" defTabSz="914400" eaLnBrk="1" hangingPunct="1" latinLnBrk="0" marL="0" rtl="0">
      <a:defRPr sz="1200" kern="1200">
        <a:solidFill>
          <a:schemeClr val="tx1"/>
        </a:solidFill>
        <a:latin typeface="+mn-lt"/>
        <a:ea typeface="+mn-ea"/>
        <a:cs typeface="+mn-cs"/>
      </a:defRPr>
    </a:lvl1pPr>
    <a:lvl2pPr algn="l" defTabSz="914400" eaLnBrk="1" hangingPunct="1" latinLnBrk="0" marL="457200" rtl="0">
      <a:defRPr sz="1200" kern="1200">
        <a:solidFill>
          <a:schemeClr val="tx1"/>
        </a:solidFill>
        <a:latin typeface="+mn-lt"/>
        <a:ea typeface="+mn-ea"/>
        <a:cs typeface="+mn-cs"/>
      </a:defRPr>
    </a:lvl2pPr>
    <a:lvl3pPr algn="l" defTabSz="914400" eaLnBrk="1" hangingPunct="1" latinLnBrk="0" marL="914400" rtl="0">
      <a:defRPr sz="1200" kern="1200">
        <a:solidFill>
          <a:schemeClr val="tx1"/>
        </a:solidFill>
        <a:latin typeface="+mn-lt"/>
        <a:ea typeface="+mn-ea"/>
        <a:cs typeface="+mn-cs"/>
      </a:defRPr>
    </a:lvl3pPr>
    <a:lvl4pPr algn="l" defTabSz="914400" eaLnBrk="1" hangingPunct="1" latinLnBrk="0" marL="1371600" rtl="0">
      <a:defRPr sz="1200" kern="1200">
        <a:solidFill>
          <a:schemeClr val="tx1"/>
        </a:solidFill>
        <a:latin typeface="+mn-lt"/>
        <a:ea typeface="+mn-ea"/>
        <a:cs typeface="+mn-cs"/>
      </a:defRPr>
    </a:lvl4pPr>
    <a:lvl5pPr algn="l" defTabSz="914400" eaLnBrk="1" hangingPunct="1" latinLnBrk="0" marL="1828800" rtl="0">
      <a:defRPr sz="1200" kern="1200">
        <a:solidFill>
          <a:schemeClr val="tx1"/>
        </a:solidFill>
        <a:latin typeface="+mn-lt"/>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27" name=""/>
        <p:cNvGrpSpPr/>
        <p:nvPr/>
      </p:nvGrpSpPr>
      <p:grpSpPr>
        <a:xfrm>
          <a:off x="0" y="0"/>
          <a:ext cx="0" cy="0"/>
          <a:chOff x="0" y="0"/>
          <a:chExt cx="0" cy="0"/>
        </a:xfrm>
      </p:grpSpPr>
      <p:sp>
        <p:nvSpPr>
          <p:cNvPr id="1048590" name="Espace réservé de l'image des diapositives 1"/>
          <p:cNvSpPr>
            <a:spLocks noChangeAspect="1" noRot="1" noGrp="1"/>
          </p:cNvSpPr>
          <p:nvPr>
            <p:ph type="sldImg"/>
          </p:nvPr>
        </p:nvSpPr>
        <p:spPr/>
      </p:sp>
      <p:sp>
        <p:nvSpPr>
          <p:cNvPr id="1048591" name="Espace réservé des commentaires 2"/>
          <p:cNvSpPr>
            <a:spLocks noGrp="1"/>
          </p:cNvSpPr>
          <p:nvPr>
            <p:ph type="body" idx="1"/>
          </p:nvPr>
        </p:nvSpPr>
        <p:spPr/>
        <p:txBody>
          <a:bodyPr/>
          <a:p>
            <a:endParaRPr lang="fr-MA"/>
          </a:p>
        </p:txBody>
      </p:sp>
      <p:sp>
        <p:nvSpPr>
          <p:cNvPr id="1048592" name="Espace réservé du numéro de diapositive 3"/>
          <p:cNvSpPr>
            <a:spLocks noGrp="1"/>
          </p:cNvSpPr>
          <p:nvPr>
            <p:ph type="sldNum" sz="quarter" idx="10"/>
          </p:nvPr>
        </p:nvSpPr>
        <p:spPr/>
        <p:txBody>
          <a:bodyPr/>
          <a:p>
            <a:fld id="{B7C2DCDE-AA76-4991-A18E-003E0A5C79BC}" type="slidenum">
              <a:rPr lang="fr-MA" smtClean="0"/>
            </a:fld>
            <a:endParaRPr lang="fr-MA"/>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Diapositive de titre">
    <p:spTree>
      <p:nvGrpSpPr>
        <p:cNvPr id="24" name=""/>
        <p:cNvGrpSpPr/>
        <p:nvPr/>
      </p:nvGrpSpPr>
      <p:grpSpPr>
        <a:xfrm>
          <a:off x="0" y="0"/>
          <a:ext cx="0" cy="0"/>
          <a:chOff x="0" y="0"/>
          <a:chExt cx="0" cy="0"/>
        </a:xfrm>
      </p:grpSpPr>
      <p:sp>
        <p:nvSpPr>
          <p:cNvPr id="1048581"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fr-MA"/>
          </a:p>
        </p:txBody>
      </p:sp>
      <p:sp>
        <p:nvSpPr>
          <p:cNvPr id="1048582" name="Sous-titre 2"/>
          <p:cNvSpPr>
            <a:spLocks noGrp="1"/>
          </p:cNvSpPr>
          <p:nvPr>
            <p:ph type="subTitle" idx="1"/>
          </p:nvPr>
        </p:nvSpPr>
        <p:spPr>
          <a:xfrm>
            <a:off x="1524000" y="3602038"/>
            <a:ext cx="9144000" cy="1655762"/>
          </a:xfrm>
        </p:spPr>
        <p:txBody>
          <a:bodyPr/>
          <a:lstStyle>
            <a:lvl1pPr algn="ctr" indent="0" marL="0">
              <a:buNone/>
              <a:defRPr sz="2400"/>
            </a:lvl1pPr>
            <a:lvl2pPr algn="ctr" indent="0" marL="457200">
              <a:buNone/>
              <a:defRPr sz="2000"/>
            </a:lvl2pPr>
            <a:lvl3pPr algn="ctr" indent="0" marL="914400">
              <a:buNone/>
              <a:defRPr sz="1800"/>
            </a:lvl3pPr>
            <a:lvl4pPr algn="ctr" indent="0" marL="1371600">
              <a:buNone/>
              <a:defRPr sz="1600"/>
            </a:lvl4pPr>
            <a:lvl5pPr algn="ctr" indent="0" marL="1828800">
              <a:buNone/>
              <a:defRPr sz="1600"/>
            </a:lvl5pPr>
            <a:lvl6pPr algn="ctr" indent="0" marL="2286000">
              <a:buNone/>
              <a:defRPr sz="1600"/>
            </a:lvl6pPr>
            <a:lvl7pPr algn="ctr" indent="0" marL="2743200">
              <a:buNone/>
              <a:defRPr sz="1600"/>
            </a:lvl7pPr>
            <a:lvl8pPr algn="ctr" indent="0" marL="3200400">
              <a:buNone/>
              <a:defRPr sz="1600"/>
            </a:lvl8pPr>
            <a:lvl9pPr algn="ctr" indent="0" marL="3657600">
              <a:buNone/>
              <a:defRPr sz="1600"/>
            </a:lvl9pPr>
          </a:lstStyle>
          <a:p>
            <a:r>
              <a:rPr lang="fr-FR"/>
              <a:t>Modifiez le style des sous-titres du masque</a:t>
            </a:r>
            <a:endParaRPr lang="fr-MA"/>
          </a:p>
        </p:txBody>
      </p:sp>
      <p:sp>
        <p:nvSpPr>
          <p:cNvPr id="1048583" name="Espace réservé de la date 3"/>
          <p:cNvSpPr>
            <a:spLocks noGrp="1"/>
          </p:cNvSpPr>
          <p:nvPr>
            <p:ph type="dt" sz="half" idx="10"/>
          </p:nvPr>
        </p:nvSpPr>
        <p:spPr/>
        <p:txBody>
          <a:bodyPr/>
          <a:p>
            <a:fld id="{CAA83B04-66F5-4CA4-A137-A445F980BAFD}" type="datetime1">
              <a:rPr lang="fr-MA" smtClean="0"/>
            </a:fld>
            <a:endParaRPr lang="fr-MA"/>
          </a:p>
        </p:txBody>
      </p:sp>
      <p:sp>
        <p:nvSpPr>
          <p:cNvPr id="1048584" name="Espace réservé du pied de page 4"/>
          <p:cNvSpPr>
            <a:spLocks noGrp="1"/>
          </p:cNvSpPr>
          <p:nvPr>
            <p:ph type="ftr" sz="quarter" idx="11"/>
          </p:nvPr>
        </p:nvSpPr>
        <p:spPr/>
        <p:txBody>
          <a:bodyPr/>
          <a:p>
            <a:r>
              <a:rPr lang="fr-MA"/>
              <a:t>Azagrouze</a:t>
            </a:r>
          </a:p>
        </p:txBody>
      </p:sp>
      <p:sp>
        <p:nvSpPr>
          <p:cNvPr id="1048585" name="Espace réservé du numéro de diapositive 5"/>
          <p:cNvSpPr>
            <a:spLocks noGrp="1"/>
          </p:cNvSpPr>
          <p:nvPr>
            <p:ph type="sldNum" sz="quarter" idx="12"/>
          </p:nvPr>
        </p:nvSpPr>
        <p:spPr/>
        <p:txBody>
          <a:bodyPr/>
          <a:p>
            <a:fld id="{FF4E3B11-ADB7-4E0C-98DE-03B52B014AC4}" type="slidenum">
              <a:rPr lang="fr-MA" smtClean="0"/>
            </a:fld>
            <a:endParaRPr lang="fr-MA"/>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re et contenu">
    <p:spTree>
      <p:nvGrpSpPr>
        <p:cNvPr id="55" name=""/>
        <p:cNvGrpSpPr/>
        <p:nvPr/>
      </p:nvGrpSpPr>
      <p:grpSpPr>
        <a:xfrm>
          <a:off x="0" y="0"/>
          <a:ext cx="0" cy="0"/>
          <a:chOff x="0" y="0"/>
          <a:chExt cx="0" cy="0"/>
        </a:xfrm>
      </p:grpSpPr>
      <p:sp>
        <p:nvSpPr>
          <p:cNvPr id="1048593" name="Titre 1"/>
          <p:cNvSpPr>
            <a:spLocks noGrp="1"/>
          </p:cNvSpPr>
          <p:nvPr>
            <p:ph type="title"/>
          </p:nvPr>
        </p:nvSpPr>
        <p:spPr/>
        <p:txBody>
          <a:bodyPr/>
          <a:p>
            <a:r>
              <a:rPr lang="fr-FR"/>
              <a:t>Modifiez le style du titre</a:t>
            </a:r>
            <a:endParaRPr lang="fr-MA"/>
          </a:p>
        </p:txBody>
      </p:sp>
      <p:sp>
        <p:nvSpPr>
          <p:cNvPr id="1048594" name="Espace réservé du contenu 2"/>
          <p:cNvSpPr>
            <a:spLocks noGrp="1"/>
          </p:cNvSpPr>
          <p:nvPr>
            <p:ph idx="1"/>
          </p:nvPr>
        </p:nvSpPr>
        <p:spPr/>
        <p:txBody>
          <a:bodyPr/>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1048595" name="Espace réservé de la date 3"/>
          <p:cNvSpPr>
            <a:spLocks noGrp="1"/>
          </p:cNvSpPr>
          <p:nvPr>
            <p:ph type="dt" sz="half" idx="10"/>
          </p:nvPr>
        </p:nvSpPr>
        <p:spPr/>
        <p:txBody>
          <a:bodyPr/>
          <a:p>
            <a:fld id="{AF63D5A4-9645-46DC-A3D4-D6D5FC8DBE9A}" type="datetime1">
              <a:rPr lang="fr-MA" smtClean="0"/>
            </a:fld>
            <a:endParaRPr lang="fr-MA"/>
          </a:p>
        </p:txBody>
      </p:sp>
      <p:sp>
        <p:nvSpPr>
          <p:cNvPr id="1048596" name="Espace réservé du pied de page 4"/>
          <p:cNvSpPr>
            <a:spLocks noGrp="1"/>
          </p:cNvSpPr>
          <p:nvPr>
            <p:ph type="ftr" sz="quarter" idx="11"/>
          </p:nvPr>
        </p:nvSpPr>
        <p:spPr/>
        <p:txBody>
          <a:bodyPr/>
          <a:p>
            <a:r>
              <a:rPr lang="fr-MA"/>
              <a:t>Azagrouze</a:t>
            </a:r>
          </a:p>
        </p:txBody>
      </p:sp>
      <p:sp>
        <p:nvSpPr>
          <p:cNvPr id="1048597" name="Espace réservé du numéro de diapositive 5"/>
          <p:cNvSpPr>
            <a:spLocks noGrp="1"/>
          </p:cNvSpPr>
          <p:nvPr>
            <p:ph type="sldNum" sz="quarter" idx="12"/>
          </p:nvPr>
        </p:nvSpPr>
        <p:spPr/>
        <p:txBody>
          <a:bodyPr/>
          <a:p>
            <a:fld id="{FF4E3B11-ADB7-4E0C-98DE-03B52B014AC4}" type="slidenum">
              <a:rPr lang="fr-MA" smtClean="0"/>
            </a:fld>
            <a:endParaRPr lang="fr-M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Titre de section">
    <p:spTree>
      <p:nvGrpSpPr>
        <p:cNvPr id="101" name=""/>
        <p:cNvGrpSpPr/>
        <p:nvPr/>
      </p:nvGrpSpPr>
      <p:grpSpPr>
        <a:xfrm>
          <a:off x="0" y="0"/>
          <a:ext cx="0" cy="0"/>
          <a:chOff x="0" y="0"/>
          <a:chExt cx="0" cy="0"/>
        </a:xfrm>
      </p:grpSpPr>
      <p:sp>
        <p:nvSpPr>
          <p:cNvPr id="1048881"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fr-MA"/>
          </a:p>
        </p:txBody>
      </p:sp>
      <p:sp>
        <p:nvSpPr>
          <p:cNvPr id="1048882" name="Espace réservé du texte 2"/>
          <p:cNvSpPr>
            <a:spLocks noGrp="1"/>
          </p:cNvSpPr>
          <p:nvPr>
            <p:ph type="body" idx="1"/>
          </p:nvPr>
        </p:nvSpPr>
        <p:spPr>
          <a:xfrm>
            <a:off x="831850" y="4589463"/>
            <a:ext cx="10515600" cy="1500187"/>
          </a:xfrm>
        </p:spPr>
        <p:txBody>
          <a:bodyPr/>
          <a:lstStyle>
            <a:lvl1pPr indent="0" marL="0">
              <a:buNone/>
              <a:defRPr sz="2400">
                <a:solidFill>
                  <a:schemeClr val="tx1">
                    <a:tint val="75000"/>
                  </a:schemeClr>
                </a:solidFill>
              </a:defRPr>
            </a:lvl1pPr>
            <a:lvl2pPr indent="0" marL="457200">
              <a:buNone/>
              <a:defRPr sz="2000">
                <a:solidFill>
                  <a:schemeClr val="tx1">
                    <a:tint val="75000"/>
                  </a:schemeClr>
                </a:solidFill>
              </a:defRPr>
            </a:lvl2pPr>
            <a:lvl3pPr indent="0" marL="914400">
              <a:buNone/>
              <a:defRPr sz="1800">
                <a:solidFill>
                  <a:schemeClr val="tx1">
                    <a:tint val="75000"/>
                  </a:schemeClr>
                </a:solidFill>
              </a:defRPr>
            </a:lvl3pPr>
            <a:lvl4pPr indent="0" marL="1371600">
              <a:buNone/>
              <a:defRPr sz="1600">
                <a:solidFill>
                  <a:schemeClr val="tx1">
                    <a:tint val="75000"/>
                  </a:schemeClr>
                </a:solidFill>
              </a:defRPr>
            </a:lvl4pPr>
            <a:lvl5pPr indent="0" marL="1828800">
              <a:buNone/>
              <a:defRPr sz="1600">
                <a:solidFill>
                  <a:schemeClr val="tx1">
                    <a:tint val="75000"/>
                  </a:schemeClr>
                </a:solidFill>
              </a:defRPr>
            </a:lvl5pPr>
            <a:lvl6pPr indent="0" marL="2286000">
              <a:buNone/>
              <a:defRPr sz="1600">
                <a:solidFill>
                  <a:schemeClr val="tx1">
                    <a:tint val="75000"/>
                  </a:schemeClr>
                </a:solidFill>
              </a:defRPr>
            </a:lvl6pPr>
            <a:lvl7pPr indent="0" marL="2743200">
              <a:buNone/>
              <a:defRPr sz="1600">
                <a:solidFill>
                  <a:schemeClr val="tx1">
                    <a:tint val="75000"/>
                  </a:schemeClr>
                </a:solidFill>
              </a:defRPr>
            </a:lvl7pPr>
            <a:lvl8pPr indent="0" marL="3200400">
              <a:buNone/>
              <a:defRPr sz="1600">
                <a:solidFill>
                  <a:schemeClr val="tx1">
                    <a:tint val="75000"/>
                  </a:schemeClr>
                </a:solidFill>
              </a:defRPr>
            </a:lvl8pPr>
            <a:lvl9pPr indent="0" marL="3657600">
              <a:buNone/>
              <a:defRPr sz="1600">
                <a:solidFill>
                  <a:schemeClr val="tx1">
                    <a:tint val="75000"/>
                  </a:schemeClr>
                </a:solidFill>
              </a:defRPr>
            </a:lvl9pPr>
          </a:lstStyle>
          <a:p>
            <a:pPr lvl="0"/>
            <a:r>
              <a:rPr lang="fr-FR"/>
              <a:t>Modifiez les styles du texte du masque</a:t>
            </a:r>
          </a:p>
        </p:txBody>
      </p:sp>
      <p:sp>
        <p:nvSpPr>
          <p:cNvPr id="1048883" name="Espace réservé de la date 3"/>
          <p:cNvSpPr>
            <a:spLocks noGrp="1"/>
          </p:cNvSpPr>
          <p:nvPr>
            <p:ph type="dt" sz="half" idx="10"/>
          </p:nvPr>
        </p:nvSpPr>
        <p:spPr/>
        <p:txBody>
          <a:bodyPr/>
          <a:p>
            <a:fld id="{816A87E5-2618-4786-8F78-EBF06D1D5F3D}" type="datetime1">
              <a:rPr lang="fr-MA" smtClean="0"/>
            </a:fld>
            <a:endParaRPr lang="fr-MA"/>
          </a:p>
        </p:txBody>
      </p:sp>
      <p:sp>
        <p:nvSpPr>
          <p:cNvPr id="1048884" name="Espace réservé du pied de page 4"/>
          <p:cNvSpPr>
            <a:spLocks noGrp="1"/>
          </p:cNvSpPr>
          <p:nvPr>
            <p:ph type="ftr" sz="quarter" idx="11"/>
          </p:nvPr>
        </p:nvSpPr>
        <p:spPr/>
        <p:txBody>
          <a:bodyPr/>
          <a:p>
            <a:r>
              <a:rPr lang="fr-MA"/>
              <a:t>Azagrouze</a:t>
            </a:r>
          </a:p>
        </p:txBody>
      </p:sp>
      <p:sp>
        <p:nvSpPr>
          <p:cNvPr id="1048885" name="Espace réservé du numéro de diapositive 5"/>
          <p:cNvSpPr>
            <a:spLocks noGrp="1"/>
          </p:cNvSpPr>
          <p:nvPr>
            <p:ph type="sldNum" sz="quarter" idx="12"/>
          </p:nvPr>
        </p:nvSpPr>
        <p:spPr/>
        <p:txBody>
          <a:bodyPr/>
          <a:p>
            <a:fld id="{FF4E3B11-ADB7-4E0C-98DE-03B52B014AC4}" type="slidenum">
              <a:rPr lang="fr-MA" smtClean="0"/>
            </a:fld>
            <a:endParaRPr lang="fr-M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Deux contenus">
    <p:spTree>
      <p:nvGrpSpPr>
        <p:cNvPr id="95" name=""/>
        <p:cNvGrpSpPr/>
        <p:nvPr/>
      </p:nvGrpSpPr>
      <p:grpSpPr>
        <a:xfrm>
          <a:off x="0" y="0"/>
          <a:ext cx="0" cy="0"/>
          <a:chOff x="0" y="0"/>
          <a:chExt cx="0" cy="0"/>
        </a:xfrm>
      </p:grpSpPr>
      <p:sp>
        <p:nvSpPr>
          <p:cNvPr id="1048849" name="Titre 1"/>
          <p:cNvSpPr>
            <a:spLocks noGrp="1"/>
          </p:cNvSpPr>
          <p:nvPr>
            <p:ph type="title"/>
          </p:nvPr>
        </p:nvSpPr>
        <p:spPr/>
        <p:txBody>
          <a:bodyPr/>
          <a:p>
            <a:r>
              <a:rPr lang="fr-FR"/>
              <a:t>Modifiez le style du titre</a:t>
            </a:r>
            <a:endParaRPr lang="fr-MA"/>
          </a:p>
        </p:txBody>
      </p:sp>
      <p:sp>
        <p:nvSpPr>
          <p:cNvPr id="1048850" name="Espace réservé du contenu 2"/>
          <p:cNvSpPr>
            <a:spLocks noGrp="1"/>
          </p:cNvSpPr>
          <p:nvPr>
            <p:ph sz="half" idx="1"/>
          </p:nvPr>
        </p:nvSpPr>
        <p:spPr>
          <a:xfrm>
            <a:off x="838200" y="1825625"/>
            <a:ext cx="5181600" cy="4351338"/>
          </a:xfrm>
        </p:spPr>
        <p:txBody>
          <a:bodyPr/>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1048851" name="Espace réservé du contenu 3"/>
          <p:cNvSpPr>
            <a:spLocks noGrp="1"/>
          </p:cNvSpPr>
          <p:nvPr>
            <p:ph sz="half" idx="2"/>
          </p:nvPr>
        </p:nvSpPr>
        <p:spPr>
          <a:xfrm>
            <a:off x="6172200" y="1825625"/>
            <a:ext cx="5181600" cy="4351338"/>
          </a:xfrm>
        </p:spPr>
        <p:txBody>
          <a:bodyPr/>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1048852" name="Espace réservé de la date 4"/>
          <p:cNvSpPr>
            <a:spLocks noGrp="1"/>
          </p:cNvSpPr>
          <p:nvPr>
            <p:ph type="dt" sz="half" idx="10"/>
          </p:nvPr>
        </p:nvSpPr>
        <p:spPr/>
        <p:txBody>
          <a:bodyPr/>
          <a:p>
            <a:fld id="{F7FE1A23-B885-4A31-BC44-E0CD1097E53A}" type="datetime1">
              <a:rPr lang="fr-MA" smtClean="0"/>
            </a:fld>
            <a:endParaRPr lang="fr-MA"/>
          </a:p>
        </p:txBody>
      </p:sp>
      <p:sp>
        <p:nvSpPr>
          <p:cNvPr id="1048853" name="Espace réservé du pied de page 5"/>
          <p:cNvSpPr>
            <a:spLocks noGrp="1"/>
          </p:cNvSpPr>
          <p:nvPr>
            <p:ph type="ftr" sz="quarter" idx="11"/>
          </p:nvPr>
        </p:nvSpPr>
        <p:spPr/>
        <p:txBody>
          <a:bodyPr/>
          <a:p>
            <a:r>
              <a:rPr lang="fr-MA"/>
              <a:t>Azagrouze</a:t>
            </a:r>
          </a:p>
        </p:txBody>
      </p:sp>
      <p:sp>
        <p:nvSpPr>
          <p:cNvPr id="1048854" name="Espace réservé du numéro de diapositive 6"/>
          <p:cNvSpPr>
            <a:spLocks noGrp="1"/>
          </p:cNvSpPr>
          <p:nvPr>
            <p:ph type="sldNum" sz="quarter" idx="12"/>
          </p:nvPr>
        </p:nvSpPr>
        <p:spPr/>
        <p:txBody>
          <a:bodyPr/>
          <a:p>
            <a:fld id="{FF4E3B11-ADB7-4E0C-98DE-03B52B014AC4}" type="slidenum">
              <a:rPr lang="fr-MA" smtClean="0"/>
            </a:fld>
            <a:endParaRPr lang="fr-M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aison">
    <p:spTree>
      <p:nvGrpSpPr>
        <p:cNvPr id="96" name=""/>
        <p:cNvGrpSpPr/>
        <p:nvPr/>
      </p:nvGrpSpPr>
      <p:grpSpPr>
        <a:xfrm>
          <a:off x="0" y="0"/>
          <a:ext cx="0" cy="0"/>
          <a:chOff x="0" y="0"/>
          <a:chExt cx="0" cy="0"/>
        </a:xfrm>
      </p:grpSpPr>
      <p:sp>
        <p:nvSpPr>
          <p:cNvPr id="1048855" name="Titre 1"/>
          <p:cNvSpPr>
            <a:spLocks noGrp="1"/>
          </p:cNvSpPr>
          <p:nvPr>
            <p:ph type="title"/>
          </p:nvPr>
        </p:nvSpPr>
        <p:spPr>
          <a:xfrm>
            <a:off x="839788" y="365125"/>
            <a:ext cx="10515600" cy="1325563"/>
          </a:xfrm>
        </p:spPr>
        <p:txBody>
          <a:bodyPr/>
          <a:p>
            <a:r>
              <a:rPr lang="fr-FR"/>
              <a:t>Modifiez le style du titre</a:t>
            </a:r>
            <a:endParaRPr lang="fr-MA"/>
          </a:p>
        </p:txBody>
      </p:sp>
      <p:sp>
        <p:nvSpPr>
          <p:cNvPr id="1048856" name="Espace réservé du texte 2"/>
          <p:cNvSpPr>
            <a:spLocks noGrp="1"/>
          </p:cNvSpPr>
          <p:nvPr>
            <p:ph type="body" idx="1"/>
          </p:nvPr>
        </p:nvSpPr>
        <p:spPr>
          <a:xfrm>
            <a:off x="839788" y="1681163"/>
            <a:ext cx="5157787" cy="82391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fr-FR"/>
              <a:t>Modifiez les styles du texte du masque</a:t>
            </a:r>
          </a:p>
        </p:txBody>
      </p:sp>
      <p:sp>
        <p:nvSpPr>
          <p:cNvPr id="1048857" name="Espace réservé du contenu 3"/>
          <p:cNvSpPr>
            <a:spLocks noGrp="1"/>
          </p:cNvSpPr>
          <p:nvPr>
            <p:ph sz="half" idx="2"/>
          </p:nvPr>
        </p:nvSpPr>
        <p:spPr>
          <a:xfrm>
            <a:off x="839788" y="2505075"/>
            <a:ext cx="5157787" cy="3684588"/>
          </a:xfrm>
        </p:spPr>
        <p:txBody>
          <a:bodyPr/>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1048858" name="Espace réservé du texte 4"/>
          <p:cNvSpPr>
            <a:spLocks noGrp="1"/>
          </p:cNvSpPr>
          <p:nvPr>
            <p:ph type="body" sz="quarter" idx="3"/>
          </p:nvPr>
        </p:nvSpPr>
        <p:spPr>
          <a:xfrm>
            <a:off x="6172200" y="1681163"/>
            <a:ext cx="5183188" cy="82391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fr-FR"/>
              <a:t>Modifiez les styles du texte du masque</a:t>
            </a:r>
          </a:p>
        </p:txBody>
      </p:sp>
      <p:sp>
        <p:nvSpPr>
          <p:cNvPr id="1048859" name="Espace réservé du contenu 5"/>
          <p:cNvSpPr>
            <a:spLocks noGrp="1"/>
          </p:cNvSpPr>
          <p:nvPr>
            <p:ph sz="quarter" idx="4"/>
          </p:nvPr>
        </p:nvSpPr>
        <p:spPr>
          <a:xfrm>
            <a:off x="6172200" y="2505075"/>
            <a:ext cx="5183188" cy="3684588"/>
          </a:xfrm>
        </p:spPr>
        <p:txBody>
          <a:bodyPr/>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1048860" name="Espace réservé de la date 6"/>
          <p:cNvSpPr>
            <a:spLocks noGrp="1"/>
          </p:cNvSpPr>
          <p:nvPr>
            <p:ph type="dt" sz="half" idx="10"/>
          </p:nvPr>
        </p:nvSpPr>
        <p:spPr/>
        <p:txBody>
          <a:bodyPr/>
          <a:p>
            <a:fld id="{4FC92017-8BAB-4662-BF4F-119B76BA5610}" type="datetime1">
              <a:rPr lang="fr-MA" smtClean="0"/>
            </a:fld>
            <a:endParaRPr lang="fr-MA"/>
          </a:p>
        </p:txBody>
      </p:sp>
      <p:sp>
        <p:nvSpPr>
          <p:cNvPr id="1048861" name="Espace réservé du pied de page 7"/>
          <p:cNvSpPr>
            <a:spLocks noGrp="1"/>
          </p:cNvSpPr>
          <p:nvPr>
            <p:ph type="ftr" sz="quarter" idx="11"/>
          </p:nvPr>
        </p:nvSpPr>
        <p:spPr/>
        <p:txBody>
          <a:bodyPr/>
          <a:p>
            <a:r>
              <a:rPr lang="fr-MA"/>
              <a:t>Azagrouze</a:t>
            </a:r>
          </a:p>
        </p:txBody>
      </p:sp>
      <p:sp>
        <p:nvSpPr>
          <p:cNvPr id="1048862" name="Espace réservé du numéro de diapositive 8"/>
          <p:cNvSpPr>
            <a:spLocks noGrp="1"/>
          </p:cNvSpPr>
          <p:nvPr>
            <p:ph type="sldNum" sz="quarter" idx="12"/>
          </p:nvPr>
        </p:nvSpPr>
        <p:spPr/>
        <p:txBody>
          <a:bodyPr/>
          <a:p>
            <a:fld id="{FF4E3B11-ADB7-4E0C-98DE-03B52B014AC4}" type="slidenum">
              <a:rPr lang="fr-MA" smtClean="0"/>
            </a:fld>
            <a:endParaRPr lang="fr-M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re seul">
    <p:spTree>
      <p:nvGrpSpPr>
        <p:cNvPr id="97" name=""/>
        <p:cNvGrpSpPr/>
        <p:nvPr/>
      </p:nvGrpSpPr>
      <p:grpSpPr>
        <a:xfrm>
          <a:off x="0" y="0"/>
          <a:ext cx="0" cy="0"/>
          <a:chOff x="0" y="0"/>
          <a:chExt cx="0" cy="0"/>
        </a:xfrm>
      </p:grpSpPr>
      <p:sp>
        <p:nvSpPr>
          <p:cNvPr id="1048863" name="Titre 1"/>
          <p:cNvSpPr>
            <a:spLocks noGrp="1"/>
          </p:cNvSpPr>
          <p:nvPr>
            <p:ph type="title"/>
          </p:nvPr>
        </p:nvSpPr>
        <p:spPr/>
        <p:txBody>
          <a:bodyPr/>
          <a:p>
            <a:r>
              <a:rPr lang="fr-FR"/>
              <a:t>Modifiez le style du titre</a:t>
            </a:r>
            <a:endParaRPr lang="fr-MA"/>
          </a:p>
        </p:txBody>
      </p:sp>
      <p:sp>
        <p:nvSpPr>
          <p:cNvPr id="1048864" name="Espace réservé de la date 2"/>
          <p:cNvSpPr>
            <a:spLocks noGrp="1"/>
          </p:cNvSpPr>
          <p:nvPr>
            <p:ph type="dt" sz="half" idx="10"/>
          </p:nvPr>
        </p:nvSpPr>
        <p:spPr/>
        <p:txBody>
          <a:bodyPr/>
          <a:p>
            <a:fld id="{3808C277-2118-47FF-9A95-4917D0D4AA7A}" type="datetime1">
              <a:rPr lang="fr-MA" smtClean="0"/>
            </a:fld>
            <a:endParaRPr lang="fr-MA"/>
          </a:p>
        </p:txBody>
      </p:sp>
      <p:sp>
        <p:nvSpPr>
          <p:cNvPr id="1048865" name="Espace réservé du pied de page 3"/>
          <p:cNvSpPr>
            <a:spLocks noGrp="1"/>
          </p:cNvSpPr>
          <p:nvPr>
            <p:ph type="ftr" sz="quarter" idx="11"/>
          </p:nvPr>
        </p:nvSpPr>
        <p:spPr/>
        <p:txBody>
          <a:bodyPr/>
          <a:p>
            <a:r>
              <a:rPr lang="fr-MA"/>
              <a:t>Azagrouze</a:t>
            </a:r>
          </a:p>
        </p:txBody>
      </p:sp>
      <p:sp>
        <p:nvSpPr>
          <p:cNvPr id="1048866" name="Espace réservé du numéro de diapositive 4"/>
          <p:cNvSpPr>
            <a:spLocks noGrp="1"/>
          </p:cNvSpPr>
          <p:nvPr>
            <p:ph type="sldNum" sz="quarter" idx="12"/>
          </p:nvPr>
        </p:nvSpPr>
        <p:spPr/>
        <p:txBody>
          <a:bodyPr/>
          <a:p>
            <a:fld id="{FF4E3B11-ADB7-4E0C-98DE-03B52B014AC4}" type="slidenum">
              <a:rPr lang="fr-MA" smtClean="0"/>
            </a:fld>
            <a:endParaRPr lang="fr-M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Vide">
    <p:spTree>
      <p:nvGrpSpPr>
        <p:cNvPr id="99" name=""/>
        <p:cNvGrpSpPr/>
        <p:nvPr/>
      </p:nvGrpSpPr>
      <p:grpSpPr>
        <a:xfrm>
          <a:off x="0" y="0"/>
          <a:ext cx="0" cy="0"/>
          <a:chOff x="0" y="0"/>
          <a:chExt cx="0" cy="0"/>
        </a:xfrm>
      </p:grpSpPr>
      <p:sp>
        <p:nvSpPr>
          <p:cNvPr id="1048872" name="Espace réservé de la date 1"/>
          <p:cNvSpPr>
            <a:spLocks noGrp="1"/>
          </p:cNvSpPr>
          <p:nvPr>
            <p:ph type="dt" sz="half" idx="10"/>
          </p:nvPr>
        </p:nvSpPr>
        <p:spPr/>
        <p:txBody>
          <a:bodyPr/>
          <a:p>
            <a:fld id="{80FB0A23-DBC6-47D7-9FC0-324D532D6DC9}" type="datetime1">
              <a:rPr lang="fr-MA" smtClean="0"/>
            </a:fld>
            <a:endParaRPr lang="fr-MA"/>
          </a:p>
        </p:txBody>
      </p:sp>
      <p:sp>
        <p:nvSpPr>
          <p:cNvPr id="1048873" name="Espace réservé du pied de page 2"/>
          <p:cNvSpPr>
            <a:spLocks noGrp="1"/>
          </p:cNvSpPr>
          <p:nvPr>
            <p:ph type="ftr" sz="quarter" idx="11"/>
          </p:nvPr>
        </p:nvSpPr>
        <p:spPr/>
        <p:txBody>
          <a:bodyPr/>
          <a:p>
            <a:r>
              <a:rPr lang="fr-MA"/>
              <a:t>Azagrouze</a:t>
            </a:r>
          </a:p>
        </p:txBody>
      </p:sp>
      <p:sp>
        <p:nvSpPr>
          <p:cNvPr id="1048874" name="Espace réservé du numéro de diapositive 3"/>
          <p:cNvSpPr>
            <a:spLocks noGrp="1"/>
          </p:cNvSpPr>
          <p:nvPr>
            <p:ph type="sldNum" sz="quarter" idx="12"/>
          </p:nvPr>
        </p:nvSpPr>
        <p:spPr/>
        <p:txBody>
          <a:bodyPr/>
          <a:p>
            <a:fld id="{FF4E3B11-ADB7-4E0C-98DE-03B52B014AC4}" type="slidenum">
              <a:rPr lang="fr-MA" smtClean="0"/>
            </a:fld>
            <a:endParaRPr lang="fr-M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u avec légende">
    <p:spTree>
      <p:nvGrpSpPr>
        <p:cNvPr id="103" name=""/>
        <p:cNvGrpSpPr/>
        <p:nvPr/>
      </p:nvGrpSpPr>
      <p:grpSpPr>
        <a:xfrm>
          <a:off x="0" y="0"/>
          <a:ext cx="0" cy="0"/>
          <a:chOff x="0" y="0"/>
          <a:chExt cx="0" cy="0"/>
        </a:xfrm>
      </p:grpSpPr>
      <p:sp>
        <p:nvSpPr>
          <p:cNvPr id="1048891"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MA"/>
          </a:p>
        </p:txBody>
      </p:sp>
      <p:sp>
        <p:nvSpPr>
          <p:cNvPr id="1048892"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1048893" name="Espace réservé du texte 3"/>
          <p:cNvSpPr>
            <a:spLocks noGrp="1"/>
          </p:cNvSpPr>
          <p:nvPr>
            <p:ph type="body" sz="half" idx="2"/>
          </p:nvPr>
        </p:nvSpPr>
        <p:spPr>
          <a:xfrm>
            <a:off x="839788" y="2057400"/>
            <a:ext cx="3932237" cy="3811588"/>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fr-FR"/>
              <a:t>Modifiez les styles du texte du masque</a:t>
            </a:r>
          </a:p>
        </p:txBody>
      </p:sp>
      <p:sp>
        <p:nvSpPr>
          <p:cNvPr id="1048894" name="Espace réservé de la date 4"/>
          <p:cNvSpPr>
            <a:spLocks noGrp="1"/>
          </p:cNvSpPr>
          <p:nvPr>
            <p:ph type="dt" sz="half" idx="10"/>
          </p:nvPr>
        </p:nvSpPr>
        <p:spPr/>
        <p:txBody>
          <a:bodyPr/>
          <a:p>
            <a:fld id="{B7D89068-F218-49EB-A8D1-64A37CF878B1}" type="datetime1">
              <a:rPr lang="fr-MA" smtClean="0"/>
            </a:fld>
            <a:endParaRPr lang="fr-MA"/>
          </a:p>
        </p:txBody>
      </p:sp>
      <p:sp>
        <p:nvSpPr>
          <p:cNvPr id="1048895" name="Espace réservé du pied de page 5"/>
          <p:cNvSpPr>
            <a:spLocks noGrp="1"/>
          </p:cNvSpPr>
          <p:nvPr>
            <p:ph type="ftr" sz="quarter" idx="11"/>
          </p:nvPr>
        </p:nvSpPr>
        <p:spPr/>
        <p:txBody>
          <a:bodyPr/>
          <a:p>
            <a:r>
              <a:rPr lang="fr-MA"/>
              <a:t>Azagrouze</a:t>
            </a:r>
          </a:p>
        </p:txBody>
      </p:sp>
      <p:sp>
        <p:nvSpPr>
          <p:cNvPr id="1048896" name="Espace réservé du numéro de diapositive 6"/>
          <p:cNvSpPr>
            <a:spLocks noGrp="1"/>
          </p:cNvSpPr>
          <p:nvPr>
            <p:ph type="sldNum" sz="quarter" idx="12"/>
          </p:nvPr>
        </p:nvSpPr>
        <p:spPr/>
        <p:txBody>
          <a:bodyPr/>
          <a:p>
            <a:fld id="{FF4E3B11-ADB7-4E0C-98DE-03B52B014AC4}" type="slidenum">
              <a:rPr lang="fr-MA" smtClean="0"/>
            </a:fld>
            <a:endParaRPr lang="fr-M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Image avec légende">
    <p:spTree>
      <p:nvGrpSpPr>
        <p:cNvPr id="100" name=""/>
        <p:cNvGrpSpPr/>
        <p:nvPr/>
      </p:nvGrpSpPr>
      <p:grpSpPr>
        <a:xfrm>
          <a:off x="0" y="0"/>
          <a:ext cx="0" cy="0"/>
          <a:chOff x="0" y="0"/>
          <a:chExt cx="0" cy="0"/>
        </a:xfrm>
      </p:grpSpPr>
      <p:sp>
        <p:nvSpPr>
          <p:cNvPr id="1048875"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MA"/>
          </a:p>
        </p:txBody>
      </p:sp>
      <p:sp>
        <p:nvSpPr>
          <p:cNvPr id="1048876" name="Espace réservé pour une image  2"/>
          <p:cNvSpPr>
            <a:spLocks noGrp="1"/>
          </p:cNvSpPr>
          <p:nvPr>
            <p:ph type="pic" idx="1"/>
          </p:nvPr>
        </p:nvSpPr>
        <p:spPr>
          <a:xfrm>
            <a:off x="5183188" y="987425"/>
            <a:ext cx="6172200" cy="4873625"/>
          </a:xfrm>
        </p:spPr>
        <p:txBody>
          <a:bodyPr/>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endParaRPr lang="fr-MA"/>
          </a:p>
        </p:txBody>
      </p:sp>
      <p:sp>
        <p:nvSpPr>
          <p:cNvPr id="1048877" name="Espace réservé du texte 3"/>
          <p:cNvSpPr>
            <a:spLocks noGrp="1"/>
          </p:cNvSpPr>
          <p:nvPr>
            <p:ph type="body" sz="half" idx="2"/>
          </p:nvPr>
        </p:nvSpPr>
        <p:spPr>
          <a:xfrm>
            <a:off x="839788" y="2057400"/>
            <a:ext cx="3932237" cy="3811588"/>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fr-FR"/>
              <a:t>Modifiez les styles du texte du masque</a:t>
            </a:r>
          </a:p>
        </p:txBody>
      </p:sp>
      <p:sp>
        <p:nvSpPr>
          <p:cNvPr id="1048878" name="Espace réservé de la date 4"/>
          <p:cNvSpPr>
            <a:spLocks noGrp="1"/>
          </p:cNvSpPr>
          <p:nvPr>
            <p:ph type="dt" sz="half" idx="10"/>
          </p:nvPr>
        </p:nvSpPr>
        <p:spPr/>
        <p:txBody>
          <a:bodyPr/>
          <a:p>
            <a:fld id="{CD0999C3-2734-40B4-9031-F1AD2DA3B7BF}" type="datetime1">
              <a:rPr lang="fr-MA" smtClean="0"/>
            </a:fld>
            <a:endParaRPr lang="fr-MA"/>
          </a:p>
        </p:txBody>
      </p:sp>
      <p:sp>
        <p:nvSpPr>
          <p:cNvPr id="1048879" name="Espace réservé du pied de page 5"/>
          <p:cNvSpPr>
            <a:spLocks noGrp="1"/>
          </p:cNvSpPr>
          <p:nvPr>
            <p:ph type="ftr" sz="quarter" idx="11"/>
          </p:nvPr>
        </p:nvSpPr>
        <p:spPr/>
        <p:txBody>
          <a:bodyPr/>
          <a:p>
            <a:r>
              <a:rPr lang="fr-MA"/>
              <a:t>Azagrouze</a:t>
            </a:r>
          </a:p>
        </p:txBody>
      </p:sp>
      <p:sp>
        <p:nvSpPr>
          <p:cNvPr id="1048880" name="Espace réservé du numéro de diapositive 6"/>
          <p:cNvSpPr>
            <a:spLocks noGrp="1"/>
          </p:cNvSpPr>
          <p:nvPr>
            <p:ph type="sldNum" sz="quarter" idx="12"/>
          </p:nvPr>
        </p:nvSpPr>
        <p:spPr/>
        <p:txBody>
          <a:bodyPr/>
          <a:p>
            <a:fld id="{FF4E3B11-ADB7-4E0C-98DE-03B52B014AC4}" type="slidenum">
              <a:rPr lang="fr-MA" smtClean="0"/>
            </a:fld>
            <a:endParaRPr lang="fr-M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re et texte vertical">
    <p:spTree>
      <p:nvGrpSpPr>
        <p:cNvPr id="102" name=""/>
        <p:cNvGrpSpPr/>
        <p:nvPr/>
      </p:nvGrpSpPr>
      <p:grpSpPr>
        <a:xfrm>
          <a:off x="0" y="0"/>
          <a:ext cx="0" cy="0"/>
          <a:chOff x="0" y="0"/>
          <a:chExt cx="0" cy="0"/>
        </a:xfrm>
      </p:grpSpPr>
      <p:sp>
        <p:nvSpPr>
          <p:cNvPr id="1048886" name="Titre 1"/>
          <p:cNvSpPr>
            <a:spLocks noGrp="1"/>
          </p:cNvSpPr>
          <p:nvPr>
            <p:ph type="title"/>
          </p:nvPr>
        </p:nvSpPr>
        <p:spPr/>
        <p:txBody>
          <a:bodyPr/>
          <a:p>
            <a:r>
              <a:rPr lang="fr-FR"/>
              <a:t>Modifiez le style du titre</a:t>
            </a:r>
            <a:endParaRPr lang="fr-MA"/>
          </a:p>
        </p:txBody>
      </p:sp>
      <p:sp>
        <p:nvSpPr>
          <p:cNvPr id="1048887" name="Espace réservé du texte vertical 2"/>
          <p:cNvSpPr>
            <a:spLocks noGrp="1"/>
          </p:cNvSpPr>
          <p:nvPr>
            <p:ph type="body" orient="vert" idx="1"/>
          </p:nvPr>
        </p:nvSpPr>
        <p:spPr/>
        <p:txBody>
          <a:bodyPr vert="eaVert"/>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1048888" name="Espace réservé de la date 3"/>
          <p:cNvSpPr>
            <a:spLocks noGrp="1"/>
          </p:cNvSpPr>
          <p:nvPr>
            <p:ph type="dt" sz="half" idx="10"/>
          </p:nvPr>
        </p:nvSpPr>
        <p:spPr/>
        <p:txBody>
          <a:bodyPr/>
          <a:p>
            <a:fld id="{DB24B2E5-52C3-448F-99F8-42A558FCEE0D}" type="datetime1">
              <a:rPr lang="fr-MA" smtClean="0"/>
            </a:fld>
            <a:endParaRPr lang="fr-MA"/>
          </a:p>
        </p:txBody>
      </p:sp>
      <p:sp>
        <p:nvSpPr>
          <p:cNvPr id="1048889" name="Espace réservé du pied de page 4"/>
          <p:cNvSpPr>
            <a:spLocks noGrp="1"/>
          </p:cNvSpPr>
          <p:nvPr>
            <p:ph type="ftr" sz="quarter" idx="11"/>
          </p:nvPr>
        </p:nvSpPr>
        <p:spPr/>
        <p:txBody>
          <a:bodyPr/>
          <a:p>
            <a:r>
              <a:rPr lang="fr-MA"/>
              <a:t>Azagrouze</a:t>
            </a:r>
          </a:p>
        </p:txBody>
      </p:sp>
      <p:sp>
        <p:nvSpPr>
          <p:cNvPr id="1048890" name="Espace réservé du numéro de diapositive 5"/>
          <p:cNvSpPr>
            <a:spLocks noGrp="1"/>
          </p:cNvSpPr>
          <p:nvPr>
            <p:ph type="sldNum" sz="quarter" idx="12"/>
          </p:nvPr>
        </p:nvSpPr>
        <p:spPr/>
        <p:txBody>
          <a:bodyPr/>
          <a:p>
            <a:fld id="{FF4E3B11-ADB7-4E0C-98DE-03B52B014AC4}" type="slidenum">
              <a:rPr lang="fr-MA" smtClean="0"/>
            </a:fld>
            <a:endParaRPr lang="fr-M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Titre vertical et texte">
    <p:spTree>
      <p:nvGrpSpPr>
        <p:cNvPr id="98" name=""/>
        <p:cNvGrpSpPr/>
        <p:nvPr/>
      </p:nvGrpSpPr>
      <p:grpSpPr>
        <a:xfrm>
          <a:off x="0" y="0"/>
          <a:ext cx="0" cy="0"/>
          <a:chOff x="0" y="0"/>
          <a:chExt cx="0" cy="0"/>
        </a:xfrm>
      </p:grpSpPr>
      <p:sp>
        <p:nvSpPr>
          <p:cNvPr id="1048867" name="Titre vertical 1"/>
          <p:cNvSpPr>
            <a:spLocks noGrp="1"/>
          </p:cNvSpPr>
          <p:nvPr>
            <p:ph type="title" orient="vert"/>
          </p:nvPr>
        </p:nvSpPr>
        <p:spPr>
          <a:xfrm>
            <a:off x="8724900" y="365125"/>
            <a:ext cx="2628900" cy="5811838"/>
          </a:xfrm>
        </p:spPr>
        <p:txBody>
          <a:bodyPr vert="eaVert"/>
          <a:p>
            <a:r>
              <a:rPr lang="fr-FR"/>
              <a:t>Modifiez le style du titre</a:t>
            </a:r>
            <a:endParaRPr lang="fr-MA"/>
          </a:p>
        </p:txBody>
      </p:sp>
      <p:sp>
        <p:nvSpPr>
          <p:cNvPr id="1048868" name="Espace réservé du texte vertical 2"/>
          <p:cNvSpPr>
            <a:spLocks noGrp="1"/>
          </p:cNvSpPr>
          <p:nvPr>
            <p:ph type="body" orient="vert" idx="1"/>
          </p:nvPr>
        </p:nvSpPr>
        <p:spPr>
          <a:xfrm>
            <a:off x="838200" y="365125"/>
            <a:ext cx="7734300" cy="5811838"/>
          </a:xfrm>
        </p:spPr>
        <p:txBody>
          <a:bodyPr vert="eaVert"/>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1048869" name="Espace réservé de la date 3"/>
          <p:cNvSpPr>
            <a:spLocks noGrp="1"/>
          </p:cNvSpPr>
          <p:nvPr>
            <p:ph type="dt" sz="half" idx="10"/>
          </p:nvPr>
        </p:nvSpPr>
        <p:spPr/>
        <p:txBody>
          <a:bodyPr/>
          <a:p>
            <a:fld id="{1590A5C8-C8ED-4DCB-B51D-0DADB730FC6A}" type="datetime1">
              <a:rPr lang="fr-MA" smtClean="0"/>
            </a:fld>
            <a:endParaRPr lang="fr-MA"/>
          </a:p>
        </p:txBody>
      </p:sp>
      <p:sp>
        <p:nvSpPr>
          <p:cNvPr id="1048870" name="Espace réservé du pied de page 4"/>
          <p:cNvSpPr>
            <a:spLocks noGrp="1"/>
          </p:cNvSpPr>
          <p:nvPr>
            <p:ph type="ftr" sz="quarter" idx="11"/>
          </p:nvPr>
        </p:nvSpPr>
        <p:spPr/>
        <p:txBody>
          <a:bodyPr/>
          <a:p>
            <a:r>
              <a:rPr lang="fr-MA"/>
              <a:t>Azagrouze</a:t>
            </a:r>
          </a:p>
        </p:txBody>
      </p:sp>
      <p:sp>
        <p:nvSpPr>
          <p:cNvPr id="1048871" name="Espace réservé du numéro de diapositive 5"/>
          <p:cNvSpPr>
            <a:spLocks noGrp="1"/>
          </p:cNvSpPr>
          <p:nvPr>
            <p:ph type="sldNum" sz="quarter" idx="12"/>
          </p:nvPr>
        </p:nvSpPr>
        <p:spPr/>
        <p:txBody>
          <a:bodyPr/>
          <a:p>
            <a:fld id="{FF4E3B11-ADB7-4E0C-98DE-03B52B014AC4}" type="slidenum">
              <a:rPr lang="fr-MA" smtClean="0"/>
            </a:fld>
            <a:endParaRPr lang="fr-MA"/>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2" name=""/>
        <p:cNvGrpSpPr/>
        <p:nvPr/>
      </p:nvGrpSpPr>
      <p:grpSpPr>
        <a:xfrm>
          <a:off x="0" y="0"/>
          <a:ext cx="0" cy="0"/>
          <a:chOff x="0" y="0"/>
          <a:chExt cx="0" cy="0"/>
        </a:xfrm>
      </p:grpSpPr>
      <p:sp>
        <p:nvSpPr>
          <p:cNvPr id="1048576" name="Espace réservé du titre 1"/>
          <p:cNvSpPr>
            <a:spLocks noGrp="1"/>
          </p:cNvSpPr>
          <p:nvPr>
            <p:ph type="title"/>
          </p:nvPr>
        </p:nvSpPr>
        <p:spPr>
          <a:xfrm>
            <a:off x="838200" y="365125"/>
            <a:ext cx="10515600" cy="1325563"/>
          </a:xfrm>
          <a:prstGeom prst="rect"/>
        </p:spPr>
        <p:txBody>
          <a:bodyPr anchor="ctr" bIns="45720" lIns="91440" rIns="91440" rtlCol="0" tIns="45720" vert="horz">
            <a:normAutofit/>
          </a:bodyPr>
          <a:p>
            <a:r>
              <a:rPr lang="fr-FR"/>
              <a:t>Modifiez le style du titre</a:t>
            </a:r>
            <a:endParaRPr lang="fr-MA"/>
          </a:p>
        </p:txBody>
      </p:sp>
      <p:sp>
        <p:nvSpPr>
          <p:cNvPr id="1048577" name="Espace réservé du texte 2"/>
          <p:cNvSpPr>
            <a:spLocks noGrp="1"/>
          </p:cNvSpPr>
          <p:nvPr>
            <p:ph type="body" idx="1"/>
          </p:nvPr>
        </p:nvSpPr>
        <p:spPr>
          <a:xfrm>
            <a:off x="838200" y="1825625"/>
            <a:ext cx="10515600" cy="4351338"/>
          </a:xfrm>
          <a:prstGeom prst="rect"/>
        </p:spPr>
        <p:txBody>
          <a:bodyPr bIns="45720" lIns="91440" rIns="91440" rtlCol="0" tIns="45720" vert="horz">
            <a:normAutofit/>
          </a:bodyPr>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1048578" name="Espace réservé de la date 3"/>
          <p:cNvSpPr>
            <a:spLocks noGrp="1"/>
          </p:cNvSpPr>
          <p:nvPr>
            <p:ph type="dt" sz="half" idx="2"/>
          </p:nvPr>
        </p:nvSpPr>
        <p:spPr>
          <a:xfrm>
            <a:off x="838200" y="6356350"/>
            <a:ext cx="2743200" cy="365125"/>
          </a:xfrm>
          <a:prstGeom prst="rect"/>
        </p:spPr>
        <p:txBody>
          <a:bodyPr anchor="ctr" bIns="45720" lIns="91440" rIns="91440" rtlCol="0" tIns="45720" vert="horz"/>
          <a:lstStyle>
            <a:lvl1pPr algn="l">
              <a:defRPr sz="1200">
                <a:solidFill>
                  <a:schemeClr val="tx1">
                    <a:tint val="75000"/>
                  </a:schemeClr>
                </a:solidFill>
              </a:defRPr>
            </a:lvl1pPr>
          </a:lstStyle>
          <a:p>
            <a:fld id="{E20E84FC-9930-4C18-BD8F-5FDBD1030CB4}" type="datetime1">
              <a:rPr lang="fr-MA" smtClean="0"/>
            </a:fld>
            <a:endParaRPr lang="fr-MA"/>
          </a:p>
        </p:txBody>
      </p:sp>
      <p:sp>
        <p:nvSpPr>
          <p:cNvPr id="1048579" name="Espace réservé du pied de page 4"/>
          <p:cNvSpPr>
            <a:spLocks noGrp="1"/>
          </p:cNvSpPr>
          <p:nvPr>
            <p:ph type="ftr" sz="quarter" idx="3"/>
          </p:nvPr>
        </p:nvSpPr>
        <p:spPr>
          <a:xfrm>
            <a:off x="4038600" y="6356350"/>
            <a:ext cx="4114800" cy="365125"/>
          </a:xfrm>
          <a:prstGeom prst="rect"/>
        </p:spPr>
        <p:txBody>
          <a:bodyPr anchor="ctr" bIns="45720" lIns="91440" rIns="91440" rtlCol="0" tIns="45720" vert="horz"/>
          <a:lstStyle>
            <a:lvl1pPr algn="ctr">
              <a:defRPr sz="1200">
                <a:solidFill>
                  <a:schemeClr val="tx1">
                    <a:tint val="75000"/>
                  </a:schemeClr>
                </a:solidFill>
              </a:defRPr>
            </a:lvl1pPr>
          </a:lstStyle>
          <a:p>
            <a:r>
              <a:rPr lang="fr-MA"/>
              <a:t>Azagrouze</a:t>
            </a:r>
          </a:p>
        </p:txBody>
      </p:sp>
      <p:sp>
        <p:nvSpPr>
          <p:cNvPr id="1048580" name="Espace réservé du numéro de diapositive 5"/>
          <p:cNvSpPr>
            <a:spLocks noGrp="1"/>
          </p:cNvSpPr>
          <p:nvPr>
            <p:ph type="sldNum" sz="quarter" idx="4"/>
          </p:nvPr>
        </p:nvSpPr>
        <p:spPr>
          <a:xfrm>
            <a:off x="8610600" y="6356350"/>
            <a:ext cx="2743200" cy="365125"/>
          </a:xfrm>
          <a:prstGeom prst="rect"/>
        </p:spPr>
        <p:txBody>
          <a:bodyPr anchor="ctr" bIns="45720" lIns="91440" rIns="91440" rtlCol="0" tIns="45720" vert="horz"/>
          <a:lstStyle>
            <a:lvl1pPr algn="r">
              <a:defRPr sz="1200">
                <a:solidFill>
                  <a:schemeClr val="tx1">
                    <a:tint val="75000"/>
                  </a:schemeClr>
                </a:solidFill>
              </a:defRPr>
            </a:lvl1pPr>
          </a:lstStyle>
          <a:p>
            <a:fld id="{FF4E3B11-ADB7-4E0C-98DE-03B52B014AC4}" type="slidenum">
              <a:rPr lang="fr-MA" smtClean="0"/>
            </a:fld>
            <a:endParaRPr lang="fr-MA"/>
          </a:p>
        </p:txBody>
      </p:sp>
    </p:spTree>
  </p:cSld>
  <p:clrMap accent1="accent1" accent2="accent2" accent3="accent3" accent4="accent4" accent5="accent5" accent6="accent6" bg1="lt1" bg2="lt2" tx1="dk1" tx2="dk2"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1" ftr="1" hdr="0" sldNum="1"/>
  <p:txStyles>
    <p:titleStyle>
      <a:lvl1pPr algn="l" defTabSz="914400" eaLnBrk="1" hangingPunct="1" latinLnBrk="0" rtl="0">
        <a:lnSpc>
          <a:spcPct val="90000"/>
        </a:lnSpc>
        <a:spcBef>
          <a:spcPct val="0"/>
        </a:spcBef>
        <a:buNone/>
        <a:defRPr sz="4400" kern="1200">
          <a:solidFill>
            <a:schemeClr val="tx1"/>
          </a:solidFill>
          <a:latin typeface="+mj-lt"/>
          <a:ea typeface="+mj-ea"/>
          <a:cs typeface="+mj-cs"/>
        </a:defRPr>
      </a:lvl1pPr>
    </p:titleStyle>
    <p:bodyStyle>
      <a:lvl1pPr algn="l" defTabSz="914400" eaLnBrk="1" hangingPunct="1" indent="-228600" latinLnBrk="0" marL="228600" rtl="0">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algn="l" defTabSz="914400" eaLnBrk="1" hangingPunct="1" indent="-228600" latinLnBrk="0" marL="685800" rtl="0">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algn="l" defTabSz="914400" eaLnBrk="1" hangingPunct="1" indent="-228600" latinLnBrk="0" marL="1143000" rtl="0">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algn="l" defTabSz="914400" eaLnBrk="1" hangingPunct="1" indent="-228600" latinLnBrk="0" marL="1600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algn="l" defTabSz="914400" eaLnBrk="1" hangingPunct="1" indent="-228600" latinLnBrk="0" marL="20574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algn="l" defTabSz="914400" eaLnBrk="1" hangingPunct="1" indent="-228600" latinLnBrk="0" marL="25146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algn="l" defTabSz="914400" eaLnBrk="1" hangingPunct="1" indent="-228600" latinLnBrk="0" marL="29718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algn="l" defTabSz="914400" eaLnBrk="1" hangingPunct="1" indent="-228600" latinLnBrk="0" marL="34290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algn="l" defTabSz="914400" eaLnBrk="1" hangingPunct="1" indent="-228600" latinLnBrk="0" marL="3886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1.emf"/><Relationship Id="rId2" Type="http://schemas.openxmlformats.org/officeDocument/2006/relationships/image" Target="../media/image2.emf"/><Relationship Id="rId3" Type="http://schemas.openxmlformats.org/officeDocument/2006/relationships/customXml" Target="../ink/ink17.xml"/><Relationship Id="rId4" Type="http://schemas.openxmlformats.org/officeDocument/2006/relationships/customXml" Target="../ink/ink18.xml"/><Relationship Id="rId5" Type="http://schemas.openxmlformats.org/officeDocument/2006/relationships/customXml" Target="../ink/ink19.xml"/><Relationship Id="rId6"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customXml" Target="../ink/ink20.xml"/><Relationship Id="rId2" Type="http://schemas.openxmlformats.org/officeDocument/2006/relationships/customXml" Target="../ink/ink21.xml"/><Relationship Id="rId3" Type="http://schemas.openxmlformats.org/officeDocument/2006/relationships/customXml" Target="../ink/ink22.xml"/><Relationship Id="rId4" Type="http://schemas.openxmlformats.org/officeDocument/2006/relationships/customXml" Target="../ink/ink23.xml"/><Relationship Id="rId5" Type="http://schemas.openxmlformats.org/officeDocument/2006/relationships/customXml" Target="../ink/ink24.xml"/><Relationship Id="rId6" Type="http://schemas.openxmlformats.org/officeDocument/2006/relationships/customXml" Target="../ink/ink25.xml"/><Relationship Id="rId7" Type="http://schemas.openxmlformats.org/officeDocument/2006/relationships/customXml" Target="../ink/ink26.xml"/><Relationship Id="rId8" Type="http://schemas.openxmlformats.org/officeDocument/2006/relationships/customXml" Target="../ink/ink27.xml"/><Relationship Id="rId9" Type="http://schemas.openxmlformats.org/officeDocument/2006/relationships/customXml" Target="../ink/ink28.xml"/><Relationship Id="rId10" Type="http://schemas.openxmlformats.org/officeDocument/2006/relationships/customXml" Target="../ink/ink29.xml"/><Relationship Id="rId11" Type="http://schemas.openxmlformats.org/officeDocument/2006/relationships/customXml" Target="../ink/ink30.xml"/><Relationship Id="rId12" Type="http://schemas.openxmlformats.org/officeDocument/2006/relationships/customXml" Target="../ink/ink31.xml"/><Relationship Id="rId13" Type="http://schemas.openxmlformats.org/officeDocument/2006/relationships/customXml" Target="../ink/ink32.xml"/><Relationship Id="rId14" Type="http://schemas.openxmlformats.org/officeDocument/2006/relationships/customXml" Target="../ink/ink33.xml"/><Relationship Id="rId15" Type="http://schemas.openxmlformats.org/officeDocument/2006/relationships/customXml" Target="../ink/ink34.xml"/><Relationship Id="rId16" Type="http://schemas.openxmlformats.org/officeDocument/2006/relationships/customXml" Target="../ink/ink35.xml"/><Relationship Id="rId17" Type="http://schemas.openxmlformats.org/officeDocument/2006/relationships/customXml" Target="../ink/ink36.xml"/><Relationship Id="rId18" Type="http://schemas.openxmlformats.org/officeDocument/2006/relationships/customXml" Target="../ink/ink37.xml"/><Relationship Id="rId19" Type="http://schemas.openxmlformats.org/officeDocument/2006/relationships/customXml" Target="../ink/ink38.xml"/><Relationship Id="rId20" Type="http://schemas.openxmlformats.org/officeDocument/2006/relationships/customXml" Target="../ink/ink39.xml"/><Relationship Id="rId21" Type="http://schemas.openxmlformats.org/officeDocument/2006/relationships/customXml" Target="../ink/ink40.xml"/><Relationship Id="rId22" Type="http://schemas.openxmlformats.org/officeDocument/2006/relationships/customXml" Target="../ink/ink41.xml"/><Relationship Id="rId23" Type="http://schemas.openxmlformats.org/officeDocument/2006/relationships/customXml" Target="../ink/ink42.xml"/><Relationship Id="rId24" Type="http://schemas.openxmlformats.org/officeDocument/2006/relationships/customXml" Target="../ink/ink43.xml"/><Relationship Id="rId25" Type="http://schemas.openxmlformats.org/officeDocument/2006/relationships/customXml" Target="../ink/ink44.xml"/><Relationship Id="rId26" Type="http://schemas.openxmlformats.org/officeDocument/2006/relationships/customXml" Target="../ink/ink45.xml"/><Relationship Id="rId27" Type="http://schemas.openxmlformats.org/officeDocument/2006/relationships/customXml" Target="../ink/ink46.xml"/><Relationship Id="rId28" Type="http://schemas.openxmlformats.org/officeDocument/2006/relationships/customXml" Target="../ink/ink47.xml"/><Relationship Id="rId29" Type="http://schemas.openxmlformats.org/officeDocument/2006/relationships/customXml" Target="../ink/ink48.xml"/><Relationship Id="rId30" Type="http://schemas.openxmlformats.org/officeDocument/2006/relationships/customXml" Target="../ink/ink49.xml"/><Relationship Id="rId31" Type="http://schemas.openxmlformats.org/officeDocument/2006/relationships/customXml" Target="../ink/ink50.xml"/><Relationship Id="rId32" Type="http://schemas.openxmlformats.org/officeDocument/2006/relationships/customXml" Target="../ink/ink51.xml"/><Relationship Id="rId33" Type="http://schemas.openxmlformats.org/officeDocument/2006/relationships/customXml" Target="../ink/ink52.xml"/><Relationship Id="rId34" Type="http://schemas.openxmlformats.org/officeDocument/2006/relationships/customXml" Target="../ink/ink53.xml"/><Relationship Id="rId35" Type="http://schemas.openxmlformats.org/officeDocument/2006/relationships/customXml" Target="../ink/ink54.xml"/><Relationship Id="rId36" Type="http://schemas.openxmlformats.org/officeDocument/2006/relationships/customXml" Target="../ink/ink55.xml"/><Relationship Id="rId37" Type="http://schemas.openxmlformats.org/officeDocument/2006/relationships/customXml" Target="../ink/ink56.xml"/><Relationship Id="rId38" Type="http://schemas.openxmlformats.org/officeDocument/2006/relationships/customXml" Target="../ink/ink57.xml"/><Relationship Id="rId39" Type="http://schemas.openxmlformats.org/officeDocument/2006/relationships/customXml" Target="../ink/ink58.xml"/><Relationship Id="rId40" Type="http://schemas.openxmlformats.org/officeDocument/2006/relationships/customXml" Target="../ink/ink59.xml"/><Relationship Id="rId41" Type="http://schemas.openxmlformats.org/officeDocument/2006/relationships/customXml" Target="../ink/ink60.xml"/><Relationship Id="rId42" Type="http://schemas.openxmlformats.org/officeDocument/2006/relationships/customXml" Target="../ink/ink61.xml"/><Relationship Id="rId43" Type="http://schemas.openxmlformats.org/officeDocument/2006/relationships/customXml" Target="../ink/ink62.xml"/><Relationship Id="rId44" Type="http://schemas.openxmlformats.org/officeDocument/2006/relationships/customXml" Target="../ink/ink63.xml"/><Relationship Id="rId45" Type="http://schemas.openxmlformats.org/officeDocument/2006/relationships/customXml" Target="../ink/ink64.xml"/><Relationship Id="rId46" Type="http://schemas.openxmlformats.org/officeDocument/2006/relationships/customXml" Target="../ink/ink65.xml"/><Relationship Id="rId47" Type="http://schemas.openxmlformats.org/officeDocument/2006/relationships/customXml" Target="../ink/ink66.xml"/><Relationship Id="rId48" Type="http://schemas.openxmlformats.org/officeDocument/2006/relationships/customXml" Target="../ink/ink67.xml"/><Relationship Id="rId49" Type="http://schemas.openxmlformats.org/officeDocument/2006/relationships/customXml" Target="../ink/ink68.xml"/><Relationship Id="rId50" Type="http://schemas.openxmlformats.org/officeDocument/2006/relationships/customXml" Target="../ink/ink69.xml"/><Relationship Id="rId51" Type="http://schemas.openxmlformats.org/officeDocument/2006/relationships/customXml" Target="../ink/ink70.xml"/><Relationship Id="rId52" Type="http://schemas.openxmlformats.org/officeDocument/2006/relationships/customXml" Target="../ink/ink71.xml"/><Relationship Id="rId53" Type="http://schemas.openxmlformats.org/officeDocument/2006/relationships/customXml" Target="../ink/ink72.xml"/><Relationship Id="rId54" Type="http://schemas.openxmlformats.org/officeDocument/2006/relationships/customXml" Target="../ink/ink73.xml"/><Relationship Id="rId55" Type="http://schemas.openxmlformats.org/officeDocument/2006/relationships/customXml" Target="../ink/ink74.xml"/><Relationship Id="rId56" Type="http://schemas.openxmlformats.org/officeDocument/2006/relationships/customXml" Target="../ink/ink75.xml"/><Relationship Id="rId57" Type="http://schemas.openxmlformats.org/officeDocument/2006/relationships/customXml" Target="../ink/ink76.xml"/><Relationship Id="rId58" Type="http://schemas.openxmlformats.org/officeDocument/2006/relationships/customXml" Target="../ink/ink77.xml"/><Relationship Id="rId59" Type="http://schemas.openxmlformats.org/officeDocument/2006/relationships/customXml" Target="../ink/ink78.xml"/><Relationship Id="rId60" Type="http://schemas.openxmlformats.org/officeDocument/2006/relationships/customXml" Target="../ink/ink79.xml"/><Relationship Id="rId61" Type="http://schemas.openxmlformats.org/officeDocument/2006/relationships/customXml" Target="../ink/ink80.xml"/><Relationship Id="rId62" Type="http://schemas.openxmlformats.org/officeDocument/2006/relationships/customXml" Target="../ink/ink81.xml"/><Relationship Id="rId63" Type="http://schemas.openxmlformats.org/officeDocument/2006/relationships/customXml" Target="../ink/ink82.xml"/><Relationship Id="rId64" Type="http://schemas.openxmlformats.org/officeDocument/2006/relationships/customXml" Target="../ink/ink83.xml"/><Relationship Id="rId65" Type="http://schemas.openxmlformats.org/officeDocument/2006/relationships/customXml" Target="../ink/ink84.xml"/><Relationship Id="rId66" Type="http://schemas.openxmlformats.org/officeDocument/2006/relationships/customXml" Target="../ink/ink85.xml"/><Relationship Id="rId67" Type="http://schemas.openxmlformats.org/officeDocument/2006/relationships/customXml" Target="../ink/ink86.xml"/><Relationship Id="rId68" Type="http://schemas.openxmlformats.org/officeDocument/2006/relationships/customXml" Target="../ink/ink87.xml"/><Relationship Id="rId69" Type="http://schemas.openxmlformats.org/officeDocument/2006/relationships/customXml" Target="../ink/ink88.xml"/><Relationship Id="rId70" Type="http://schemas.openxmlformats.org/officeDocument/2006/relationships/customXml" Target="../ink/ink89.xml"/><Relationship Id="rId71" Type="http://schemas.openxmlformats.org/officeDocument/2006/relationships/customXml" Target="../ink/ink90.xml"/><Relationship Id="rId72" Type="http://schemas.openxmlformats.org/officeDocument/2006/relationships/customXml" Target="../ink/ink91.xml"/><Relationship Id="rId73" Type="http://schemas.openxmlformats.org/officeDocument/2006/relationships/customXml" Target="../ink/ink92.xml"/><Relationship Id="rId74" Type="http://schemas.openxmlformats.org/officeDocument/2006/relationships/customXml" Target="../ink/ink93.xml"/><Relationship Id="rId75" Type="http://schemas.openxmlformats.org/officeDocument/2006/relationships/customXml" Target="../ink/ink94.xml"/><Relationship Id="rId76" Type="http://schemas.openxmlformats.org/officeDocument/2006/relationships/customXml" Target="../ink/ink95.xml"/><Relationship Id="rId77" Type="http://schemas.openxmlformats.org/officeDocument/2006/relationships/customXml" Target="../ink/ink96.xml"/><Relationship Id="rId78" Type="http://schemas.openxmlformats.org/officeDocument/2006/relationships/customXml" Target="../ink/ink97.xml"/><Relationship Id="rId79" Type="http://schemas.openxmlformats.org/officeDocument/2006/relationships/customXml" Target="../ink/ink98.xml"/><Relationship Id="rId80" Type="http://schemas.openxmlformats.org/officeDocument/2006/relationships/customXml" Target="../ink/ink99.xml"/><Relationship Id="rId81" Type="http://schemas.openxmlformats.org/officeDocument/2006/relationships/customXml" Target="../ink/ink100.xml"/><Relationship Id="rId82" Type="http://schemas.openxmlformats.org/officeDocument/2006/relationships/customXml" Target="../ink/ink101.xml"/><Relationship Id="rId83" Type="http://schemas.openxmlformats.org/officeDocument/2006/relationships/customXml" Target="../ink/ink102.xml"/><Relationship Id="rId84" Type="http://schemas.openxmlformats.org/officeDocument/2006/relationships/customXml" Target="../ink/ink103.xml"/><Relationship Id="rId85" Type="http://schemas.openxmlformats.org/officeDocument/2006/relationships/customXml" Target="../ink/ink104.xml"/><Relationship Id="rId86" Type="http://schemas.openxmlformats.org/officeDocument/2006/relationships/customXml" Target="../ink/ink105.xml"/><Relationship Id="rId87" Type="http://schemas.openxmlformats.org/officeDocument/2006/relationships/customXml" Target="../ink/ink106.xml"/><Relationship Id="rId88" Type="http://schemas.openxmlformats.org/officeDocument/2006/relationships/customXml" Target="../ink/ink107.xml"/><Relationship Id="rId89" Type="http://schemas.openxmlformats.org/officeDocument/2006/relationships/customXml" Target="../ink/ink108.xml"/><Relationship Id="rId90" Type="http://schemas.openxmlformats.org/officeDocument/2006/relationships/customXml" Target="../ink/ink109.xml"/><Relationship Id="rId91" Type="http://schemas.openxmlformats.org/officeDocument/2006/relationships/customXml" Target="../ink/ink110.xml"/><Relationship Id="rId92" Type="http://schemas.openxmlformats.org/officeDocument/2006/relationships/customXml" Target="../ink/ink111.xml"/><Relationship Id="rId93" Type="http://schemas.openxmlformats.org/officeDocument/2006/relationships/customXml" Target="../ink/ink112.xml"/><Relationship Id="rId94" Type="http://schemas.openxmlformats.org/officeDocument/2006/relationships/customXml" Target="../ink/ink113.xml"/><Relationship Id="rId95" Type="http://schemas.openxmlformats.org/officeDocument/2006/relationships/customXml" Target="../ink/ink114.xml"/><Relationship Id="rId96" Type="http://schemas.openxmlformats.org/officeDocument/2006/relationships/customXml" Target="../ink/ink115.xml"/><Relationship Id="rId97" Type="http://schemas.openxmlformats.org/officeDocument/2006/relationships/customXml" Target="../ink/ink116.xml"/><Relationship Id="rId98" Type="http://schemas.openxmlformats.org/officeDocument/2006/relationships/customXml" Target="../ink/ink117.xml"/><Relationship Id="rId99" Type="http://schemas.openxmlformats.org/officeDocument/2006/relationships/customXml" Target="../ink/ink118.xml"/><Relationship Id="rId100" Type="http://schemas.openxmlformats.org/officeDocument/2006/relationships/customXml" Target="../ink/ink119.xml"/><Relationship Id="rId101" Type="http://schemas.openxmlformats.org/officeDocument/2006/relationships/customXml" Target="../ink/ink120.xml"/><Relationship Id="rId102" Type="http://schemas.openxmlformats.org/officeDocument/2006/relationships/customXml" Target="../ink/ink121.xml"/><Relationship Id="rId103" Type="http://schemas.openxmlformats.org/officeDocument/2006/relationships/customXml" Target="../ink/ink122.xml"/><Relationship Id="rId104" Type="http://schemas.openxmlformats.org/officeDocument/2006/relationships/customXml" Target="../ink/ink123.xml"/><Relationship Id="rId105" Type="http://schemas.openxmlformats.org/officeDocument/2006/relationships/customXml" Target="../ink/ink124.xml"/><Relationship Id="rId106" Type="http://schemas.openxmlformats.org/officeDocument/2006/relationships/customXml" Target="../ink/ink125.xml"/><Relationship Id="rId107" Type="http://schemas.openxmlformats.org/officeDocument/2006/relationships/customXml" Target="../ink/ink126.xml"/><Relationship Id="rId108" Type="http://schemas.openxmlformats.org/officeDocument/2006/relationships/customXml" Target="../ink/ink127.xml"/><Relationship Id="rId109" Type="http://schemas.openxmlformats.org/officeDocument/2006/relationships/customXml" Target="../ink/ink128.xml"/><Relationship Id="rId110" Type="http://schemas.openxmlformats.org/officeDocument/2006/relationships/customXml" Target="../ink/ink129.xml"/><Relationship Id="rId111" Type="http://schemas.openxmlformats.org/officeDocument/2006/relationships/customXml" Target="../ink/ink130.xml"/><Relationship Id="rId112" Type="http://schemas.openxmlformats.org/officeDocument/2006/relationships/customXml" Target="../ink/ink131.xml"/><Relationship Id="rId113" Type="http://schemas.openxmlformats.org/officeDocument/2006/relationships/customXml" Target="../ink/ink132.xml"/><Relationship Id="rId114"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customXml" Target="../ink/ink133.xml"/><Relationship Id="rId3" Type="http://schemas.openxmlformats.org/officeDocument/2006/relationships/customXml" Target="../ink/ink134.xml"/><Relationship Id="rId4" Type="http://schemas.openxmlformats.org/officeDocument/2006/relationships/customXml" Target="../ink/ink135.xml"/><Relationship Id="rId5" Type="http://schemas.openxmlformats.org/officeDocument/2006/relationships/customXml" Target="../ink/ink136.xml"/><Relationship Id="rId6" Type="http://schemas.openxmlformats.org/officeDocument/2006/relationships/customXml" Target="../ink/ink137.xml"/><Relationship Id="rId7" Type="http://schemas.openxmlformats.org/officeDocument/2006/relationships/customXml" Target="../ink/ink138.xml"/><Relationship Id="rId8" Type="http://schemas.openxmlformats.org/officeDocument/2006/relationships/customXml" Target="../ink/ink139.xml"/><Relationship Id="rId9" Type="http://schemas.openxmlformats.org/officeDocument/2006/relationships/customXml" Target="../ink/ink140.xml"/><Relationship Id="rId10" Type="http://schemas.openxmlformats.org/officeDocument/2006/relationships/customXml" Target="../ink/ink141.xml"/><Relationship Id="rId11" Type="http://schemas.openxmlformats.org/officeDocument/2006/relationships/customXml" Target="../ink/ink142.xml"/><Relationship Id="rId12" Type="http://schemas.openxmlformats.org/officeDocument/2006/relationships/customXml" Target="../ink/ink143.xml"/><Relationship Id="rId13" Type="http://schemas.openxmlformats.org/officeDocument/2006/relationships/customXml" Target="../ink/ink144.xml"/><Relationship Id="rId14" Type="http://schemas.openxmlformats.org/officeDocument/2006/relationships/customXml" Target="../ink/ink145.xml"/><Relationship Id="rId15" Type="http://schemas.openxmlformats.org/officeDocument/2006/relationships/customXml" Target="../ink/ink146.xml"/><Relationship Id="rId16" Type="http://schemas.openxmlformats.org/officeDocument/2006/relationships/customXml" Target="../ink/ink147.xml"/><Relationship Id="rId17" Type="http://schemas.openxmlformats.org/officeDocument/2006/relationships/customXml" Target="../ink/ink148.xml"/><Relationship Id="rId18" Type="http://schemas.openxmlformats.org/officeDocument/2006/relationships/customXml" Target="../ink/ink149.xml"/><Relationship Id="rId19"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image" Target="../media/image4.emf"/><Relationship Id="rId2" Type="http://schemas.openxmlformats.org/officeDocument/2006/relationships/image" Target="../media/image5.png"/><Relationship Id="rId3"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image" Target="../media/image6.emf"/><Relationship Id="rId2" Type="http://schemas.openxmlformats.org/officeDocument/2006/relationships/customXml" Target="../ink/ink313.xml"/><Relationship Id="rId3" Type="http://schemas.openxmlformats.org/officeDocument/2006/relationships/customXml" Target="../ink/ink314.xml"/><Relationship Id="rId4" Type="http://schemas.openxmlformats.org/officeDocument/2006/relationships/customXml" Target="../ink/ink315.xml"/><Relationship Id="rId5" Type="http://schemas.openxmlformats.org/officeDocument/2006/relationships/customXml" Target="../ink/ink316.xml"/><Relationship Id="rId6" Type="http://schemas.openxmlformats.org/officeDocument/2006/relationships/customXml" Target="../ink/ink317.xml"/><Relationship Id="rId7" Type="http://schemas.openxmlformats.org/officeDocument/2006/relationships/customXml" Target="../ink/ink318.xml"/><Relationship Id="rId8" Type="http://schemas.openxmlformats.org/officeDocument/2006/relationships/customXml" Target="../ink/ink319.xml"/><Relationship Id="rId9" Type="http://schemas.openxmlformats.org/officeDocument/2006/relationships/customXml" Target="../ink/ink320.xml"/><Relationship Id="rId10" Type="http://schemas.openxmlformats.org/officeDocument/2006/relationships/customXml" Target="../ink/ink321.xml"/><Relationship Id="rId11" Type="http://schemas.openxmlformats.org/officeDocument/2006/relationships/customXml" Target="../ink/ink322.xml"/><Relationship Id="rId12" Type="http://schemas.openxmlformats.org/officeDocument/2006/relationships/customXml" Target="../ink/ink323.xml"/><Relationship Id="rId13" Type="http://schemas.openxmlformats.org/officeDocument/2006/relationships/customXml" Target="../ink/ink324.xml"/><Relationship Id="rId14" Type="http://schemas.openxmlformats.org/officeDocument/2006/relationships/customXml" Target="../ink/ink325.xml"/><Relationship Id="rId15" Type="http://schemas.openxmlformats.org/officeDocument/2006/relationships/customXml" Target="../ink/ink326.xml"/><Relationship Id="rId16" Type="http://schemas.openxmlformats.org/officeDocument/2006/relationships/customXml" Target="../ink/ink327.xml"/><Relationship Id="rId17" Type="http://schemas.openxmlformats.org/officeDocument/2006/relationships/customXml" Target="../ink/ink328.xml"/><Relationship Id="rId18" Type="http://schemas.openxmlformats.org/officeDocument/2006/relationships/customXml" Target="../ink/ink329.xml"/><Relationship Id="rId19" Type="http://schemas.openxmlformats.org/officeDocument/2006/relationships/customXml" Target="../ink/ink330.xml"/><Relationship Id="rId20" Type="http://schemas.openxmlformats.org/officeDocument/2006/relationships/customXml" Target="../ink/ink331.xml"/><Relationship Id="rId21" Type="http://schemas.openxmlformats.org/officeDocument/2006/relationships/customXml" Target="../ink/ink332.xml"/><Relationship Id="rId22" Type="http://schemas.openxmlformats.org/officeDocument/2006/relationships/customXml" Target="../ink/ink333.xml"/><Relationship Id="rId23" Type="http://schemas.openxmlformats.org/officeDocument/2006/relationships/customXml" Target="../ink/ink334.xml"/><Relationship Id="rId24" Type="http://schemas.openxmlformats.org/officeDocument/2006/relationships/customXml" Target="../ink/ink335.xml"/><Relationship Id="rId25" Type="http://schemas.openxmlformats.org/officeDocument/2006/relationships/customXml" Target="../ink/ink336.xml"/><Relationship Id="rId26" Type="http://schemas.openxmlformats.org/officeDocument/2006/relationships/customXml" Target="../ink/ink337.xml"/><Relationship Id="rId27" Type="http://schemas.openxmlformats.org/officeDocument/2006/relationships/customXml" Target="../ink/ink338.xml"/><Relationship Id="rId28" Type="http://schemas.openxmlformats.org/officeDocument/2006/relationships/customXml" Target="../ink/ink339.xml"/><Relationship Id="rId29" Type="http://schemas.openxmlformats.org/officeDocument/2006/relationships/customXml" Target="../ink/ink340.xml"/><Relationship Id="rId30" Type="http://schemas.openxmlformats.org/officeDocument/2006/relationships/customXml" Target="../ink/ink341.xml"/><Relationship Id="rId31" Type="http://schemas.openxmlformats.org/officeDocument/2006/relationships/customXml" Target="../ink/ink342.xml"/><Relationship Id="rId32" Type="http://schemas.openxmlformats.org/officeDocument/2006/relationships/customXml" Target="../ink/ink343.xml"/><Relationship Id="rId33" Type="http://schemas.openxmlformats.org/officeDocument/2006/relationships/customXml" Target="../ink/ink344.xml"/><Relationship Id="rId34" Type="http://schemas.openxmlformats.org/officeDocument/2006/relationships/customXml" Target="../ink/ink345.xml"/><Relationship Id="rId35" Type="http://schemas.openxmlformats.org/officeDocument/2006/relationships/customXml" Target="../ink/ink346.xml"/><Relationship Id="rId36" Type="http://schemas.openxmlformats.org/officeDocument/2006/relationships/customXml" Target="../ink/ink347.xml"/><Relationship Id="rId37" Type="http://schemas.openxmlformats.org/officeDocument/2006/relationships/customXml" Target="../ink/ink348.xml"/><Relationship Id="rId38" Type="http://schemas.openxmlformats.org/officeDocument/2006/relationships/customXml" Target="../ink/ink349.xml"/><Relationship Id="rId39" Type="http://schemas.openxmlformats.org/officeDocument/2006/relationships/customXml" Target="../ink/ink350.xml"/><Relationship Id="rId40" Type="http://schemas.openxmlformats.org/officeDocument/2006/relationships/customXml" Target="../ink/ink351.xml"/><Relationship Id="rId41" Type="http://schemas.openxmlformats.org/officeDocument/2006/relationships/customXml" Target="../ink/ink352.xml"/><Relationship Id="rId42" Type="http://schemas.openxmlformats.org/officeDocument/2006/relationships/customXml" Target="../ink/ink353.xml"/><Relationship Id="rId43" Type="http://schemas.openxmlformats.org/officeDocument/2006/relationships/customXml" Target="../ink/ink354.xml"/><Relationship Id="rId44" Type="http://schemas.openxmlformats.org/officeDocument/2006/relationships/customXml" Target="../ink/ink355.xml"/><Relationship Id="rId45" Type="http://schemas.openxmlformats.org/officeDocument/2006/relationships/customXml" Target="../ink/ink356.xml"/><Relationship Id="rId46" Type="http://schemas.openxmlformats.org/officeDocument/2006/relationships/customXml" Target="../ink/ink357.xml"/><Relationship Id="rId47" Type="http://schemas.openxmlformats.org/officeDocument/2006/relationships/customXml" Target="../ink/ink358.xml"/><Relationship Id="rId48"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customXml" Target="../ink/ink150.xml"/><Relationship Id="rId2" Type="http://schemas.openxmlformats.org/officeDocument/2006/relationships/customXml" Target="../ink/ink151.xml"/><Relationship Id="rId3" Type="http://schemas.openxmlformats.org/officeDocument/2006/relationships/customXml" Target="../ink/ink152.xml"/><Relationship Id="rId4" Type="http://schemas.openxmlformats.org/officeDocument/2006/relationships/customXml" Target="../ink/ink153.xml"/><Relationship Id="rId5" Type="http://schemas.openxmlformats.org/officeDocument/2006/relationships/customXml" Target="../ink/ink154.xml"/><Relationship Id="rId6" Type="http://schemas.openxmlformats.org/officeDocument/2006/relationships/customXml" Target="../ink/ink155.xml"/><Relationship Id="rId7" Type="http://schemas.openxmlformats.org/officeDocument/2006/relationships/customXml" Target="../ink/ink156.xml"/><Relationship Id="rId8" Type="http://schemas.openxmlformats.org/officeDocument/2006/relationships/customXml" Target="../ink/ink157.xml"/><Relationship Id="rId9" Type="http://schemas.openxmlformats.org/officeDocument/2006/relationships/customXml" Target="../ink/ink158.xml"/><Relationship Id="rId10" Type="http://schemas.openxmlformats.org/officeDocument/2006/relationships/customXml" Target="../ink/ink159.xml"/><Relationship Id="rId11" Type="http://schemas.openxmlformats.org/officeDocument/2006/relationships/customXml" Target="../ink/ink160.xml"/><Relationship Id="rId12" Type="http://schemas.openxmlformats.org/officeDocument/2006/relationships/customXml" Target="../ink/ink161.xml"/><Relationship Id="rId13" Type="http://schemas.openxmlformats.org/officeDocument/2006/relationships/customXml" Target="../ink/ink162.xml"/><Relationship Id="rId14" Type="http://schemas.openxmlformats.org/officeDocument/2006/relationships/customXml" Target="../ink/ink163.xml"/><Relationship Id="rId15" Type="http://schemas.openxmlformats.org/officeDocument/2006/relationships/customXml" Target="../ink/ink164.xml"/><Relationship Id="rId16" Type="http://schemas.openxmlformats.org/officeDocument/2006/relationships/customXml" Target="../ink/ink165.xml"/><Relationship Id="rId17" Type="http://schemas.openxmlformats.org/officeDocument/2006/relationships/customXml" Target="../ink/ink166.xml"/><Relationship Id="rId18" Type="http://schemas.openxmlformats.org/officeDocument/2006/relationships/customXml" Target="../ink/ink167.xml"/><Relationship Id="rId19" Type="http://schemas.openxmlformats.org/officeDocument/2006/relationships/customXml" Target="../ink/ink168.xml"/><Relationship Id="rId20" Type="http://schemas.openxmlformats.org/officeDocument/2006/relationships/customXml" Target="../ink/ink169.xml"/><Relationship Id="rId21" Type="http://schemas.openxmlformats.org/officeDocument/2006/relationships/customXml" Target="../ink/ink170.xml"/><Relationship Id="rId22" Type="http://schemas.openxmlformats.org/officeDocument/2006/relationships/customXml" Target="../ink/ink171.xml"/><Relationship Id="rId23" Type="http://schemas.openxmlformats.org/officeDocument/2006/relationships/customXml" Target="../ink/ink172.xml"/><Relationship Id="rId24" Type="http://schemas.openxmlformats.org/officeDocument/2006/relationships/customXml" Target="../ink/ink173.xml"/><Relationship Id="rId25" Type="http://schemas.openxmlformats.org/officeDocument/2006/relationships/customXml" Target="../ink/ink174.xml"/><Relationship Id="rId26" Type="http://schemas.openxmlformats.org/officeDocument/2006/relationships/customXml" Target="../ink/ink175.xml"/><Relationship Id="rId27" Type="http://schemas.openxmlformats.org/officeDocument/2006/relationships/customXml" Target="../ink/ink176.xml"/><Relationship Id="rId28" Type="http://schemas.openxmlformats.org/officeDocument/2006/relationships/customXml" Target="../ink/ink177.xml"/><Relationship Id="rId29" Type="http://schemas.openxmlformats.org/officeDocument/2006/relationships/customXml" Target="../ink/ink178.xml"/><Relationship Id="rId30" Type="http://schemas.openxmlformats.org/officeDocument/2006/relationships/customXml" Target="../ink/ink179.xml"/><Relationship Id="rId31" Type="http://schemas.openxmlformats.org/officeDocument/2006/relationships/customXml" Target="../ink/ink180.xml"/><Relationship Id="rId32" Type="http://schemas.openxmlformats.org/officeDocument/2006/relationships/customXml" Target="../ink/ink181.xml"/><Relationship Id="rId33" Type="http://schemas.openxmlformats.org/officeDocument/2006/relationships/customXml" Target="../ink/ink182.xml"/><Relationship Id="rId34" Type="http://schemas.openxmlformats.org/officeDocument/2006/relationships/customXml" Target="../ink/ink183.xml"/><Relationship Id="rId35" Type="http://schemas.openxmlformats.org/officeDocument/2006/relationships/customXml" Target="../ink/ink184.xml"/><Relationship Id="rId36" Type="http://schemas.openxmlformats.org/officeDocument/2006/relationships/customXml" Target="../ink/ink185.xml"/><Relationship Id="rId37" Type="http://schemas.openxmlformats.org/officeDocument/2006/relationships/customXml" Target="../ink/ink186.xml"/><Relationship Id="rId38" Type="http://schemas.openxmlformats.org/officeDocument/2006/relationships/customXml" Target="../ink/ink187.xml"/><Relationship Id="rId39" Type="http://schemas.openxmlformats.org/officeDocument/2006/relationships/customXml" Target="../ink/ink188.xml"/><Relationship Id="rId40" Type="http://schemas.openxmlformats.org/officeDocument/2006/relationships/customXml" Target="../ink/ink189.xml"/><Relationship Id="rId41" Type="http://schemas.openxmlformats.org/officeDocument/2006/relationships/customXml" Target="../ink/ink190.xml"/><Relationship Id="rId42" Type="http://schemas.openxmlformats.org/officeDocument/2006/relationships/customXml" Target="../ink/ink191.xml"/><Relationship Id="rId43" Type="http://schemas.openxmlformats.org/officeDocument/2006/relationships/customXml" Target="../ink/ink192.xml"/><Relationship Id="rId44" Type="http://schemas.openxmlformats.org/officeDocument/2006/relationships/customXml" Target="../ink/ink193.xml"/><Relationship Id="rId45" Type="http://schemas.openxmlformats.org/officeDocument/2006/relationships/customXml" Target="../ink/ink194.xml"/><Relationship Id="rId46" Type="http://schemas.openxmlformats.org/officeDocument/2006/relationships/customXml" Target="../ink/ink195.xml"/><Relationship Id="rId47" Type="http://schemas.openxmlformats.org/officeDocument/2006/relationships/customXml" Target="../ink/ink196.xml"/><Relationship Id="rId48" Type="http://schemas.openxmlformats.org/officeDocument/2006/relationships/customXml" Target="../ink/ink197.xml"/><Relationship Id="rId49" Type="http://schemas.openxmlformats.org/officeDocument/2006/relationships/customXml" Target="../ink/ink198.xml"/><Relationship Id="rId50" Type="http://schemas.openxmlformats.org/officeDocument/2006/relationships/customXml" Target="../ink/ink199.xml"/><Relationship Id="rId51" Type="http://schemas.openxmlformats.org/officeDocument/2006/relationships/customXml" Target="../ink/ink200.xml"/><Relationship Id="rId52" Type="http://schemas.openxmlformats.org/officeDocument/2006/relationships/customXml" Target="../ink/ink201.xml"/><Relationship Id="rId53" Type="http://schemas.openxmlformats.org/officeDocument/2006/relationships/customXml" Target="../ink/ink202.xml"/><Relationship Id="rId54" Type="http://schemas.openxmlformats.org/officeDocument/2006/relationships/customXml" Target="../ink/ink203.xml"/><Relationship Id="rId55" Type="http://schemas.openxmlformats.org/officeDocument/2006/relationships/customXml" Target="../ink/ink204.xml"/><Relationship Id="rId56" Type="http://schemas.openxmlformats.org/officeDocument/2006/relationships/customXml" Target="../ink/ink205.xml"/><Relationship Id="rId57" Type="http://schemas.openxmlformats.org/officeDocument/2006/relationships/customXml" Target="../ink/ink206.xml"/><Relationship Id="rId58" Type="http://schemas.openxmlformats.org/officeDocument/2006/relationships/customXml" Target="../ink/ink207.xml"/><Relationship Id="rId59" Type="http://schemas.openxmlformats.org/officeDocument/2006/relationships/customXml" Target="../ink/ink208.xml"/><Relationship Id="rId60" Type="http://schemas.openxmlformats.org/officeDocument/2006/relationships/customXml" Target="../ink/ink209.xml"/><Relationship Id="rId61" Type="http://schemas.openxmlformats.org/officeDocument/2006/relationships/customXml" Target="../ink/ink210.xml"/><Relationship Id="rId62" Type="http://schemas.openxmlformats.org/officeDocument/2006/relationships/customXml" Target="../ink/ink211.xml"/><Relationship Id="rId63" Type="http://schemas.openxmlformats.org/officeDocument/2006/relationships/customXml" Target="../ink/ink212.xml"/><Relationship Id="rId64" Type="http://schemas.openxmlformats.org/officeDocument/2006/relationships/customXml" Target="../ink/ink213.xml"/><Relationship Id="rId65" Type="http://schemas.openxmlformats.org/officeDocument/2006/relationships/customXml" Target="../ink/ink214.xml"/><Relationship Id="rId66" Type="http://schemas.openxmlformats.org/officeDocument/2006/relationships/customXml" Target="../ink/ink215.xml"/><Relationship Id="rId67" Type="http://schemas.openxmlformats.org/officeDocument/2006/relationships/customXml" Target="../ink/ink216.xml"/><Relationship Id="rId68" Type="http://schemas.openxmlformats.org/officeDocument/2006/relationships/customXml" Target="../ink/ink217.xml"/><Relationship Id="rId69" Type="http://schemas.openxmlformats.org/officeDocument/2006/relationships/customXml" Target="../ink/ink218.xml"/><Relationship Id="rId70" Type="http://schemas.openxmlformats.org/officeDocument/2006/relationships/customXml" Target="../ink/ink219.xml"/><Relationship Id="rId71" Type="http://schemas.openxmlformats.org/officeDocument/2006/relationships/customXml" Target="../ink/ink220.xml"/><Relationship Id="rId72" Type="http://schemas.openxmlformats.org/officeDocument/2006/relationships/customXml" Target="../ink/ink221.xml"/><Relationship Id="rId73" Type="http://schemas.openxmlformats.org/officeDocument/2006/relationships/customXml" Target="../ink/ink222.xml"/><Relationship Id="rId74" Type="http://schemas.openxmlformats.org/officeDocument/2006/relationships/customXml" Target="../ink/ink223.xml"/><Relationship Id="rId75" Type="http://schemas.openxmlformats.org/officeDocument/2006/relationships/customXml" Target="../ink/ink224.xml"/><Relationship Id="rId76" Type="http://schemas.openxmlformats.org/officeDocument/2006/relationships/customXml" Target="../ink/ink225.xml"/><Relationship Id="rId77" Type="http://schemas.openxmlformats.org/officeDocument/2006/relationships/customXml" Target="../ink/ink226.xml"/><Relationship Id="rId78" Type="http://schemas.openxmlformats.org/officeDocument/2006/relationships/customXml" Target="../ink/ink227.xml"/><Relationship Id="rId79" Type="http://schemas.openxmlformats.org/officeDocument/2006/relationships/customXml" Target="../ink/ink228.xml"/><Relationship Id="rId80" Type="http://schemas.openxmlformats.org/officeDocument/2006/relationships/customXml" Target="../ink/ink229.xml"/><Relationship Id="rId81" Type="http://schemas.openxmlformats.org/officeDocument/2006/relationships/customXml" Target="../ink/ink230.xml"/><Relationship Id="rId82" Type="http://schemas.openxmlformats.org/officeDocument/2006/relationships/customXml" Target="../ink/ink231.xml"/><Relationship Id="rId83" Type="http://schemas.openxmlformats.org/officeDocument/2006/relationships/customXml" Target="../ink/ink232.xml"/><Relationship Id="rId84" Type="http://schemas.openxmlformats.org/officeDocument/2006/relationships/customXml" Target="../ink/ink233.xml"/><Relationship Id="rId85" Type="http://schemas.openxmlformats.org/officeDocument/2006/relationships/customXml" Target="../ink/ink234.xml"/><Relationship Id="rId86" Type="http://schemas.openxmlformats.org/officeDocument/2006/relationships/customXml" Target="../ink/ink235.xml"/><Relationship Id="rId87" Type="http://schemas.openxmlformats.org/officeDocument/2006/relationships/customXml" Target="../ink/ink236.xml"/><Relationship Id="rId88" Type="http://schemas.openxmlformats.org/officeDocument/2006/relationships/customXml" Target="../ink/ink237.xml"/><Relationship Id="rId89" Type="http://schemas.openxmlformats.org/officeDocument/2006/relationships/customXml" Target="../ink/ink238.xml"/><Relationship Id="rId90" Type="http://schemas.openxmlformats.org/officeDocument/2006/relationships/customXml" Target="../ink/ink239.xml"/><Relationship Id="rId91" Type="http://schemas.openxmlformats.org/officeDocument/2006/relationships/customXml" Target="../ink/ink240.xml"/><Relationship Id="rId92" Type="http://schemas.openxmlformats.org/officeDocument/2006/relationships/customXml" Target="../ink/ink241.xml"/><Relationship Id="rId93" Type="http://schemas.openxmlformats.org/officeDocument/2006/relationships/customXml" Target="../ink/ink242.xml"/><Relationship Id="rId94" Type="http://schemas.openxmlformats.org/officeDocument/2006/relationships/customXml" Target="../ink/ink243.xml"/><Relationship Id="rId95" Type="http://schemas.openxmlformats.org/officeDocument/2006/relationships/customXml" Target="../ink/ink244.xml"/><Relationship Id="rId96" Type="http://schemas.openxmlformats.org/officeDocument/2006/relationships/customXml" Target="../ink/ink245.xml"/><Relationship Id="rId97" Type="http://schemas.openxmlformats.org/officeDocument/2006/relationships/customXml" Target="../ink/ink246.xml"/><Relationship Id="rId98" Type="http://schemas.openxmlformats.org/officeDocument/2006/relationships/customXml" Target="../ink/ink247.xml"/><Relationship Id="rId99" Type="http://schemas.openxmlformats.org/officeDocument/2006/relationships/customXml" Target="../ink/ink248.xml"/><Relationship Id="rId100" Type="http://schemas.openxmlformats.org/officeDocument/2006/relationships/customXml" Target="../ink/ink249.xml"/><Relationship Id="rId101" Type="http://schemas.openxmlformats.org/officeDocument/2006/relationships/customXml" Target="../ink/ink250.xml"/><Relationship Id="rId102" Type="http://schemas.openxmlformats.org/officeDocument/2006/relationships/customXml" Target="../ink/ink251.xml"/><Relationship Id="rId103" Type="http://schemas.openxmlformats.org/officeDocument/2006/relationships/customXml" Target="../ink/ink252.xml"/><Relationship Id="rId104" Type="http://schemas.openxmlformats.org/officeDocument/2006/relationships/customXml" Target="../ink/ink253.xml"/><Relationship Id="rId105" Type="http://schemas.openxmlformats.org/officeDocument/2006/relationships/customXml" Target="../ink/ink254.xml"/><Relationship Id="rId106" Type="http://schemas.openxmlformats.org/officeDocument/2006/relationships/customXml" Target="../ink/ink255.xml"/><Relationship Id="rId107" Type="http://schemas.openxmlformats.org/officeDocument/2006/relationships/customXml" Target="../ink/ink256.xml"/><Relationship Id="rId108" Type="http://schemas.openxmlformats.org/officeDocument/2006/relationships/customXml" Target="../ink/ink257.xml"/><Relationship Id="rId109" Type="http://schemas.openxmlformats.org/officeDocument/2006/relationships/customXml" Target="../ink/ink258.xml"/><Relationship Id="rId110" Type="http://schemas.openxmlformats.org/officeDocument/2006/relationships/customXml" Target="../ink/ink259.xml"/><Relationship Id="rId111" Type="http://schemas.openxmlformats.org/officeDocument/2006/relationships/customXml" Target="../ink/ink260.xml"/><Relationship Id="rId112" Type="http://schemas.openxmlformats.org/officeDocument/2006/relationships/customXml" Target="../ink/ink261.xml"/><Relationship Id="rId113" Type="http://schemas.openxmlformats.org/officeDocument/2006/relationships/customXml" Target="../ink/ink262.xml"/><Relationship Id="rId114" Type="http://schemas.openxmlformats.org/officeDocument/2006/relationships/customXml" Target="../ink/ink263.xml"/><Relationship Id="rId115" Type="http://schemas.openxmlformats.org/officeDocument/2006/relationships/customXml" Target="../ink/ink264.xml"/><Relationship Id="rId116" Type="http://schemas.openxmlformats.org/officeDocument/2006/relationships/customXml" Target="../ink/ink265.xml"/><Relationship Id="rId117" Type="http://schemas.openxmlformats.org/officeDocument/2006/relationships/customXml" Target="../ink/ink266.xml"/><Relationship Id="rId118" Type="http://schemas.openxmlformats.org/officeDocument/2006/relationships/customXml" Target="../ink/ink267.xml"/><Relationship Id="rId119" Type="http://schemas.openxmlformats.org/officeDocument/2006/relationships/customXml" Target="../ink/ink268.xml"/><Relationship Id="rId120" Type="http://schemas.openxmlformats.org/officeDocument/2006/relationships/customXml" Target="../ink/ink269.xml"/><Relationship Id="rId121" Type="http://schemas.openxmlformats.org/officeDocument/2006/relationships/customXml" Target="../ink/ink270.xml"/><Relationship Id="rId122" Type="http://schemas.openxmlformats.org/officeDocument/2006/relationships/customXml" Target="../ink/ink271.xml"/><Relationship Id="rId123" Type="http://schemas.openxmlformats.org/officeDocument/2006/relationships/customXml" Target="../ink/ink272.xml"/><Relationship Id="rId124" Type="http://schemas.openxmlformats.org/officeDocument/2006/relationships/customXml" Target="../ink/ink273.xml"/><Relationship Id="rId125" Type="http://schemas.openxmlformats.org/officeDocument/2006/relationships/customXml" Target="../ink/ink274.xml"/><Relationship Id="rId126" Type="http://schemas.openxmlformats.org/officeDocument/2006/relationships/customXml" Target="../ink/ink275.xml"/><Relationship Id="rId127" Type="http://schemas.openxmlformats.org/officeDocument/2006/relationships/customXml" Target="../ink/ink276.xml"/><Relationship Id="rId128" Type="http://schemas.openxmlformats.org/officeDocument/2006/relationships/customXml" Target="../ink/ink277.xml"/><Relationship Id="rId129" Type="http://schemas.openxmlformats.org/officeDocument/2006/relationships/customXml" Target="../ink/ink278.xml"/><Relationship Id="rId130" Type="http://schemas.openxmlformats.org/officeDocument/2006/relationships/customXml" Target="../ink/ink279.xml"/><Relationship Id="rId131" Type="http://schemas.openxmlformats.org/officeDocument/2006/relationships/customXml" Target="../ink/ink280.xml"/><Relationship Id="rId132" Type="http://schemas.openxmlformats.org/officeDocument/2006/relationships/customXml" Target="../ink/ink281.xml"/><Relationship Id="rId133" Type="http://schemas.openxmlformats.org/officeDocument/2006/relationships/customXml" Target="../ink/ink282.xml"/><Relationship Id="rId134" Type="http://schemas.openxmlformats.org/officeDocument/2006/relationships/customXml" Target="../ink/ink283.xml"/><Relationship Id="rId135" Type="http://schemas.openxmlformats.org/officeDocument/2006/relationships/customXml" Target="../ink/ink284.xml"/><Relationship Id="rId136" Type="http://schemas.openxmlformats.org/officeDocument/2006/relationships/customXml" Target="../ink/ink285.xml"/><Relationship Id="rId137" Type="http://schemas.openxmlformats.org/officeDocument/2006/relationships/customXml" Target="../ink/ink286.xml"/><Relationship Id="rId138" Type="http://schemas.openxmlformats.org/officeDocument/2006/relationships/customXml" Target="../ink/ink287.xml"/><Relationship Id="rId139" Type="http://schemas.openxmlformats.org/officeDocument/2006/relationships/customXml" Target="../ink/ink288.xml"/><Relationship Id="rId140" Type="http://schemas.openxmlformats.org/officeDocument/2006/relationships/customXml" Target="../ink/ink289.xml"/><Relationship Id="rId141" Type="http://schemas.openxmlformats.org/officeDocument/2006/relationships/customXml" Target="../ink/ink290.xml"/><Relationship Id="rId142" Type="http://schemas.openxmlformats.org/officeDocument/2006/relationships/customXml" Target="../ink/ink291.xml"/><Relationship Id="rId143" Type="http://schemas.openxmlformats.org/officeDocument/2006/relationships/customXml" Target="../ink/ink292.xml"/><Relationship Id="rId144" Type="http://schemas.openxmlformats.org/officeDocument/2006/relationships/customXml" Target="../ink/ink293.xml"/><Relationship Id="rId145" Type="http://schemas.openxmlformats.org/officeDocument/2006/relationships/customXml" Target="../ink/ink294.xml"/><Relationship Id="rId146" Type="http://schemas.openxmlformats.org/officeDocument/2006/relationships/customXml" Target="../ink/ink295.xml"/><Relationship Id="rId147" Type="http://schemas.openxmlformats.org/officeDocument/2006/relationships/customXml" Target="../ink/ink296.xml"/><Relationship Id="rId148" Type="http://schemas.openxmlformats.org/officeDocument/2006/relationships/customXml" Target="../ink/ink297.xml"/><Relationship Id="rId149" Type="http://schemas.openxmlformats.org/officeDocument/2006/relationships/customXml" Target="../ink/ink298.xml"/><Relationship Id="rId150" Type="http://schemas.openxmlformats.org/officeDocument/2006/relationships/customXml" Target="../ink/ink299.xml"/><Relationship Id="rId151" Type="http://schemas.openxmlformats.org/officeDocument/2006/relationships/customXml" Target="../ink/ink300.xml"/><Relationship Id="rId152" Type="http://schemas.openxmlformats.org/officeDocument/2006/relationships/customXml" Target="../ink/ink301.xml"/><Relationship Id="rId153" Type="http://schemas.openxmlformats.org/officeDocument/2006/relationships/customXml" Target="../ink/ink302.xml"/><Relationship Id="rId154" Type="http://schemas.openxmlformats.org/officeDocument/2006/relationships/customXml" Target="../ink/ink303.xml"/><Relationship Id="rId155" Type="http://schemas.openxmlformats.org/officeDocument/2006/relationships/customXml" Target="../ink/ink304.xml"/><Relationship Id="rId156" Type="http://schemas.openxmlformats.org/officeDocument/2006/relationships/customXml" Target="../ink/ink305.xml"/><Relationship Id="rId157" Type="http://schemas.openxmlformats.org/officeDocument/2006/relationships/customXml" Target="../ink/ink306.xml"/><Relationship Id="rId158" Type="http://schemas.openxmlformats.org/officeDocument/2006/relationships/customXml" Target="../ink/ink307.xml"/><Relationship Id="rId159" Type="http://schemas.openxmlformats.org/officeDocument/2006/relationships/customXml" Target="../ink/ink308.xml"/><Relationship Id="rId160" Type="http://schemas.openxmlformats.org/officeDocument/2006/relationships/customXml" Target="../ink/ink309.xml"/><Relationship Id="rId161" Type="http://schemas.openxmlformats.org/officeDocument/2006/relationships/customXml" Target="../ink/ink310.xml"/><Relationship Id="rId162" Type="http://schemas.openxmlformats.org/officeDocument/2006/relationships/customXml" Target="../ink/ink311.xml"/><Relationship Id="rId163" Type="http://schemas.openxmlformats.org/officeDocument/2006/relationships/customXml" Target="../ink/ink312.xml"/><Relationship Id="rId164" Type="http://schemas.openxmlformats.org/officeDocument/2006/relationships/customXml" Target="../ink/ink359.xml"/><Relationship Id="rId165" Type="http://schemas.openxmlformats.org/officeDocument/2006/relationships/customXml" Target="../ink/ink360.xml"/><Relationship Id="rId166"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customXml" Target="../ink/ink361.xml"/><Relationship Id="rId2" Type="http://schemas.openxmlformats.org/officeDocument/2006/relationships/customXml" Target="../ink/ink362.xml"/><Relationship Id="rId3" Type="http://schemas.openxmlformats.org/officeDocument/2006/relationships/customXml" Target="../ink/ink363.xml"/><Relationship Id="rId4" Type="http://schemas.openxmlformats.org/officeDocument/2006/relationships/customXml" Target="../ink/ink364.xml"/><Relationship Id="rId5" Type="http://schemas.openxmlformats.org/officeDocument/2006/relationships/customXml" Target="../ink/ink365.xml"/><Relationship Id="rId6" Type="http://schemas.openxmlformats.org/officeDocument/2006/relationships/customXml" Target="../ink/ink366.xml"/><Relationship Id="rId7" Type="http://schemas.openxmlformats.org/officeDocument/2006/relationships/customXml" Target="../ink/ink367.xml"/><Relationship Id="rId8" Type="http://schemas.openxmlformats.org/officeDocument/2006/relationships/customXml" Target="../ink/ink368.xml"/><Relationship Id="rId9" Type="http://schemas.openxmlformats.org/officeDocument/2006/relationships/customXml" Target="../ink/ink369.xml"/><Relationship Id="rId10" Type="http://schemas.openxmlformats.org/officeDocument/2006/relationships/customXml" Target="../ink/ink370.xml"/><Relationship Id="rId11" Type="http://schemas.openxmlformats.org/officeDocument/2006/relationships/customXml" Target="../ink/ink371.xml"/><Relationship Id="rId12" Type="http://schemas.openxmlformats.org/officeDocument/2006/relationships/customXml" Target="../ink/ink372.xml"/><Relationship Id="rId13" Type="http://schemas.openxmlformats.org/officeDocument/2006/relationships/customXml" Target="../ink/ink373.xml"/><Relationship Id="rId14" Type="http://schemas.openxmlformats.org/officeDocument/2006/relationships/customXml" Target="../ink/ink374.xml"/><Relationship Id="rId15" Type="http://schemas.openxmlformats.org/officeDocument/2006/relationships/customXml" Target="../ink/ink375.xml"/><Relationship Id="rId16" Type="http://schemas.openxmlformats.org/officeDocument/2006/relationships/customXml" Target="../ink/ink376.xml"/><Relationship Id="rId17" Type="http://schemas.openxmlformats.org/officeDocument/2006/relationships/customXml" Target="../ink/ink377.xml"/><Relationship Id="rId18" Type="http://schemas.openxmlformats.org/officeDocument/2006/relationships/customXml" Target="../ink/ink378.xml"/><Relationship Id="rId19" Type="http://schemas.openxmlformats.org/officeDocument/2006/relationships/customXml" Target="../ink/ink379.xml"/><Relationship Id="rId20" Type="http://schemas.openxmlformats.org/officeDocument/2006/relationships/customXml" Target="../ink/ink380.xml"/><Relationship Id="rId21" Type="http://schemas.openxmlformats.org/officeDocument/2006/relationships/customXml" Target="../ink/ink381.xml"/><Relationship Id="rId22" Type="http://schemas.openxmlformats.org/officeDocument/2006/relationships/customXml" Target="../ink/ink382.xml"/><Relationship Id="rId23" Type="http://schemas.openxmlformats.org/officeDocument/2006/relationships/customXml" Target="../ink/ink383.xml"/><Relationship Id="rId24" Type="http://schemas.openxmlformats.org/officeDocument/2006/relationships/customXml" Target="../ink/ink384.xml"/><Relationship Id="rId25" Type="http://schemas.openxmlformats.org/officeDocument/2006/relationships/customXml" Target="../ink/ink385.xml"/><Relationship Id="rId26" Type="http://schemas.openxmlformats.org/officeDocument/2006/relationships/customXml" Target="../ink/ink386.xml"/><Relationship Id="rId27" Type="http://schemas.openxmlformats.org/officeDocument/2006/relationships/customXml" Target="../ink/ink387.xml"/><Relationship Id="rId28" Type="http://schemas.openxmlformats.org/officeDocument/2006/relationships/customXml" Target="../ink/ink388.xml"/><Relationship Id="rId29" Type="http://schemas.openxmlformats.org/officeDocument/2006/relationships/customXml" Target="../ink/ink389.xml"/><Relationship Id="rId30" Type="http://schemas.openxmlformats.org/officeDocument/2006/relationships/customXml" Target="../ink/ink390.xml"/><Relationship Id="rId31" Type="http://schemas.openxmlformats.org/officeDocument/2006/relationships/customXml" Target="../ink/ink391.xml"/><Relationship Id="rId32" Type="http://schemas.openxmlformats.org/officeDocument/2006/relationships/customXml" Target="../ink/ink392.xml"/><Relationship Id="rId33" Type="http://schemas.openxmlformats.org/officeDocument/2006/relationships/customXml" Target="../ink/ink393.xml"/><Relationship Id="rId34" Type="http://schemas.openxmlformats.org/officeDocument/2006/relationships/customXml" Target="../ink/ink394.xml"/><Relationship Id="rId35" Type="http://schemas.openxmlformats.org/officeDocument/2006/relationships/customXml" Target="../ink/ink395.xml"/><Relationship Id="rId36" Type="http://schemas.openxmlformats.org/officeDocument/2006/relationships/customXml" Target="../ink/ink396.xml"/><Relationship Id="rId37" Type="http://schemas.openxmlformats.org/officeDocument/2006/relationships/customXml" Target="../ink/ink397.xml"/><Relationship Id="rId38" Type="http://schemas.openxmlformats.org/officeDocument/2006/relationships/customXml" Target="../ink/ink398.xml"/><Relationship Id="rId39" Type="http://schemas.openxmlformats.org/officeDocument/2006/relationships/customXml" Target="../ink/ink399.xml"/><Relationship Id="rId40" Type="http://schemas.openxmlformats.org/officeDocument/2006/relationships/customXml" Target="../ink/ink400.xml"/><Relationship Id="rId41" Type="http://schemas.openxmlformats.org/officeDocument/2006/relationships/customXml" Target="../ink/ink401.xml"/><Relationship Id="rId42" Type="http://schemas.openxmlformats.org/officeDocument/2006/relationships/customXml" Target="../ink/ink402.xml"/><Relationship Id="rId43" Type="http://schemas.openxmlformats.org/officeDocument/2006/relationships/customXml" Target="../ink/ink403.xml"/><Relationship Id="rId44" Type="http://schemas.openxmlformats.org/officeDocument/2006/relationships/customXml" Target="../ink/ink404.xml"/><Relationship Id="rId45" Type="http://schemas.openxmlformats.org/officeDocument/2006/relationships/customXml" Target="../ink/ink405.xml"/><Relationship Id="rId46" Type="http://schemas.openxmlformats.org/officeDocument/2006/relationships/customXml" Target="../ink/ink406.xml"/><Relationship Id="rId47" Type="http://schemas.openxmlformats.org/officeDocument/2006/relationships/customXml" Target="../ink/ink409.xml"/><Relationship Id="rId48" Type="http://schemas.openxmlformats.org/officeDocument/2006/relationships/customXml" Target="../ink/ink410.xml"/><Relationship Id="rId49" Type="http://schemas.openxmlformats.org/officeDocument/2006/relationships/customXml" Target="../ink/ink411.xml"/><Relationship Id="rId50" Type="http://schemas.openxmlformats.org/officeDocument/2006/relationships/customXml" Target="../ink/ink412.xml"/><Relationship Id="rId51" Type="http://schemas.openxmlformats.org/officeDocument/2006/relationships/customXml" Target="../ink/ink413.xml"/><Relationship Id="rId52" Type="http://schemas.openxmlformats.org/officeDocument/2006/relationships/customXml" Target="../ink/ink414.xml"/><Relationship Id="rId53" Type="http://schemas.openxmlformats.org/officeDocument/2006/relationships/customXml" Target="../ink/ink415.xml"/><Relationship Id="rId54" Type="http://schemas.openxmlformats.org/officeDocument/2006/relationships/customXml" Target="../ink/ink416.xml"/><Relationship Id="rId55" Type="http://schemas.openxmlformats.org/officeDocument/2006/relationships/customXml" Target="../ink/ink417.xml"/><Relationship Id="rId56" Type="http://schemas.openxmlformats.org/officeDocument/2006/relationships/customXml" Target="../ink/ink418.xml"/><Relationship Id="rId57" Type="http://schemas.openxmlformats.org/officeDocument/2006/relationships/customXml" Target="../ink/ink419.xml"/><Relationship Id="rId58" Type="http://schemas.openxmlformats.org/officeDocument/2006/relationships/customXml" Target="../ink/ink420.xml"/><Relationship Id="rId59" Type="http://schemas.openxmlformats.org/officeDocument/2006/relationships/customXml" Target="../ink/ink421.xml"/><Relationship Id="rId60" Type="http://schemas.openxmlformats.org/officeDocument/2006/relationships/customXml" Target="../ink/ink422.xml"/><Relationship Id="rId61" Type="http://schemas.openxmlformats.org/officeDocument/2006/relationships/customXml" Target="../ink/ink423.xml"/><Relationship Id="rId62" Type="http://schemas.openxmlformats.org/officeDocument/2006/relationships/customXml" Target="../ink/ink424.xml"/><Relationship Id="rId63" Type="http://schemas.openxmlformats.org/officeDocument/2006/relationships/customXml" Target="../ink/ink425.xml"/><Relationship Id="rId64" Type="http://schemas.openxmlformats.org/officeDocument/2006/relationships/customXml" Target="../ink/ink426.xml"/><Relationship Id="rId65" Type="http://schemas.openxmlformats.org/officeDocument/2006/relationships/customXml" Target="../ink/ink427.xml"/><Relationship Id="rId66" Type="http://schemas.openxmlformats.org/officeDocument/2006/relationships/customXml" Target="../ink/ink428.xml"/><Relationship Id="rId67" Type="http://schemas.openxmlformats.org/officeDocument/2006/relationships/customXml" Target="../ink/ink429.xml"/><Relationship Id="rId68" Type="http://schemas.openxmlformats.org/officeDocument/2006/relationships/customXml" Target="../ink/ink430.xml"/><Relationship Id="rId69" Type="http://schemas.openxmlformats.org/officeDocument/2006/relationships/customXml" Target="../ink/ink431.xml"/><Relationship Id="rId70" Type="http://schemas.openxmlformats.org/officeDocument/2006/relationships/customXml" Target="../ink/ink432.xml"/><Relationship Id="rId71" Type="http://schemas.openxmlformats.org/officeDocument/2006/relationships/customXml" Target="../ink/ink433.xml"/><Relationship Id="rId72" Type="http://schemas.openxmlformats.org/officeDocument/2006/relationships/customXml" Target="../ink/ink434.xml"/><Relationship Id="rId73" Type="http://schemas.openxmlformats.org/officeDocument/2006/relationships/customXml" Target="../ink/ink435.xml"/><Relationship Id="rId74" Type="http://schemas.openxmlformats.org/officeDocument/2006/relationships/customXml" Target="../ink/ink436.xml"/><Relationship Id="rId75" Type="http://schemas.openxmlformats.org/officeDocument/2006/relationships/customXml" Target="../ink/ink437.xml"/><Relationship Id="rId76" Type="http://schemas.openxmlformats.org/officeDocument/2006/relationships/customXml" Target="../ink/ink438.xml"/><Relationship Id="rId77" Type="http://schemas.openxmlformats.org/officeDocument/2006/relationships/customXml" Target="../ink/ink439.xml"/><Relationship Id="rId78" Type="http://schemas.openxmlformats.org/officeDocument/2006/relationships/customXml" Target="../ink/ink440.xml"/><Relationship Id="rId79" Type="http://schemas.openxmlformats.org/officeDocument/2006/relationships/customXml" Target="../ink/ink441.xml"/><Relationship Id="rId80" Type="http://schemas.openxmlformats.org/officeDocument/2006/relationships/customXml" Target="../ink/ink442.xml"/><Relationship Id="rId81" Type="http://schemas.openxmlformats.org/officeDocument/2006/relationships/customXml" Target="../ink/ink443.xml"/><Relationship Id="rId82" Type="http://schemas.openxmlformats.org/officeDocument/2006/relationships/customXml" Target="../ink/ink444.xml"/><Relationship Id="rId83" Type="http://schemas.openxmlformats.org/officeDocument/2006/relationships/customXml" Target="../ink/ink445.xml"/><Relationship Id="rId84" Type="http://schemas.openxmlformats.org/officeDocument/2006/relationships/customXml" Target="../ink/ink446.xml"/><Relationship Id="rId85" Type="http://schemas.openxmlformats.org/officeDocument/2006/relationships/customXml" Target="../ink/ink447.xml"/><Relationship Id="rId86" Type="http://schemas.openxmlformats.org/officeDocument/2006/relationships/customXml" Target="../ink/ink448.xml"/><Relationship Id="rId87" Type="http://schemas.openxmlformats.org/officeDocument/2006/relationships/customXml" Target="../ink/ink449.xml"/><Relationship Id="rId88" Type="http://schemas.openxmlformats.org/officeDocument/2006/relationships/customXml" Target="../ink/ink450.xml"/><Relationship Id="rId89" Type="http://schemas.openxmlformats.org/officeDocument/2006/relationships/customXml" Target="../ink/ink451.xml"/><Relationship Id="rId90" Type="http://schemas.openxmlformats.org/officeDocument/2006/relationships/customXml" Target="../ink/ink452.xml"/><Relationship Id="rId91" Type="http://schemas.openxmlformats.org/officeDocument/2006/relationships/customXml" Target="../ink/ink453.xml"/><Relationship Id="rId92" Type="http://schemas.openxmlformats.org/officeDocument/2006/relationships/customXml" Target="../ink/ink454.xml"/><Relationship Id="rId93" Type="http://schemas.openxmlformats.org/officeDocument/2006/relationships/customXml" Target="../ink/ink455.xml"/><Relationship Id="rId94" Type="http://schemas.openxmlformats.org/officeDocument/2006/relationships/customXml" Target="../ink/ink456.xml"/><Relationship Id="rId95" Type="http://schemas.openxmlformats.org/officeDocument/2006/relationships/customXml" Target="../ink/ink457.xml"/><Relationship Id="rId96" Type="http://schemas.openxmlformats.org/officeDocument/2006/relationships/customXml" Target="../ink/ink458.xml"/><Relationship Id="rId97" Type="http://schemas.openxmlformats.org/officeDocument/2006/relationships/customXml" Target="../ink/ink459.xml"/><Relationship Id="rId98" Type="http://schemas.openxmlformats.org/officeDocument/2006/relationships/customXml" Target="../ink/ink460.xml"/><Relationship Id="rId99" Type="http://schemas.openxmlformats.org/officeDocument/2006/relationships/customXml" Target="../ink/ink461.xml"/><Relationship Id="rId100" Type="http://schemas.openxmlformats.org/officeDocument/2006/relationships/customXml" Target="../ink/ink462.xml"/><Relationship Id="rId101" Type="http://schemas.openxmlformats.org/officeDocument/2006/relationships/customXml" Target="../ink/ink463.xml"/><Relationship Id="rId102" Type="http://schemas.openxmlformats.org/officeDocument/2006/relationships/customXml" Target="../ink/ink464.xml"/><Relationship Id="rId103" Type="http://schemas.openxmlformats.org/officeDocument/2006/relationships/customXml" Target="../ink/ink465.xml"/><Relationship Id="rId104" Type="http://schemas.openxmlformats.org/officeDocument/2006/relationships/customXml" Target="../ink/ink466.xml"/><Relationship Id="rId105" Type="http://schemas.openxmlformats.org/officeDocument/2006/relationships/customXml" Target="../ink/ink467.xml"/><Relationship Id="rId106" Type="http://schemas.openxmlformats.org/officeDocument/2006/relationships/customXml" Target="../ink/ink468.xml"/><Relationship Id="rId107" Type="http://schemas.openxmlformats.org/officeDocument/2006/relationships/customXml" Target="../ink/ink469.xml"/><Relationship Id="rId108" Type="http://schemas.openxmlformats.org/officeDocument/2006/relationships/customXml" Target="../ink/ink470.xml"/><Relationship Id="rId109" Type="http://schemas.openxmlformats.org/officeDocument/2006/relationships/customXml" Target="../ink/ink471.xml"/><Relationship Id="rId110" Type="http://schemas.openxmlformats.org/officeDocument/2006/relationships/customXml" Target="../ink/ink472.xml"/><Relationship Id="rId111" Type="http://schemas.openxmlformats.org/officeDocument/2006/relationships/customXml" Target="../ink/ink473.xml"/><Relationship Id="rId112" Type="http://schemas.openxmlformats.org/officeDocument/2006/relationships/customXml" Target="../ink/ink474.xml"/><Relationship Id="rId113" Type="http://schemas.openxmlformats.org/officeDocument/2006/relationships/customXml" Target="../ink/ink475.xml"/><Relationship Id="rId114" Type="http://schemas.openxmlformats.org/officeDocument/2006/relationships/customXml" Target="../ink/ink476.xml"/><Relationship Id="rId115" Type="http://schemas.openxmlformats.org/officeDocument/2006/relationships/customXml" Target="../ink/ink477.xml"/><Relationship Id="rId116" Type="http://schemas.openxmlformats.org/officeDocument/2006/relationships/customXml" Target="../ink/ink478.xml"/><Relationship Id="rId117" Type="http://schemas.openxmlformats.org/officeDocument/2006/relationships/customXml" Target="../ink/ink479.xml"/><Relationship Id="rId118" Type="http://schemas.openxmlformats.org/officeDocument/2006/relationships/customXml" Target="../ink/ink480.xml"/><Relationship Id="rId119" Type="http://schemas.openxmlformats.org/officeDocument/2006/relationships/customXml" Target="../ink/ink481.xml"/><Relationship Id="rId120" Type="http://schemas.openxmlformats.org/officeDocument/2006/relationships/customXml" Target="../ink/ink482.xml"/><Relationship Id="rId121" Type="http://schemas.openxmlformats.org/officeDocument/2006/relationships/customXml" Target="../ink/ink483.xml"/><Relationship Id="rId122" Type="http://schemas.openxmlformats.org/officeDocument/2006/relationships/customXml" Target="../ink/ink484.xml"/><Relationship Id="rId123" Type="http://schemas.openxmlformats.org/officeDocument/2006/relationships/customXml" Target="../ink/ink485.xml"/><Relationship Id="rId124" Type="http://schemas.openxmlformats.org/officeDocument/2006/relationships/customXml" Target="../ink/ink486.xml"/><Relationship Id="rId125" Type="http://schemas.openxmlformats.org/officeDocument/2006/relationships/customXml" Target="../ink/ink487.xml"/><Relationship Id="rId126" Type="http://schemas.openxmlformats.org/officeDocument/2006/relationships/customXml" Target="../ink/ink488.xml"/><Relationship Id="rId127" Type="http://schemas.openxmlformats.org/officeDocument/2006/relationships/customXml" Target="../ink/ink489.xml"/><Relationship Id="rId128" Type="http://schemas.openxmlformats.org/officeDocument/2006/relationships/customXml" Target="../ink/ink490.xml"/><Relationship Id="rId129" Type="http://schemas.openxmlformats.org/officeDocument/2006/relationships/customXml" Target="../ink/ink491.xml"/><Relationship Id="rId130" Type="http://schemas.openxmlformats.org/officeDocument/2006/relationships/customXml" Target="../ink/ink492.xml"/><Relationship Id="rId131" Type="http://schemas.openxmlformats.org/officeDocument/2006/relationships/customXml" Target="../ink/ink493.xml"/><Relationship Id="rId132" Type="http://schemas.openxmlformats.org/officeDocument/2006/relationships/customXml" Target="../ink/ink494.xml"/><Relationship Id="rId133" Type="http://schemas.openxmlformats.org/officeDocument/2006/relationships/customXml" Target="../ink/ink495.xml"/><Relationship Id="rId134" Type="http://schemas.openxmlformats.org/officeDocument/2006/relationships/customXml" Target="../ink/ink496.xml"/><Relationship Id="rId135" Type="http://schemas.openxmlformats.org/officeDocument/2006/relationships/customXml" Target="../ink/ink497.xml"/><Relationship Id="rId136" Type="http://schemas.openxmlformats.org/officeDocument/2006/relationships/customXml" Target="../ink/ink498.xml"/><Relationship Id="rId137" Type="http://schemas.openxmlformats.org/officeDocument/2006/relationships/customXml" Target="../ink/ink499.xml"/><Relationship Id="rId138" Type="http://schemas.openxmlformats.org/officeDocument/2006/relationships/customXml" Target="../ink/ink500.xml"/><Relationship Id="rId139" Type="http://schemas.openxmlformats.org/officeDocument/2006/relationships/customXml" Target="../ink/ink501.xml"/><Relationship Id="rId140" Type="http://schemas.openxmlformats.org/officeDocument/2006/relationships/customXml" Target="../ink/ink502.xml"/><Relationship Id="rId141" Type="http://schemas.openxmlformats.org/officeDocument/2006/relationships/customXml" Target="../ink/ink503.xml"/><Relationship Id="rId142" Type="http://schemas.openxmlformats.org/officeDocument/2006/relationships/customXml" Target="../ink/ink504.xml"/><Relationship Id="rId143" Type="http://schemas.openxmlformats.org/officeDocument/2006/relationships/customXml" Target="../ink/ink505.xml"/><Relationship Id="rId144" Type="http://schemas.openxmlformats.org/officeDocument/2006/relationships/customXml" Target="../ink/ink506.xml"/><Relationship Id="rId145" Type="http://schemas.openxmlformats.org/officeDocument/2006/relationships/customXml" Target="../ink/ink507.xml"/><Relationship Id="rId146" Type="http://schemas.openxmlformats.org/officeDocument/2006/relationships/customXml" Target="../ink/ink508.xml"/><Relationship Id="rId147" Type="http://schemas.openxmlformats.org/officeDocument/2006/relationships/customXml" Target="../ink/ink509.xml"/><Relationship Id="rId148" Type="http://schemas.openxmlformats.org/officeDocument/2006/relationships/customXml" Target="../ink/ink510.xml"/><Relationship Id="rId149" Type="http://schemas.openxmlformats.org/officeDocument/2006/relationships/customXml" Target="../ink/ink511.xml"/><Relationship Id="rId150" Type="http://schemas.openxmlformats.org/officeDocument/2006/relationships/customXml" Target="../ink/ink512.xml"/><Relationship Id="rId151" Type="http://schemas.openxmlformats.org/officeDocument/2006/relationships/customXml" Target="../ink/ink513.xml"/><Relationship Id="rId152" Type="http://schemas.openxmlformats.org/officeDocument/2006/relationships/customXml" Target="../ink/ink514.xml"/><Relationship Id="rId153" Type="http://schemas.openxmlformats.org/officeDocument/2006/relationships/customXml" Target="../ink/ink515.xml"/><Relationship Id="rId154" Type="http://schemas.openxmlformats.org/officeDocument/2006/relationships/customXml" Target="../ink/ink516.xml"/><Relationship Id="rId155" Type="http://schemas.openxmlformats.org/officeDocument/2006/relationships/customXml" Target="../ink/ink517.xml"/><Relationship Id="rId156" Type="http://schemas.openxmlformats.org/officeDocument/2006/relationships/customXml" Target="../ink/ink518.xml"/><Relationship Id="rId157" Type="http://schemas.openxmlformats.org/officeDocument/2006/relationships/customXml" Target="../ink/ink519.xml"/><Relationship Id="rId158" Type="http://schemas.openxmlformats.org/officeDocument/2006/relationships/customXml" Target="../ink/ink520.xml"/><Relationship Id="rId159" Type="http://schemas.openxmlformats.org/officeDocument/2006/relationships/customXml" Target="../ink/ink521.xml"/><Relationship Id="rId160" Type="http://schemas.openxmlformats.org/officeDocument/2006/relationships/customXml" Target="../ink/ink522.xml"/><Relationship Id="rId161" Type="http://schemas.openxmlformats.org/officeDocument/2006/relationships/customXml" Target="../ink/ink523.xml"/><Relationship Id="rId162" Type="http://schemas.openxmlformats.org/officeDocument/2006/relationships/customXml" Target="../ink/ink524.xml"/><Relationship Id="rId163" Type="http://schemas.openxmlformats.org/officeDocument/2006/relationships/customXml" Target="../ink/ink538.xml"/><Relationship Id="rId164" Type="http://schemas.openxmlformats.org/officeDocument/2006/relationships/customXml" Target="../ink/ink539.xml"/><Relationship Id="rId165" Type="http://schemas.openxmlformats.org/officeDocument/2006/relationships/customXml" Target="../ink/ink540.xml"/><Relationship Id="rId166" Type="http://schemas.openxmlformats.org/officeDocument/2006/relationships/customXml" Target="../ink/ink541.xml"/><Relationship Id="rId167" Type="http://schemas.openxmlformats.org/officeDocument/2006/relationships/customXml" Target="../ink/ink542.xml"/><Relationship Id="rId168" Type="http://schemas.openxmlformats.org/officeDocument/2006/relationships/customXml" Target="../ink/ink543.xml"/><Relationship Id="rId169" Type="http://schemas.openxmlformats.org/officeDocument/2006/relationships/customXml" Target="../ink/ink544.xml"/><Relationship Id="rId170" Type="http://schemas.openxmlformats.org/officeDocument/2006/relationships/customXml" Target="../ink/ink545.xml"/><Relationship Id="rId171" Type="http://schemas.openxmlformats.org/officeDocument/2006/relationships/customXml" Target="../ink/ink546.xml"/><Relationship Id="rId172" Type="http://schemas.openxmlformats.org/officeDocument/2006/relationships/customXml" Target="../ink/ink547.xml"/><Relationship Id="rId173" Type="http://schemas.openxmlformats.org/officeDocument/2006/relationships/customXml" Target="../ink/ink548.xml"/><Relationship Id="rId174" Type="http://schemas.openxmlformats.org/officeDocument/2006/relationships/customXml" Target="../ink/ink549.xml"/><Relationship Id="rId175" Type="http://schemas.openxmlformats.org/officeDocument/2006/relationships/customXml" Target="../ink/ink550.xml"/><Relationship Id="rId176" Type="http://schemas.openxmlformats.org/officeDocument/2006/relationships/customXml" Target="../ink/ink551.xml"/><Relationship Id="rId177" Type="http://schemas.openxmlformats.org/officeDocument/2006/relationships/customXml" Target="../ink/ink552.xml"/><Relationship Id="rId178" Type="http://schemas.openxmlformats.org/officeDocument/2006/relationships/customXml" Target="../ink/ink553.xml"/><Relationship Id="rId179" Type="http://schemas.openxmlformats.org/officeDocument/2006/relationships/customXml" Target="../ink/ink554.xml"/><Relationship Id="rId180" Type="http://schemas.openxmlformats.org/officeDocument/2006/relationships/customXml" Target="../ink/ink555.xml"/><Relationship Id="rId181" Type="http://schemas.openxmlformats.org/officeDocument/2006/relationships/customXml" Target="../ink/ink556.xml"/><Relationship Id="rId182" Type="http://schemas.openxmlformats.org/officeDocument/2006/relationships/customXml" Target="../ink/ink557.xml"/><Relationship Id="rId183" Type="http://schemas.openxmlformats.org/officeDocument/2006/relationships/customXml" Target="../ink/ink558.xml"/><Relationship Id="rId184" Type="http://schemas.openxmlformats.org/officeDocument/2006/relationships/customXml" Target="../ink/ink559.xml"/><Relationship Id="rId185" Type="http://schemas.openxmlformats.org/officeDocument/2006/relationships/customXml" Target="../ink/ink560.xml"/><Relationship Id="rId186" Type="http://schemas.openxmlformats.org/officeDocument/2006/relationships/customXml" Target="../ink/ink561.xml"/><Relationship Id="rId187" Type="http://schemas.openxmlformats.org/officeDocument/2006/relationships/customXml" Target="../ink/ink562.xml"/><Relationship Id="rId188" Type="http://schemas.openxmlformats.org/officeDocument/2006/relationships/customXml" Target="../ink/ink563.xml"/><Relationship Id="rId189" Type="http://schemas.openxmlformats.org/officeDocument/2006/relationships/customXml" Target="../ink/ink564.xml"/><Relationship Id="rId190" Type="http://schemas.openxmlformats.org/officeDocument/2006/relationships/customXml" Target="../ink/ink565.xml"/><Relationship Id="rId191" Type="http://schemas.openxmlformats.org/officeDocument/2006/relationships/customXml" Target="../ink/ink566.xml"/><Relationship Id="rId192" Type="http://schemas.openxmlformats.org/officeDocument/2006/relationships/customXml" Target="../ink/ink567.xml"/><Relationship Id="rId193" Type="http://schemas.openxmlformats.org/officeDocument/2006/relationships/customXml" Target="../ink/ink568.xml"/><Relationship Id="rId194" Type="http://schemas.openxmlformats.org/officeDocument/2006/relationships/customXml" Target="../ink/ink569.xml"/><Relationship Id="rId195" Type="http://schemas.openxmlformats.org/officeDocument/2006/relationships/customXml" Target="../ink/ink570.xml"/><Relationship Id="rId196" Type="http://schemas.openxmlformats.org/officeDocument/2006/relationships/customXml" Target="../ink/ink571.xml"/><Relationship Id="rId197" Type="http://schemas.openxmlformats.org/officeDocument/2006/relationships/customXml" Target="../ink/ink572.xml"/><Relationship Id="rId198" Type="http://schemas.openxmlformats.org/officeDocument/2006/relationships/customXml" Target="../ink/ink573.xml"/><Relationship Id="rId199" Type="http://schemas.openxmlformats.org/officeDocument/2006/relationships/customXml" Target="../ink/ink574.xml"/><Relationship Id="rId200" Type="http://schemas.openxmlformats.org/officeDocument/2006/relationships/customXml" Target="../ink/ink575.xml"/><Relationship Id="rId201" Type="http://schemas.openxmlformats.org/officeDocument/2006/relationships/customXml" Target="../ink/ink576.xml"/><Relationship Id="rId202" Type="http://schemas.openxmlformats.org/officeDocument/2006/relationships/customXml" Target="../ink/ink577.xml"/><Relationship Id="rId203" Type="http://schemas.openxmlformats.org/officeDocument/2006/relationships/customXml" Target="../ink/ink578.xml"/><Relationship Id="rId204" Type="http://schemas.openxmlformats.org/officeDocument/2006/relationships/customXml" Target="../ink/ink579.xml"/><Relationship Id="rId205" Type="http://schemas.openxmlformats.org/officeDocument/2006/relationships/customXml" Target="../ink/ink580.xml"/><Relationship Id="rId206" Type="http://schemas.openxmlformats.org/officeDocument/2006/relationships/customXml" Target="../ink/ink581.xml"/><Relationship Id="rId207" Type="http://schemas.openxmlformats.org/officeDocument/2006/relationships/customXml" Target="../ink/ink582.xml"/><Relationship Id="rId208" Type="http://schemas.openxmlformats.org/officeDocument/2006/relationships/customXml" Target="../ink/ink583.xml"/><Relationship Id="rId209" Type="http://schemas.openxmlformats.org/officeDocument/2006/relationships/customXml" Target="../ink/ink584.xml"/><Relationship Id="rId210" Type="http://schemas.openxmlformats.org/officeDocument/2006/relationships/customXml" Target="../ink/ink585.xml"/><Relationship Id="rId211" Type="http://schemas.openxmlformats.org/officeDocument/2006/relationships/customXml" Target="../ink/ink586.xml"/><Relationship Id="rId212" Type="http://schemas.openxmlformats.org/officeDocument/2006/relationships/customXml" Target="../ink/ink587.xml"/><Relationship Id="rId213" Type="http://schemas.openxmlformats.org/officeDocument/2006/relationships/customXml" Target="../ink/ink588.xml"/><Relationship Id="rId214" Type="http://schemas.openxmlformats.org/officeDocument/2006/relationships/customXml" Target="../ink/ink589.xml"/><Relationship Id="rId215" Type="http://schemas.openxmlformats.org/officeDocument/2006/relationships/customXml" Target="../ink/ink590.xml"/><Relationship Id="rId216" Type="http://schemas.openxmlformats.org/officeDocument/2006/relationships/customXml" Target="../ink/ink591.xml"/><Relationship Id="rId217" Type="http://schemas.openxmlformats.org/officeDocument/2006/relationships/customXml" Target="../ink/ink592.xml"/><Relationship Id="rId218" Type="http://schemas.openxmlformats.org/officeDocument/2006/relationships/customXml" Target="../ink/ink593.xml"/><Relationship Id="rId219" Type="http://schemas.openxmlformats.org/officeDocument/2006/relationships/customXml" Target="../ink/ink594.xml"/><Relationship Id="rId220" Type="http://schemas.openxmlformats.org/officeDocument/2006/relationships/customXml" Target="../ink/ink595.xml"/><Relationship Id="rId221" Type="http://schemas.openxmlformats.org/officeDocument/2006/relationships/customXml" Target="../ink/ink596.xml"/><Relationship Id="rId222" Type="http://schemas.openxmlformats.org/officeDocument/2006/relationships/customXml" Target="../ink/ink597.xml"/><Relationship Id="rId223" Type="http://schemas.openxmlformats.org/officeDocument/2006/relationships/customXml" Target="../ink/ink598.xml"/><Relationship Id="rId224" Type="http://schemas.openxmlformats.org/officeDocument/2006/relationships/customXml" Target="../ink/ink599.xml"/><Relationship Id="rId225" Type="http://schemas.openxmlformats.org/officeDocument/2006/relationships/customXml" Target="../ink/ink600.xml"/><Relationship Id="rId226" Type="http://schemas.openxmlformats.org/officeDocument/2006/relationships/customXml" Target="../ink/ink601.xml"/><Relationship Id="rId227" Type="http://schemas.openxmlformats.org/officeDocument/2006/relationships/customXml" Target="../ink/ink602.xml"/><Relationship Id="rId228" Type="http://schemas.openxmlformats.org/officeDocument/2006/relationships/customXml" Target="../ink/ink603.xml"/><Relationship Id="rId229" Type="http://schemas.openxmlformats.org/officeDocument/2006/relationships/customXml" Target="../ink/ink604.xml"/><Relationship Id="rId230" Type="http://schemas.openxmlformats.org/officeDocument/2006/relationships/customXml" Target="../ink/ink605.xml"/><Relationship Id="rId231" Type="http://schemas.openxmlformats.org/officeDocument/2006/relationships/customXml" Target="../ink/ink606.xml"/><Relationship Id="rId232" Type="http://schemas.openxmlformats.org/officeDocument/2006/relationships/customXml" Target="../ink/ink607.xml"/><Relationship Id="rId233" Type="http://schemas.openxmlformats.org/officeDocument/2006/relationships/customXml" Target="../ink/ink608.xml"/><Relationship Id="rId234" Type="http://schemas.openxmlformats.org/officeDocument/2006/relationships/customXml" Target="../ink/ink609.xml"/><Relationship Id="rId235" Type="http://schemas.openxmlformats.org/officeDocument/2006/relationships/customXml" Target="../ink/ink610.xml"/><Relationship Id="rId236" Type="http://schemas.openxmlformats.org/officeDocument/2006/relationships/customXml" Target="../ink/ink611.xml"/><Relationship Id="rId237" Type="http://schemas.openxmlformats.org/officeDocument/2006/relationships/customXml" Target="../ink/ink612.xml"/><Relationship Id="rId238" Type="http://schemas.openxmlformats.org/officeDocument/2006/relationships/customXml" Target="../ink/ink613.xml"/><Relationship Id="rId239" Type="http://schemas.openxmlformats.org/officeDocument/2006/relationships/customXml" Target="../ink/ink614.xml"/><Relationship Id="rId240" Type="http://schemas.openxmlformats.org/officeDocument/2006/relationships/customXml" Target="../ink/ink615.xml"/><Relationship Id="rId241" Type="http://schemas.openxmlformats.org/officeDocument/2006/relationships/customXml" Target="../ink/ink616.xml"/><Relationship Id="rId242" Type="http://schemas.openxmlformats.org/officeDocument/2006/relationships/customXml" Target="../ink/ink617.xml"/><Relationship Id="rId243" Type="http://schemas.openxmlformats.org/officeDocument/2006/relationships/customXml" Target="../ink/ink618.xml"/><Relationship Id="rId244" Type="http://schemas.openxmlformats.org/officeDocument/2006/relationships/customXml" Target="../ink/ink619.xml"/><Relationship Id="rId245"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image" Target="../media/image7.emf"/><Relationship Id="rId2" Type="http://schemas.openxmlformats.org/officeDocument/2006/relationships/image" Target="../media/image8.emf"/><Relationship Id="rId3" Type="http://schemas.openxmlformats.org/officeDocument/2006/relationships/image" Target="../media/image9.emf"/><Relationship Id="rId4"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emf"/><Relationship Id="rId7" Type="http://schemas.openxmlformats.org/officeDocument/2006/relationships/customXml" Target="../ink/ink525.xml"/><Relationship Id="rId8" Type="http://schemas.openxmlformats.org/officeDocument/2006/relationships/customXml" Target="../ink/ink526.xml"/><Relationship Id="rId9" Type="http://schemas.openxmlformats.org/officeDocument/2006/relationships/customXml" Target="../ink/ink527.xml"/><Relationship Id="rId10" Type="http://schemas.openxmlformats.org/officeDocument/2006/relationships/customXml" Target="../ink/ink528.xml"/><Relationship Id="rId11" Type="http://schemas.openxmlformats.org/officeDocument/2006/relationships/customXml" Target="../ink/ink529.xml"/><Relationship Id="rId12" Type="http://schemas.openxmlformats.org/officeDocument/2006/relationships/customXml" Target="../ink/ink530.xml"/><Relationship Id="rId13" Type="http://schemas.openxmlformats.org/officeDocument/2006/relationships/customXml" Target="../ink/ink531.xml"/><Relationship Id="rId14" Type="http://schemas.openxmlformats.org/officeDocument/2006/relationships/customXml" Target="../ink/ink532.xml"/><Relationship Id="rId15" Type="http://schemas.openxmlformats.org/officeDocument/2006/relationships/customXml" Target="../ink/ink533.xml"/><Relationship Id="rId16" Type="http://schemas.openxmlformats.org/officeDocument/2006/relationships/customXml" Target="../ink/ink534.xml"/><Relationship Id="rId17" Type="http://schemas.openxmlformats.org/officeDocument/2006/relationships/customXml" Target="../ink/ink535.xml"/><Relationship Id="rId18" Type="http://schemas.openxmlformats.org/officeDocument/2006/relationships/customXml" Target="../ink/ink536.xml"/><Relationship Id="rId19" Type="http://schemas.openxmlformats.org/officeDocument/2006/relationships/customXml" Target="../ink/ink537.xml"/><Relationship Id="rId20"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image" Target="../media/image16.png"/><Relationship Id="rId2" Type="http://schemas.openxmlformats.org/officeDocument/2006/relationships/image" Target="../media/image17.emf"/><Relationship Id="rId3" Type="http://schemas.openxmlformats.org/officeDocument/2006/relationships/image" Target="../media/image18.emf"/><Relationship Id="rId4" Type="http://schemas.openxmlformats.org/officeDocument/2006/relationships/image" Target="../media/image19.emf"/><Relationship Id="rId5" Type="http://schemas.openxmlformats.org/officeDocument/2006/relationships/image" Target="../media/image20.png"/><Relationship Id="rId6" Type="http://schemas.openxmlformats.org/officeDocument/2006/relationships/image" Target="../media/image21.png"/><Relationship Id="rId7" Type="http://schemas.openxmlformats.org/officeDocument/2006/relationships/image" Target="../media/image22.png"/><Relationship Id="rId8" Type="http://schemas.openxmlformats.org/officeDocument/2006/relationships/image" Target="../media/image23.jpeg"/><Relationship Id="rId9" Type="http://schemas.openxmlformats.org/officeDocument/2006/relationships/hyperlink" Target="https://en.wikipedia.org/wiki/Peter_Debye" TargetMode="External"/><Relationship Id="rId10" Type="http://schemas.openxmlformats.org/officeDocument/2006/relationships/hyperlink" Target="https://fr.wikipedia.org/wiki/Prix_Nobel_de_chimie" TargetMode="External"/><Relationship Id="rId11" Type="http://schemas.openxmlformats.org/officeDocument/2006/relationships/customXml" Target="../ink/ink620.xml"/><Relationship Id="rId12" Type="http://schemas.openxmlformats.org/officeDocument/2006/relationships/customXml" Target="../ink/ink621.xml"/><Relationship Id="rId13" Type="http://schemas.openxmlformats.org/officeDocument/2006/relationships/customXml" Target="../ink/ink622.xml"/><Relationship Id="rId14" Type="http://schemas.openxmlformats.org/officeDocument/2006/relationships/customXml" Target="../ink/ink623.xml"/><Relationship Id="rId15" Type="http://schemas.openxmlformats.org/officeDocument/2006/relationships/customXml" Target="../ink/ink624.xml"/><Relationship Id="rId16" Type="http://schemas.openxmlformats.org/officeDocument/2006/relationships/customXml" Target="../ink/ink625.xml"/><Relationship Id="rId17" Type="http://schemas.openxmlformats.org/officeDocument/2006/relationships/customXml" Target="../ink/ink626.xml"/><Relationship Id="rId18" Type="http://schemas.openxmlformats.org/officeDocument/2006/relationships/customXml" Target="../ink/ink627.xml"/><Relationship Id="rId19" Type="http://schemas.openxmlformats.org/officeDocument/2006/relationships/customXml" Target="../ink/ink628.xml"/><Relationship Id="rId20" Type="http://schemas.openxmlformats.org/officeDocument/2006/relationships/customXml" Target="../ink/ink629.xml"/><Relationship Id="rId21" Type="http://schemas.openxmlformats.org/officeDocument/2006/relationships/customXml" Target="../ink/ink630.xml"/><Relationship Id="rId22" Type="http://schemas.openxmlformats.org/officeDocument/2006/relationships/customXml" Target="../ink/ink631.xml"/><Relationship Id="rId23" Type="http://schemas.openxmlformats.org/officeDocument/2006/relationships/customXml" Target="../ink/ink632.xml"/><Relationship Id="rId24" Type="http://schemas.openxmlformats.org/officeDocument/2006/relationships/customXml" Target="../ink/ink633.xml"/><Relationship Id="rId25" Type="http://schemas.openxmlformats.org/officeDocument/2006/relationships/customXml" Target="../ink/ink634.xml"/><Relationship Id="rId26"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customXml" Target="../ink/ink635.xml"/><Relationship Id="rId2" Type="http://schemas.openxmlformats.org/officeDocument/2006/relationships/customXml" Target="../ink/ink636.xml"/><Relationship Id="rId3" Type="http://schemas.openxmlformats.org/officeDocument/2006/relationships/customXml" Target="../ink/ink637.xml"/><Relationship Id="rId4" Type="http://schemas.openxmlformats.org/officeDocument/2006/relationships/customXml" Target="../ink/ink638.xml"/><Relationship Id="rId5" Type="http://schemas.openxmlformats.org/officeDocument/2006/relationships/customXml" Target="../ink/ink639.xml"/><Relationship Id="rId6" Type="http://schemas.openxmlformats.org/officeDocument/2006/relationships/customXml" Target="../ink/ink640.xml"/><Relationship Id="rId7" Type="http://schemas.openxmlformats.org/officeDocument/2006/relationships/customXml" Target="../ink/ink641.xml"/><Relationship Id="rId8" Type="http://schemas.openxmlformats.org/officeDocument/2006/relationships/customXml" Target="../ink/ink642.xml"/><Relationship Id="rId9" Type="http://schemas.openxmlformats.org/officeDocument/2006/relationships/customXml" Target="../ink/ink643.xml"/><Relationship Id="rId10" Type="http://schemas.openxmlformats.org/officeDocument/2006/relationships/customXml" Target="../ink/ink645.xml"/><Relationship Id="rId11" Type="http://schemas.openxmlformats.org/officeDocument/2006/relationships/customXml" Target="../ink/ink646.xml"/><Relationship Id="rId12" Type="http://schemas.openxmlformats.org/officeDocument/2006/relationships/customXml" Target="../ink/ink647.xml"/><Relationship Id="rId13" Type="http://schemas.openxmlformats.org/officeDocument/2006/relationships/customXml" Target="../ink/ink648.xml"/><Relationship Id="rId14" Type="http://schemas.openxmlformats.org/officeDocument/2006/relationships/customXml" Target="../ink/ink649.xml"/><Relationship Id="rId15" Type="http://schemas.openxmlformats.org/officeDocument/2006/relationships/customXml" Target="../ink/ink650.xml"/><Relationship Id="rId16" Type="http://schemas.openxmlformats.org/officeDocument/2006/relationships/customXml" Target="../ink/ink651.xml"/><Relationship Id="rId17" Type="http://schemas.openxmlformats.org/officeDocument/2006/relationships/customXml" Target="../ink/ink652.xml"/><Relationship Id="rId18" Type="http://schemas.openxmlformats.org/officeDocument/2006/relationships/customXml" Target="../ink/ink653.xml"/><Relationship Id="rId19" Type="http://schemas.openxmlformats.org/officeDocument/2006/relationships/customXml" Target="../ink/ink654.xml"/><Relationship Id="rId20" Type="http://schemas.openxmlformats.org/officeDocument/2006/relationships/customXml" Target="../ink/ink655.xml"/><Relationship Id="rId21" Type="http://schemas.openxmlformats.org/officeDocument/2006/relationships/customXml" Target="../ink/ink656.xml"/><Relationship Id="rId22" Type="http://schemas.openxmlformats.org/officeDocument/2006/relationships/customXml" Target="../ink/ink657.xml"/><Relationship Id="rId23" Type="http://schemas.openxmlformats.org/officeDocument/2006/relationships/customXml" Target="../ink/ink658.xml"/><Relationship Id="rId24" Type="http://schemas.openxmlformats.org/officeDocument/2006/relationships/customXml" Target="../ink/ink659.xml"/><Relationship Id="rId25" Type="http://schemas.openxmlformats.org/officeDocument/2006/relationships/customXml" Target="../ink/ink660.xml"/><Relationship Id="rId26" Type="http://schemas.openxmlformats.org/officeDocument/2006/relationships/customXml" Target="../ink/ink661.xml"/><Relationship Id="rId27" Type="http://schemas.openxmlformats.org/officeDocument/2006/relationships/customXml" Target="../ink/ink662.xml"/><Relationship Id="rId28" Type="http://schemas.openxmlformats.org/officeDocument/2006/relationships/customXml" Target="../ink/ink663.xml"/><Relationship Id="rId29" Type="http://schemas.openxmlformats.org/officeDocument/2006/relationships/customXml" Target="../ink/ink664.xml"/><Relationship Id="rId30" Type="http://schemas.openxmlformats.org/officeDocument/2006/relationships/customXml" Target="../ink/ink665.xml"/><Relationship Id="rId31" Type="http://schemas.openxmlformats.org/officeDocument/2006/relationships/customXml" Target="../ink/ink666.xml"/><Relationship Id="rId32" Type="http://schemas.openxmlformats.org/officeDocument/2006/relationships/customXml" Target="../ink/ink667.xml"/><Relationship Id="rId33" Type="http://schemas.openxmlformats.org/officeDocument/2006/relationships/customXml" Target="../ink/ink668.xml"/><Relationship Id="rId34" Type="http://schemas.openxmlformats.org/officeDocument/2006/relationships/customXml" Target="../ink/ink669.xml"/><Relationship Id="rId35" Type="http://schemas.openxmlformats.org/officeDocument/2006/relationships/customXml" Target="../ink/ink670.xml"/><Relationship Id="rId36" Type="http://schemas.openxmlformats.org/officeDocument/2006/relationships/customXml" Target="../ink/ink671.xml"/><Relationship Id="rId37" Type="http://schemas.openxmlformats.org/officeDocument/2006/relationships/customXml" Target="../ink/ink672.xml"/><Relationship Id="rId38" Type="http://schemas.openxmlformats.org/officeDocument/2006/relationships/customXml" Target="../ink/ink673.xml"/><Relationship Id="rId39" Type="http://schemas.openxmlformats.org/officeDocument/2006/relationships/customXml" Target="../ink/ink674.xml"/><Relationship Id="rId40" Type="http://schemas.openxmlformats.org/officeDocument/2006/relationships/customXml" Target="../ink/ink675.xml"/><Relationship Id="rId41" Type="http://schemas.openxmlformats.org/officeDocument/2006/relationships/customXml" Target="../ink/ink676.xml"/><Relationship Id="rId42" Type="http://schemas.openxmlformats.org/officeDocument/2006/relationships/customXml" Target="../ink/ink677.xml"/><Relationship Id="rId43" Type="http://schemas.openxmlformats.org/officeDocument/2006/relationships/customXml" Target="../ink/ink678.xml"/><Relationship Id="rId44" Type="http://schemas.openxmlformats.org/officeDocument/2006/relationships/customXml" Target="../ink/ink679.xml"/><Relationship Id="rId45" Type="http://schemas.openxmlformats.org/officeDocument/2006/relationships/customXml" Target="../ink/ink680.xml"/><Relationship Id="rId46" Type="http://schemas.openxmlformats.org/officeDocument/2006/relationships/customXml" Target="../ink/ink681.xml"/><Relationship Id="rId47" Type="http://schemas.openxmlformats.org/officeDocument/2006/relationships/customXml" Target="../ink/ink682.xml"/><Relationship Id="rId48" Type="http://schemas.openxmlformats.org/officeDocument/2006/relationships/customXml" Target="../ink/ink683.xml"/><Relationship Id="rId49" Type="http://schemas.openxmlformats.org/officeDocument/2006/relationships/customXml" Target="../ink/ink684.xml"/><Relationship Id="rId50" Type="http://schemas.openxmlformats.org/officeDocument/2006/relationships/customXml" Target="../ink/ink685.xml"/><Relationship Id="rId51" Type="http://schemas.openxmlformats.org/officeDocument/2006/relationships/customXml" Target="../ink/ink686.xml"/><Relationship Id="rId52" Type="http://schemas.openxmlformats.org/officeDocument/2006/relationships/customXml" Target="../ink/ink687.xml"/><Relationship Id="rId53" Type="http://schemas.openxmlformats.org/officeDocument/2006/relationships/customXml" Target="../ink/ink688.xml"/><Relationship Id="rId54" Type="http://schemas.openxmlformats.org/officeDocument/2006/relationships/customXml" Target="../ink/ink689.xml"/><Relationship Id="rId55" Type="http://schemas.openxmlformats.org/officeDocument/2006/relationships/customXml" Target="../ink/ink690.xml"/><Relationship Id="rId56" Type="http://schemas.openxmlformats.org/officeDocument/2006/relationships/customXml" Target="../ink/ink691.xml"/><Relationship Id="rId57" Type="http://schemas.openxmlformats.org/officeDocument/2006/relationships/customXml" Target="../ink/ink692.xml"/><Relationship Id="rId58" Type="http://schemas.openxmlformats.org/officeDocument/2006/relationships/customXml" Target="../ink/ink693.xml"/><Relationship Id="rId59" Type="http://schemas.openxmlformats.org/officeDocument/2006/relationships/customXml" Target="../ink/ink694.xml"/><Relationship Id="rId60" Type="http://schemas.openxmlformats.org/officeDocument/2006/relationships/customXml" Target="../ink/ink695.xml"/><Relationship Id="rId61" Type="http://schemas.openxmlformats.org/officeDocument/2006/relationships/customXml" Target="../ink/ink696.xml"/><Relationship Id="rId62" Type="http://schemas.openxmlformats.org/officeDocument/2006/relationships/customXml" Target="../ink/ink697.xml"/><Relationship Id="rId63" Type="http://schemas.openxmlformats.org/officeDocument/2006/relationships/customXml" Target="../ink/ink698.xml"/><Relationship Id="rId64" Type="http://schemas.openxmlformats.org/officeDocument/2006/relationships/customXml" Target="../ink/ink699.xml"/><Relationship Id="rId65" Type="http://schemas.openxmlformats.org/officeDocument/2006/relationships/customXml" Target="../ink/ink700.xml"/><Relationship Id="rId66" Type="http://schemas.openxmlformats.org/officeDocument/2006/relationships/customXml" Target="../ink/ink701.xml"/><Relationship Id="rId67" Type="http://schemas.openxmlformats.org/officeDocument/2006/relationships/customXml" Target="../ink/ink702.xml"/><Relationship Id="rId68" Type="http://schemas.openxmlformats.org/officeDocument/2006/relationships/customXml" Target="../ink/ink703.xml"/><Relationship Id="rId69" Type="http://schemas.openxmlformats.org/officeDocument/2006/relationships/customXml" Target="../ink/ink704.xml"/><Relationship Id="rId70" Type="http://schemas.openxmlformats.org/officeDocument/2006/relationships/customXml" Target="../ink/ink705.xml"/><Relationship Id="rId71" Type="http://schemas.openxmlformats.org/officeDocument/2006/relationships/customXml" Target="../ink/ink706.xml"/><Relationship Id="rId72" Type="http://schemas.openxmlformats.org/officeDocument/2006/relationships/customXml" Target="../ink/ink707.xml"/><Relationship Id="rId73" Type="http://schemas.openxmlformats.org/officeDocument/2006/relationships/customXml" Target="../ink/ink708.xml"/><Relationship Id="rId74" Type="http://schemas.openxmlformats.org/officeDocument/2006/relationships/customXml" Target="../ink/ink709.xml"/><Relationship Id="rId75" Type="http://schemas.openxmlformats.org/officeDocument/2006/relationships/customXml" Target="../ink/ink710.xml"/><Relationship Id="rId76" Type="http://schemas.openxmlformats.org/officeDocument/2006/relationships/customXml" Target="../ink/ink711.xml"/><Relationship Id="rId77" Type="http://schemas.openxmlformats.org/officeDocument/2006/relationships/customXml" Target="../ink/ink712.xml"/><Relationship Id="rId78" Type="http://schemas.openxmlformats.org/officeDocument/2006/relationships/customXml" Target="../ink/ink713.xml"/><Relationship Id="rId79" Type="http://schemas.openxmlformats.org/officeDocument/2006/relationships/customXml" Target="../ink/ink714.xml"/><Relationship Id="rId80" Type="http://schemas.openxmlformats.org/officeDocument/2006/relationships/customXml" Target="../ink/ink715.xml"/><Relationship Id="rId81" Type="http://schemas.openxmlformats.org/officeDocument/2006/relationships/customXml" Target="../ink/ink716.xml"/><Relationship Id="rId82" Type="http://schemas.openxmlformats.org/officeDocument/2006/relationships/customXml" Target="../ink/ink717.xml"/><Relationship Id="rId83" Type="http://schemas.openxmlformats.org/officeDocument/2006/relationships/customXml" Target="../ink/ink718.xml"/><Relationship Id="rId84" Type="http://schemas.openxmlformats.org/officeDocument/2006/relationships/customXml" Target="../ink/ink719.xml"/><Relationship Id="rId85" Type="http://schemas.openxmlformats.org/officeDocument/2006/relationships/customXml" Target="../ink/ink720.xml"/><Relationship Id="rId86" Type="http://schemas.openxmlformats.org/officeDocument/2006/relationships/customXml" Target="../ink/ink721.xml"/><Relationship Id="rId87" Type="http://schemas.openxmlformats.org/officeDocument/2006/relationships/customXml" Target="../ink/ink722.xml"/><Relationship Id="rId88" Type="http://schemas.openxmlformats.org/officeDocument/2006/relationships/customXml" Target="../ink/ink723.xml"/><Relationship Id="rId89" Type="http://schemas.openxmlformats.org/officeDocument/2006/relationships/customXml" Target="../ink/ink724.xml"/><Relationship Id="rId90" Type="http://schemas.openxmlformats.org/officeDocument/2006/relationships/customXml" Target="../ink/ink725.xml"/><Relationship Id="rId91" Type="http://schemas.openxmlformats.org/officeDocument/2006/relationships/customXml" Target="../ink/ink726.xml"/><Relationship Id="rId92" Type="http://schemas.openxmlformats.org/officeDocument/2006/relationships/customXml" Target="../ink/ink727.xml"/><Relationship Id="rId93" Type="http://schemas.openxmlformats.org/officeDocument/2006/relationships/customXml" Target="../ink/ink728.xml"/><Relationship Id="rId94" Type="http://schemas.openxmlformats.org/officeDocument/2006/relationships/customXml" Target="../ink/ink729.xml"/><Relationship Id="rId95" Type="http://schemas.openxmlformats.org/officeDocument/2006/relationships/customXml" Target="../ink/ink730.xml"/><Relationship Id="rId96" Type="http://schemas.openxmlformats.org/officeDocument/2006/relationships/customXml" Target="../ink/ink731.xml"/><Relationship Id="rId97" Type="http://schemas.openxmlformats.org/officeDocument/2006/relationships/customXml" Target="../ink/ink732.xml"/><Relationship Id="rId98" Type="http://schemas.openxmlformats.org/officeDocument/2006/relationships/customXml" Target="../ink/ink733.xml"/><Relationship Id="rId99" Type="http://schemas.openxmlformats.org/officeDocument/2006/relationships/customXml" Target="../ink/ink734.xml"/><Relationship Id="rId100" Type="http://schemas.openxmlformats.org/officeDocument/2006/relationships/customXml" Target="../ink/ink735.xml"/><Relationship Id="rId101" Type="http://schemas.openxmlformats.org/officeDocument/2006/relationships/customXml" Target="../ink/ink736.xml"/><Relationship Id="rId102" Type="http://schemas.openxmlformats.org/officeDocument/2006/relationships/customXml" Target="../ink/ink737.xml"/><Relationship Id="rId103" Type="http://schemas.openxmlformats.org/officeDocument/2006/relationships/customXml" Target="../ink/ink738.xml"/><Relationship Id="rId104" Type="http://schemas.openxmlformats.org/officeDocument/2006/relationships/customXml" Target="../ink/ink739.xml"/><Relationship Id="rId105" Type="http://schemas.openxmlformats.org/officeDocument/2006/relationships/customXml" Target="../ink/ink740.xml"/><Relationship Id="rId106" Type="http://schemas.openxmlformats.org/officeDocument/2006/relationships/customXml" Target="../ink/ink741.xml"/><Relationship Id="rId107" Type="http://schemas.openxmlformats.org/officeDocument/2006/relationships/customXml" Target="../ink/ink742.xml"/><Relationship Id="rId108" Type="http://schemas.openxmlformats.org/officeDocument/2006/relationships/customXml" Target="../ink/ink743.xml"/><Relationship Id="rId109" Type="http://schemas.openxmlformats.org/officeDocument/2006/relationships/customXml" Target="../ink/ink744.xml"/><Relationship Id="rId110" Type="http://schemas.openxmlformats.org/officeDocument/2006/relationships/customXml" Target="../ink/ink745.xml"/><Relationship Id="rId111" Type="http://schemas.openxmlformats.org/officeDocument/2006/relationships/customXml" Target="../ink/ink746.xml"/><Relationship Id="rId112" Type="http://schemas.openxmlformats.org/officeDocument/2006/relationships/customXml" Target="../ink/ink747.xml"/><Relationship Id="rId113" Type="http://schemas.openxmlformats.org/officeDocument/2006/relationships/customXml" Target="../ink/ink748.xml"/><Relationship Id="rId114" Type="http://schemas.openxmlformats.org/officeDocument/2006/relationships/customXml" Target="../ink/ink749.xml"/><Relationship Id="rId115" Type="http://schemas.openxmlformats.org/officeDocument/2006/relationships/customXml" Target="../ink/ink750.xml"/><Relationship Id="rId116" Type="http://schemas.openxmlformats.org/officeDocument/2006/relationships/customXml" Target="../ink/ink751.xml"/><Relationship Id="rId117" Type="http://schemas.openxmlformats.org/officeDocument/2006/relationships/customXml" Target="../ink/ink752.xml"/><Relationship Id="rId118" Type="http://schemas.openxmlformats.org/officeDocument/2006/relationships/customXml" Target="../ink/ink753.xml"/><Relationship Id="rId119" Type="http://schemas.openxmlformats.org/officeDocument/2006/relationships/customXml" Target="../ink/ink754.xml"/><Relationship Id="rId120" Type="http://schemas.openxmlformats.org/officeDocument/2006/relationships/customXml" Target="../ink/ink755.xml"/><Relationship Id="rId121" Type="http://schemas.openxmlformats.org/officeDocument/2006/relationships/customXml" Target="../ink/ink756.xml"/><Relationship Id="rId122" Type="http://schemas.openxmlformats.org/officeDocument/2006/relationships/customXml" Target="../ink/ink757.xml"/><Relationship Id="rId123" Type="http://schemas.openxmlformats.org/officeDocument/2006/relationships/customXml" Target="../ink/ink758.xml"/><Relationship Id="rId124" Type="http://schemas.openxmlformats.org/officeDocument/2006/relationships/customXml" Target="../ink/ink759.xml"/><Relationship Id="rId125" Type="http://schemas.openxmlformats.org/officeDocument/2006/relationships/customXml" Target="../ink/ink760.xml"/><Relationship Id="rId126" Type="http://schemas.openxmlformats.org/officeDocument/2006/relationships/customXml" Target="../ink/ink761.xml"/><Relationship Id="rId127" Type="http://schemas.openxmlformats.org/officeDocument/2006/relationships/customXml" Target="../ink/ink762.xml"/><Relationship Id="rId128" Type="http://schemas.openxmlformats.org/officeDocument/2006/relationships/customXml" Target="../ink/ink763.xml"/><Relationship Id="rId129" Type="http://schemas.openxmlformats.org/officeDocument/2006/relationships/customXml" Target="../ink/ink764.xml"/><Relationship Id="rId130" Type="http://schemas.openxmlformats.org/officeDocument/2006/relationships/customXml" Target="../ink/ink765.xml"/><Relationship Id="rId131" Type="http://schemas.openxmlformats.org/officeDocument/2006/relationships/customXml" Target="../ink/ink766.xml"/><Relationship Id="rId132" Type="http://schemas.openxmlformats.org/officeDocument/2006/relationships/customXml" Target="../ink/ink767.xml"/><Relationship Id="rId133" Type="http://schemas.openxmlformats.org/officeDocument/2006/relationships/customXml" Target="../ink/ink768.xml"/><Relationship Id="rId134" Type="http://schemas.openxmlformats.org/officeDocument/2006/relationships/customXml" Target="../ink/ink769.xml"/><Relationship Id="rId135" Type="http://schemas.openxmlformats.org/officeDocument/2006/relationships/customXml" Target="../ink/ink770.xml"/><Relationship Id="rId136" Type="http://schemas.openxmlformats.org/officeDocument/2006/relationships/customXml" Target="../ink/ink771.xml"/><Relationship Id="rId137" Type="http://schemas.openxmlformats.org/officeDocument/2006/relationships/customXml" Target="../ink/ink772.xml"/><Relationship Id="rId138" Type="http://schemas.openxmlformats.org/officeDocument/2006/relationships/customXml" Target="../ink/ink773.xml"/><Relationship Id="rId139" Type="http://schemas.openxmlformats.org/officeDocument/2006/relationships/customXml" Target="../ink/ink774.xml"/><Relationship Id="rId140" Type="http://schemas.openxmlformats.org/officeDocument/2006/relationships/customXml" Target="../ink/ink775.xml"/><Relationship Id="rId141" Type="http://schemas.openxmlformats.org/officeDocument/2006/relationships/customXml" Target="../ink/ink776.xml"/><Relationship Id="rId142" Type="http://schemas.openxmlformats.org/officeDocument/2006/relationships/customXml" Target="../ink/ink777.xml"/><Relationship Id="rId143" Type="http://schemas.openxmlformats.org/officeDocument/2006/relationships/customXml" Target="../ink/ink778.xml"/><Relationship Id="rId144" Type="http://schemas.openxmlformats.org/officeDocument/2006/relationships/customXml" Target="../ink/ink779.xml"/><Relationship Id="rId145" Type="http://schemas.openxmlformats.org/officeDocument/2006/relationships/customXml" Target="../ink/ink780.xml"/><Relationship Id="rId146" Type="http://schemas.openxmlformats.org/officeDocument/2006/relationships/customXml" Target="../ink/ink781.xml"/><Relationship Id="rId147" Type="http://schemas.openxmlformats.org/officeDocument/2006/relationships/customXml" Target="../ink/ink782.xml"/><Relationship Id="rId148" Type="http://schemas.openxmlformats.org/officeDocument/2006/relationships/customXml" Target="../ink/ink783.xml"/><Relationship Id="rId149" Type="http://schemas.openxmlformats.org/officeDocument/2006/relationships/customXml" Target="../ink/ink784.xml"/><Relationship Id="rId150" Type="http://schemas.openxmlformats.org/officeDocument/2006/relationships/customXml" Target="../ink/ink785.xml"/><Relationship Id="rId151" Type="http://schemas.openxmlformats.org/officeDocument/2006/relationships/customXml" Target="../ink/ink786.xml"/><Relationship Id="rId152" Type="http://schemas.openxmlformats.org/officeDocument/2006/relationships/customXml" Target="../ink/ink787.xml"/><Relationship Id="rId153" Type="http://schemas.openxmlformats.org/officeDocument/2006/relationships/customXml" Target="../ink/ink788.xml"/><Relationship Id="rId154" Type="http://schemas.openxmlformats.org/officeDocument/2006/relationships/customXml" Target="../ink/ink789.xml"/><Relationship Id="rId155" Type="http://schemas.openxmlformats.org/officeDocument/2006/relationships/customXml" Target="../ink/ink790.xml"/><Relationship Id="rId156" Type="http://schemas.openxmlformats.org/officeDocument/2006/relationships/customXml" Target="../ink/ink791.xml"/><Relationship Id="rId157" Type="http://schemas.openxmlformats.org/officeDocument/2006/relationships/customXml" Target="../ink/ink792.xml"/><Relationship Id="rId158" Type="http://schemas.openxmlformats.org/officeDocument/2006/relationships/customXml" Target="../ink/ink793.xml"/><Relationship Id="rId159" Type="http://schemas.openxmlformats.org/officeDocument/2006/relationships/customXml" Target="../ink/ink794.xml"/><Relationship Id="rId160" Type="http://schemas.openxmlformats.org/officeDocument/2006/relationships/customXml" Target="../ink/ink795.xml"/><Relationship Id="rId161" Type="http://schemas.openxmlformats.org/officeDocument/2006/relationships/customXml" Target="../ink/ink796.xml"/><Relationship Id="rId162" Type="http://schemas.openxmlformats.org/officeDocument/2006/relationships/customXml" Target="../ink/ink797.xml"/><Relationship Id="rId163" Type="http://schemas.openxmlformats.org/officeDocument/2006/relationships/customXml" Target="../ink/ink798.xml"/><Relationship Id="rId164" Type="http://schemas.openxmlformats.org/officeDocument/2006/relationships/customXml" Target="../ink/ink799.xml"/><Relationship Id="rId165" Type="http://schemas.openxmlformats.org/officeDocument/2006/relationships/customXml" Target="../ink/ink800.xml"/><Relationship Id="rId166" Type="http://schemas.openxmlformats.org/officeDocument/2006/relationships/customXml" Target="../ink/ink801.xml"/><Relationship Id="rId167" Type="http://schemas.openxmlformats.org/officeDocument/2006/relationships/customXml" Target="../ink/ink802.xml"/><Relationship Id="rId168" Type="http://schemas.openxmlformats.org/officeDocument/2006/relationships/customXml" Target="../ink/ink803.xml"/><Relationship Id="rId169" Type="http://schemas.openxmlformats.org/officeDocument/2006/relationships/customXml" Target="../ink/ink804.xml"/><Relationship Id="rId170" Type="http://schemas.openxmlformats.org/officeDocument/2006/relationships/customXml" Target="../ink/ink805.xml"/><Relationship Id="rId171" Type="http://schemas.openxmlformats.org/officeDocument/2006/relationships/customXml" Target="../ink/ink806.xml"/><Relationship Id="rId172" Type="http://schemas.openxmlformats.org/officeDocument/2006/relationships/customXml" Target="../ink/ink807.xml"/><Relationship Id="rId173" Type="http://schemas.openxmlformats.org/officeDocument/2006/relationships/customXml" Target="../ink/ink808.xml"/><Relationship Id="rId174" Type="http://schemas.openxmlformats.org/officeDocument/2006/relationships/customXml" Target="../ink/ink809.xml"/><Relationship Id="rId175" Type="http://schemas.openxmlformats.org/officeDocument/2006/relationships/customXml" Target="../ink/ink810.xml"/><Relationship Id="rId176" Type="http://schemas.openxmlformats.org/officeDocument/2006/relationships/customXml" Target="../ink/ink811.xml"/><Relationship Id="rId177" Type="http://schemas.openxmlformats.org/officeDocument/2006/relationships/customXml" Target="../ink/ink812.xml"/><Relationship Id="rId178" Type="http://schemas.openxmlformats.org/officeDocument/2006/relationships/customXml" Target="../ink/ink813.xml"/><Relationship Id="rId179" Type="http://schemas.openxmlformats.org/officeDocument/2006/relationships/customXml" Target="../ink/ink814.xml"/><Relationship Id="rId180" Type="http://schemas.openxmlformats.org/officeDocument/2006/relationships/customXml" Target="../ink/ink815.xml"/><Relationship Id="rId181" Type="http://schemas.openxmlformats.org/officeDocument/2006/relationships/customXml" Target="../ink/ink816.xml"/><Relationship Id="rId182" Type="http://schemas.openxmlformats.org/officeDocument/2006/relationships/customXml" Target="../ink/ink817.xml"/><Relationship Id="rId183" Type="http://schemas.openxmlformats.org/officeDocument/2006/relationships/customXml" Target="../ink/ink818.xml"/><Relationship Id="rId184" Type="http://schemas.openxmlformats.org/officeDocument/2006/relationships/customXml" Target="../ink/ink819.xml"/><Relationship Id="rId185" Type="http://schemas.openxmlformats.org/officeDocument/2006/relationships/customXml" Target="../ink/ink820.xml"/><Relationship Id="rId186" Type="http://schemas.openxmlformats.org/officeDocument/2006/relationships/customXml" Target="../ink/ink821.xml"/><Relationship Id="rId187" Type="http://schemas.openxmlformats.org/officeDocument/2006/relationships/customXml" Target="../ink/ink822.xml"/><Relationship Id="rId188" Type="http://schemas.openxmlformats.org/officeDocument/2006/relationships/customXml" Target="../ink/ink823.xml"/><Relationship Id="rId189" Type="http://schemas.openxmlformats.org/officeDocument/2006/relationships/customXml" Target="../ink/ink824.xml"/><Relationship Id="rId190" Type="http://schemas.openxmlformats.org/officeDocument/2006/relationships/customXml" Target="../ink/ink825.xml"/><Relationship Id="rId191" Type="http://schemas.openxmlformats.org/officeDocument/2006/relationships/customXml" Target="../ink/ink826.xml"/><Relationship Id="rId192" Type="http://schemas.openxmlformats.org/officeDocument/2006/relationships/customXml" Target="../ink/ink827.xml"/><Relationship Id="rId193" Type="http://schemas.openxmlformats.org/officeDocument/2006/relationships/customXml" Target="../ink/ink828.xml"/><Relationship Id="rId194" Type="http://schemas.openxmlformats.org/officeDocument/2006/relationships/customXml" Target="../ink/ink829.xml"/><Relationship Id="rId195" Type="http://schemas.openxmlformats.org/officeDocument/2006/relationships/customXml" Target="../ink/ink830.xml"/><Relationship Id="rId196" Type="http://schemas.openxmlformats.org/officeDocument/2006/relationships/customXml" Target="../ink/ink831.xml"/><Relationship Id="rId197" Type="http://schemas.openxmlformats.org/officeDocument/2006/relationships/customXml" Target="../ink/ink832.xml"/><Relationship Id="rId198" Type="http://schemas.openxmlformats.org/officeDocument/2006/relationships/customXml" Target="../ink/ink833.xml"/><Relationship Id="rId199" Type="http://schemas.openxmlformats.org/officeDocument/2006/relationships/customXml" Target="../ink/ink834.xml"/><Relationship Id="rId200" Type="http://schemas.openxmlformats.org/officeDocument/2006/relationships/customXml" Target="../ink/ink835.xml"/><Relationship Id="rId201" Type="http://schemas.openxmlformats.org/officeDocument/2006/relationships/customXml" Target="../ink/ink836.xml"/><Relationship Id="rId202" Type="http://schemas.openxmlformats.org/officeDocument/2006/relationships/customXml" Target="../ink/ink837.xml"/><Relationship Id="rId203" Type="http://schemas.openxmlformats.org/officeDocument/2006/relationships/customXml" Target="../ink/ink838.xml"/><Relationship Id="rId204" Type="http://schemas.openxmlformats.org/officeDocument/2006/relationships/customXml" Target="../ink/ink839.xml"/><Relationship Id="rId205" Type="http://schemas.openxmlformats.org/officeDocument/2006/relationships/customXml" Target="../ink/ink840.xml"/><Relationship Id="rId206" Type="http://schemas.openxmlformats.org/officeDocument/2006/relationships/customXml" Target="../ink/ink841.xml"/><Relationship Id="rId207" Type="http://schemas.openxmlformats.org/officeDocument/2006/relationships/customXml" Target="../ink/ink842.xml"/><Relationship Id="rId208" Type="http://schemas.openxmlformats.org/officeDocument/2006/relationships/customXml" Target="../ink/ink843.xml"/><Relationship Id="rId209" Type="http://schemas.openxmlformats.org/officeDocument/2006/relationships/customXml" Target="../ink/ink844.xml"/><Relationship Id="rId210" Type="http://schemas.openxmlformats.org/officeDocument/2006/relationships/customXml" Target="../ink/ink845.xml"/><Relationship Id="rId211" Type="http://schemas.openxmlformats.org/officeDocument/2006/relationships/customXml" Target="../ink/ink846.xml"/><Relationship Id="rId212" Type="http://schemas.openxmlformats.org/officeDocument/2006/relationships/customXml" Target="../ink/ink847.xml"/><Relationship Id="rId213" Type="http://schemas.openxmlformats.org/officeDocument/2006/relationships/customXml" Target="../ink/ink848.xml"/><Relationship Id="rId214" Type="http://schemas.openxmlformats.org/officeDocument/2006/relationships/customXml" Target="../ink/ink849.xml"/><Relationship Id="rId215" Type="http://schemas.openxmlformats.org/officeDocument/2006/relationships/customXml" Target="../ink/ink850.xml"/><Relationship Id="rId216" Type="http://schemas.openxmlformats.org/officeDocument/2006/relationships/customXml" Target="../ink/ink851.xml"/><Relationship Id="rId217" Type="http://schemas.openxmlformats.org/officeDocument/2006/relationships/customXml" Target="../ink/ink852.xml"/><Relationship Id="rId218" Type="http://schemas.openxmlformats.org/officeDocument/2006/relationships/customXml" Target="../ink/ink853.xml"/><Relationship Id="rId219" Type="http://schemas.openxmlformats.org/officeDocument/2006/relationships/customXml" Target="../ink/ink854.xml"/><Relationship Id="rId220" Type="http://schemas.openxmlformats.org/officeDocument/2006/relationships/customXml" Target="../ink/ink855.xml"/><Relationship Id="rId221" Type="http://schemas.openxmlformats.org/officeDocument/2006/relationships/customXml" Target="../ink/ink856.xml"/><Relationship Id="rId222" Type="http://schemas.openxmlformats.org/officeDocument/2006/relationships/customXml" Target="../ink/ink857.xml"/><Relationship Id="rId223" Type="http://schemas.openxmlformats.org/officeDocument/2006/relationships/customXml" Target="../ink/ink858.xml"/><Relationship Id="rId224" Type="http://schemas.openxmlformats.org/officeDocument/2006/relationships/customXml" Target="../ink/ink859.xml"/><Relationship Id="rId225" Type="http://schemas.openxmlformats.org/officeDocument/2006/relationships/customXml" Target="../ink/ink860.xml"/><Relationship Id="rId226" Type="http://schemas.openxmlformats.org/officeDocument/2006/relationships/customXml" Target="../ink/ink861.xml"/><Relationship Id="rId227" Type="http://schemas.openxmlformats.org/officeDocument/2006/relationships/customXml" Target="../ink/ink862.xml"/><Relationship Id="rId228" Type="http://schemas.openxmlformats.org/officeDocument/2006/relationships/customXml" Target="../ink/ink863.xml"/><Relationship Id="rId229" Type="http://schemas.openxmlformats.org/officeDocument/2006/relationships/customXml" Target="../ink/ink864.xml"/><Relationship Id="rId230" Type="http://schemas.openxmlformats.org/officeDocument/2006/relationships/customXml" Target="../ink/ink865.xml"/><Relationship Id="rId231" Type="http://schemas.openxmlformats.org/officeDocument/2006/relationships/customXml" Target="../ink/ink866.xml"/><Relationship Id="rId232" Type="http://schemas.openxmlformats.org/officeDocument/2006/relationships/customXml" Target="../ink/ink867.xml"/><Relationship Id="rId233" Type="http://schemas.openxmlformats.org/officeDocument/2006/relationships/customXml" Target="../ink/ink868.xml"/><Relationship Id="rId234" Type="http://schemas.openxmlformats.org/officeDocument/2006/relationships/customXml" Target="../ink/ink869.xml"/><Relationship Id="rId235" Type="http://schemas.openxmlformats.org/officeDocument/2006/relationships/customXml" Target="../ink/ink870.xml"/><Relationship Id="rId236" Type="http://schemas.openxmlformats.org/officeDocument/2006/relationships/customXml" Target="../ink/ink871.xml"/><Relationship Id="rId237" Type="http://schemas.openxmlformats.org/officeDocument/2006/relationships/customXml" Target="../ink/ink872.xml"/><Relationship Id="rId238" Type="http://schemas.openxmlformats.org/officeDocument/2006/relationships/customXml" Target="../ink/ink873.xml"/><Relationship Id="rId239" Type="http://schemas.openxmlformats.org/officeDocument/2006/relationships/customXml" Target="../ink/ink874.xml"/><Relationship Id="rId240" Type="http://schemas.openxmlformats.org/officeDocument/2006/relationships/customXml" Target="../ink/ink875.xml"/><Relationship Id="rId241" Type="http://schemas.openxmlformats.org/officeDocument/2006/relationships/customXml" Target="../ink/ink876.xml"/><Relationship Id="rId242" Type="http://schemas.openxmlformats.org/officeDocument/2006/relationships/customXml" Target="../ink/ink877.xml"/><Relationship Id="rId243" Type="http://schemas.openxmlformats.org/officeDocument/2006/relationships/customXml" Target="../ink/ink878.xml"/><Relationship Id="rId244" Type="http://schemas.openxmlformats.org/officeDocument/2006/relationships/customXml" Target="../ink/ink879.xml"/><Relationship Id="rId245"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customXml" Target="../ink/ink880.xml"/><Relationship Id="rId2" Type="http://schemas.openxmlformats.org/officeDocument/2006/relationships/customXml" Target="../ink/ink881.xml"/><Relationship Id="rId3" Type="http://schemas.openxmlformats.org/officeDocument/2006/relationships/customXml" Target="../ink/ink882.xml"/><Relationship Id="rId4" Type="http://schemas.openxmlformats.org/officeDocument/2006/relationships/customXml" Target="../ink/ink883.xml"/><Relationship Id="rId5" Type="http://schemas.openxmlformats.org/officeDocument/2006/relationships/customXml" Target="../ink/ink884.xml"/><Relationship Id="rId6" Type="http://schemas.openxmlformats.org/officeDocument/2006/relationships/customXml" Target="../ink/ink885.xml"/><Relationship Id="rId7" Type="http://schemas.openxmlformats.org/officeDocument/2006/relationships/customXml" Target="../ink/ink886.xml"/><Relationship Id="rId8" Type="http://schemas.openxmlformats.org/officeDocument/2006/relationships/customXml" Target="../ink/ink887.xml"/><Relationship Id="rId9" Type="http://schemas.openxmlformats.org/officeDocument/2006/relationships/customXml" Target="../ink/ink888.xml"/><Relationship Id="rId10" Type="http://schemas.openxmlformats.org/officeDocument/2006/relationships/customXml" Target="../ink/ink889.xml"/><Relationship Id="rId11" Type="http://schemas.openxmlformats.org/officeDocument/2006/relationships/customXml" Target="../ink/ink890.xml"/><Relationship Id="rId12" Type="http://schemas.openxmlformats.org/officeDocument/2006/relationships/customXml" Target="../ink/ink891.xml"/><Relationship Id="rId13" Type="http://schemas.openxmlformats.org/officeDocument/2006/relationships/customXml" Target="../ink/ink892.xml"/><Relationship Id="rId14" Type="http://schemas.openxmlformats.org/officeDocument/2006/relationships/customXml" Target="../ink/ink893.xml"/><Relationship Id="rId15" Type="http://schemas.openxmlformats.org/officeDocument/2006/relationships/customXml" Target="../ink/ink894.xml"/><Relationship Id="rId16" Type="http://schemas.openxmlformats.org/officeDocument/2006/relationships/customXml" Target="../ink/ink895.xml"/><Relationship Id="rId17" Type="http://schemas.openxmlformats.org/officeDocument/2006/relationships/customXml" Target="../ink/ink896.xml"/><Relationship Id="rId18" Type="http://schemas.openxmlformats.org/officeDocument/2006/relationships/customXml" Target="../ink/ink897.xml"/><Relationship Id="rId19" Type="http://schemas.openxmlformats.org/officeDocument/2006/relationships/customXml" Target="../ink/ink898.xml"/><Relationship Id="rId20" Type="http://schemas.openxmlformats.org/officeDocument/2006/relationships/customXml" Target="../ink/ink899.xml"/><Relationship Id="rId21" Type="http://schemas.openxmlformats.org/officeDocument/2006/relationships/customXml" Target="../ink/ink900.xml"/><Relationship Id="rId22" Type="http://schemas.openxmlformats.org/officeDocument/2006/relationships/customXml" Target="../ink/ink901.xml"/><Relationship Id="rId23" Type="http://schemas.openxmlformats.org/officeDocument/2006/relationships/customXml" Target="../ink/ink902.xml"/><Relationship Id="rId24" Type="http://schemas.openxmlformats.org/officeDocument/2006/relationships/customXml" Target="../ink/ink903.xml"/><Relationship Id="rId25" Type="http://schemas.openxmlformats.org/officeDocument/2006/relationships/customXml" Target="../ink/ink904.xml"/><Relationship Id="rId26" Type="http://schemas.openxmlformats.org/officeDocument/2006/relationships/customXml" Target="../ink/ink905.xml"/><Relationship Id="rId27" Type="http://schemas.openxmlformats.org/officeDocument/2006/relationships/customXml" Target="../ink/ink906.xml"/><Relationship Id="rId28" Type="http://schemas.openxmlformats.org/officeDocument/2006/relationships/customXml" Target="../ink/ink907.xml"/><Relationship Id="rId29" Type="http://schemas.openxmlformats.org/officeDocument/2006/relationships/customXml" Target="../ink/ink908.xml"/><Relationship Id="rId30" Type="http://schemas.openxmlformats.org/officeDocument/2006/relationships/customXml" Target="../ink/ink909.xml"/><Relationship Id="rId31" Type="http://schemas.openxmlformats.org/officeDocument/2006/relationships/customXml" Target="../ink/ink910.xml"/><Relationship Id="rId32" Type="http://schemas.openxmlformats.org/officeDocument/2006/relationships/customXml" Target="../ink/ink911.xml"/><Relationship Id="rId33" Type="http://schemas.openxmlformats.org/officeDocument/2006/relationships/customXml" Target="../ink/ink912.xml"/><Relationship Id="rId34" Type="http://schemas.openxmlformats.org/officeDocument/2006/relationships/customXml" Target="../ink/ink913.xml"/><Relationship Id="rId35" Type="http://schemas.openxmlformats.org/officeDocument/2006/relationships/customXml" Target="../ink/ink914.xml"/><Relationship Id="rId36" Type="http://schemas.openxmlformats.org/officeDocument/2006/relationships/customXml" Target="../ink/ink915.xml"/><Relationship Id="rId37" Type="http://schemas.openxmlformats.org/officeDocument/2006/relationships/customXml" Target="../ink/ink916.xml"/><Relationship Id="rId38" Type="http://schemas.openxmlformats.org/officeDocument/2006/relationships/customXml" Target="../ink/ink917.xml"/><Relationship Id="rId39" Type="http://schemas.openxmlformats.org/officeDocument/2006/relationships/customXml" Target="../ink/ink918.xml"/><Relationship Id="rId40" Type="http://schemas.openxmlformats.org/officeDocument/2006/relationships/customXml" Target="../ink/ink919.xml"/><Relationship Id="rId41" Type="http://schemas.openxmlformats.org/officeDocument/2006/relationships/customXml" Target="../ink/ink920.xml"/><Relationship Id="rId42" Type="http://schemas.openxmlformats.org/officeDocument/2006/relationships/customXml" Target="../ink/ink921.xml"/><Relationship Id="rId43" Type="http://schemas.openxmlformats.org/officeDocument/2006/relationships/customXml" Target="../ink/ink922.xml"/><Relationship Id="rId44" Type="http://schemas.openxmlformats.org/officeDocument/2006/relationships/customXml" Target="../ink/ink923.xml"/><Relationship Id="rId45" Type="http://schemas.openxmlformats.org/officeDocument/2006/relationships/customXml" Target="../ink/ink924.xml"/><Relationship Id="rId46" Type="http://schemas.openxmlformats.org/officeDocument/2006/relationships/customXml" Target="../ink/ink925.xml"/><Relationship Id="rId47" Type="http://schemas.openxmlformats.org/officeDocument/2006/relationships/customXml" Target="../ink/ink926.xml"/><Relationship Id="rId48" Type="http://schemas.openxmlformats.org/officeDocument/2006/relationships/customXml" Target="../ink/ink927.xml"/><Relationship Id="rId49" Type="http://schemas.openxmlformats.org/officeDocument/2006/relationships/customXml" Target="../ink/ink928.xml"/><Relationship Id="rId50" Type="http://schemas.openxmlformats.org/officeDocument/2006/relationships/customXml" Target="../ink/ink929.xml"/><Relationship Id="rId51" Type="http://schemas.openxmlformats.org/officeDocument/2006/relationships/customXml" Target="../ink/ink930.xml"/><Relationship Id="rId52" Type="http://schemas.openxmlformats.org/officeDocument/2006/relationships/customXml" Target="../ink/ink931.xml"/><Relationship Id="rId53" Type="http://schemas.openxmlformats.org/officeDocument/2006/relationships/customXml" Target="../ink/ink932.xml"/><Relationship Id="rId54" Type="http://schemas.openxmlformats.org/officeDocument/2006/relationships/customXml" Target="../ink/ink933.xml"/><Relationship Id="rId55" Type="http://schemas.openxmlformats.org/officeDocument/2006/relationships/customXml" Target="../ink/ink934.xml"/><Relationship Id="rId56" Type="http://schemas.openxmlformats.org/officeDocument/2006/relationships/customXml" Target="../ink/ink935.xml"/><Relationship Id="rId57" Type="http://schemas.openxmlformats.org/officeDocument/2006/relationships/customXml" Target="../ink/ink936.xml"/><Relationship Id="rId58" Type="http://schemas.openxmlformats.org/officeDocument/2006/relationships/customXml" Target="../ink/ink937.xml"/><Relationship Id="rId59" Type="http://schemas.openxmlformats.org/officeDocument/2006/relationships/customXml" Target="../ink/ink938.xml"/><Relationship Id="rId60" Type="http://schemas.openxmlformats.org/officeDocument/2006/relationships/customXml" Target="../ink/ink939.xml"/><Relationship Id="rId61" Type="http://schemas.openxmlformats.org/officeDocument/2006/relationships/customXml" Target="../ink/ink940.xml"/><Relationship Id="rId62" Type="http://schemas.openxmlformats.org/officeDocument/2006/relationships/customXml" Target="../ink/ink941.xml"/><Relationship Id="rId63" Type="http://schemas.openxmlformats.org/officeDocument/2006/relationships/customXml" Target="../ink/ink942.xml"/><Relationship Id="rId64" Type="http://schemas.openxmlformats.org/officeDocument/2006/relationships/customXml" Target="../ink/ink943.xml"/><Relationship Id="rId65" Type="http://schemas.openxmlformats.org/officeDocument/2006/relationships/customXml" Target="../ink/ink944.xml"/><Relationship Id="rId66" Type="http://schemas.openxmlformats.org/officeDocument/2006/relationships/customXml" Target="../ink/ink945.xml"/><Relationship Id="rId67" Type="http://schemas.openxmlformats.org/officeDocument/2006/relationships/customXml" Target="../ink/ink946.xml"/><Relationship Id="rId68"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5.png"/><Relationship Id="rId3" Type="http://schemas.openxmlformats.org/officeDocument/2006/relationships/customXml" Target="../ink/ink1.xml"/><Relationship Id="rId4" Type="http://schemas.openxmlformats.org/officeDocument/2006/relationships/customXml" Target="../ink/ink2.xml"/><Relationship Id="rId5" Type="http://schemas.openxmlformats.org/officeDocument/2006/relationships/customXml" Target="../ink/ink3.xml"/><Relationship Id="rId6" Type="http://schemas.openxmlformats.org/officeDocument/2006/relationships/customXml" Target="../ink/ink4.xml"/><Relationship Id="rId7" Type="http://schemas.openxmlformats.org/officeDocument/2006/relationships/customXml" Target="../ink/ink947.xml"/><Relationship Id="rId8" Type="http://schemas.openxmlformats.org/officeDocument/2006/relationships/customXml" Target="../ink/ink948.xml"/><Relationship Id="rId9" Type="http://schemas.openxmlformats.org/officeDocument/2006/relationships/customXml" Target="../ink/ink949.xml"/><Relationship Id="rId10" Type="http://schemas.openxmlformats.org/officeDocument/2006/relationships/customXml" Target="../ink/ink950.xml"/><Relationship Id="rId11" Type="http://schemas.openxmlformats.org/officeDocument/2006/relationships/customXml" Target="../ink/ink951.xml"/><Relationship Id="rId12" Type="http://schemas.openxmlformats.org/officeDocument/2006/relationships/customXml" Target="../ink/ink952.xml"/><Relationship Id="rId13" Type="http://schemas.openxmlformats.org/officeDocument/2006/relationships/customXml" Target="../ink/ink953.xml"/><Relationship Id="rId14" Type="http://schemas.openxmlformats.org/officeDocument/2006/relationships/customXml" Target="../ink/ink1049.xml"/><Relationship Id="rId15" Type="http://schemas.openxmlformats.org/officeDocument/2006/relationships/customXml" Target="../ink/ink1050.xml"/><Relationship Id="rId16" Type="http://schemas.openxmlformats.org/officeDocument/2006/relationships/customXml" Target="../ink/ink1167.xml"/><Relationship Id="rId17" Type="http://schemas.openxmlformats.org/officeDocument/2006/relationships/customXml" Target="../ink/ink1168.xml"/><Relationship Id="rId18" Type="http://schemas.openxmlformats.org/officeDocument/2006/relationships/customXml" Target="../ink/ink1169.xml"/><Relationship Id="rId19" Type="http://schemas.openxmlformats.org/officeDocument/2006/relationships/customXml" Target="../ink/ink1170.xml"/><Relationship Id="rId20"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customXml" Target="../ink/ink954.xml"/><Relationship Id="rId2" Type="http://schemas.openxmlformats.org/officeDocument/2006/relationships/customXml" Target="../ink/ink955.xml"/><Relationship Id="rId3" Type="http://schemas.openxmlformats.org/officeDocument/2006/relationships/customXml" Target="../ink/ink956.xml"/><Relationship Id="rId4" Type="http://schemas.openxmlformats.org/officeDocument/2006/relationships/customXml" Target="../ink/ink957.xml"/><Relationship Id="rId5" Type="http://schemas.openxmlformats.org/officeDocument/2006/relationships/customXml" Target="../ink/ink958.xml"/><Relationship Id="rId6" Type="http://schemas.openxmlformats.org/officeDocument/2006/relationships/customXml" Target="../ink/ink959.xml"/><Relationship Id="rId7" Type="http://schemas.openxmlformats.org/officeDocument/2006/relationships/customXml" Target="../ink/ink960.xml"/><Relationship Id="rId8" Type="http://schemas.openxmlformats.org/officeDocument/2006/relationships/customXml" Target="../ink/ink961.xml"/><Relationship Id="rId9" Type="http://schemas.openxmlformats.org/officeDocument/2006/relationships/customXml" Target="../ink/ink962.xml"/><Relationship Id="rId10" Type="http://schemas.openxmlformats.org/officeDocument/2006/relationships/customXml" Target="../ink/ink963.xml"/><Relationship Id="rId11" Type="http://schemas.openxmlformats.org/officeDocument/2006/relationships/customXml" Target="../ink/ink964.xml"/><Relationship Id="rId12" Type="http://schemas.openxmlformats.org/officeDocument/2006/relationships/customXml" Target="../ink/ink965.xml"/><Relationship Id="rId13" Type="http://schemas.openxmlformats.org/officeDocument/2006/relationships/customXml" Target="../ink/ink966.xml"/><Relationship Id="rId14" Type="http://schemas.openxmlformats.org/officeDocument/2006/relationships/customXml" Target="../ink/ink967.xml"/><Relationship Id="rId15" Type="http://schemas.openxmlformats.org/officeDocument/2006/relationships/customXml" Target="../ink/ink968.xml"/><Relationship Id="rId16" Type="http://schemas.openxmlformats.org/officeDocument/2006/relationships/customXml" Target="../ink/ink969.xml"/><Relationship Id="rId17" Type="http://schemas.openxmlformats.org/officeDocument/2006/relationships/customXml" Target="../ink/ink970.xml"/><Relationship Id="rId18" Type="http://schemas.openxmlformats.org/officeDocument/2006/relationships/customXml" Target="../ink/ink971.xml"/><Relationship Id="rId19" Type="http://schemas.openxmlformats.org/officeDocument/2006/relationships/customXml" Target="../ink/ink972.xml"/><Relationship Id="rId20" Type="http://schemas.openxmlformats.org/officeDocument/2006/relationships/customXml" Target="../ink/ink973.xml"/><Relationship Id="rId21" Type="http://schemas.openxmlformats.org/officeDocument/2006/relationships/customXml" Target="../ink/ink974.xml"/><Relationship Id="rId22" Type="http://schemas.openxmlformats.org/officeDocument/2006/relationships/customXml" Target="../ink/ink975.xml"/><Relationship Id="rId23" Type="http://schemas.openxmlformats.org/officeDocument/2006/relationships/customXml" Target="../ink/ink976.xml"/><Relationship Id="rId24" Type="http://schemas.openxmlformats.org/officeDocument/2006/relationships/customXml" Target="../ink/ink977.xml"/><Relationship Id="rId25" Type="http://schemas.openxmlformats.org/officeDocument/2006/relationships/customXml" Target="../ink/ink978.xml"/><Relationship Id="rId26" Type="http://schemas.openxmlformats.org/officeDocument/2006/relationships/customXml" Target="../ink/ink979.xml"/><Relationship Id="rId27" Type="http://schemas.openxmlformats.org/officeDocument/2006/relationships/customXml" Target="../ink/ink980.xml"/><Relationship Id="rId28" Type="http://schemas.openxmlformats.org/officeDocument/2006/relationships/customXml" Target="../ink/ink981.xml"/><Relationship Id="rId29" Type="http://schemas.openxmlformats.org/officeDocument/2006/relationships/customXml" Target="../ink/ink982.xml"/><Relationship Id="rId30" Type="http://schemas.openxmlformats.org/officeDocument/2006/relationships/customXml" Target="../ink/ink983.xml"/><Relationship Id="rId31" Type="http://schemas.openxmlformats.org/officeDocument/2006/relationships/customXml" Target="../ink/ink984.xml"/><Relationship Id="rId32" Type="http://schemas.openxmlformats.org/officeDocument/2006/relationships/customXml" Target="../ink/ink985.xml"/><Relationship Id="rId33" Type="http://schemas.openxmlformats.org/officeDocument/2006/relationships/customXml" Target="../ink/ink986.xml"/><Relationship Id="rId34" Type="http://schemas.openxmlformats.org/officeDocument/2006/relationships/customXml" Target="../ink/ink987.xml"/><Relationship Id="rId35" Type="http://schemas.openxmlformats.org/officeDocument/2006/relationships/customXml" Target="../ink/ink988.xml"/><Relationship Id="rId36" Type="http://schemas.openxmlformats.org/officeDocument/2006/relationships/customXml" Target="../ink/ink989.xml"/><Relationship Id="rId37" Type="http://schemas.openxmlformats.org/officeDocument/2006/relationships/customXml" Target="../ink/ink990.xml"/><Relationship Id="rId38" Type="http://schemas.openxmlformats.org/officeDocument/2006/relationships/customXml" Target="../ink/ink991.xml"/><Relationship Id="rId39" Type="http://schemas.openxmlformats.org/officeDocument/2006/relationships/customXml" Target="../ink/ink992.xml"/><Relationship Id="rId40" Type="http://schemas.openxmlformats.org/officeDocument/2006/relationships/customXml" Target="../ink/ink993.xml"/><Relationship Id="rId41" Type="http://schemas.openxmlformats.org/officeDocument/2006/relationships/customXml" Target="../ink/ink994.xml"/><Relationship Id="rId42" Type="http://schemas.openxmlformats.org/officeDocument/2006/relationships/customXml" Target="../ink/ink995.xml"/><Relationship Id="rId43" Type="http://schemas.openxmlformats.org/officeDocument/2006/relationships/customXml" Target="../ink/ink996.xml"/><Relationship Id="rId44" Type="http://schemas.openxmlformats.org/officeDocument/2006/relationships/customXml" Target="../ink/ink997.xml"/><Relationship Id="rId45" Type="http://schemas.openxmlformats.org/officeDocument/2006/relationships/customXml" Target="../ink/ink998.xml"/><Relationship Id="rId46" Type="http://schemas.openxmlformats.org/officeDocument/2006/relationships/customXml" Target="../ink/ink999.xml"/><Relationship Id="rId47" Type="http://schemas.openxmlformats.org/officeDocument/2006/relationships/customXml" Target="../ink/ink1000.xml"/><Relationship Id="rId48" Type="http://schemas.openxmlformats.org/officeDocument/2006/relationships/customXml" Target="../ink/ink1001.xml"/><Relationship Id="rId49" Type="http://schemas.openxmlformats.org/officeDocument/2006/relationships/customXml" Target="../ink/ink1002.xml"/><Relationship Id="rId50" Type="http://schemas.openxmlformats.org/officeDocument/2006/relationships/customXml" Target="../ink/ink1003.xml"/><Relationship Id="rId51" Type="http://schemas.openxmlformats.org/officeDocument/2006/relationships/customXml" Target="../ink/ink1004.xml"/><Relationship Id="rId52" Type="http://schemas.openxmlformats.org/officeDocument/2006/relationships/customXml" Target="../ink/ink1005.xml"/><Relationship Id="rId53" Type="http://schemas.openxmlformats.org/officeDocument/2006/relationships/customXml" Target="../ink/ink1006.xml"/><Relationship Id="rId54" Type="http://schemas.openxmlformats.org/officeDocument/2006/relationships/customXml" Target="../ink/ink1007.xml"/><Relationship Id="rId55" Type="http://schemas.openxmlformats.org/officeDocument/2006/relationships/customXml" Target="../ink/ink1008.xml"/><Relationship Id="rId56" Type="http://schemas.openxmlformats.org/officeDocument/2006/relationships/customXml" Target="../ink/ink1009.xml"/><Relationship Id="rId57" Type="http://schemas.openxmlformats.org/officeDocument/2006/relationships/customXml" Target="../ink/ink1010.xml"/><Relationship Id="rId58" Type="http://schemas.openxmlformats.org/officeDocument/2006/relationships/customXml" Target="../ink/ink1011.xml"/><Relationship Id="rId59" Type="http://schemas.openxmlformats.org/officeDocument/2006/relationships/customXml" Target="../ink/ink1012.xml"/><Relationship Id="rId60" Type="http://schemas.openxmlformats.org/officeDocument/2006/relationships/customXml" Target="../ink/ink1013.xml"/><Relationship Id="rId61" Type="http://schemas.openxmlformats.org/officeDocument/2006/relationships/customXml" Target="../ink/ink1014.xml"/><Relationship Id="rId62" Type="http://schemas.openxmlformats.org/officeDocument/2006/relationships/customXml" Target="../ink/ink1015.xml"/><Relationship Id="rId63" Type="http://schemas.openxmlformats.org/officeDocument/2006/relationships/customXml" Target="../ink/ink1016.xml"/><Relationship Id="rId64" Type="http://schemas.openxmlformats.org/officeDocument/2006/relationships/customXml" Target="../ink/ink1017.xml"/><Relationship Id="rId65" Type="http://schemas.openxmlformats.org/officeDocument/2006/relationships/customXml" Target="../ink/ink1018.xml"/><Relationship Id="rId66" Type="http://schemas.openxmlformats.org/officeDocument/2006/relationships/customXml" Target="../ink/ink1019.xml"/><Relationship Id="rId67" Type="http://schemas.openxmlformats.org/officeDocument/2006/relationships/customXml" Target="../ink/ink1020.xml"/><Relationship Id="rId68" Type="http://schemas.openxmlformats.org/officeDocument/2006/relationships/customXml" Target="../ink/ink1021.xml"/><Relationship Id="rId69" Type="http://schemas.openxmlformats.org/officeDocument/2006/relationships/customXml" Target="../ink/ink1022.xml"/><Relationship Id="rId70" Type="http://schemas.openxmlformats.org/officeDocument/2006/relationships/customXml" Target="../ink/ink1023.xml"/><Relationship Id="rId71" Type="http://schemas.openxmlformats.org/officeDocument/2006/relationships/customXml" Target="../ink/ink1024.xml"/><Relationship Id="rId72" Type="http://schemas.openxmlformats.org/officeDocument/2006/relationships/customXml" Target="../ink/ink1025.xml"/><Relationship Id="rId73" Type="http://schemas.openxmlformats.org/officeDocument/2006/relationships/customXml" Target="../ink/ink1026.xml"/><Relationship Id="rId74" Type="http://schemas.openxmlformats.org/officeDocument/2006/relationships/customXml" Target="../ink/ink1027.xml"/><Relationship Id="rId75" Type="http://schemas.openxmlformats.org/officeDocument/2006/relationships/customXml" Target="../ink/ink1028.xml"/><Relationship Id="rId76" Type="http://schemas.openxmlformats.org/officeDocument/2006/relationships/customXml" Target="../ink/ink1029.xml"/><Relationship Id="rId77" Type="http://schemas.openxmlformats.org/officeDocument/2006/relationships/customXml" Target="../ink/ink1030.xml"/><Relationship Id="rId78" Type="http://schemas.openxmlformats.org/officeDocument/2006/relationships/customXml" Target="../ink/ink1031.xml"/><Relationship Id="rId79" Type="http://schemas.openxmlformats.org/officeDocument/2006/relationships/customXml" Target="../ink/ink1032.xml"/><Relationship Id="rId80" Type="http://schemas.openxmlformats.org/officeDocument/2006/relationships/customXml" Target="../ink/ink1033.xml"/><Relationship Id="rId81" Type="http://schemas.openxmlformats.org/officeDocument/2006/relationships/customXml" Target="../ink/ink1034.xml"/><Relationship Id="rId82" Type="http://schemas.openxmlformats.org/officeDocument/2006/relationships/customXml" Target="../ink/ink1035.xml"/><Relationship Id="rId83" Type="http://schemas.openxmlformats.org/officeDocument/2006/relationships/customXml" Target="../ink/ink1036.xml"/><Relationship Id="rId84" Type="http://schemas.openxmlformats.org/officeDocument/2006/relationships/customXml" Target="../ink/ink1037.xml"/><Relationship Id="rId85" Type="http://schemas.openxmlformats.org/officeDocument/2006/relationships/customXml" Target="../ink/ink1038.xml"/><Relationship Id="rId86" Type="http://schemas.openxmlformats.org/officeDocument/2006/relationships/customXml" Target="../ink/ink1039.xml"/><Relationship Id="rId87" Type="http://schemas.openxmlformats.org/officeDocument/2006/relationships/customXml" Target="../ink/ink1040.xml"/><Relationship Id="rId88" Type="http://schemas.openxmlformats.org/officeDocument/2006/relationships/customXml" Target="../ink/ink1041.xml"/><Relationship Id="rId89" Type="http://schemas.openxmlformats.org/officeDocument/2006/relationships/customXml" Target="../ink/ink1042.xml"/><Relationship Id="rId90" Type="http://schemas.openxmlformats.org/officeDocument/2006/relationships/customXml" Target="../ink/ink1043.xml"/><Relationship Id="rId91" Type="http://schemas.openxmlformats.org/officeDocument/2006/relationships/customXml" Target="../ink/ink1044.xml"/><Relationship Id="rId92" Type="http://schemas.openxmlformats.org/officeDocument/2006/relationships/customXml" Target="../ink/ink1045.xml"/><Relationship Id="rId93" Type="http://schemas.openxmlformats.org/officeDocument/2006/relationships/customXml" Target="../ink/ink1046.xml"/><Relationship Id="rId94" Type="http://schemas.openxmlformats.org/officeDocument/2006/relationships/customXml" Target="../ink/ink1047.xml"/><Relationship Id="rId95" Type="http://schemas.openxmlformats.org/officeDocument/2006/relationships/customXml" Target="../ink/ink1048.xml"/><Relationship Id="rId96" Type="http://schemas.openxmlformats.org/officeDocument/2006/relationships/customXml" Target="../ink/ink1051.xml"/><Relationship Id="rId97" Type="http://schemas.openxmlformats.org/officeDocument/2006/relationships/customXml" Target="../ink/ink1052.xml"/><Relationship Id="rId98" Type="http://schemas.openxmlformats.org/officeDocument/2006/relationships/customXml" Target="../ink/ink1053.xml"/><Relationship Id="rId99" Type="http://schemas.openxmlformats.org/officeDocument/2006/relationships/customXml" Target="../ink/ink1054.xml"/><Relationship Id="rId100" Type="http://schemas.openxmlformats.org/officeDocument/2006/relationships/customXml" Target="../ink/ink1055.xml"/><Relationship Id="rId101" Type="http://schemas.openxmlformats.org/officeDocument/2006/relationships/customXml" Target="../ink/ink1056.xml"/><Relationship Id="rId102" Type="http://schemas.openxmlformats.org/officeDocument/2006/relationships/customXml" Target="../ink/ink1057.xml"/><Relationship Id="rId103" Type="http://schemas.openxmlformats.org/officeDocument/2006/relationships/customXml" Target="../ink/ink1058.xml"/><Relationship Id="rId104" Type="http://schemas.openxmlformats.org/officeDocument/2006/relationships/customXml" Target="../ink/ink1059.xml"/><Relationship Id="rId105" Type="http://schemas.openxmlformats.org/officeDocument/2006/relationships/customXml" Target="../ink/ink1060.xml"/><Relationship Id="rId106" Type="http://schemas.openxmlformats.org/officeDocument/2006/relationships/customXml" Target="../ink/ink1061.xml"/><Relationship Id="rId107" Type="http://schemas.openxmlformats.org/officeDocument/2006/relationships/customXml" Target="../ink/ink1062.xml"/><Relationship Id="rId108" Type="http://schemas.openxmlformats.org/officeDocument/2006/relationships/customXml" Target="../ink/ink1063.xml"/><Relationship Id="rId109" Type="http://schemas.openxmlformats.org/officeDocument/2006/relationships/customXml" Target="../ink/ink1064.xml"/><Relationship Id="rId110" Type="http://schemas.openxmlformats.org/officeDocument/2006/relationships/customXml" Target="../ink/ink1065.xml"/><Relationship Id="rId111" Type="http://schemas.openxmlformats.org/officeDocument/2006/relationships/customXml" Target="../ink/ink1066.xml"/><Relationship Id="rId112" Type="http://schemas.openxmlformats.org/officeDocument/2006/relationships/customXml" Target="../ink/ink1067.xml"/><Relationship Id="rId113" Type="http://schemas.openxmlformats.org/officeDocument/2006/relationships/customXml" Target="../ink/ink1068.xml"/><Relationship Id="rId114" Type="http://schemas.openxmlformats.org/officeDocument/2006/relationships/customXml" Target="../ink/ink1069.xml"/><Relationship Id="rId115" Type="http://schemas.openxmlformats.org/officeDocument/2006/relationships/customXml" Target="../ink/ink1070.xml"/><Relationship Id="rId116" Type="http://schemas.openxmlformats.org/officeDocument/2006/relationships/customXml" Target="../ink/ink1071.xml"/><Relationship Id="rId117" Type="http://schemas.openxmlformats.org/officeDocument/2006/relationships/customXml" Target="../ink/ink1072.xml"/><Relationship Id="rId118" Type="http://schemas.openxmlformats.org/officeDocument/2006/relationships/customXml" Target="../ink/ink1073.xml"/><Relationship Id="rId119" Type="http://schemas.openxmlformats.org/officeDocument/2006/relationships/customXml" Target="../ink/ink1074.xml"/><Relationship Id="rId120" Type="http://schemas.openxmlformats.org/officeDocument/2006/relationships/customXml" Target="../ink/ink1075.xml"/><Relationship Id="rId121" Type="http://schemas.openxmlformats.org/officeDocument/2006/relationships/customXml" Target="../ink/ink1076.xml"/><Relationship Id="rId122" Type="http://schemas.openxmlformats.org/officeDocument/2006/relationships/customXml" Target="../ink/ink1077.xml"/><Relationship Id="rId123" Type="http://schemas.openxmlformats.org/officeDocument/2006/relationships/customXml" Target="../ink/ink1078.xml"/><Relationship Id="rId124" Type="http://schemas.openxmlformats.org/officeDocument/2006/relationships/customXml" Target="../ink/ink1079.xml"/><Relationship Id="rId125" Type="http://schemas.openxmlformats.org/officeDocument/2006/relationships/customXml" Target="../ink/ink1080.xml"/><Relationship Id="rId126" Type="http://schemas.openxmlformats.org/officeDocument/2006/relationships/customXml" Target="../ink/ink1081.xml"/><Relationship Id="rId127" Type="http://schemas.openxmlformats.org/officeDocument/2006/relationships/customXml" Target="../ink/ink1082.xml"/><Relationship Id="rId128" Type="http://schemas.openxmlformats.org/officeDocument/2006/relationships/customXml" Target="../ink/ink1083.xml"/><Relationship Id="rId129" Type="http://schemas.openxmlformats.org/officeDocument/2006/relationships/customXml" Target="../ink/ink1084.xml"/><Relationship Id="rId130" Type="http://schemas.openxmlformats.org/officeDocument/2006/relationships/customXml" Target="../ink/ink1085.xml"/><Relationship Id="rId131" Type="http://schemas.openxmlformats.org/officeDocument/2006/relationships/customXml" Target="../ink/ink1086.xml"/><Relationship Id="rId132" Type="http://schemas.openxmlformats.org/officeDocument/2006/relationships/customXml" Target="../ink/ink1087.xml"/><Relationship Id="rId133" Type="http://schemas.openxmlformats.org/officeDocument/2006/relationships/customXml" Target="../ink/ink1088.xml"/><Relationship Id="rId134" Type="http://schemas.openxmlformats.org/officeDocument/2006/relationships/customXml" Target="../ink/ink1089.xml"/><Relationship Id="rId135" Type="http://schemas.openxmlformats.org/officeDocument/2006/relationships/customXml" Target="../ink/ink1090.xml"/><Relationship Id="rId136" Type="http://schemas.openxmlformats.org/officeDocument/2006/relationships/customXml" Target="../ink/ink1091.xml"/><Relationship Id="rId137" Type="http://schemas.openxmlformats.org/officeDocument/2006/relationships/customXml" Target="../ink/ink1092.xml"/><Relationship Id="rId138" Type="http://schemas.openxmlformats.org/officeDocument/2006/relationships/customXml" Target="../ink/ink1093.xml"/><Relationship Id="rId139" Type="http://schemas.openxmlformats.org/officeDocument/2006/relationships/customXml" Target="../ink/ink1094.xml"/><Relationship Id="rId140" Type="http://schemas.openxmlformats.org/officeDocument/2006/relationships/customXml" Target="../ink/ink1095.xml"/><Relationship Id="rId141" Type="http://schemas.openxmlformats.org/officeDocument/2006/relationships/customXml" Target="../ink/ink1096.xml"/><Relationship Id="rId142" Type="http://schemas.openxmlformats.org/officeDocument/2006/relationships/customXml" Target="../ink/ink1097.xml"/><Relationship Id="rId143" Type="http://schemas.openxmlformats.org/officeDocument/2006/relationships/customXml" Target="../ink/ink1098.xml"/><Relationship Id="rId144" Type="http://schemas.openxmlformats.org/officeDocument/2006/relationships/customXml" Target="../ink/ink1099.xml"/><Relationship Id="rId145" Type="http://schemas.openxmlformats.org/officeDocument/2006/relationships/customXml" Target="../ink/ink1100.xml"/><Relationship Id="rId146" Type="http://schemas.openxmlformats.org/officeDocument/2006/relationships/customXml" Target="../ink/ink1101.xml"/><Relationship Id="rId147" Type="http://schemas.openxmlformats.org/officeDocument/2006/relationships/customXml" Target="../ink/ink1102.xml"/><Relationship Id="rId148" Type="http://schemas.openxmlformats.org/officeDocument/2006/relationships/customXml" Target="../ink/ink1103.xml"/><Relationship Id="rId149" Type="http://schemas.openxmlformats.org/officeDocument/2006/relationships/customXml" Target="../ink/ink1104.xml"/><Relationship Id="rId150" Type="http://schemas.openxmlformats.org/officeDocument/2006/relationships/customXml" Target="../ink/ink1105.xml"/><Relationship Id="rId151" Type="http://schemas.openxmlformats.org/officeDocument/2006/relationships/customXml" Target="../ink/ink1106.xml"/><Relationship Id="rId152" Type="http://schemas.openxmlformats.org/officeDocument/2006/relationships/customXml" Target="../ink/ink1107.xml"/><Relationship Id="rId153" Type="http://schemas.openxmlformats.org/officeDocument/2006/relationships/customXml" Target="../ink/ink1108.xml"/><Relationship Id="rId154" Type="http://schemas.openxmlformats.org/officeDocument/2006/relationships/customXml" Target="../ink/ink1109.xml"/><Relationship Id="rId155" Type="http://schemas.openxmlformats.org/officeDocument/2006/relationships/customXml" Target="../ink/ink1110.xml"/><Relationship Id="rId156" Type="http://schemas.openxmlformats.org/officeDocument/2006/relationships/customXml" Target="../ink/ink1111.xml"/><Relationship Id="rId157" Type="http://schemas.openxmlformats.org/officeDocument/2006/relationships/customXml" Target="../ink/ink1112.xml"/><Relationship Id="rId158" Type="http://schemas.openxmlformats.org/officeDocument/2006/relationships/customXml" Target="../ink/ink1113.xml"/><Relationship Id="rId159" Type="http://schemas.openxmlformats.org/officeDocument/2006/relationships/customXml" Target="../ink/ink1114.xml"/><Relationship Id="rId160" Type="http://schemas.openxmlformats.org/officeDocument/2006/relationships/customXml" Target="../ink/ink1115.xml"/><Relationship Id="rId161" Type="http://schemas.openxmlformats.org/officeDocument/2006/relationships/customXml" Target="../ink/ink1116.xml"/><Relationship Id="rId162" Type="http://schemas.openxmlformats.org/officeDocument/2006/relationships/customXml" Target="../ink/ink1117.xml"/><Relationship Id="rId163" Type="http://schemas.openxmlformats.org/officeDocument/2006/relationships/customXml" Target="../ink/ink1118.xml"/><Relationship Id="rId164" Type="http://schemas.openxmlformats.org/officeDocument/2006/relationships/customXml" Target="../ink/ink1119.xml"/><Relationship Id="rId165" Type="http://schemas.openxmlformats.org/officeDocument/2006/relationships/customXml" Target="../ink/ink1120.xml"/><Relationship Id="rId166" Type="http://schemas.openxmlformats.org/officeDocument/2006/relationships/customXml" Target="../ink/ink1121.xml"/><Relationship Id="rId167" Type="http://schemas.openxmlformats.org/officeDocument/2006/relationships/customXml" Target="../ink/ink1122.xml"/><Relationship Id="rId168" Type="http://schemas.openxmlformats.org/officeDocument/2006/relationships/customXml" Target="../ink/ink1123.xml"/><Relationship Id="rId169" Type="http://schemas.openxmlformats.org/officeDocument/2006/relationships/customXml" Target="../ink/ink1124.xml"/><Relationship Id="rId170" Type="http://schemas.openxmlformats.org/officeDocument/2006/relationships/customXml" Target="../ink/ink1125.xml"/><Relationship Id="rId171" Type="http://schemas.openxmlformats.org/officeDocument/2006/relationships/customXml" Target="../ink/ink1126.xml"/><Relationship Id="rId172" Type="http://schemas.openxmlformats.org/officeDocument/2006/relationships/customXml" Target="../ink/ink1127.xml"/><Relationship Id="rId173" Type="http://schemas.openxmlformats.org/officeDocument/2006/relationships/customXml" Target="../ink/ink1128.xml"/><Relationship Id="rId174" Type="http://schemas.openxmlformats.org/officeDocument/2006/relationships/customXml" Target="../ink/ink1129.xml"/><Relationship Id="rId175" Type="http://schemas.openxmlformats.org/officeDocument/2006/relationships/customXml" Target="../ink/ink1130.xml"/><Relationship Id="rId176" Type="http://schemas.openxmlformats.org/officeDocument/2006/relationships/customXml" Target="../ink/ink1131.xml"/><Relationship Id="rId177" Type="http://schemas.openxmlformats.org/officeDocument/2006/relationships/customXml" Target="../ink/ink1132.xml"/><Relationship Id="rId178" Type="http://schemas.openxmlformats.org/officeDocument/2006/relationships/customXml" Target="../ink/ink1133.xml"/><Relationship Id="rId179" Type="http://schemas.openxmlformats.org/officeDocument/2006/relationships/customXml" Target="../ink/ink1134.xml"/><Relationship Id="rId180" Type="http://schemas.openxmlformats.org/officeDocument/2006/relationships/customXml" Target="../ink/ink1135.xml"/><Relationship Id="rId181" Type="http://schemas.openxmlformats.org/officeDocument/2006/relationships/customXml" Target="../ink/ink1136.xml"/><Relationship Id="rId182" Type="http://schemas.openxmlformats.org/officeDocument/2006/relationships/customXml" Target="../ink/ink1137.xml"/><Relationship Id="rId183" Type="http://schemas.openxmlformats.org/officeDocument/2006/relationships/customXml" Target="../ink/ink1138.xml"/><Relationship Id="rId184" Type="http://schemas.openxmlformats.org/officeDocument/2006/relationships/customXml" Target="../ink/ink1139.xml"/><Relationship Id="rId185" Type="http://schemas.openxmlformats.org/officeDocument/2006/relationships/customXml" Target="../ink/ink1140.xml"/><Relationship Id="rId186" Type="http://schemas.openxmlformats.org/officeDocument/2006/relationships/customXml" Target="../ink/ink1141.xml"/><Relationship Id="rId187" Type="http://schemas.openxmlformats.org/officeDocument/2006/relationships/customXml" Target="../ink/ink1142.xml"/><Relationship Id="rId188" Type="http://schemas.openxmlformats.org/officeDocument/2006/relationships/customXml" Target="../ink/ink1143.xml"/><Relationship Id="rId189" Type="http://schemas.openxmlformats.org/officeDocument/2006/relationships/customXml" Target="../ink/ink1144.xml"/><Relationship Id="rId190" Type="http://schemas.openxmlformats.org/officeDocument/2006/relationships/customXml" Target="../ink/ink1145.xml"/><Relationship Id="rId191" Type="http://schemas.openxmlformats.org/officeDocument/2006/relationships/customXml" Target="../ink/ink1146.xml"/><Relationship Id="rId192" Type="http://schemas.openxmlformats.org/officeDocument/2006/relationships/customXml" Target="../ink/ink1147.xml"/><Relationship Id="rId193" Type="http://schemas.openxmlformats.org/officeDocument/2006/relationships/customXml" Target="../ink/ink1148.xml"/><Relationship Id="rId194" Type="http://schemas.openxmlformats.org/officeDocument/2006/relationships/customXml" Target="../ink/ink1149.xml"/><Relationship Id="rId195" Type="http://schemas.openxmlformats.org/officeDocument/2006/relationships/customXml" Target="../ink/ink1150.xml"/><Relationship Id="rId196" Type="http://schemas.openxmlformats.org/officeDocument/2006/relationships/customXml" Target="../ink/ink1151.xml"/><Relationship Id="rId197" Type="http://schemas.openxmlformats.org/officeDocument/2006/relationships/customXml" Target="../ink/ink1152.xml"/><Relationship Id="rId198" Type="http://schemas.openxmlformats.org/officeDocument/2006/relationships/customXml" Target="../ink/ink1153.xml"/><Relationship Id="rId199" Type="http://schemas.openxmlformats.org/officeDocument/2006/relationships/customXml" Target="../ink/ink1154.xml"/><Relationship Id="rId200" Type="http://schemas.openxmlformats.org/officeDocument/2006/relationships/customXml" Target="../ink/ink1155.xml"/><Relationship Id="rId201" Type="http://schemas.openxmlformats.org/officeDocument/2006/relationships/customXml" Target="../ink/ink1156.xml"/><Relationship Id="rId202" Type="http://schemas.openxmlformats.org/officeDocument/2006/relationships/customXml" Target="../ink/ink1157.xml"/><Relationship Id="rId203" Type="http://schemas.openxmlformats.org/officeDocument/2006/relationships/customXml" Target="../ink/ink1158.xml"/><Relationship Id="rId204" Type="http://schemas.openxmlformats.org/officeDocument/2006/relationships/customXml" Target="../ink/ink1159.xml"/><Relationship Id="rId205" Type="http://schemas.openxmlformats.org/officeDocument/2006/relationships/customXml" Target="../ink/ink1160.xml"/><Relationship Id="rId206"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image" Target="../media/image26.jpeg"/><Relationship Id="rId2" Type="http://schemas.openxmlformats.org/officeDocument/2006/relationships/customXml" Target="../ink/ink5.xml"/><Relationship Id="rId3" Type="http://schemas.openxmlformats.org/officeDocument/2006/relationships/customXml" Target="../ink/ink1161.xml"/><Relationship Id="rId4" Type="http://schemas.openxmlformats.org/officeDocument/2006/relationships/customXml" Target="../ink/ink1162.xml"/><Relationship Id="rId5" Type="http://schemas.openxmlformats.org/officeDocument/2006/relationships/customXml" Target="../ink/ink1163.xml"/><Relationship Id="rId6" Type="http://schemas.openxmlformats.org/officeDocument/2006/relationships/customXml" Target="../ink/ink1164.xml"/><Relationship Id="rId7" Type="http://schemas.openxmlformats.org/officeDocument/2006/relationships/customXml" Target="../ink/ink1165.xml"/><Relationship Id="rId8" Type="http://schemas.openxmlformats.org/officeDocument/2006/relationships/customXml" Target="../ink/ink1166.xml"/><Relationship Id="rId9"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image" Target="../media/image27.png"/><Relationship Id="rId2" Type="http://schemas.openxmlformats.org/officeDocument/2006/relationships/customXml" Target="../ink/ink1171.xml"/><Relationship Id="rId3" Type="http://schemas.openxmlformats.org/officeDocument/2006/relationships/customXml" Target="../ink/ink1172.xml"/><Relationship Id="rId4" Type="http://schemas.openxmlformats.org/officeDocument/2006/relationships/customXml" Target="../ink/ink1173.xml"/><Relationship Id="rId5" Type="http://schemas.openxmlformats.org/officeDocument/2006/relationships/customXml" Target="../ink/ink1174.xml"/><Relationship Id="rId6"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customXml" Target="../ink/ink1175.xml"/><Relationship Id="rId2" Type="http://schemas.openxmlformats.org/officeDocument/2006/relationships/customXml" Target="../ink/ink1176.xml"/><Relationship Id="rId3" Type="http://schemas.openxmlformats.org/officeDocument/2006/relationships/customXml" Target="../ink/ink1177.xml"/><Relationship Id="rId4" Type="http://schemas.openxmlformats.org/officeDocument/2006/relationships/customXml" Target="../ink/ink1178.xml"/><Relationship Id="rId5" Type="http://schemas.openxmlformats.org/officeDocument/2006/relationships/customXml" Target="../ink/ink1179.xml"/><Relationship Id="rId6" Type="http://schemas.openxmlformats.org/officeDocument/2006/relationships/customXml" Target="../ink/ink1180.xml"/><Relationship Id="rId7" Type="http://schemas.openxmlformats.org/officeDocument/2006/relationships/customXml" Target="../ink/ink1181.xml"/><Relationship Id="rId8" Type="http://schemas.openxmlformats.org/officeDocument/2006/relationships/customXml" Target="../ink/ink1182.xml"/><Relationship Id="rId9" Type="http://schemas.openxmlformats.org/officeDocument/2006/relationships/customXml" Target="../ink/ink1183.xml"/><Relationship Id="rId10" Type="http://schemas.openxmlformats.org/officeDocument/2006/relationships/customXml" Target="../ink/ink1184.xml"/><Relationship Id="rId11" Type="http://schemas.openxmlformats.org/officeDocument/2006/relationships/customXml" Target="../ink/ink1185.xml"/><Relationship Id="rId12" Type="http://schemas.openxmlformats.org/officeDocument/2006/relationships/customXml" Target="../ink/ink1186.xml"/><Relationship Id="rId13" Type="http://schemas.openxmlformats.org/officeDocument/2006/relationships/customXml" Target="../ink/ink1187.xml"/><Relationship Id="rId14" Type="http://schemas.openxmlformats.org/officeDocument/2006/relationships/customXml" Target="../ink/ink1188.xml"/><Relationship Id="rId15" Type="http://schemas.openxmlformats.org/officeDocument/2006/relationships/customXml" Target="../ink/ink1189.xml"/><Relationship Id="rId16" Type="http://schemas.openxmlformats.org/officeDocument/2006/relationships/customXml" Target="../ink/ink1190.xml"/><Relationship Id="rId17" Type="http://schemas.openxmlformats.org/officeDocument/2006/relationships/customXml" Target="../ink/ink1191.xml"/><Relationship Id="rId18" Type="http://schemas.openxmlformats.org/officeDocument/2006/relationships/customXml" Target="../ink/ink1192.xml"/><Relationship Id="rId19" Type="http://schemas.openxmlformats.org/officeDocument/2006/relationships/customXml" Target="../ink/ink1193.xml"/><Relationship Id="rId20" Type="http://schemas.openxmlformats.org/officeDocument/2006/relationships/customXml" Target="../ink/ink1194.xml"/><Relationship Id="rId21" Type="http://schemas.openxmlformats.org/officeDocument/2006/relationships/customXml" Target="../ink/ink1195.xml"/><Relationship Id="rId22" Type="http://schemas.openxmlformats.org/officeDocument/2006/relationships/customXml" Target="../ink/ink1196.xml"/><Relationship Id="rId23" Type="http://schemas.openxmlformats.org/officeDocument/2006/relationships/customXml" Target="../ink/ink1197.xml"/><Relationship Id="rId24" Type="http://schemas.openxmlformats.org/officeDocument/2006/relationships/customXml" Target="../ink/ink1198.xml"/><Relationship Id="rId25" Type="http://schemas.openxmlformats.org/officeDocument/2006/relationships/customXml" Target="../ink/ink1199.xml"/><Relationship Id="rId26" Type="http://schemas.openxmlformats.org/officeDocument/2006/relationships/customXml" Target="../ink/ink1200.xml"/><Relationship Id="rId27" Type="http://schemas.openxmlformats.org/officeDocument/2006/relationships/customXml" Target="../ink/ink1201.xml"/><Relationship Id="rId28" Type="http://schemas.openxmlformats.org/officeDocument/2006/relationships/customXml" Target="../ink/ink1202.xml"/><Relationship Id="rId29" Type="http://schemas.openxmlformats.org/officeDocument/2006/relationships/customXml" Target="../ink/ink1203.xml"/><Relationship Id="rId30" Type="http://schemas.openxmlformats.org/officeDocument/2006/relationships/customXml" Target="../ink/ink1204.xml"/><Relationship Id="rId31" Type="http://schemas.openxmlformats.org/officeDocument/2006/relationships/customXml" Target="../ink/ink1205.xml"/><Relationship Id="rId32" Type="http://schemas.openxmlformats.org/officeDocument/2006/relationships/customXml" Target="../ink/ink1206.xml"/><Relationship Id="rId33" Type="http://schemas.openxmlformats.org/officeDocument/2006/relationships/customXml" Target="../ink/ink1207.xml"/><Relationship Id="rId34" Type="http://schemas.openxmlformats.org/officeDocument/2006/relationships/customXml" Target="../ink/ink1208.xml"/><Relationship Id="rId35" Type="http://schemas.openxmlformats.org/officeDocument/2006/relationships/customXml" Target="../ink/ink1209.xml"/><Relationship Id="rId36" Type="http://schemas.openxmlformats.org/officeDocument/2006/relationships/customXml" Target="../ink/ink1210.xml"/><Relationship Id="rId37" Type="http://schemas.openxmlformats.org/officeDocument/2006/relationships/customXml" Target="../ink/ink1211.xml"/><Relationship Id="rId38" Type="http://schemas.openxmlformats.org/officeDocument/2006/relationships/customXml" Target="../ink/ink1212.xml"/><Relationship Id="rId39" Type="http://schemas.openxmlformats.org/officeDocument/2006/relationships/customXml" Target="../ink/ink1213.xml"/><Relationship Id="rId40" Type="http://schemas.openxmlformats.org/officeDocument/2006/relationships/customXml" Target="../ink/ink1214.xml"/><Relationship Id="rId41" Type="http://schemas.openxmlformats.org/officeDocument/2006/relationships/customXml" Target="../ink/ink1215.xml"/><Relationship Id="rId42" Type="http://schemas.openxmlformats.org/officeDocument/2006/relationships/customXml" Target="../ink/ink1216.xml"/><Relationship Id="rId43" Type="http://schemas.openxmlformats.org/officeDocument/2006/relationships/customXml" Target="../ink/ink1217.xml"/><Relationship Id="rId44" Type="http://schemas.openxmlformats.org/officeDocument/2006/relationships/customXml" Target="../ink/ink1218.xml"/><Relationship Id="rId45" Type="http://schemas.openxmlformats.org/officeDocument/2006/relationships/customXml" Target="../ink/ink1219.xml"/><Relationship Id="rId46" Type="http://schemas.openxmlformats.org/officeDocument/2006/relationships/customXml" Target="../ink/ink1220.xml"/><Relationship Id="rId47" Type="http://schemas.openxmlformats.org/officeDocument/2006/relationships/customXml" Target="../ink/ink1221.xml"/><Relationship Id="rId48" Type="http://schemas.openxmlformats.org/officeDocument/2006/relationships/customXml" Target="../ink/ink1222.xml"/><Relationship Id="rId49" Type="http://schemas.openxmlformats.org/officeDocument/2006/relationships/customXml" Target="../ink/ink1223.xml"/><Relationship Id="rId50" Type="http://schemas.openxmlformats.org/officeDocument/2006/relationships/customXml" Target="../ink/ink1224.xml"/><Relationship Id="rId51" Type="http://schemas.openxmlformats.org/officeDocument/2006/relationships/customXml" Target="../ink/ink1225.xml"/><Relationship Id="rId52" Type="http://schemas.openxmlformats.org/officeDocument/2006/relationships/customXml" Target="../ink/ink1226.xml"/><Relationship Id="rId53" Type="http://schemas.openxmlformats.org/officeDocument/2006/relationships/customXml" Target="../ink/ink1227.xml"/><Relationship Id="rId54" Type="http://schemas.openxmlformats.org/officeDocument/2006/relationships/customXml" Target="../ink/ink1228.xml"/><Relationship Id="rId55" Type="http://schemas.openxmlformats.org/officeDocument/2006/relationships/customXml" Target="../ink/ink1229.xml"/><Relationship Id="rId56" Type="http://schemas.openxmlformats.org/officeDocument/2006/relationships/customXml" Target="../ink/ink1230.xml"/><Relationship Id="rId57" Type="http://schemas.openxmlformats.org/officeDocument/2006/relationships/customXml" Target="../ink/ink1231.xml"/><Relationship Id="rId58" Type="http://schemas.openxmlformats.org/officeDocument/2006/relationships/customXml" Target="../ink/ink1232.xml"/><Relationship Id="rId59" Type="http://schemas.openxmlformats.org/officeDocument/2006/relationships/customXml" Target="../ink/ink1233.xml"/><Relationship Id="rId60" Type="http://schemas.openxmlformats.org/officeDocument/2006/relationships/customXml" Target="../ink/ink1234.xml"/><Relationship Id="rId61" Type="http://schemas.openxmlformats.org/officeDocument/2006/relationships/customXml" Target="../ink/ink1235.xml"/><Relationship Id="rId62" Type="http://schemas.openxmlformats.org/officeDocument/2006/relationships/customXml" Target="../ink/ink1236.xml"/><Relationship Id="rId63" Type="http://schemas.openxmlformats.org/officeDocument/2006/relationships/customXml" Target="../ink/ink1237.xml"/><Relationship Id="rId64" Type="http://schemas.openxmlformats.org/officeDocument/2006/relationships/customXml" Target="../ink/ink1238.xml"/><Relationship Id="rId65" Type="http://schemas.openxmlformats.org/officeDocument/2006/relationships/customXml" Target="../ink/ink1239.xml"/><Relationship Id="rId66" Type="http://schemas.openxmlformats.org/officeDocument/2006/relationships/customXml" Target="../ink/ink1240.xml"/><Relationship Id="rId67" Type="http://schemas.openxmlformats.org/officeDocument/2006/relationships/customXml" Target="../ink/ink1241.xml"/><Relationship Id="rId68" Type="http://schemas.openxmlformats.org/officeDocument/2006/relationships/customXml" Target="../ink/ink1242.xml"/><Relationship Id="rId69" Type="http://schemas.openxmlformats.org/officeDocument/2006/relationships/customXml" Target="../ink/ink1243.xml"/><Relationship Id="rId70" Type="http://schemas.openxmlformats.org/officeDocument/2006/relationships/customXml" Target="../ink/ink1244.xml"/><Relationship Id="rId71" Type="http://schemas.openxmlformats.org/officeDocument/2006/relationships/customXml" Target="../ink/ink1245.xml"/><Relationship Id="rId72" Type="http://schemas.openxmlformats.org/officeDocument/2006/relationships/customXml" Target="../ink/ink1246.xml"/><Relationship Id="rId73" Type="http://schemas.openxmlformats.org/officeDocument/2006/relationships/customXml" Target="../ink/ink1247.xml"/><Relationship Id="rId74" Type="http://schemas.openxmlformats.org/officeDocument/2006/relationships/customXml" Target="../ink/ink1248.xml"/><Relationship Id="rId75" Type="http://schemas.openxmlformats.org/officeDocument/2006/relationships/customXml" Target="../ink/ink1249.xml"/><Relationship Id="rId76" Type="http://schemas.openxmlformats.org/officeDocument/2006/relationships/customXml" Target="../ink/ink1250.xml"/><Relationship Id="rId77" Type="http://schemas.openxmlformats.org/officeDocument/2006/relationships/customXml" Target="../ink/ink1251.xml"/><Relationship Id="rId78" Type="http://schemas.openxmlformats.org/officeDocument/2006/relationships/customXml" Target="../ink/ink1252.xml"/><Relationship Id="rId79" Type="http://schemas.openxmlformats.org/officeDocument/2006/relationships/customXml" Target="../ink/ink1253.xml"/><Relationship Id="rId80" Type="http://schemas.openxmlformats.org/officeDocument/2006/relationships/customXml" Target="../ink/ink1254.xml"/><Relationship Id="rId81" Type="http://schemas.openxmlformats.org/officeDocument/2006/relationships/customXml" Target="../ink/ink1255.xml"/><Relationship Id="rId82" Type="http://schemas.openxmlformats.org/officeDocument/2006/relationships/customXml" Target="../ink/ink1256.xml"/><Relationship Id="rId83" Type="http://schemas.openxmlformats.org/officeDocument/2006/relationships/customXml" Target="../ink/ink1257.xml"/><Relationship Id="rId84" Type="http://schemas.openxmlformats.org/officeDocument/2006/relationships/customXml" Target="../ink/ink1258.xml"/><Relationship Id="rId85" Type="http://schemas.openxmlformats.org/officeDocument/2006/relationships/customXml" Target="../ink/ink1259.xml"/><Relationship Id="rId86" Type="http://schemas.openxmlformats.org/officeDocument/2006/relationships/customXml" Target="../ink/ink1260.xml"/><Relationship Id="rId87" Type="http://schemas.openxmlformats.org/officeDocument/2006/relationships/customXml" Target="../ink/ink1261.xml"/><Relationship Id="rId88" Type="http://schemas.openxmlformats.org/officeDocument/2006/relationships/customXml" Target="../ink/ink1262.xml"/><Relationship Id="rId89" Type="http://schemas.openxmlformats.org/officeDocument/2006/relationships/customXml" Target="../ink/ink1263.xml"/><Relationship Id="rId90" Type="http://schemas.openxmlformats.org/officeDocument/2006/relationships/customXml" Target="../ink/ink1264.xml"/><Relationship Id="rId91" Type="http://schemas.openxmlformats.org/officeDocument/2006/relationships/customXml" Target="../ink/ink1265.xml"/><Relationship Id="rId92" Type="http://schemas.openxmlformats.org/officeDocument/2006/relationships/customXml" Target="../ink/ink1266.xml"/><Relationship Id="rId93" Type="http://schemas.openxmlformats.org/officeDocument/2006/relationships/customXml" Target="../ink/ink1267.xml"/><Relationship Id="rId94" Type="http://schemas.openxmlformats.org/officeDocument/2006/relationships/customXml" Target="../ink/ink1268.xml"/><Relationship Id="rId95" Type="http://schemas.openxmlformats.org/officeDocument/2006/relationships/customXml" Target="../ink/ink1269.xml"/><Relationship Id="rId96" Type="http://schemas.openxmlformats.org/officeDocument/2006/relationships/customXml" Target="../ink/ink1270.xml"/><Relationship Id="rId97" Type="http://schemas.openxmlformats.org/officeDocument/2006/relationships/customXml" Target="../ink/ink1271.xml"/><Relationship Id="rId98" Type="http://schemas.openxmlformats.org/officeDocument/2006/relationships/customXml" Target="../ink/ink1272.xml"/><Relationship Id="rId99" Type="http://schemas.openxmlformats.org/officeDocument/2006/relationships/customXml" Target="../ink/ink1273.xml"/><Relationship Id="rId100" Type="http://schemas.openxmlformats.org/officeDocument/2006/relationships/customXml" Target="../ink/ink1274.xml"/><Relationship Id="rId101" Type="http://schemas.openxmlformats.org/officeDocument/2006/relationships/customXml" Target="../ink/ink1275.xml"/><Relationship Id="rId102"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image" Target="../media/image28.emf"/><Relationship Id="rId2" Type="http://schemas.openxmlformats.org/officeDocument/2006/relationships/customXml" Target="../ink/ink6.xml"/><Relationship Id="rId3" Type="http://schemas.openxmlformats.org/officeDocument/2006/relationships/customXml" Target="../ink/ink7.xml"/><Relationship Id="rId4"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image" Target="../media/image29.emf"/><Relationship Id="rId2"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image" Target="../media/image30.png"/><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customXml" Target="../ink/ink8.xml"/><Relationship Id="rId5"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image" Target="../media/image33.jpeg"/><Relationship Id="rId2" Type="http://schemas.openxmlformats.org/officeDocument/2006/relationships/image" Target="../media/image34.png"/><Relationship Id="rId3" Type="http://schemas.openxmlformats.org/officeDocument/2006/relationships/customXml" Target="../ink/ink9.xml"/><Relationship Id="rId4"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image" Target="../media/image35.emf"/><Relationship Id="rId2" Type="http://schemas.openxmlformats.org/officeDocument/2006/relationships/image" Target="../media/image36.gif"/><Relationship Id="rId3"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image" Target="../media/image37.emf"/><Relationship Id="rId2" Type="http://schemas.openxmlformats.org/officeDocument/2006/relationships/image" Target="../media/image38.gif"/><Relationship Id="rId3" Type="http://schemas.openxmlformats.org/officeDocument/2006/relationships/customXml" Target="../ink/ink10.xml"/><Relationship Id="rId4" Type="http://schemas.openxmlformats.org/officeDocument/2006/relationships/customXml" Target="../ink/ink11.xml"/><Relationship Id="rId5" Type="http://schemas.openxmlformats.org/officeDocument/2006/relationships/customXml" Target="../ink/ink12.xml"/><Relationship Id="rId6" Type="http://schemas.openxmlformats.org/officeDocument/2006/relationships/customXml" Target="../ink/ink13.xml"/><Relationship Id="rId7" Type="http://schemas.openxmlformats.org/officeDocument/2006/relationships/customXml" Target="../ink/ink14.xml"/><Relationship Id="rId8"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image" Target="../media/image39.emf"/><Relationship Id="rId2" Type="http://schemas.openxmlformats.org/officeDocument/2006/relationships/image" Target="../media/image40.jpeg"/><Relationship Id="rId3" Type="http://schemas.openxmlformats.org/officeDocument/2006/relationships/image" Target="../media/image41.jpeg"/><Relationship Id="rId4"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image" Target="../media/image42.png"/><Relationship Id="rId2" Type="http://schemas.openxmlformats.org/officeDocument/2006/relationships/image" Target="../media/image43.jpeg"/><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6.png"/><Relationship Id="rId6"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image" Target="../media/image47.png"/><Relationship Id="rId2" Type="http://schemas.openxmlformats.org/officeDocument/2006/relationships/image" Target="../media/image48.gif"/><Relationship Id="rId3" Type="http://schemas.openxmlformats.org/officeDocument/2006/relationships/image" Target="../media/image49.gif"/><Relationship Id="rId4" Type="http://schemas.openxmlformats.org/officeDocument/2006/relationships/image" Target="../media/image50.png"/><Relationship Id="rId5"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image" Target="../media/image51.gif"/><Relationship Id="rId2"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image" Target="../media/image52.emf"/><Relationship Id="rId2" Type="http://schemas.openxmlformats.org/officeDocument/2006/relationships/customXml" Target="../ink/ink15.xml"/><Relationship Id="rId3"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image" Target="../media/image53.emf"/><Relationship Id="rId2"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customXml" Target="../ink/ink16.xml"/><Relationship Id="rId2"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image" Target="../media/image54.emf"/><Relationship Id="rId2"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image" Target="../media/image55.emf"/><Relationship Id="rId2"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image" Target="../media/image56.emf"/><Relationship Id="rId2"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image" Target="../media/image57.emf"/><Relationship Id="rId2"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image" Target="../media/image58.emf"/><Relationship Id="rId2"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image" Target="../media/image59.png"/><Relationship Id="rId2" Type="http://schemas.openxmlformats.org/officeDocument/2006/relationships/image" Target="../media/image60.emf"/><Relationship Id="rId3"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5" name=""/>
        <p:cNvGrpSpPr/>
        <p:nvPr/>
      </p:nvGrpSpPr>
      <p:grpSpPr>
        <a:xfrm>
          <a:off x="0" y="0"/>
          <a:ext cx="0" cy="0"/>
          <a:chOff x="0" y="0"/>
          <a:chExt cx="0" cy="0"/>
        </a:xfrm>
      </p:grpSpPr>
      <p:sp>
        <p:nvSpPr>
          <p:cNvPr id="1048586" name="Titre 1"/>
          <p:cNvSpPr>
            <a:spLocks noGrp="1"/>
          </p:cNvSpPr>
          <p:nvPr>
            <p:ph type="ctrTitle"/>
          </p:nvPr>
        </p:nvSpPr>
        <p:spPr>
          <a:xfrm>
            <a:off x="508000" y="2362200"/>
            <a:ext cx="11315700" cy="1663991"/>
          </a:xfrm>
          <a:solidFill>
            <a:schemeClr val="accent4">
              <a:lumMod val="60000"/>
              <a:lumOff val="40000"/>
            </a:schemeClr>
          </a:solidFill>
        </p:spPr>
        <p:txBody>
          <a:bodyPr anchor="ctr">
            <a:noAutofit/>
          </a:bodyPr>
          <a:p>
            <a:r>
              <a:rPr dirty="0" lang="fr-MA">
                <a:latin typeface="AR BLANCA" panose="02000000000000000000" pitchFamily="2" charset="0"/>
              </a:rPr>
              <a:t>Structure électronique des molécules</a:t>
            </a:r>
          </a:p>
        </p:txBody>
      </p:sp>
      <p:sp>
        <p:nvSpPr>
          <p:cNvPr id="1048587" name="Espace réservé de la date 2"/>
          <p:cNvSpPr>
            <a:spLocks noGrp="1"/>
          </p:cNvSpPr>
          <p:nvPr>
            <p:ph type="dt" sz="half" idx="10"/>
          </p:nvPr>
        </p:nvSpPr>
        <p:spPr/>
        <p:txBody>
          <a:bodyPr/>
          <a:p>
            <a:fld id="{A6B80468-1CD5-45FA-8ADA-D446AF0328D8}" type="datetime1">
              <a:rPr lang="fr-MA" smtClean="0"/>
              <a:t>2/26/2026</a:t>
            </a:fld>
            <a:endParaRPr lang="fr-MA"/>
          </a:p>
        </p:txBody>
      </p:sp>
      <p:sp>
        <p:nvSpPr>
          <p:cNvPr id="1048588" name="Espace réservé du pied de page 3"/>
          <p:cNvSpPr>
            <a:spLocks noGrp="1"/>
          </p:cNvSpPr>
          <p:nvPr>
            <p:ph type="ftr" sz="quarter" idx="11"/>
          </p:nvPr>
        </p:nvSpPr>
        <p:spPr/>
        <p:txBody>
          <a:bodyPr/>
          <a:p>
            <a:r>
              <a:rPr lang="fr-MA"/>
              <a:t>Azagrouze</a:t>
            </a:r>
          </a:p>
        </p:txBody>
      </p:sp>
      <p:sp>
        <p:nvSpPr>
          <p:cNvPr id="1048589" name="Espace réservé du numéro de diapositive 4"/>
          <p:cNvSpPr>
            <a:spLocks noGrp="1"/>
          </p:cNvSpPr>
          <p:nvPr>
            <p:ph type="sldNum" sz="quarter" idx="12"/>
          </p:nvPr>
        </p:nvSpPr>
        <p:spPr/>
        <p:txBody>
          <a:bodyPr/>
          <a:p>
            <a:fld id="{FF4E3B11-ADB7-4E0C-98DE-03B52B014AC4}" type="slidenum">
              <a:rPr lang="fr-MA" smtClean="0"/>
              <a:t>1</a:t>
            </a:fld>
            <a:endParaRPr lang="fr-MA"/>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56" name=""/>
        <p:cNvGrpSpPr/>
        <p:nvPr/>
      </p:nvGrpSpPr>
      <p:grpSpPr>
        <a:xfrm>
          <a:off x="0" y="0"/>
          <a:ext cx="0" cy="0"/>
          <a:chOff x="0" y="0"/>
          <a:chExt cx="0" cy="0"/>
        </a:xfrm>
      </p:grpSpPr>
      <p:sp>
        <p:nvSpPr>
          <p:cNvPr id="1048598" name="Rectangle 4"/>
          <p:cNvSpPr>
            <a:spLocks noChangeArrowheads="1"/>
          </p:cNvSpPr>
          <p:nvPr/>
        </p:nvSpPr>
        <p:spPr bwMode="auto">
          <a:xfrm>
            <a:off x="3545307" y="5868366"/>
            <a:ext cx="403588" cy="390921"/>
          </a:xfrm>
          <a:prstGeom prst="rect"/>
          <a:solidFill>
            <a:srgbClr val="FFFFFF"/>
          </a:solidFill>
          <a:ln w="9525">
            <a:solidFill>
              <a:srgbClr val="000000"/>
            </a:solidFill>
            <a:miter lim="800000"/>
            <a:headEnd/>
            <a:tailEnd/>
          </a:ln>
        </p:spPr>
        <p:txBody>
          <a:bodyPr/>
          <a:lstStyle>
            <a:lvl1pPr eaLnBrk="0" hangingPunct="0">
              <a:defRPr sz="2000">
                <a:solidFill>
                  <a:schemeClr val="tx1"/>
                </a:solidFill>
                <a:latin typeface="Times New Roman" panose="02020603050405020304" pitchFamily="18" charset="0"/>
                <a:cs typeface="Times New Roman" panose="02020603050405020304" pitchFamily="18" charset="0"/>
              </a:defRPr>
            </a:lvl1pPr>
            <a:lvl2pPr eaLnBrk="0" hangingPunct="0" indent="-285750" marL="742950">
              <a:defRPr sz="2000">
                <a:solidFill>
                  <a:schemeClr val="tx1"/>
                </a:solidFill>
                <a:latin typeface="Times New Roman" panose="02020603050405020304" pitchFamily="18" charset="0"/>
                <a:cs typeface="Times New Roman" panose="02020603050405020304" pitchFamily="18" charset="0"/>
              </a:defRPr>
            </a:lvl2pPr>
            <a:lvl3pPr eaLnBrk="0" hangingPunct="0" indent="-228600" marL="1143000">
              <a:defRPr sz="2000">
                <a:solidFill>
                  <a:schemeClr val="tx1"/>
                </a:solidFill>
                <a:latin typeface="Times New Roman" panose="02020603050405020304" pitchFamily="18" charset="0"/>
                <a:cs typeface="Times New Roman" panose="02020603050405020304" pitchFamily="18" charset="0"/>
              </a:defRPr>
            </a:lvl3pPr>
            <a:lvl4pPr eaLnBrk="0" hangingPunct="0" indent="-228600" marL="1600200">
              <a:defRPr sz="2000">
                <a:solidFill>
                  <a:schemeClr val="tx1"/>
                </a:solidFill>
                <a:latin typeface="Times New Roman" panose="02020603050405020304" pitchFamily="18" charset="0"/>
                <a:cs typeface="Times New Roman" panose="02020603050405020304" pitchFamily="18" charset="0"/>
              </a:defRPr>
            </a:lvl4pPr>
            <a:lvl5pPr eaLnBrk="0" hangingPunct="0" indent="-228600" marL="2057400">
              <a:defRPr sz="2000">
                <a:solidFill>
                  <a:schemeClr val="tx1"/>
                </a:solidFill>
                <a:latin typeface="Times New Roman" panose="02020603050405020304" pitchFamily="18" charset="0"/>
                <a:cs typeface="Times New Roman" panose="02020603050405020304" pitchFamily="18" charset="0"/>
              </a:defRPr>
            </a:lvl5pPr>
            <a:lvl6pPr eaLnBrk="0" fontAlgn="base" hangingPunct="0" indent="-228600" marL="2514600">
              <a:spcBef>
                <a:spcPct val="0"/>
              </a:spcBef>
              <a:spcAft>
                <a:spcPct val="0"/>
              </a:spcAft>
              <a:defRPr sz="2000">
                <a:solidFill>
                  <a:schemeClr val="tx1"/>
                </a:solidFill>
                <a:latin typeface="Times New Roman" panose="02020603050405020304" pitchFamily="18" charset="0"/>
                <a:cs typeface="Times New Roman" panose="02020603050405020304" pitchFamily="18" charset="0"/>
              </a:defRPr>
            </a:lvl6pPr>
            <a:lvl7pPr eaLnBrk="0" fontAlgn="base" hangingPunct="0" indent="-228600" marL="2971800">
              <a:spcBef>
                <a:spcPct val="0"/>
              </a:spcBef>
              <a:spcAft>
                <a:spcPct val="0"/>
              </a:spcAft>
              <a:defRPr sz="2000">
                <a:solidFill>
                  <a:schemeClr val="tx1"/>
                </a:solidFill>
                <a:latin typeface="Times New Roman" panose="02020603050405020304" pitchFamily="18" charset="0"/>
                <a:cs typeface="Times New Roman" panose="02020603050405020304" pitchFamily="18" charset="0"/>
              </a:defRPr>
            </a:lvl7pPr>
            <a:lvl8pPr eaLnBrk="0" fontAlgn="base" hangingPunct="0" indent="-228600" marL="3429000">
              <a:spcBef>
                <a:spcPct val="0"/>
              </a:spcBef>
              <a:spcAft>
                <a:spcPct val="0"/>
              </a:spcAft>
              <a:defRPr sz="2000">
                <a:solidFill>
                  <a:schemeClr val="tx1"/>
                </a:solidFill>
                <a:latin typeface="Times New Roman" panose="02020603050405020304" pitchFamily="18" charset="0"/>
                <a:cs typeface="Times New Roman" panose="02020603050405020304" pitchFamily="18" charset="0"/>
              </a:defRPr>
            </a:lvl8pPr>
            <a:lvl9pPr eaLnBrk="0" fontAlgn="base" hangingPunct="0" indent="-228600" marL="3886200">
              <a:spcBef>
                <a:spcPct val="0"/>
              </a:spcBef>
              <a:spcAft>
                <a:spcPct val="0"/>
              </a:spcAft>
              <a:defRPr sz="2000">
                <a:solidFill>
                  <a:schemeClr val="tx1"/>
                </a:solidFill>
                <a:latin typeface="Times New Roman" panose="02020603050405020304" pitchFamily="18" charset="0"/>
                <a:cs typeface="Times New Roman" panose="02020603050405020304" pitchFamily="18" charset="0"/>
              </a:defRPr>
            </a:lvl9pPr>
          </a:lstStyle>
          <a:p>
            <a:pPr eaLnBrk="1" hangingPunct="1"/>
            <a:endParaRPr lang="en-US"/>
          </a:p>
        </p:txBody>
      </p:sp>
      <p:pic>
        <p:nvPicPr>
          <p:cNvPr id="2097152" name="Image 1"/>
          <p:cNvPicPr>
            <a:picLocks noChangeAspect="1"/>
          </p:cNvPicPr>
          <p:nvPr/>
        </p:nvPicPr>
        <p:blipFill>
          <a:blip xmlns:r="http://schemas.openxmlformats.org/officeDocument/2006/relationships" r:embed="rId1"/>
          <a:stretch>
            <a:fillRect/>
          </a:stretch>
        </p:blipFill>
        <p:spPr>
          <a:xfrm>
            <a:off x="7770717" y="5630903"/>
            <a:ext cx="3382906" cy="721579"/>
          </a:xfrm>
          <a:prstGeom prst="rect"/>
        </p:spPr>
      </p:pic>
      <p:sp>
        <p:nvSpPr>
          <p:cNvPr id="1048599" name="Rectangle 3"/>
          <p:cNvSpPr/>
          <p:nvPr/>
        </p:nvSpPr>
        <p:spPr>
          <a:xfrm>
            <a:off x="859616" y="700545"/>
            <a:ext cx="5275580" cy="447040"/>
          </a:xfrm>
          <a:prstGeom prst="rect"/>
          <a:solidFill>
            <a:schemeClr val="accent1">
              <a:lumMod val="40000"/>
              <a:lumOff val="60000"/>
            </a:schemeClr>
          </a:solidFill>
        </p:spPr>
        <p:txBody>
          <a:bodyPr wrap="none">
            <a:spAutoFit/>
          </a:bodyPr>
          <a:p>
            <a:r>
              <a:rPr dirty="0" sz="2400" lang="fr-FR">
                <a:latin typeface="AR BLANCA" panose="02000000000000000000" pitchFamily="2" charset="0"/>
              </a:rPr>
              <a:t>I.1) Formation d’une liaison covalente </a:t>
            </a:r>
            <a:endParaRPr dirty="0" sz="2400" lang="fr-MA">
              <a:latin typeface="AR BLANCA" panose="02000000000000000000" pitchFamily="2" charset="0"/>
            </a:endParaRPr>
          </a:p>
        </p:txBody>
      </p:sp>
      <p:sp>
        <p:nvSpPr>
          <p:cNvPr id="1048600" name="Rectangle 4"/>
          <p:cNvSpPr/>
          <p:nvPr/>
        </p:nvSpPr>
        <p:spPr>
          <a:xfrm>
            <a:off x="851971" y="80764"/>
            <a:ext cx="3586480" cy="510540"/>
          </a:xfrm>
          <a:prstGeom prst="rect"/>
          <a:solidFill>
            <a:schemeClr val="accent4">
              <a:lumMod val="60000"/>
              <a:lumOff val="40000"/>
            </a:schemeClr>
          </a:solidFill>
        </p:spPr>
        <p:txBody>
          <a:bodyPr wrap="none">
            <a:spAutoFit/>
          </a:bodyPr>
          <a:p>
            <a:r>
              <a:rPr dirty="0" sz="2800" lang="fr-FR">
                <a:latin typeface="AR BLANCA" panose="02000000000000000000" pitchFamily="2" charset="0"/>
              </a:rPr>
              <a:t>I. La liaison covalente </a:t>
            </a:r>
            <a:endParaRPr dirty="0" sz="2800" lang="fr-MA">
              <a:latin typeface="AR BLANCA" panose="02000000000000000000" pitchFamily="2" charset="0"/>
            </a:endParaRPr>
          </a:p>
        </p:txBody>
      </p:sp>
      <p:sp>
        <p:nvSpPr>
          <p:cNvPr id="1048601" name="Rectangle 5"/>
          <p:cNvSpPr/>
          <p:nvPr/>
        </p:nvSpPr>
        <p:spPr>
          <a:xfrm>
            <a:off x="859616" y="1227097"/>
            <a:ext cx="10461938" cy="5069840"/>
          </a:xfrm>
          <a:prstGeom prst="rect"/>
        </p:spPr>
        <p:txBody>
          <a:bodyPr wrap="square">
            <a:spAutoFit/>
          </a:bodyPr>
          <a:p>
            <a:pPr algn="just" indent="-285750" marL="285750">
              <a:buFont typeface="Wingdings" panose="05000000000000000000" pitchFamily="2" charset="2"/>
              <a:buChar char="q"/>
            </a:pPr>
            <a:r>
              <a:rPr dirty="0" sz="2000" lang="fr-FR"/>
              <a:t>Les molécules sont des assemblages d’atomes liés par des liaisons chimiques résultant d’interactions entre les électrons les plus externes des atomes : </a:t>
            </a:r>
            <a:r>
              <a:rPr b="1" dirty="0" sz="2400" lang="fr-FR" u="sng"/>
              <a:t>les électrons de valence</a:t>
            </a:r>
            <a:r>
              <a:rPr dirty="0" sz="2400" lang="fr-FR"/>
              <a:t>.</a:t>
            </a:r>
          </a:p>
          <a:p>
            <a:pPr algn="just" indent="-285750" marL="285750">
              <a:buFont typeface="Wingdings" panose="05000000000000000000" pitchFamily="2" charset="2"/>
              <a:buChar char="q"/>
            </a:pPr>
            <a:endParaRPr dirty="0" sz="2000" lang="fr-FR"/>
          </a:p>
          <a:p>
            <a:pPr algn="just" indent="-285750" marL="285750">
              <a:buFont typeface="Wingdings" panose="05000000000000000000" pitchFamily="2" charset="2"/>
              <a:buChar char="q"/>
            </a:pPr>
            <a:r>
              <a:rPr dirty="0" sz="2000" lang="fr-FR"/>
              <a:t> Dans une liaison covalente, les paires électroniques qui associent deux atomes (notés A et B) résultent de la mise en commun d’électrons de valence pouvant provenir des deux atomes ou d’un seul. </a:t>
            </a:r>
          </a:p>
          <a:p>
            <a:pPr algn="just" indent="-285750" marL="285750">
              <a:buFont typeface="Wingdings" panose="05000000000000000000" pitchFamily="2" charset="2"/>
              <a:buChar char="q"/>
            </a:pPr>
            <a:endParaRPr dirty="0" sz="2000" lang="fr-FR"/>
          </a:p>
          <a:p>
            <a:pPr algn="just" indent="-285750" marL="285750">
              <a:buFont typeface="Wingdings" panose="05000000000000000000" pitchFamily="2" charset="2"/>
              <a:buChar char="q"/>
            </a:pPr>
            <a:r>
              <a:rPr dirty="0" sz="2000" lang="fr-FR"/>
              <a:t> Les atomes A et B apportent chacun un électron : </a:t>
            </a:r>
          </a:p>
          <a:p>
            <a:pPr algn="just" indent="-285750" marL="285750">
              <a:buFont typeface="Wingdings" panose="05000000000000000000" pitchFamily="2" charset="2"/>
              <a:buChar char="q"/>
            </a:pPr>
            <a:endParaRPr dirty="0" sz="2000" lang="fr-FR"/>
          </a:p>
          <a:p>
            <a:pPr algn="just" indent="-285750" marL="285750">
              <a:buFont typeface="Wingdings" panose="05000000000000000000" pitchFamily="2" charset="2"/>
              <a:buChar char="q"/>
            </a:pPr>
            <a:endParaRPr dirty="0" sz="2000" lang="fr-FR"/>
          </a:p>
          <a:p>
            <a:pPr algn="just" indent="-285750" marL="285750">
              <a:buFont typeface="Wingdings" panose="05000000000000000000" pitchFamily="2" charset="2"/>
              <a:buChar char="q"/>
            </a:pPr>
            <a:endParaRPr dirty="0" sz="2000" lang="fr-FR"/>
          </a:p>
          <a:p>
            <a:pPr algn="just" indent="-285750" marL="285750">
              <a:buFont typeface="Wingdings" panose="05000000000000000000" pitchFamily="2" charset="2"/>
              <a:buChar char="q"/>
            </a:pPr>
            <a:r>
              <a:rPr dirty="0" sz="2000" lang="fr-FR"/>
              <a:t> L’atome B fournit un doublet d’électrons : on dit que c’est une base de Lewis. L’atome A possède une lacune électronique (orbitale de valence vacante ) et accepte ce doublet d’électrons : on dit </a:t>
            </a:r>
            <a:r>
              <a:rPr altLang="fr-FR" dirty="0" sz="2000" lang="en-US"/>
              <a:t>quefFFC</a:t>
            </a:r>
            <a:r>
              <a:rPr dirty="0" sz="2000" lang="fr-FR"/>
              <a:t> c’est un acide de Lewis.</a:t>
            </a:r>
            <a:r>
              <a:rPr b="1" dirty="0" sz="2000" lang="fr-FR"/>
              <a:t> </a:t>
            </a:r>
            <a:r>
              <a:rPr dirty="0" sz="2000" lang="fr-FR"/>
              <a:t>La</a:t>
            </a:r>
            <a:r>
              <a:rPr b="1" dirty="0" sz="2000" lang="fr-FR"/>
              <a:t> </a:t>
            </a:r>
            <a:r>
              <a:rPr dirty="0" sz="2000" lang="fr-FR"/>
              <a:t>Liaison de </a:t>
            </a:r>
            <a:r>
              <a:rPr b="1" dirty="0" sz="2000" lang="fr-FR"/>
              <a:t>Covalence dative </a:t>
            </a:r>
            <a:r>
              <a:rPr dirty="0" sz="2000" lang="fr-FR"/>
              <a:t>(ou </a:t>
            </a:r>
            <a:r>
              <a:rPr b="1" dirty="0" sz="2000" lang="fr-FR"/>
              <a:t>liaison de coordination</a:t>
            </a:r>
            <a:r>
              <a:rPr dirty="0" sz="2000" lang="fr-FR"/>
              <a:t>).</a:t>
            </a:r>
            <a:endParaRPr dirty="0" sz="2000" lang="fr-MA"/>
          </a:p>
        </p:txBody>
      </p:sp>
      <p:grpSp>
        <p:nvGrpSpPr>
          <p:cNvPr id="57" name="Groupe 23"/>
          <p:cNvGrpSpPr/>
          <p:nvPr/>
        </p:nvGrpSpPr>
        <p:grpSpPr bwMode="auto">
          <a:xfrm>
            <a:off x="1277724" y="3987871"/>
            <a:ext cx="8252335" cy="1112519"/>
            <a:chOff x="886450" y="1495661"/>
            <a:chExt cx="7781088" cy="2168574"/>
          </a:xfrm>
        </p:grpSpPr>
        <p:sp>
          <p:nvSpPr>
            <p:cNvPr id="1048602" name="Text Box 10"/>
            <p:cNvSpPr txBox="1">
              <a:spLocks noChangeArrowheads="1"/>
            </p:cNvSpPr>
            <p:nvPr/>
          </p:nvSpPr>
          <p:spPr bwMode="auto">
            <a:xfrm>
              <a:off x="886450" y="1707394"/>
              <a:ext cx="495299" cy="412751"/>
            </a:xfrm>
            <a:prstGeom prst="rect"/>
            <a:solidFill>
              <a:srgbClr val="FFFFFF"/>
            </a:solidFill>
            <a:ln>
              <a:noFill/>
            </a:ln>
          </p:spPr>
          <p:txBody>
            <a:bodyPr/>
            <a:lstStyle>
              <a:lvl1pPr eaLnBrk="0" hangingPunct="0">
                <a:defRPr sz="2000">
                  <a:solidFill>
                    <a:schemeClr val="tx1"/>
                  </a:solidFill>
                  <a:latin typeface="Times New Roman" panose="02020603050405020304" pitchFamily="18" charset="0"/>
                  <a:cs typeface="Times New Roman" panose="02020603050405020304" pitchFamily="18" charset="0"/>
                </a:defRPr>
              </a:lvl1pPr>
              <a:lvl2pPr eaLnBrk="0" hangingPunct="0" indent="-285750" marL="742950">
                <a:defRPr sz="2000">
                  <a:solidFill>
                    <a:schemeClr val="tx1"/>
                  </a:solidFill>
                  <a:latin typeface="Times New Roman" panose="02020603050405020304" pitchFamily="18" charset="0"/>
                  <a:cs typeface="Times New Roman" panose="02020603050405020304" pitchFamily="18" charset="0"/>
                </a:defRPr>
              </a:lvl2pPr>
              <a:lvl3pPr eaLnBrk="0" hangingPunct="0" indent="-228600" marL="1143000">
                <a:defRPr sz="2000">
                  <a:solidFill>
                    <a:schemeClr val="tx1"/>
                  </a:solidFill>
                  <a:latin typeface="Times New Roman" panose="02020603050405020304" pitchFamily="18" charset="0"/>
                  <a:cs typeface="Times New Roman" panose="02020603050405020304" pitchFamily="18" charset="0"/>
                </a:defRPr>
              </a:lvl3pPr>
              <a:lvl4pPr eaLnBrk="0" hangingPunct="0" indent="-228600" marL="1600200">
                <a:defRPr sz="2000">
                  <a:solidFill>
                    <a:schemeClr val="tx1"/>
                  </a:solidFill>
                  <a:latin typeface="Times New Roman" panose="02020603050405020304" pitchFamily="18" charset="0"/>
                  <a:cs typeface="Times New Roman" panose="02020603050405020304" pitchFamily="18" charset="0"/>
                </a:defRPr>
              </a:lvl4pPr>
              <a:lvl5pPr eaLnBrk="0" hangingPunct="0" indent="-228600" marL="2057400">
                <a:defRPr sz="2000">
                  <a:solidFill>
                    <a:schemeClr val="tx1"/>
                  </a:solidFill>
                  <a:latin typeface="Times New Roman" panose="02020603050405020304" pitchFamily="18" charset="0"/>
                  <a:cs typeface="Times New Roman" panose="02020603050405020304" pitchFamily="18" charset="0"/>
                </a:defRPr>
              </a:lvl5pPr>
              <a:lvl6pPr eaLnBrk="0" fontAlgn="base" hangingPunct="0" indent="-228600" marL="2514600">
                <a:spcBef>
                  <a:spcPct val="0"/>
                </a:spcBef>
                <a:spcAft>
                  <a:spcPct val="0"/>
                </a:spcAft>
                <a:defRPr sz="2000">
                  <a:solidFill>
                    <a:schemeClr val="tx1"/>
                  </a:solidFill>
                  <a:latin typeface="Times New Roman" panose="02020603050405020304" pitchFamily="18" charset="0"/>
                  <a:cs typeface="Times New Roman" panose="02020603050405020304" pitchFamily="18" charset="0"/>
                </a:defRPr>
              </a:lvl6pPr>
              <a:lvl7pPr eaLnBrk="0" fontAlgn="base" hangingPunct="0" indent="-228600" marL="2971800">
                <a:spcBef>
                  <a:spcPct val="0"/>
                </a:spcBef>
                <a:spcAft>
                  <a:spcPct val="0"/>
                </a:spcAft>
                <a:defRPr sz="2000">
                  <a:solidFill>
                    <a:schemeClr val="tx1"/>
                  </a:solidFill>
                  <a:latin typeface="Times New Roman" panose="02020603050405020304" pitchFamily="18" charset="0"/>
                  <a:cs typeface="Times New Roman" panose="02020603050405020304" pitchFamily="18" charset="0"/>
                </a:defRPr>
              </a:lvl7pPr>
              <a:lvl8pPr eaLnBrk="0" fontAlgn="base" hangingPunct="0" indent="-228600" marL="3429000">
                <a:spcBef>
                  <a:spcPct val="0"/>
                </a:spcBef>
                <a:spcAft>
                  <a:spcPct val="0"/>
                </a:spcAft>
                <a:defRPr sz="2000">
                  <a:solidFill>
                    <a:schemeClr val="tx1"/>
                  </a:solidFill>
                  <a:latin typeface="Times New Roman" panose="02020603050405020304" pitchFamily="18" charset="0"/>
                  <a:cs typeface="Times New Roman" panose="02020603050405020304" pitchFamily="18" charset="0"/>
                </a:defRPr>
              </a:lvl8pPr>
              <a:lvl9pPr eaLnBrk="0" fontAlgn="base" hangingPunct="0" indent="-228600" marL="3886200">
                <a:spcBef>
                  <a:spcPct val="0"/>
                </a:spcBef>
                <a:spcAft>
                  <a:spcPct val="0"/>
                </a:spcAft>
                <a:defRPr sz="2000">
                  <a:solidFill>
                    <a:schemeClr val="tx1"/>
                  </a:solidFill>
                  <a:latin typeface="Times New Roman" panose="02020603050405020304" pitchFamily="18" charset="0"/>
                  <a:cs typeface="Times New Roman" panose="02020603050405020304" pitchFamily="18" charset="0"/>
                </a:defRPr>
              </a:lvl9pPr>
            </a:lstStyle>
            <a:p>
              <a:r>
                <a:rPr b="1" dirty="0" sz="2400" lang="fr-FR"/>
                <a:t>A</a:t>
              </a:r>
            </a:p>
          </p:txBody>
        </p:sp>
        <p:sp>
          <p:nvSpPr>
            <p:cNvPr id="1048603" name="Rectangle 4"/>
            <p:cNvSpPr>
              <a:spLocks noChangeArrowheads="1"/>
            </p:cNvSpPr>
            <p:nvPr/>
          </p:nvSpPr>
          <p:spPr bwMode="auto">
            <a:xfrm>
              <a:off x="3492499" y="1798389"/>
              <a:ext cx="380541" cy="762001"/>
            </a:xfrm>
            <a:prstGeom prst="rect"/>
            <a:solidFill>
              <a:srgbClr val="FFFFFF"/>
            </a:solidFill>
            <a:ln w="9525">
              <a:solidFill>
                <a:srgbClr val="000000"/>
              </a:solidFill>
              <a:miter lim="800000"/>
              <a:headEnd/>
              <a:tailEnd/>
            </a:ln>
          </p:spPr>
          <p:txBody>
            <a:bodyPr/>
            <a:lstStyle>
              <a:lvl1pPr eaLnBrk="0" hangingPunct="0">
                <a:defRPr sz="2000">
                  <a:solidFill>
                    <a:schemeClr val="tx1"/>
                  </a:solidFill>
                  <a:latin typeface="Times New Roman" panose="02020603050405020304" pitchFamily="18" charset="0"/>
                  <a:cs typeface="Times New Roman" panose="02020603050405020304" pitchFamily="18" charset="0"/>
                </a:defRPr>
              </a:lvl1pPr>
              <a:lvl2pPr eaLnBrk="0" hangingPunct="0" indent="-285750" marL="742950">
                <a:defRPr sz="2000">
                  <a:solidFill>
                    <a:schemeClr val="tx1"/>
                  </a:solidFill>
                  <a:latin typeface="Times New Roman" panose="02020603050405020304" pitchFamily="18" charset="0"/>
                  <a:cs typeface="Times New Roman" panose="02020603050405020304" pitchFamily="18" charset="0"/>
                </a:defRPr>
              </a:lvl2pPr>
              <a:lvl3pPr eaLnBrk="0" hangingPunct="0" indent="-228600" marL="1143000">
                <a:defRPr sz="2000">
                  <a:solidFill>
                    <a:schemeClr val="tx1"/>
                  </a:solidFill>
                  <a:latin typeface="Times New Roman" panose="02020603050405020304" pitchFamily="18" charset="0"/>
                  <a:cs typeface="Times New Roman" panose="02020603050405020304" pitchFamily="18" charset="0"/>
                </a:defRPr>
              </a:lvl3pPr>
              <a:lvl4pPr eaLnBrk="0" hangingPunct="0" indent="-228600" marL="1600200">
                <a:defRPr sz="2000">
                  <a:solidFill>
                    <a:schemeClr val="tx1"/>
                  </a:solidFill>
                  <a:latin typeface="Times New Roman" panose="02020603050405020304" pitchFamily="18" charset="0"/>
                  <a:cs typeface="Times New Roman" panose="02020603050405020304" pitchFamily="18" charset="0"/>
                </a:defRPr>
              </a:lvl4pPr>
              <a:lvl5pPr eaLnBrk="0" hangingPunct="0" indent="-228600" marL="2057400">
                <a:defRPr sz="2000">
                  <a:solidFill>
                    <a:schemeClr val="tx1"/>
                  </a:solidFill>
                  <a:latin typeface="Times New Roman" panose="02020603050405020304" pitchFamily="18" charset="0"/>
                  <a:cs typeface="Times New Roman" panose="02020603050405020304" pitchFamily="18" charset="0"/>
                </a:defRPr>
              </a:lvl5pPr>
              <a:lvl6pPr eaLnBrk="0" fontAlgn="base" hangingPunct="0" indent="-228600" marL="2514600">
                <a:spcBef>
                  <a:spcPct val="0"/>
                </a:spcBef>
                <a:spcAft>
                  <a:spcPct val="0"/>
                </a:spcAft>
                <a:defRPr sz="2000">
                  <a:solidFill>
                    <a:schemeClr val="tx1"/>
                  </a:solidFill>
                  <a:latin typeface="Times New Roman" panose="02020603050405020304" pitchFamily="18" charset="0"/>
                  <a:cs typeface="Times New Roman" panose="02020603050405020304" pitchFamily="18" charset="0"/>
                </a:defRPr>
              </a:lvl6pPr>
              <a:lvl7pPr eaLnBrk="0" fontAlgn="base" hangingPunct="0" indent="-228600" marL="2971800">
                <a:spcBef>
                  <a:spcPct val="0"/>
                </a:spcBef>
                <a:spcAft>
                  <a:spcPct val="0"/>
                </a:spcAft>
                <a:defRPr sz="2000">
                  <a:solidFill>
                    <a:schemeClr val="tx1"/>
                  </a:solidFill>
                  <a:latin typeface="Times New Roman" panose="02020603050405020304" pitchFamily="18" charset="0"/>
                  <a:cs typeface="Times New Roman" panose="02020603050405020304" pitchFamily="18" charset="0"/>
                </a:defRPr>
              </a:lvl7pPr>
              <a:lvl8pPr eaLnBrk="0" fontAlgn="base" hangingPunct="0" indent="-228600" marL="3429000">
                <a:spcBef>
                  <a:spcPct val="0"/>
                </a:spcBef>
                <a:spcAft>
                  <a:spcPct val="0"/>
                </a:spcAft>
                <a:defRPr sz="2000">
                  <a:solidFill>
                    <a:schemeClr val="tx1"/>
                  </a:solidFill>
                  <a:latin typeface="Times New Roman" panose="02020603050405020304" pitchFamily="18" charset="0"/>
                  <a:cs typeface="Times New Roman" panose="02020603050405020304" pitchFamily="18" charset="0"/>
                </a:defRPr>
              </a:lvl8pPr>
              <a:lvl9pPr eaLnBrk="0" fontAlgn="base" hangingPunct="0" indent="-228600" marL="3886200">
                <a:spcBef>
                  <a:spcPct val="0"/>
                </a:spcBef>
                <a:spcAft>
                  <a:spcPct val="0"/>
                </a:spcAft>
                <a:defRPr sz="2000">
                  <a:solidFill>
                    <a:schemeClr val="tx1"/>
                  </a:solidFill>
                  <a:latin typeface="Times New Roman" panose="02020603050405020304" pitchFamily="18" charset="0"/>
                  <a:cs typeface="Times New Roman" panose="02020603050405020304" pitchFamily="18" charset="0"/>
                </a:defRPr>
              </a:lvl9pPr>
            </a:lstStyle>
            <a:p>
              <a:pPr eaLnBrk="1" hangingPunct="1"/>
              <a:endParaRPr lang="en-US"/>
            </a:p>
          </p:txBody>
        </p:sp>
        <p:sp>
          <p:nvSpPr>
            <p:cNvPr id="1048604" name="Line 5"/>
            <p:cNvSpPr>
              <a:spLocks noChangeShapeType="1"/>
            </p:cNvSpPr>
            <p:nvPr/>
          </p:nvSpPr>
          <p:spPr bwMode="auto">
            <a:xfrm flipV="1">
              <a:off x="3704957" y="2026152"/>
              <a:ext cx="4762" cy="380999"/>
            </a:xfrm>
            <a:prstGeom prst="line"/>
            <a:noFill/>
            <a:ln w="38100">
              <a:solidFill>
                <a:srgbClr val="FF0066"/>
              </a:solidFill>
              <a:round/>
              <a:headEnd/>
              <a:tailEnd type="triangle" w="med" len="med"/>
            </a:ln>
          </p:spPr>
          <p:txBody>
            <a:bodyPr/>
            <a:p>
              <a:endParaRPr lang="fr-MA"/>
            </a:p>
          </p:txBody>
        </p:sp>
        <p:sp>
          <p:nvSpPr>
            <p:cNvPr id="1048605" name="Rectangle 7"/>
            <p:cNvSpPr>
              <a:spLocks noChangeArrowheads="1"/>
            </p:cNvSpPr>
            <p:nvPr/>
          </p:nvSpPr>
          <p:spPr bwMode="auto">
            <a:xfrm>
              <a:off x="1206501" y="1763464"/>
              <a:ext cx="359036" cy="838201"/>
            </a:xfrm>
            <a:prstGeom prst="rect"/>
            <a:solidFill>
              <a:srgbClr val="FFFFFF"/>
            </a:solidFill>
            <a:ln w="9525">
              <a:solidFill>
                <a:srgbClr val="000000"/>
              </a:solidFill>
              <a:miter lim="800000"/>
              <a:headEnd/>
              <a:tailEnd/>
            </a:ln>
          </p:spPr>
          <p:txBody>
            <a:bodyPr/>
            <a:lstStyle>
              <a:lvl1pPr eaLnBrk="0" hangingPunct="0">
                <a:defRPr sz="2000">
                  <a:solidFill>
                    <a:schemeClr val="tx1"/>
                  </a:solidFill>
                  <a:latin typeface="Times New Roman" panose="02020603050405020304" pitchFamily="18" charset="0"/>
                  <a:cs typeface="Times New Roman" panose="02020603050405020304" pitchFamily="18" charset="0"/>
                </a:defRPr>
              </a:lvl1pPr>
              <a:lvl2pPr eaLnBrk="0" hangingPunct="0" indent="-285750" marL="742950">
                <a:defRPr sz="2000">
                  <a:solidFill>
                    <a:schemeClr val="tx1"/>
                  </a:solidFill>
                  <a:latin typeface="Times New Roman" panose="02020603050405020304" pitchFamily="18" charset="0"/>
                  <a:cs typeface="Times New Roman" panose="02020603050405020304" pitchFamily="18" charset="0"/>
                </a:defRPr>
              </a:lvl2pPr>
              <a:lvl3pPr eaLnBrk="0" hangingPunct="0" indent="-228600" marL="1143000">
                <a:defRPr sz="2000">
                  <a:solidFill>
                    <a:schemeClr val="tx1"/>
                  </a:solidFill>
                  <a:latin typeface="Times New Roman" panose="02020603050405020304" pitchFamily="18" charset="0"/>
                  <a:cs typeface="Times New Roman" panose="02020603050405020304" pitchFamily="18" charset="0"/>
                </a:defRPr>
              </a:lvl3pPr>
              <a:lvl4pPr eaLnBrk="0" hangingPunct="0" indent="-228600" marL="1600200">
                <a:defRPr sz="2000">
                  <a:solidFill>
                    <a:schemeClr val="tx1"/>
                  </a:solidFill>
                  <a:latin typeface="Times New Roman" panose="02020603050405020304" pitchFamily="18" charset="0"/>
                  <a:cs typeface="Times New Roman" panose="02020603050405020304" pitchFamily="18" charset="0"/>
                </a:defRPr>
              </a:lvl4pPr>
              <a:lvl5pPr eaLnBrk="0" hangingPunct="0" indent="-228600" marL="2057400">
                <a:defRPr sz="2000">
                  <a:solidFill>
                    <a:schemeClr val="tx1"/>
                  </a:solidFill>
                  <a:latin typeface="Times New Roman" panose="02020603050405020304" pitchFamily="18" charset="0"/>
                  <a:cs typeface="Times New Roman" panose="02020603050405020304" pitchFamily="18" charset="0"/>
                </a:defRPr>
              </a:lvl5pPr>
              <a:lvl6pPr eaLnBrk="0" fontAlgn="base" hangingPunct="0" indent="-228600" marL="2514600">
                <a:spcBef>
                  <a:spcPct val="0"/>
                </a:spcBef>
                <a:spcAft>
                  <a:spcPct val="0"/>
                </a:spcAft>
                <a:defRPr sz="2000">
                  <a:solidFill>
                    <a:schemeClr val="tx1"/>
                  </a:solidFill>
                  <a:latin typeface="Times New Roman" panose="02020603050405020304" pitchFamily="18" charset="0"/>
                  <a:cs typeface="Times New Roman" panose="02020603050405020304" pitchFamily="18" charset="0"/>
                </a:defRPr>
              </a:lvl6pPr>
              <a:lvl7pPr eaLnBrk="0" fontAlgn="base" hangingPunct="0" indent="-228600" marL="2971800">
                <a:spcBef>
                  <a:spcPct val="0"/>
                </a:spcBef>
                <a:spcAft>
                  <a:spcPct val="0"/>
                </a:spcAft>
                <a:defRPr sz="2000">
                  <a:solidFill>
                    <a:schemeClr val="tx1"/>
                  </a:solidFill>
                  <a:latin typeface="Times New Roman" panose="02020603050405020304" pitchFamily="18" charset="0"/>
                  <a:cs typeface="Times New Roman" panose="02020603050405020304" pitchFamily="18" charset="0"/>
                </a:defRPr>
              </a:lvl7pPr>
              <a:lvl8pPr eaLnBrk="0" fontAlgn="base" hangingPunct="0" indent="-228600" marL="3429000">
                <a:spcBef>
                  <a:spcPct val="0"/>
                </a:spcBef>
                <a:spcAft>
                  <a:spcPct val="0"/>
                </a:spcAft>
                <a:defRPr sz="2000">
                  <a:solidFill>
                    <a:schemeClr val="tx1"/>
                  </a:solidFill>
                  <a:latin typeface="Times New Roman" panose="02020603050405020304" pitchFamily="18" charset="0"/>
                  <a:cs typeface="Times New Roman" panose="02020603050405020304" pitchFamily="18" charset="0"/>
                </a:defRPr>
              </a:lvl8pPr>
              <a:lvl9pPr eaLnBrk="0" fontAlgn="base" hangingPunct="0" indent="-228600" marL="3886200">
                <a:spcBef>
                  <a:spcPct val="0"/>
                </a:spcBef>
                <a:spcAft>
                  <a:spcPct val="0"/>
                </a:spcAft>
                <a:defRPr sz="2000">
                  <a:solidFill>
                    <a:schemeClr val="tx1"/>
                  </a:solidFill>
                  <a:latin typeface="Times New Roman" panose="02020603050405020304" pitchFamily="18" charset="0"/>
                  <a:cs typeface="Times New Roman" panose="02020603050405020304" pitchFamily="18" charset="0"/>
                </a:defRPr>
              </a:lvl9pPr>
            </a:lstStyle>
            <a:p>
              <a:pPr eaLnBrk="1" hangingPunct="1"/>
              <a:endParaRPr lang="en-US"/>
            </a:p>
          </p:txBody>
        </p:sp>
        <p:sp>
          <p:nvSpPr>
            <p:cNvPr id="1048606" name="Line 8"/>
            <p:cNvSpPr>
              <a:spLocks noChangeShapeType="1"/>
            </p:cNvSpPr>
            <p:nvPr/>
          </p:nvSpPr>
          <p:spPr bwMode="auto">
            <a:xfrm flipV="1">
              <a:off x="1377722" y="1938988"/>
              <a:ext cx="0" cy="381000"/>
            </a:xfrm>
            <a:prstGeom prst="line"/>
            <a:noFill/>
            <a:ln w="38100">
              <a:solidFill>
                <a:srgbClr val="FF0066"/>
              </a:solidFill>
              <a:round/>
              <a:headEnd/>
              <a:tailEnd type="triangle" w="med" len="med"/>
            </a:ln>
          </p:spPr>
          <p:txBody>
            <a:bodyPr/>
            <a:p>
              <a:endParaRPr lang="fr-MA"/>
            </a:p>
          </p:txBody>
        </p:sp>
        <p:sp>
          <p:nvSpPr>
            <p:cNvPr id="1048607" name="Text Box 11"/>
            <p:cNvSpPr txBox="1">
              <a:spLocks noChangeArrowheads="1"/>
            </p:cNvSpPr>
            <p:nvPr/>
          </p:nvSpPr>
          <p:spPr bwMode="auto">
            <a:xfrm>
              <a:off x="3891109" y="1716737"/>
              <a:ext cx="620713" cy="412751"/>
            </a:xfrm>
            <a:prstGeom prst="rect"/>
            <a:solidFill>
              <a:srgbClr val="FFFFFF"/>
            </a:solidFill>
            <a:ln>
              <a:noFill/>
            </a:ln>
          </p:spPr>
          <p:txBody>
            <a:bodyPr/>
            <a:lstStyle>
              <a:lvl1pPr eaLnBrk="0" hangingPunct="0">
                <a:defRPr sz="2000">
                  <a:solidFill>
                    <a:schemeClr val="tx1"/>
                  </a:solidFill>
                  <a:latin typeface="Times New Roman" panose="02020603050405020304" pitchFamily="18" charset="0"/>
                  <a:cs typeface="Times New Roman" panose="02020603050405020304" pitchFamily="18" charset="0"/>
                </a:defRPr>
              </a:lvl1pPr>
              <a:lvl2pPr eaLnBrk="0" hangingPunct="0" indent="-285750" marL="742950">
                <a:defRPr sz="2000">
                  <a:solidFill>
                    <a:schemeClr val="tx1"/>
                  </a:solidFill>
                  <a:latin typeface="Times New Roman" panose="02020603050405020304" pitchFamily="18" charset="0"/>
                  <a:cs typeface="Times New Roman" panose="02020603050405020304" pitchFamily="18" charset="0"/>
                </a:defRPr>
              </a:lvl2pPr>
              <a:lvl3pPr eaLnBrk="0" hangingPunct="0" indent="-228600" marL="1143000">
                <a:defRPr sz="2000">
                  <a:solidFill>
                    <a:schemeClr val="tx1"/>
                  </a:solidFill>
                  <a:latin typeface="Times New Roman" panose="02020603050405020304" pitchFamily="18" charset="0"/>
                  <a:cs typeface="Times New Roman" panose="02020603050405020304" pitchFamily="18" charset="0"/>
                </a:defRPr>
              </a:lvl3pPr>
              <a:lvl4pPr eaLnBrk="0" hangingPunct="0" indent="-228600" marL="1600200">
                <a:defRPr sz="2000">
                  <a:solidFill>
                    <a:schemeClr val="tx1"/>
                  </a:solidFill>
                  <a:latin typeface="Times New Roman" panose="02020603050405020304" pitchFamily="18" charset="0"/>
                  <a:cs typeface="Times New Roman" panose="02020603050405020304" pitchFamily="18" charset="0"/>
                </a:defRPr>
              </a:lvl4pPr>
              <a:lvl5pPr eaLnBrk="0" hangingPunct="0" indent="-228600" marL="2057400">
                <a:defRPr sz="2000">
                  <a:solidFill>
                    <a:schemeClr val="tx1"/>
                  </a:solidFill>
                  <a:latin typeface="Times New Roman" panose="02020603050405020304" pitchFamily="18" charset="0"/>
                  <a:cs typeface="Times New Roman" panose="02020603050405020304" pitchFamily="18" charset="0"/>
                </a:defRPr>
              </a:lvl5pPr>
              <a:lvl6pPr eaLnBrk="0" fontAlgn="base" hangingPunct="0" indent="-228600" marL="2514600">
                <a:spcBef>
                  <a:spcPct val="0"/>
                </a:spcBef>
                <a:spcAft>
                  <a:spcPct val="0"/>
                </a:spcAft>
                <a:defRPr sz="2000">
                  <a:solidFill>
                    <a:schemeClr val="tx1"/>
                  </a:solidFill>
                  <a:latin typeface="Times New Roman" panose="02020603050405020304" pitchFamily="18" charset="0"/>
                  <a:cs typeface="Times New Roman" panose="02020603050405020304" pitchFamily="18" charset="0"/>
                </a:defRPr>
              </a:lvl6pPr>
              <a:lvl7pPr eaLnBrk="0" fontAlgn="base" hangingPunct="0" indent="-228600" marL="2971800">
                <a:spcBef>
                  <a:spcPct val="0"/>
                </a:spcBef>
                <a:spcAft>
                  <a:spcPct val="0"/>
                </a:spcAft>
                <a:defRPr sz="2000">
                  <a:solidFill>
                    <a:schemeClr val="tx1"/>
                  </a:solidFill>
                  <a:latin typeface="Times New Roman" panose="02020603050405020304" pitchFamily="18" charset="0"/>
                  <a:cs typeface="Times New Roman" panose="02020603050405020304" pitchFamily="18" charset="0"/>
                </a:defRPr>
              </a:lvl7pPr>
              <a:lvl8pPr eaLnBrk="0" fontAlgn="base" hangingPunct="0" indent="-228600" marL="3429000">
                <a:spcBef>
                  <a:spcPct val="0"/>
                </a:spcBef>
                <a:spcAft>
                  <a:spcPct val="0"/>
                </a:spcAft>
                <a:defRPr sz="2000">
                  <a:solidFill>
                    <a:schemeClr val="tx1"/>
                  </a:solidFill>
                  <a:latin typeface="Times New Roman" panose="02020603050405020304" pitchFamily="18" charset="0"/>
                  <a:cs typeface="Times New Roman" panose="02020603050405020304" pitchFamily="18" charset="0"/>
                </a:defRPr>
              </a:lvl8pPr>
              <a:lvl9pPr eaLnBrk="0" fontAlgn="base" hangingPunct="0" indent="-228600" marL="3886200">
                <a:spcBef>
                  <a:spcPct val="0"/>
                </a:spcBef>
                <a:spcAft>
                  <a:spcPct val="0"/>
                </a:spcAft>
                <a:defRPr sz="2000">
                  <a:solidFill>
                    <a:schemeClr val="tx1"/>
                  </a:solidFill>
                  <a:latin typeface="Times New Roman" panose="02020603050405020304" pitchFamily="18" charset="0"/>
                  <a:cs typeface="Times New Roman" panose="02020603050405020304" pitchFamily="18" charset="0"/>
                </a:defRPr>
              </a:lvl9pPr>
            </a:lstStyle>
            <a:p>
              <a:r>
                <a:rPr b="1" dirty="0" sz="2400" lang="fr-FR"/>
                <a:t>B</a:t>
              </a:r>
              <a:endParaRPr b="1" dirty="0" sz="1600" lang="fr-FR"/>
            </a:p>
          </p:txBody>
        </p:sp>
        <p:sp>
          <p:nvSpPr>
            <p:cNvPr id="1048608" name="Text Box 13"/>
            <p:cNvSpPr txBox="1">
              <a:spLocks noChangeArrowheads="1"/>
            </p:cNvSpPr>
            <p:nvPr/>
          </p:nvSpPr>
          <p:spPr bwMode="auto">
            <a:xfrm>
              <a:off x="6906117" y="1763464"/>
              <a:ext cx="577850" cy="455613"/>
            </a:xfrm>
            <a:prstGeom prst="rect"/>
            <a:solidFill>
              <a:srgbClr val="FFFFFF"/>
            </a:solidFill>
            <a:ln>
              <a:noFill/>
            </a:ln>
          </p:spPr>
          <p:txBody>
            <a:bodyPr/>
            <a:lstStyle>
              <a:lvl1pPr eaLnBrk="0" hangingPunct="0">
                <a:defRPr sz="2000">
                  <a:solidFill>
                    <a:schemeClr val="tx1"/>
                  </a:solidFill>
                  <a:latin typeface="Times New Roman" panose="02020603050405020304" pitchFamily="18" charset="0"/>
                  <a:cs typeface="Times New Roman" panose="02020603050405020304" pitchFamily="18" charset="0"/>
                </a:defRPr>
              </a:lvl1pPr>
              <a:lvl2pPr eaLnBrk="0" hangingPunct="0" indent="-285750" marL="742950">
                <a:defRPr sz="2000">
                  <a:solidFill>
                    <a:schemeClr val="tx1"/>
                  </a:solidFill>
                  <a:latin typeface="Times New Roman" panose="02020603050405020304" pitchFamily="18" charset="0"/>
                  <a:cs typeface="Times New Roman" panose="02020603050405020304" pitchFamily="18" charset="0"/>
                </a:defRPr>
              </a:lvl2pPr>
              <a:lvl3pPr eaLnBrk="0" hangingPunct="0" indent="-228600" marL="1143000">
                <a:defRPr sz="2000">
                  <a:solidFill>
                    <a:schemeClr val="tx1"/>
                  </a:solidFill>
                  <a:latin typeface="Times New Roman" panose="02020603050405020304" pitchFamily="18" charset="0"/>
                  <a:cs typeface="Times New Roman" panose="02020603050405020304" pitchFamily="18" charset="0"/>
                </a:defRPr>
              </a:lvl3pPr>
              <a:lvl4pPr eaLnBrk="0" hangingPunct="0" indent="-228600" marL="1600200">
                <a:defRPr sz="2000">
                  <a:solidFill>
                    <a:schemeClr val="tx1"/>
                  </a:solidFill>
                  <a:latin typeface="Times New Roman" panose="02020603050405020304" pitchFamily="18" charset="0"/>
                  <a:cs typeface="Times New Roman" panose="02020603050405020304" pitchFamily="18" charset="0"/>
                </a:defRPr>
              </a:lvl4pPr>
              <a:lvl5pPr eaLnBrk="0" hangingPunct="0" indent="-228600" marL="2057400">
                <a:defRPr sz="2000">
                  <a:solidFill>
                    <a:schemeClr val="tx1"/>
                  </a:solidFill>
                  <a:latin typeface="Times New Roman" panose="02020603050405020304" pitchFamily="18" charset="0"/>
                  <a:cs typeface="Times New Roman" panose="02020603050405020304" pitchFamily="18" charset="0"/>
                </a:defRPr>
              </a:lvl5pPr>
              <a:lvl6pPr eaLnBrk="0" fontAlgn="base" hangingPunct="0" indent="-228600" marL="2514600">
                <a:spcBef>
                  <a:spcPct val="0"/>
                </a:spcBef>
                <a:spcAft>
                  <a:spcPct val="0"/>
                </a:spcAft>
                <a:defRPr sz="2000">
                  <a:solidFill>
                    <a:schemeClr val="tx1"/>
                  </a:solidFill>
                  <a:latin typeface="Times New Roman" panose="02020603050405020304" pitchFamily="18" charset="0"/>
                  <a:cs typeface="Times New Roman" panose="02020603050405020304" pitchFamily="18" charset="0"/>
                </a:defRPr>
              </a:lvl6pPr>
              <a:lvl7pPr eaLnBrk="0" fontAlgn="base" hangingPunct="0" indent="-228600" marL="2971800">
                <a:spcBef>
                  <a:spcPct val="0"/>
                </a:spcBef>
                <a:spcAft>
                  <a:spcPct val="0"/>
                </a:spcAft>
                <a:defRPr sz="2000">
                  <a:solidFill>
                    <a:schemeClr val="tx1"/>
                  </a:solidFill>
                  <a:latin typeface="Times New Roman" panose="02020603050405020304" pitchFamily="18" charset="0"/>
                  <a:cs typeface="Times New Roman" panose="02020603050405020304" pitchFamily="18" charset="0"/>
                </a:defRPr>
              </a:lvl7pPr>
              <a:lvl8pPr eaLnBrk="0" fontAlgn="base" hangingPunct="0" indent="-228600" marL="3429000">
                <a:spcBef>
                  <a:spcPct val="0"/>
                </a:spcBef>
                <a:spcAft>
                  <a:spcPct val="0"/>
                </a:spcAft>
                <a:defRPr sz="2000">
                  <a:solidFill>
                    <a:schemeClr val="tx1"/>
                  </a:solidFill>
                  <a:latin typeface="Times New Roman" panose="02020603050405020304" pitchFamily="18" charset="0"/>
                  <a:cs typeface="Times New Roman" panose="02020603050405020304" pitchFamily="18" charset="0"/>
                </a:defRPr>
              </a:lvl8pPr>
              <a:lvl9pPr eaLnBrk="0" fontAlgn="base" hangingPunct="0" indent="-228600" marL="3886200">
                <a:spcBef>
                  <a:spcPct val="0"/>
                </a:spcBef>
                <a:spcAft>
                  <a:spcPct val="0"/>
                </a:spcAft>
                <a:defRPr sz="2000">
                  <a:solidFill>
                    <a:schemeClr val="tx1"/>
                  </a:solidFill>
                  <a:latin typeface="Times New Roman" panose="02020603050405020304" pitchFamily="18" charset="0"/>
                  <a:cs typeface="Times New Roman" panose="02020603050405020304" pitchFamily="18" charset="0"/>
                </a:defRPr>
              </a:lvl9pPr>
            </a:lstStyle>
            <a:p>
              <a:r>
                <a:rPr b="1" dirty="0" sz="2400" lang="fr-FR"/>
                <a:t>A</a:t>
              </a:r>
              <a:endParaRPr b="1" dirty="0" sz="1000" lang="fr-FR"/>
            </a:p>
          </p:txBody>
        </p:sp>
        <p:sp>
          <p:nvSpPr>
            <p:cNvPr id="1048609" name="Text Box 14"/>
            <p:cNvSpPr txBox="1">
              <a:spLocks noChangeArrowheads="1"/>
            </p:cNvSpPr>
            <p:nvPr/>
          </p:nvSpPr>
          <p:spPr bwMode="auto">
            <a:xfrm>
              <a:off x="8019838" y="1774774"/>
              <a:ext cx="647700" cy="439738"/>
            </a:xfrm>
            <a:prstGeom prst="rect"/>
            <a:solidFill>
              <a:srgbClr val="FFFFFF"/>
            </a:solidFill>
            <a:ln>
              <a:noFill/>
            </a:ln>
          </p:spPr>
          <p:txBody>
            <a:bodyPr/>
            <a:lstStyle>
              <a:lvl1pPr eaLnBrk="0" hangingPunct="0">
                <a:defRPr sz="2000">
                  <a:solidFill>
                    <a:schemeClr val="tx1"/>
                  </a:solidFill>
                  <a:latin typeface="Times New Roman" panose="02020603050405020304" pitchFamily="18" charset="0"/>
                  <a:cs typeface="Times New Roman" panose="02020603050405020304" pitchFamily="18" charset="0"/>
                </a:defRPr>
              </a:lvl1pPr>
              <a:lvl2pPr eaLnBrk="0" hangingPunct="0" indent="-285750" marL="742950">
                <a:defRPr sz="2000">
                  <a:solidFill>
                    <a:schemeClr val="tx1"/>
                  </a:solidFill>
                  <a:latin typeface="Times New Roman" panose="02020603050405020304" pitchFamily="18" charset="0"/>
                  <a:cs typeface="Times New Roman" panose="02020603050405020304" pitchFamily="18" charset="0"/>
                </a:defRPr>
              </a:lvl2pPr>
              <a:lvl3pPr eaLnBrk="0" hangingPunct="0" indent="-228600" marL="1143000">
                <a:defRPr sz="2000">
                  <a:solidFill>
                    <a:schemeClr val="tx1"/>
                  </a:solidFill>
                  <a:latin typeface="Times New Roman" panose="02020603050405020304" pitchFamily="18" charset="0"/>
                  <a:cs typeface="Times New Roman" panose="02020603050405020304" pitchFamily="18" charset="0"/>
                </a:defRPr>
              </a:lvl3pPr>
              <a:lvl4pPr eaLnBrk="0" hangingPunct="0" indent="-228600" marL="1600200">
                <a:defRPr sz="2000">
                  <a:solidFill>
                    <a:schemeClr val="tx1"/>
                  </a:solidFill>
                  <a:latin typeface="Times New Roman" panose="02020603050405020304" pitchFamily="18" charset="0"/>
                  <a:cs typeface="Times New Roman" panose="02020603050405020304" pitchFamily="18" charset="0"/>
                </a:defRPr>
              </a:lvl4pPr>
              <a:lvl5pPr eaLnBrk="0" hangingPunct="0" indent="-228600" marL="2057400">
                <a:defRPr sz="2000">
                  <a:solidFill>
                    <a:schemeClr val="tx1"/>
                  </a:solidFill>
                  <a:latin typeface="Times New Roman" panose="02020603050405020304" pitchFamily="18" charset="0"/>
                  <a:cs typeface="Times New Roman" panose="02020603050405020304" pitchFamily="18" charset="0"/>
                </a:defRPr>
              </a:lvl5pPr>
              <a:lvl6pPr eaLnBrk="0" fontAlgn="base" hangingPunct="0" indent="-228600" marL="2514600">
                <a:spcBef>
                  <a:spcPct val="0"/>
                </a:spcBef>
                <a:spcAft>
                  <a:spcPct val="0"/>
                </a:spcAft>
                <a:defRPr sz="2000">
                  <a:solidFill>
                    <a:schemeClr val="tx1"/>
                  </a:solidFill>
                  <a:latin typeface="Times New Roman" panose="02020603050405020304" pitchFamily="18" charset="0"/>
                  <a:cs typeface="Times New Roman" panose="02020603050405020304" pitchFamily="18" charset="0"/>
                </a:defRPr>
              </a:lvl6pPr>
              <a:lvl7pPr eaLnBrk="0" fontAlgn="base" hangingPunct="0" indent="-228600" marL="2971800">
                <a:spcBef>
                  <a:spcPct val="0"/>
                </a:spcBef>
                <a:spcAft>
                  <a:spcPct val="0"/>
                </a:spcAft>
                <a:defRPr sz="2000">
                  <a:solidFill>
                    <a:schemeClr val="tx1"/>
                  </a:solidFill>
                  <a:latin typeface="Times New Roman" panose="02020603050405020304" pitchFamily="18" charset="0"/>
                  <a:cs typeface="Times New Roman" panose="02020603050405020304" pitchFamily="18" charset="0"/>
                </a:defRPr>
              </a:lvl7pPr>
              <a:lvl8pPr eaLnBrk="0" fontAlgn="base" hangingPunct="0" indent="-228600" marL="3429000">
                <a:spcBef>
                  <a:spcPct val="0"/>
                </a:spcBef>
                <a:spcAft>
                  <a:spcPct val="0"/>
                </a:spcAft>
                <a:defRPr sz="2000">
                  <a:solidFill>
                    <a:schemeClr val="tx1"/>
                  </a:solidFill>
                  <a:latin typeface="Times New Roman" panose="02020603050405020304" pitchFamily="18" charset="0"/>
                  <a:cs typeface="Times New Roman" panose="02020603050405020304" pitchFamily="18" charset="0"/>
                </a:defRPr>
              </a:lvl8pPr>
              <a:lvl9pPr eaLnBrk="0" fontAlgn="base" hangingPunct="0" indent="-228600" marL="3886200">
                <a:spcBef>
                  <a:spcPct val="0"/>
                </a:spcBef>
                <a:spcAft>
                  <a:spcPct val="0"/>
                </a:spcAft>
                <a:defRPr sz="2000">
                  <a:solidFill>
                    <a:schemeClr val="tx1"/>
                  </a:solidFill>
                  <a:latin typeface="Times New Roman" panose="02020603050405020304" pitchFamily="18" charset="0"/>
                  <a:cs typeface="Times New Roman" panose="02020603050405020304" pitchFamily="18" charset="0"/>
                </a:defRPr>
              </a:lvl9pPr>
            </a:lstStyle>
            <a:p>
              <a:r>
                <a:rPr b="1" dirty="0" sz="2400" lang="fr-FR"/>
                <a:t>B</a:t>
              </a:r>
            </a:p>
          </p:txBody>
        </p:sp>
        <p:sp>
          <p:nvSpPr>
            <p:cNvPr id="1048610" name="Line 15"/>
            <p:cNvSpPr>
              <a:spLocks noChangeShapeType="1"/>
            </p:cNvSpPr>
            <p:nvPr/>
          </p:nvSpPr>
          <p:spPr bwMode="auto">
            <a:xfrm>
              <a:off x="7271519" y="2222252"/>
              <a:ext cx="730250" cy="0"/>
            </a:xfrm>
            <a:prstGeom prst="line"/>
            <a:noFill/>
            <a:ln w="38100">
              <a:solidFill>
                <a:srgbClr val="FF0066"/>
              </a:solidFill>
              <a:round/>
              <a:headEnd/>
              <a:tailEnd/>
            </a:ln>
          </p:spPr>
          <p:txBody>
            <a:bodyPr/>
            <a:p>
              <a:endParaRPr lang="fr-MA"/>
            </a:p>
          </p:txBody>
        </p:sp>
        <p:sp>
          <p:nvSpPr>
            <p:cNvPr id="1048611" name="Text Box 21"/>
            <p:cNvSpPr txBox="1">
              <a:spLocks noChangeArrowheads="1"/>
            </p:cNvSpPr>
            <p:nvPr/>
          </p:nvSpPr>
          <p:spPr bwMode="auto">
            <a:xfrm>
              <a:off x="5101916" y="1495661"/>
              <a:ext cx="1512887" cy="2168574"/>
            </a:xfrm>
            <a:prstGeom prst="rect"/>
            <a:noFill/>
            <a:ln>
              <a:noFill/>
            </a:ln>
          </p:spPr>
          <p:txBody>
            <a:bodyPr>
              <a:spAutoFit/>
            </a:bodyPr>
            <a:lstStyle>
              <a:lvl1pPr eaLnBrk="0" hangingPunct="0">
                <a:defRPr sz="2000">
                  <a:solidFill>
                    <a:schemeClr val="tx1"/>
                  </a:solidFill>
                  <a:latin typeface="Times New Roman" panose="02020603050405020304" pitchFamily="18" charset="0"/>
                  <a:cs typeface="Times New Roman" panose="02020603050405020304" pitchFamily="18" charset="0"/>
                </a:defRPr>
              </a:lvl1pPr>
              <a:lvl2pPr eaLnBrk="0" hangingPunct="0" indent="-285750" marL="742950">
                <a:defRPr sz="2000">
                  <a:solidFill>
                    <a:schemeClr val="tx1"/>
                  </a:solidFill>
                  <a:latin typeface="Times New Roman" panose="02020603050405020304" pitchFamily="18" charset="0"/>
                  <a:cs typeface="Times New Roman" panose="02020603050405020304" pitchFamily="18" charset="0"/>
                </a:defRPr>
              </a:lvl2pPr>
              <a:lvl3pPr eaLnBrk="0" hangingPunct="0" indent="-228600" marL="1143000">
                <a:defRPr sz="2000">
                  <a:solidFill>
                    <a:schemeClr val="tx1"/>
                  </a:solidFill>
                  <a:latin typeface="Times New Roman" panose="02020603050405020304" pitchFamily="18" charset="0"/>
                  <a:cs typeface="Times New Roman" panose="02020603050405020304" pitchFamily="18" charset="0"/>
                </a:defRPr>
              </a:lvl3pPr>
              <a:lvl4pPr eaLnBrk="0" hangingPunct="0" indent="-228600" marL="1600200">
                <a:defRPr sz="2000">
                  <a:solidFill>
                    <a:schemeClr val="tx1"/>
                  </a:solidFill>
                  <a:latin typeface="Times New Roman" panose="02020603050405020304" pitchFamily="18" charset="0"/>
                  <a:cs typeface="Times New Roman" panose="02020603050405020304" pitchFamily="18" charset="0"/>
                </a:defRPr>
              </a:lvl4pPr>
              <a:lvl5pPr eaLnBrk="0" hangingPunct="0" indent="-228600" marL="2057400">
                <a:defRPr sz="2000">
                  <a:solidFill>
                    <a:schemeClr val="tx1"/>
                  </a:solidFill>
                  <a:latin typeface="Times New Roman" panose="02020603050405020304" pitchFamily="18" charset="0"/>
                  <a:cs typeface="Times New Roman" panose="02020603050405020304" pitchFamily="18" charset="0"/>
                </a:defRPr>
              </a:lvl5pPr>
              <a:lvl6pPr eaLnBrk="0" fontAlgn="base" hangingPunct="0" indent="-228600" marL="2514600">
                <a:spcBef>
                  <a:spcPct val="0"/>
                </a:spcBef>
                <a:spcAft>
                  <a:spcPct val="0"/>
                </a:spcAft>
                <a:defRPr sz="2000">
                  <a:solidFill>
                    <a:schemeClr val="tx1"/>
                  </a:solidFill>
                  <a:latin typeface="Times New Roman" panose="02020603050405020304" pitchFamily="18" charset="0"/>
                  <a:cs typeface="Times New Roman" panose="02020603050405020304" pitchFamily="18" charset="0"/>
                </a:defRPr>
              </a:lvl6pPr>
              <a:lvl7pPr eaLnBrk="0" fontAlgn="base" hangingPunct="0" indent="-228600" marL="2971800">
                <a:spcBef>
                  <a:spcPct val="0"/>
                </a:spcBef>
                <a:spcAft>
                  <a:spcPct val="0"/>
                </a:spcAft>
                <a:defRPr sz="2000">
                  <a:solidFill>
                    <a:schemeClr val="tx1"/>
                  </a:solidFill>
                  <a:latin typeface="Times New Roman" panose="02020603050405020304" pitchFamily="18" charset="0"/>
                  <a:cs typeface="Times New Roman" panose="02020603050405020304" pitchFamily="18" charset="0"/>
                </a:defRPr>
              </a:lvl7pPr>
              <a:lvl8pPr eaLnBrk="0" fontAlgn="base" hangingPunct="0" indent="-228600" marL="3429000">
                <a:spcBef>
                  <a:spcPct val="0"/>
                </a:spcBef>
                <a:spcAft>
                  <a:spcPct val="0"/>
                </a:spcAft>
                <a:defRPr sz="2000">
                  <a:solidFill>
                    <a:schemeClr val="tx1"/>
                  </a:solidFill>
                  <a:latin typeface="Times New Roman" panose="02020603050405020304" pitchFamily="18" charset="0"/>
                  <a:cs typeface="Times New Roman" panose="02020603050405020304" pitchFamily="18" charset="0"/>
                </a:defRPr>
              </a:lvl8pPr>
              <a:lvl9pPr eaLnBrk="0" fontAlgn="base" hangingPunct="0" indent="-228600" marL="3886200">
                <a:spcBef>
                  <a:spcPct val="0"/>
                </a:spcBef>
                <a:spcAft>
                  <a:spcPct val="0"/>
                </a:spcAft>
                <a:defRPr sz="2000">
                  <a:solidFill>
                    <a:schemeClr val="tx1"/>
                  </a:solidFill>
                  <a:latin typeface="Times New Roman" panose="02020603050405020304" pitchFamily="18" charset="0"/>
                  <a:cs typeface="Times New Roman" panose="02020603050405020304" pitchFamily="18" charset="0"/>
                </a:defRPr>
              </a:lvl9pPr>
            </a:lstStyle>
            <a:p>
              <a:pPr eaLnBrk="1" hangingPunct="1">
                <a:spcBef>
                  <a:spcPct val="50000"/>
                </a:spcBef>
              </a:pPr>
              <a:r>
                <a:rPr b="1" dirty="0" sz="2400" lang="fr-FR"/>
                <a:t>A</a:t>
              </a:r>
              <a:r>
                <a:rPr b="1" dirty="0" sz="3200" lang="fr-FR">
                  <a:solidFill>
                    <a:srgbClr val="FF0066"/>
                  </a:solidFill>
                </a:rPr>
                <a:t>:</a:t>
              </a:r>
              <a:r>
                <a:rPr b="1" dirty="0" sz="2400" lang="fr-FR"/>
                <a:t>B</a:t>
              </a:r>
            </a:p>
            <a:p>
              <a:pPr eaLnBrk="1" hangingPunct="1">
                <a:spcBef>
                  <a:spcPct val="50000"/>
                </a:spcBef>
              </a:pPr>
              <a:r>
                <a:rPr b="1" dirty="0" sz="2400" lang="fr-FR"/>
                <a:t> </a:t>
              </a:r>
            </a:p>
          </p:txBody>
        </p:sp>
        <p:sp>
          <p:nvSpPr>
            <p:cNvPr id="1048612" name="Text Box 22"/>
            <p:cNvSpPr txBox="1">
              <a:spLocks noChangeArrowheads="1"/>
            </p:cNvSpPr>
            <p:nvPr/>
          </p:nvSpPr>
          <p:spPr bwMode="auto">
            <a:xfrm>
              <a:off x="6247674" y="1760289"/>
              <a:ext cx="845176" cy="899898"/>
            </a:xfrm>
            <a:prstGeom prst="rect"/>
            <a:noFill/>
            <a:ln>
              <a:noFill/>
            </a:ln>
          </p:spPr>
          <p:txBody>
            <a:bodyPr wrap="square">
              <a:spAutoFit/>
            </a:bodyPr>
            <a:lstStyle>
              <a:lvl1pPr eaLnBrk="0" hangingPunct="0">
                <a:defRPr sz="2000">
                  <a:solidFill>
                    <a:schemeClr val="tx1"/>
                  </a:solidFill>
                  <a:latin typeface="Times New Roman" panose="02020603050405020304" pitchFamily="18" charset="0"/>
                  <a:cs typeface="Times New Roman" panose="02020603050405020304" pitchFamily="18" charset="0"/>
                </a:defRPr>
              </a:lvl1pPr>
              <a:lvl2pPr eaLnBrk="0" hangingPunct="0" indent="-285750" marL="742950">
                <a:defRPr sz="2000">
                  <a:solidFill>
                    <a:schemeClr val="tx1"/>
                  </a:solidFill>
                  <a:latin typeface="Times New Roman" panose="02020603050405020304" pitchFamily="18" charset="0"/>
                  <a:cs typeface="Times New Roman" panose="02020603050405020304" pitchFamily="18" charset="0"/>
                </a:defRPr>
              </a:lvl2pPr>
              <a:lvl3pPr eaLnBrk="0" hangingPunct="0" indent="-228600" marL="1143000">
                <a:defRPr sz="2000">
                  <a:solidFill>
                    <a:schemeClr val="tx1"/>
                  </a:solidFill>
                  <a:latin typeface="Times New Roman" panose="02020603050405020304" pitchFamily="18" charset="0"/>
                  <a:cs typeface="Times New Roman" panose="02020603050405020304" pitchFamily="18" charset="0"/>
                </a:defRPr>
              </a:lvl3pPr>
              <a:lvl4pPr eaLnBrk="0" hangingPunct="0" indent="-228600" marL="1600200">
                <a:defRPr sz="2000">
                  <a:solidFill>
                    <a:schemeClr val="tx1"/>
                  </a:solidFill>
                  <a:latin typeface="Times New Roman" panose="02020603050405020304" pitchFamily="18" charset="0"/>
                  <a:cs typeface="Times New Roman" panose="02020603050405020304" pitchFamily="18" charset="0"/>
                </a:defRPr>
              </a:lvl4pPr>
              <a:lvl5pPr eaLnBrk="0" hangingPunct="0" indent="-228600" marL="2057400">
                <a:defRPr sz="2000">
                  <a:solidFill>
                    <a:schemeClr val="tx1"/>
                  </a:solidFill>
                  <a:latin typeface="Times New Roman" panose="02020603050405020304" pitchFamily="18" charset="0"/>
                  <a:cs typeface="Times New Roman" panose="02020603050405020304" pitchFamily="18" charset="0"/>
                </a:defRPr>
              </a:lvl5pPr>
              <a:lvl6pPr eaLnBrk="0" fontAlgn="base" hangingPunct="0" indent="-228600" marL="2514600">
                <a:spcBef>
                  <a:spcPct val="0"/>
                </a:spcBef>
                <a:spcAft>
                  <a:spcPct val="0"/>
                </a:spcAft>
                <a:defRPr sz="2000">
                  <a:solidFill>
                    <a:schemeClr val="tx1"/>
                  </a:solidFill>
                  <a:latin typeface="Times New Roman" panose="02020603050405020304" pitchFamily="18" charset="0"/>
                  <a:cs typeface="Times New Roman" panose="02020603050405020304" pitchFamily="18" charset="0"/>
                </a:defRPr>
              </a:lvl6pPr>
              <a:lvl7pPr eaLnBrk="0" fontAlgn="base" hangingPunct="0" indent="-228600" marL="2971800">
                <a:spcBef>
                  <a:spcPct val="0"/>
                </a:spcBef>
                <a:spcAft>
                  <a:spcPct val="0"/>
                </a:spcAft>
                <a:defRPr sz="2000">
                  <a:solidFill>
                    <a:schemeClr val="tx1"/>
                  </a:solidFill>
                  <a:latin typeface="Times New Roman" panose="02020603050405020304" pitchFamily="18" charset="0"/>
                  <a:cs typeface="Times New Roman" panose="02020603050405020304" pitchFamily="18" charset="0"/>
                </a:defRPr>
              </a:lvl7pPr>
              <a:lvl8pPr eaLnBrk="0" fontAlgn="base" hangingPunct="0" indent="-228600" marL="3429000">
                <a:spcBef>
                  <a:spcPct val="0"/>
                </a:spcBef>
                <a:spcAft>
                  <a:spcPct val="0"/>
                </a:spcAft>
                <a:defRPr sz="2000">
                  <a:solidFill>
                    <a:schemeClr val="tx1"/>
                  </a:solidFill>
                  <a:latin typeface="Times New Roman" panose="02020603050405020304" pitchFamily="18" charset="0"/>
                  <a:cs typeface="Times New Roman" panose="02020603050405020304" pitchFamily="18" charset="0"/>
                </a:defRPr>
              </a:lvl8pPr>
              <a:lvl9pPr eaLnBrk="0" fontAlgn="base" hangingPunct="0" indent="-228600" marL="3886200">
                <a:spcBef>
                  <a:spcPct val="0"/>
                </a:spcBef>
                <a:spcAft>
                  <a:spcPct val="0"/>
                </a:spcAft>
                <a:defRPr sz="2000">
                  <a:solidFill>
                    <a:schemeClr val="tx1"/>
                  </a:solidFill>
                  <a:latin typeface="Times New Roman" panose="02020603050405020304" pitchFamily="18" charset="0"/>
                  <a:cs typeface="Times New Roman" panose="02020603050405020304" pitchFamily="18" charset="0"/>
                </a:defRPr>
              </a:lvl9pPr>
            </a:lstStyle>
            <a:p>
              <a:pPr eaLnBrk="1" hangingPunct="1">
                <a:spcBef>
                  <a:spcPct val="50000"/>
                </a:spcBef>
              </a:pPr>
              <a:r>
                <a:rPr dirty="0" sz="2400" lang="fr-FR"/>
                <a:t>Ou</a:t>
              </a:r>
            </a:p>
          </p:txBody>
        </p:sp>
        <p:sp>
          <p:nvSpPr>
            <p:cNvPr id="1048613" name="Line 23"/>
            <p:cNvSpPr>
              <a:spLocks noChangeShapeType="1"/>
            </p:cNvSpPr>
            <p:nvPr/>
          </p:nvSpPr>
          <p:spPr bwMode="auto">
            <a:xfrm>
              <a:off x="4511822" y="2179384"/>
              <a:ext cx="576263" cy="0"/>
            </a:xfrm>
            <a:prstGeom prst="line"/>
            <a:noFill/>
            <a:ln w="28575">
              <a:solidFill>
                <a:schemeClr val="tx1"/>
              </a:solidFill>
              <a:round/>
              <a:headEnd/>
              <a:tailEnd type="triangle" w="med" len="med"/>
            </a:ln>
          </p:spPr>
          <p:txBody>
            <a:bodyPr/>
            <a:p>
              <a:endParaRPr lang="fr-MA"/>
            </a:p>
          </p:txBody>
        </p:sp>
        <p:sp>
          <p:nvSpPr>
            <p:cNvPr id="1048614" name="Text Box 10"/>
            <p:cNvSpPr txBox="1">
              <a:spLocks noChangeArrowheads="1"/>
            </p:cNvSpPr>
            <p:nvPr/>
          </p:nvSpPr>
          <p:spPr bwMode="auto">
            <a:xfrm>
              <a:off x="2492524" y="2008138"/>
              <a:ext cx="495300" cy="412750"/>
            </a:xfrm>
            <a:prstGeom prst="rect"/>
            <a:solidFill>
              <a:srgbClr val="FFFFFF"/>
            </a:solidFill>
            <a:ln>
              <a:noFill/>
            </a:ln>
          </p:spPr>
          <p:txBody>
            <a:bodyPr/>
            <a:lstStyle>
              <a:lvl1pPr eaLnBrk="0" hangingPunct="0">
                <a:defRPr sz="2000">
                  <a:solidFill>
                    <a:schemeClr val="tx1"/>
                  </a:solidFill>
                  <a:latin typeface="Times New Roman" panose="02020603050405020304" pitchFamily="18" charset="0"/>
                  <a:cs typeface="Times New Roman" panose="02020603050405020304" pitchFamily="18" charset="0"/>
                </a:defRPr>
              </a:lvl1pPr>
              <a:lvl2pPr eaLnBrk="0" hangingPunct="0" indent="-285750" marL="742950">
                <a:defRPr sz="2000">
                  <a:solidFill>
                    <a:schemeClr val="tx1"/>
                  </a:solidFill>
                  <a:latin typeface="Times New Roman" panose="02020603050405020304" pitchFamily="18" charset="0"/>
                  <a:cs typeface="Times New Roman" panose="02020603050405020304" pitchFamily="18" charset="0"/>
                </a:defRPr>
              </a:lvl2pPr>
              <a:lvl3pPr eaLnBrk="0" hangingPunct="0" indent="-228600" marL="1143000">
                <a:defRPr sz="2000">
                  <a:solidFill>
                    <a:schemeClr val="tx1"/>
                  </a:solidFill>
                  <a:latin typeface="Times New Roman" panose="02020603050405020304" pitchFamily="18" charset="0"/>
                  <a:cs typeface="Times New Roman" panose="02020603050405020304" pitchFamily="18" charset="0"/>
                </a:defRPr>
              </a:lvl3pPr>
              <a:lvl4pPr eaLnBrk="0" hangingPunct="0" indent="-228600" marL="1600200">
                <a:defRPr sz="2000">
                  <a:solidFill>
                    <a:schemeClr val="tx1"/>
                  </a:solidFill>
                  <a:latin typeface="Times New Roman" panose="02020603050405020304" pitchFamily="18" charset="0"/>
                  <a:cs typeface="Times New Roman" panose="02020603050405020304" pitchFamily="18" charset="0"/>
                </a:defRPr>
              </a:lvl4pPr>
              <a:lvl5pPr eaLnBrk="0" hangingPunct="0" indent="-228600" marL="2057400">
                <a:defRPr sz="2000">
                  <a:solidFill>
                    <a:schemeClr val="tx1"/>
                  </a:solidFill>
                  <a:latin typeface="Times New Roman" panose="02020603050405020304" pitchFamily="18" charset="0"/>
                  <a:cs typeface="Times New Roman" panose="02020603050405020304" pitchFamily="18" charset="0"/>
                </a:defRPr>
              </a:lvl5pPr>
              <a:lvl6pPr eaLnBrk="0" fontAlgn="base" hangingPunct="0" indent="-228600" marL="2514600">
                <a:spcBef>
                  <a:spcPct val="0"/>
                </a:spcBef>
                <a:spcAft>
                  <a:spcPct val="0"/>
                </a:spcAft>
                <a:defRPr sz="2000">
                  <a:solidFill>
                    <a:schemeClr val="tx1"/>
                  </a:solidFill>
                  <a:latin typeface="Times New Roman" panose="02020603050405020304" pitchFamily="18" charset="0"/>
                  <a:cs typeface="Times New Roman" panose="02020603050405020304" pitchFamily="18" charset="0"/>
                </a:defRPr>
              </a:lvl6pPr>
              <a:lvl7pPr eaLnBrk="0" fontAlgn="base" hangingPunct="0" indent="-228600" marL="2971800">
                <a:spcBef>
                  <a:spcPct val="0"/>
                </a:spcBef>
                <a:spcAft>
                  <a:spcPct val="0"/>
                </a:spcAft>
                <a:defRPr sz="2000">
                  <a:solidFill>
                    <a:schemeClr val="tx1"/>
                  </a:solidFill>
                  <a:latin typeface="Times New Roman" panose="02020603050405020304" pitchFamily="18" charset="0"/>
                  <a:cs typeface="Times New Roman" panose="02020603050405020304" pitchFamily="18" charset="0"/>
                </a:defRPr>
              </a:lvl7pPr>
              <a:lvl8pPr eaLnBrk="0" fontAlgn="base" hangingPunct="0" indent="-228600" marL="3429000">
                <a:spcBef>
                  <a:spcPct val="0"/>
                </a:spcBef>
                <a:spcAft>
                  <a:spcPct val="0"/>
                </a:spcAft>
                <a:defRPr sz="2000">
                  <a:solidFill>
                    <a:schemeClr val="tx1"/>
                  </a:solidFill>
                  <a:latin typeface="Times New Roman" panose="02020603050405020304" pitchFamily="18" charset="0"/>
                  <a:cs typeface="Times New Roman" panose="02020603050405020304" pitchFamily="18" charset="0"/>
                </a:defRPr>
              </a:lvl8pPr>
              <a:lvl9pPr eaLnBrk="0" fontAlgn="base" hangingPunct="0" indent="-228600" marL="3886200">
                <a:spcBef>
                  <a:spcPct val="0"/>
                </a:spcBef>
                <a:spcAft>
                  <a:spcPct val="0"/>
                </a:spcAft>
                <a:defRPr sz="2000">
                  <a:solidFill>
                    <a:schemeClr val="tx1"/>
                  </a:solidFill>
                  <a:latin typeface="Times New Roman" panose="02020603050405020304" pitchFamily="18" charset="0"/>
                  <a:cs typeface="Times New Roman" panose="02020603050405020304" pitchFamily="18" charset="0"/>
                </a:defRPr>
              </a:lvl9pPr>
            </a:lstStyle>
            <a:p>
              <a:r>
                <a:rPr b="1" dirty="0" sz="2400" lang="fr-FR"/>
                <a:t>+</a:t>
              </a:r>
            </a:p>
          </p:txBody>
        </p:sp>
      </p:grpSp>
      <p:sp>
        <p:nvSpPr>
          <p:cNvPr id="1048615" name="Text Box 10"/>
          <p:cNvSpPr txBox="1">
            <a:spLocks noChangeArrowheads="1"/>
          </p:cNvSpPr>
          <p:nvPr/>
        </p:nvSpPr>
        <p:spPr bwMode="auto">
          <a:xfrm>
            <a:off x="1453306" y="6259287"/>
            <a:ext cx="525296" cy="211749"/>
          </a:xfrm>
          <a:prstGeom prst="rect"/>
          <a:solidFill>
            <a:srgbClr val="FFFFFF"/>
          </a:solidFill>
          <a:ln>
            <a:noFill/>
          </a:ln>
        </p:spPr>
        <p:txBody>
          <a:bodyPr/>
          <a:lstStyle>
            <a:lvl1pPr eaLnBrk="0" hangingPunct="0">
              <a:defRPr sz="2000">
                <a:solidFill>
                  <a:schemeClr val="tx1"/>
                </a:solidFill>
                <a:latin typeface="Times New Roman" panose="02020603050405020304" pitchFamily="18" charset="0"/>
                <a:cs typeface="Times New Roman" panose="02020603050405020304" pitchFamily="18" charset="0"/>
              </a:defRPr>
            </a:lvl1pPr>
            <a:lvl2pPr eaLnBrk="0" hangingPunct="0" indent="-285750" marL="742950">
              <a:defRPr sz="2000">
                <a:solidFill>
                  <a:schemeClr val="tx1"/>
                </a:solidFill>
                <a:latin typeface="Times New Roman" panose="02020603050405020304" pitchFamily="18" charset="0"/>
                <a:cs typeface="Times New Roman" panose="02020603050405020304" pitchFamily="18" charset="0"/>
              </a:defRPr>
            </a:lvl2pPr>
            <a:lvl3pPr eaLnBrk="0" hangingPunct="0" indent="-228600" marL="1143000">
              <a:defRPr sz="2000">
                <a:solidFill>
                  <a:schemeClr val="tx1"/>
                </a:solidFill>
                <a:latin typeface="Times New Roman" panose="02020603050405020304" pitchFamily="18" charset="0"/>
                <a:cs typeface="Times New Roman" panose="02020603050405020304" pitchFamily="18" charset="0"/>
              </a:defRPr>
            </a:lvl3pPr>
            <a:lvl4pPr eaLnBrk="0" hangingPunct="0" indent="-228600" marL="1600200">
              <a:defRPr sz="2000">
                <a:solidFill>
                  <a:schemeClr val="tx1"/>
                </a:solidFill>
                <a:latin typeface="Times New Roman" panose="02020603050405020304" pitchFamily="18" charset="0"/>
                <a:cs typeface="Times New Roman" panose="02020603050405020304" pitchFamily="18" charset="0"/>
              </a:defRPr>
            </a:lvl4pPr>
            <a:lvl5pPr eaLnBrk="0" hangingPunct="0" indent="-228600" marL="2057400">
              <a:defRPr sz="2000">
                <a:solidFill>
                  <a:schemeClr val="tx1"/>
                </a:solidFill>
                <a:latin typeface="Times New Roman" panose="02020603050405020304" pitchFamily="18" charset="0"/>
                <a:cs typeface="Times New Roman" panose="02020603050405020304" pitchFamily="18" charset="0"/>
              </a:defRPr>
            </a:lvl5pPr>
            <a:lvl6pPr eaLnBrk="0" fontAlgn="base" hangingPunct="0" indent="-228600" marL="2514600">
              <a:spcBef>
                <a:spcPct val="0"/>
              </a:spcBef>
              <a:spcAft>
                <a:spcPct val="0"/>
              </a:spcAft>
              <a:defRPr sz="2000">
                <a:solidFill>
                  <a:schemeClr val="tx1"/>
                </a:solidFill>
                <a:latin typeface="Times New Roman" panose="02020603050405020304" pitchFamily="18" charset="0"/>
                <a:cs typeface="Times New Roman" panose="02020603050405020304" pitchFamily="18" charset="0"/>
              </a:defRPr>
            </a:lvl6pPr>
            <a:lvl7pPr eaLnBrk="0" fontAlgn="base" hangingPunct="0" indent="-228600" marL="2971800">
              <a:spcBef>
                <a:spcPct val="0"/>
              </a:spcBef>
              <a:spcAft>
                <a:spcPct val="0"/>
              </a:spcAft>
              <a:defRPr sz="2000">
                <a:solidFill>
                  <a:schemeClr val="tx1"/>
                </a:solidFill>
                <a:latin typeface="Times New Roman" panose="02020603050405020304" pitchFamily="18" charset="0"/>
                <a:cs typeface="Times New Roman" panose="02020603050405020304" pitchFamily="18" charset="0"/>
              </a:defRPr>
            </a:lvl7pPr>
            <a:lvl8pPr eaLnBrk="0" fontAlgn="base" hangingPunct="0" indent="-228600" marL="3429000">
              <a:spcBef>
                <a:spcPct val="0"/>
              </a:spcBef>
              <a:spcAft>
                <a:spcPct val="0"/>
              </a:spcAft>
              <a:defRPr sz="2000">
                <a:solidFill>
                  <a:schemeClr val="tx1"/>
                </a:solidFill>
                <a:latin typeface="Times New Roman" panose="02020603050405020304" pitchFamily="18" charset="0"/>
                <a:cs typeface="Times New Roman" panose="02020603050405020304" pitchFamily="18" charset="0"/>
              </a:defRPr>
            </a:lvl8pPr>
            <a:lvl9pPr eaLnBrk="0" fontAlgn="base" hangingPunct="0" indent="-228600" marL="3886200">
              <a:spcBef>
                <a:spcPct val="0"/>
              </a:spcBef>
              <a:spcAft>
                <a:spcPct val="0"/>
              </a:spcAft>
              <a:defRPr sz="2000">
                <a:solidFill>
                  <a:schemeClr val="tx1"/>
                </a:solidFill>
                <a:latin typeface="Times New Roman" panose="02020603050405020304" pitchFamily="18" charset="0"/>
                <a:cs typeface="Times New Roman" panose="02020603050405020304" pitchFamily="18" charset="0"/>
              </a:defRPr>
            </a:lvl9pPr>
          </a:lstStyle>
          <a:p>
            <a:r>
              <a:rPr b="1" dirty="0" sz="2400" lang="fr-FR"/>
              <a:t>A</a:t>
            </a:r>
          </a:p>
        </p:txBody>
      </p:sp>
      <p:sp>
        <p:nvSpPr>
          <p:cNvPr id="1048616" name="Rectangle 7"/>
          <p:cNvSpPr>
            <a:spLocks noChangeArrowheads="1"/>
          </p:cNvSpPr>
          <p:nvPr/>
        </p:nvSpPr>
        <p:spPr bwMode="auto">
          <a:xfrm>
            <a:off x="1978602" y="6200184"/>
            <a:ext cx="300033" cy="560814"/>
          </a:xfrm>
          <a:prstGeom prst="rect"/>
          <a:solidFill>
            <a:srgbClr val="FFFFFF"/>
          </a:solidFill>
          <a:ln w="9525">
            <a:solidFill>
              <a:srgbClr val="000000"/>
            </a:solidFill>
            <a:miter lim="800000"/>
            <a:headEnd/>
            <a:tailEnd/>
          </a:ln>
        </p:spPr>
        <p:txBody>
          <a:bodyPr/>
          <a:lstStyle>
            <a:lvl1pPr eaLnBrk="0" hangingPunct="0">
              <a:defRPr sz="2000">
                <a:solidFill>
                  <a:schemeClr val="tx1"/>
                </a:solidFill>
                <a:latin typeface="Times New Roman" panose="02020603050405020304" pitchFamily="18" charset="0"/>
                <a:cs typeface="Times New Roman" panose="02020603050405020304" pitchFamily="18" charset="0"/>
              </a:defRPr>
            </a:lvl1pPr>
            <a:lvl2pPr eaLnBrk="0" hangingPunct="0" indent="-285750" marL="742950">
              <a:defRPr sz="2000">
                <a:solidFill>
                  <a:schemeClr val="tx1"/>
                </a:solidFill>
                <a:latin typeface="Times New Roman" panose="02020603050405020304" pitchFamily="18" charset="0"/>
                <a:cs typeface="Times New Roman" panose="02020603050405020304" pitchFamily="18" charset="0"/>
              </a:defRPr>
            </a:lvl2pPr>
            <a:lvl3pPr eaLnBrk="0" hangingPunct="0" indent="-228600" marL="1143000">
              <a:defRPr sz="2000">
                <a:solidFill>
                  <a:schemeClr val="tx1"/>
                </a:solidFill>
                <a:latin typeface="Times New Roman" panose="02020603050405020304" pitchFamily="18" charset="0"/>
                <a:cs typeface="Times New Roman" panose="02020603050405020304" pitchFamily="18" charset="0"/>
              </a:defRPr>
            </a:lvl3pPr>
            <a:lvl4pPr eaLnBrk="0" hangingPunct="0" indent="-228600" marL="1600200">
              <a:defRPr sz="2000">
                <a:solidFill>
                  <a:schemeClr val="tx1"/>
                </a:solidFill>
                <a:latin typeface="Times New Roman" panose="02020603050405020304" pitchFamily="18" charset="0"/>
                <a:cs typeface="Times New Roman" panose="02020603050405020304" pitchFamily="18" charset="0"/>
              </a:defRPr>
            </a:lvl4pPr>
            <a:lvl5pPr eaLnBrk="0" hangingPunct="0" indent="-228600" marL="2057400">
              <a:defRPr sz="2000">
                <a:solidFill>
                  <a:schemeClr val="tx1"/>
                </a:solidFill>
                <a:latin typeface="Times New Roman" panose="02020603050405020304" pitchFamily="18" charset="0"/>
                <a:cs typeface="Times New Roman" panose="02020603050405020304" pitchFamily="18" charset="0"/>
              </a:defRPr>
            </a:lvl5pPr>
            <a:lvl6pPr eaLnBrk="0" fontAlgn="base" hangingPunct="0" indent="-228600" marL="2514600">
              <a:spcBef>
                <a:spcPct val="0"/>
              </a:spcBef>
              <a:spcAft>
                <a:spcPct val="0"/>
              </a:spcAft>
              <a:defRPr sz="2000">
                <a:solidFill>
                  <a:schemeClr val="tx1"/>
                </a:solidFill>
                <a:latin typeface="Times New Roman" panose="02020603050405020304" pitchFamily="18" charset="0"/>
                <a:cs typeface="Times New Roman" panose="02020603050405020304" pitchFamily="18" charset="0"/>
              </a:defRPr>
            </a:lvl6pPr>
            <a:lvl7pPr eaLnBrk="0" fontAlgn="base" hangingPunct="0" indent="-228600" marL="2971800">
              <a:spcBef>
                <a:spcPct val="0"/>
              </a:spcBef>
              <a:spcAft>
                <a:spcPct val="0"/>
              </a:spcAft>
              <a:defRPr sz="2000">
                <a:solidFill>
                  <a:schemeClr val="tx1"/>
                </a:solidFill>
                <a:latin typeface="Times New Roman" panose="02020603050405020304" pitchFamily="18" charset="0"/>
                <a:cs typeface="Times New Roman" panose="02020603050405020304" pitchFamily="18" charset="0"/>
              </a:defRPr>
            </a:lvl7pPr>
            <a:lvl8pPr eaLnBrk="0" fontAlgn="base" hangingPunct="0" indent="-228600" marL="3429000">
              <a:spcBef>
                <a:spcPct val="0"/>
              </a:spcBef>
              <a:spcAft>
                <a:spcPct val="0"/>
              </a:spcAft>
              <a:defRPr sz="2000">
                <a:solidFill>
                  <a:schemeClr val="tx1"/>
                </a:solidFill>
                <a:latin typeface="Times New Roman" panose="02020603050405020304" pitchFamily="18" charset="0"/>
                <a:cs typeface="Times New Roman" panose="02020603050405020304" pitchFamily="18" charset="0"/>
              </a:defRPr>
            </a:lvl8pPr>
            <a:lvl9pPr eaLnBrk="0" fontAlgn="base" hangingPunct="0" indent="-228600" marL="3886200">
              <a:spcBef>
                <a:spcPct val="0"/>
              </a:spcBef>
              <a:spcAft>
                <a:spcPct val="0"/>
              </a:spcAft>
              <a:defRPr sz="2000">
                <a:solidFill>
                  <a:schemeClr val="tx1"/>
                </a:solidFill>
                <a:latin typeface="Times New Roman" panose="02020603050405020304" pitchFamily="18" charset="0"/>
                <a:cs typeface="Times New Roman" panose="02020603050405020304" pitchFamily="18" charset="0"/>
              </a:defRPr>
            </a:lvl9pPr>
          </a:lstStyle>
          <a:p>
            <a:pPr eaLnBrk="1" hangingPunct="1"/>
            <a:endParaRPr lang="en-US"/>
          </a:p>
        </p:txBody>
      </p:sp>
      <p:sp>
        <p:nvSpPr>
          <p:cNvPr id="1048617" name="Line 8"/>
          <p:cNvSpPr>
            <a:spLocks noChangeShapeType="1"/>
          </p:cNvSpPr>
          <p:nvPr/>
        </p:nvSpPr>
        <p:spPr bwMode="auto">
          <a:xfrm flipH="1" flipV="1">
            <a:off x="3666034" y="5886789"/>
            <a:ext cx="21013" cy="330636"/>
          </a:xfrm>
          <a:prstGeom prst="line"/>
          <a:noFill/>
          <a:ln w="38100">
            <a:solidFill>
              <a:srgbClr val="FF0066"/>
            </a:solidFill>
            <a:round/>
            <a:headEnd/>
            <a:tailEnd type="triangle" w="med" len="med"/>
          </a:ln>
        </p:spPr>
        <p:txBody>
          <a:bodyPr/>
          <a:p>
            <a:endParaRPr lang="fr-MA"/>
          </a:p>
        </p:txBody>
      </p:sp>
      <p:sp>
        <p:nvSpPr>
          <p:cNvPr id="1048618" name="Line 8"/>
          <p:cNvSpPr>
            <a:spLocks noChangeShapeType="1"/>
          </p:cNvSpPr>
          <p:nvPr/>
        </p:nvSpPr>
        <p:spPr bwMode="auto">
          <a:xfrm>
            <a:off x="3812380" y="6285129"/>
            <a:ext cx="21013" cy="390922"/>
          </a:xfrm>
          <a:prstGeom prst="line"/>
          <a:noFill/>
          <a:ln w="38100">
            <a:solidFill>
              <a:srgbClr val="FF0066"/>
            </a:solidFill>
            <a:round/>
            <a:headEnd/>
            <a:tailEnd type="triangle" w="med" len="med"/>
          </a:ln>
        </p:spPr>
        <p:txBody>
          <a:bodyPr/>
          <a:p>
            <a:endParaRPr lang="fr-MA"/>
          </a:p>
        </p:txBody>
      </p:sp>
      <p:sp>
        <p:nvSpPr>
          <p:cNvPr id="1048619" name="Text Box 11"/>
          <p:cNvSpPr txBox="1">
            <a:spLocks noChangeArrowheads="1"/>
          </p:cNvSpPr>
          <p:nvPr/>
        </p:nvSpPr>
        <p:spPr bwMode="auto">
          <a:xfrm>
            <a:off x="3990721" y="6296936"/>
            <a:ext cx="658305" cy="409068"/>
          </a:xfrm>
          <a:prstGeom prst="rect"/>
          <a:solidFill>
            <a:srgbClr val="FFFFFF"/>
          </a:solidFill>
          <a:ln>
            <a:noFill/>
          </a:ln>
        </p:spPr>
        <p:txBody>
          <a:bodyPr/>
          <a:lstStyle>
            <a:lvl1pPr eaLnBrk="0" hangingPunct="0">
              <a:defRPr sz="2000">
                <a:solidFill>
                  <a:schemeClr val="tx1"/>
                </a:solidFill>
                <a:latin typeface="Times New Roman" panose="02020603050405020304" pitchFamily="18" charset="0"/>
                <a:cs typeface="Times New Roman" panose="02020603050405020304" pitchFamily="18" charset="0"/>
              </a:defRPr>
            </a:lvl1pPr>
            <a:lvl2pPr eaLnBrk="0" hangingPunct="0" indent="-285750" marL="742950">
              <a:defRPr sz="2000">
                <a:solidFill>
                  <a:schemeClr val="tx1"/>
                </a:solidFill>
                <a:latin typeface="Times New Roman" panose="02020603050405020304" pitchFamily="18" charset="0"/>
                <a:cs typeface="Times New Roman" panose="02020603050405020304" pitchFamily="18" charset="0"/>
              </a:defRPr>
            </a:lvl2pPr>
            <a:lvl3pPr eaLnBrk="0" hangingPunct="0" indent="-228600" marL="1143000">
              <a:defRPr sz="2000">
                <a:solidFill>
                  <a:schemeClr val="tx1"/>
                </a:solidFill>
                <a:latin typeface="Times New Roman" panose="02020603050405020304" pitchFamily="18" charset="0"/>
                <a:cs typeface="Times New Roman" panose="02020603050405020304" pitchFamily="18" charset="0"/>
              </a:defRPr>
            </a:lvl3pPr>
            <a:lvl4pPr eaLnBrk="0" hangingPunct="0" indent="-228600" marL="1600200">
              <a:defRPr sz="2000">
                <a:solidFill>
                  <a:schemeClr val="tx1"/>
                </a:solidFill>
                <a:latin typeface="Times New Roman" panose="02020603050405020304" pitchFamily="18" charset="0"/>
                <a:cs typeface="Times New Roman" panose="02020603050405020304" pitchFamily="18" charset="0"/>
              </a:defRPr>
            </a:lvl4pPr>
            <a:lvl5pPr eaLnBrk="0" hangingPunct="0" indent="-228600" marL="2057400">
              <a:defRPr sz="2000">
                <a:solidFill>
                  <a:schemeClr val="tx1"/>
                </a:solidFill>
                <a:latin typeface="Times New Roman" panose="02020603050405020304" pitchFamily="18" charset="0"/>
                <a:cs typeface="Times New Roman" panose="02020603050405020304" pitchFamily="18" charset="0"/>
              </a:defRPr>
            </a:lvl5pPr>
            <a:lvl6pPr eaLnBrk="0" fontAlgn="base" hangingPunct="0" indent="-228600" marL="2514600">
              <a:spcBef>
                <a:spcPct val="0"/>
              </a:spcBef>
              <a:spcAft>
                <a:spcPct val="0"/>
              </a:spcAft>
              <a:defRPr sz="2000">
                <a:solidFill>
                  <a:schemeClr val="tx1"/>
                </a:solidFill>
                <a:latin typeface="Times New Roman" panose="02020603050405020304" pitchFamily="18" charset="0"/>
                <a:cs typeface="Times New Roman" panose="02020603050405020304" pitchFamily="18" charset="0"/>
              </a:defRPr>
            </a:lvl6pPr>
            <a:lvl7pPr eaLnBrk="0" fontAlgn="base" hangingPunct="0" indent="-228600" marL="2971800">
              <a:spcBef>
                <a:spcPct val="0"/>
              </a:spcBef>
              <a:spcAft>
                <a:spcPct val="0"/>
              </a:spcAft>
              <a:defRPr sz="2000">
                <a:solidFill>
                  <a:schemeClr val="tx1"/>
                </a:solidFill>
                <a:latin typeface="Times New Roman" panose="02020603050405020304" pitchFamily="18" charset="0"/>
                <a:cs typeface="Times New Roman" panose="02020603050405020304" pitchFamily="18" charset="0"/>
              </a:defRPr>
            </a:lvl7pPr>
            <a:lvl8pPr eaLnBrk="0" fontAlgn="base" hangingPunct="0" indent="-228600" marL="3429000">
              <a:spcBef>
                <a:spcPct val="0"/>
              </a:spcBef>
              <a:spcAft>
                <a:spcPct val="0"/>
              </a:spcAft>
              <a:defRPr sz="2000">
                <a:solidFill>
                  <a:schemeClr val="tx1"/>
                </a:solidFill>
                <a:latin typeface="Times New Roman" panose="02020603050405020304" pitchFamily="18" charset="0"/>
                <a:cs typeface="Times New Roman" panose="02020603050405020304" pitchFamily="18" charset="0"/>
              </a:defRPr>
            </a:lvl8pPr>
            <a:lvl9pPr eaLnBrk="0" fontAlgn="base" hangingPunct="0" indent="-228600" marL="3886200">
              <a:spcBef>
                <a:spcPct val="0"/>
              </a:spcBef>
              <a:spcAft>
                <a:spcPct val="0"/>
              </a:spcAft>
              <a:defRPr sz="2000">
                <a:solidFill>
                  <a:schemeClr val="tx1"/>
                </a:solidFill>
                <a:latin typeface="Times New Roman" panose="02020603050405020304" pitchFamily="18" charset="0"/>
                <a:cs typeface="Times New Roman" panose="02020603050405020304" pitchFamily="18" charset="0"/>
              </a:defRPr>
            </a:lvl9pPr>
          </a:lstStyle>
          <a:p>
            <a:r>
              <a:rPr b="1" dirty="0" sz="2400" lang="fr-FR"/>
              <a:t>B</a:t>
            </a:r>
            <a:endParaRPr b="1" dirty="0" sz="1600" lang="fr-FR"/>
          </a:p>
        </p:txBody>
      </p:sp>
      <p:sp>
        <p:nvSpPr>
          <p:cNvPr id="1048620" name="Text Box 10"/>
          <p:cNvSpPr txBox="1">
            <a:spLocks noChangeArrowheads="1"/>
          </p:cNvSpPr>
          <p:nvPr/>
        </p:nvSpPr>
        <p:spPr bwMode="auto">
          <a:xfrm>
            <a:off x="2817725" y="5795932"/>
            <a:ext cx="525297" cy="211749"/>
          </a:xfrm>
          <a:prstGeom prst="rect"/>
          <a:solidFill>
            <a:srgbClr val="FFFFFF"/>
          </a:solidFill>
          <a:ln>
            <a:noFill/>
          </a:ln>
        </p:spPr>
        <p:txBody>
          <a:bodyPr/>
          <a:lstStyle>
            <a:lvl1pPr eaLnBrk="0" hangingPunct="0">
              <a:defRPr sz="2000">
                <a:solidFill>
                  <a:schemeClr val="tx1"/>
                </a:solidFill>
                <a:latin typeface="Times New Roman" panose="02020603050405020304" pitchFamily="18" charset="0"/>
                <a:cs typeface="Times New Roman" panose="02020603050405020304" pitchFamily="18" charset="0"/>
              </a:defRPr>
            </a:lvl1pPr>
            <a:lvl2pPr eaLnBrk="0" hangingPunct="0" indent="-285750" marL="742950">
              <a:defRPr sz="2000">
                <a:solidFill>
                  <a:schemeClr val="tx1"/>
                </a:solidFill>
                <a:latin typeface="Times New Roman" panose="02020603050405020304" pitchFamily="18" charset="0"/>
                <a:cs typeface="Times New Roman" panose="02020603050405020304" pitchFamily="18" charset="0"/>
              </a:defRPr>
            </a:lvl2pPr>
            <a:lvl3pPr eaLnBrk="0" hangingPunct="0" indent="-228600" marL="1143000">
              <a:defRPr sz="2000">
                <a:solidFill>
                  <a:schemeClr val="tx1"/>
                </a:solidFill>
                <a:latin typeface="Times New Roman" panose="02020603050405020304" pitchFamily="18" charset="0"/>
                <a:cs typeface="Times New Roman" panose="02020603050405020304" pitchFamily="18" charset="0"/>
              </a:defRPr>
            </a:lvl3pPr>
            <a:lvl4pPr eaLnBrk="0" hangingPunct="0" indent="-228600" marL="1600200">
              <a:defRPr sz="2000">
                <a:solidFill>
                  <a:schemeClr val="tx1"/>
                </a:solidFill>
                <a:latin typeface="Times New Roman" panose="02020603050405020304" pitchFamily="18" charset="0"/>
                <a:cs typeface="Times New Roman" panose="02020603050405020304" pitchFamily="18" charset="0"/>
              </a:defRPr>
            </a:lvl4pPr>
            <a:lvl5pPr eaLnBrk="0" hangingPunct="0" indent="-228600" marL="2057400">
              <a:defRPr sz="2000">
                <a:solidFill>
                  <a:schemeClr val="tx1"/>
                </a:solidFill>
                <a:latin typeface="Times New Roman" panose="02020603050405020304" pitchFamily="18" charset="0"/>
                <a:cs typeface="Times New Roman" panose="02020603050405020304" pitchFamily="18" charset="0"/>
              </a:defRPr>
            </a:lvl5pPr>
            <a:lvl6pPr eaLnBrk="0" fontAlgn="base" hangingPunct="0" indent="-228600" marL="2514600">
              <a:spcBef>
                <a:spcPct val="0"/>
              </a:spcBef>
              <a:spcAft>
                <a:spcPct val="0"/>
              </a:spcAft>
              <a:defRPr sz="2000">
                <a:solidFill>
                  <a:schemeClr val="tx1"/>
                </a:solidFill>
                <a:latin typeface="Times New Roman" panose="02020603050405020304" pitchFamily="18" charset="0"/>
                <a:cs typeface="Times New Roman" panose="02020603050405020304" pitchFamily="18" charset="0"/>
              </a:defRPr>
            </a:lvl6pPr>
            <a:lvl7pPr eaLnBrk="0" fontAlgn="base" hangingPunct="0" indent="-228600" marL="2971800">
              <a:spcBef>
                <a:spcPct val="0"/>
              </a:spcBef>
              <a:spcAft>
                <a:spcPct val="0"/>
              </a:spcAft>
              <a:defRPr sz="2000">
                <a:solidFill>
                  <a:schemeClr val="tx1"/>
                </a:solidFill>
                <a:latin typeface="Times New Roman" panose="02020603050405020304" pitchFamily="18" charset="0"/>
                <a:cs typeface="Times New Roman" panose="02020603050405020304" pitchFamily="18" charset="0"/>
              </a:defRPr>
            </a:lvl7pPr>
            <a:lvl8pPr eaLnBrk="0" fontAlgn="base" hangingPunct="0" indent="-228600" marL="3429000">
              <a:spcBef>
                <a:spcPct val="0"/>
              </a:spcBef>
              <a:spcAft>
                <a:spcPct val="0"/>
              </a:spcAft>
              <a:defRPr sz="2000">
                <a:solidFill>
                  <a:schemeClr val="tx1"/>
                </a:solidFill>
                <a:latin typeface="Times New Roman" panose="02020603050405020304" pitchFamily="18" charset="0"/>
                <a:cs typeface="Times New Roman" panose="02020603050405020304" pitchFamily="18" charset="0"/>
              </a:defRPr>
            </a:lvl8pPr>
            <a:lvl9pPr eaLnBrk="0" fontAlgn="base" hangingPunct="0" indent="-228600" marL="3886200">
              <a:spcBef>
                <a:spcPct val="0"/>
              </a:spcBef>
              <a:spcAft>
                <a:spcPct val="0"/>
              </a:spcAft>
              <a:defRPr sz="2000">
                <a:solidFill>
                  <a:schemeClr val="tx1"/>
                </a:solidFill>
                <a:latin typeface="Times New Roman" panose="02020603050405020304" pitchFamily="18" charset="0"/>
                <a:cs typeface="Times New Roman" panose="02020603050405020304" pitchFamily="18" charset="0"/>
              </a:defRPr>
            </a:lvl9pPr>
          </a:lstStyle>
          <a:p>
            <a:r>
              <a:rPr b="1" dirty="0" sz="2400" lang="fr-FR"/>
              <a:t>+</a:t>
            </a:r>
          </a:p>
        </p:txBody>
      </p:sp>
      <p:sp>
        <p:nvSpPr>
          <p:cNvPr id="1048621" name="Text Box 13"/>
          <p:cNvSpPr txBox="1">
            <a:spLocks noChangeArrowheads="1"/>
          </p:cNvSpPr>
          <p:nvPr/>
        </p:nvSpPr>
        <p:spPr bwMode="auto">
          <a:xfrm>
            <a:off x="5403892" y="5854249"/>
            <a:ext cx="612846" cy="233738"/>
          </a:xfrm>
          <a:prstGeom prst="rect"/>
          <a:solidFill>
            <a:srgbClr val="FFFFFF"/>
          </a:solidFill>
          <a:ln>
            <a:noFill/>
          </a:ln>
        </p:spPr>
        <p:txBody>
          <a:bodyPr/>
          <a:lstStyle>
            <a:lvl1pPr eaLnBrk="0" hangingPunct="0">
              <a:defRPr sz="2000">
                <a:solidFill>
                  <a:schemeClr val="tx1"/>
                </a:solidFill>
                <a:latin typeface="Times New Roman" panose="02020603050405020304" pitchFamily="18" charset="0"/>
                <a:cs typeface="Times New Roman" panose="02020603050405020304" pitchFamily="18" charset="0"/>
              </a:defRPr>
            </a:lvl1pPr>
            <a:lvl2pPr eaLnBrk="0" hangingPunct="0" indent="-285750" marL="742950">
              <a:defRPr sz="2000">
                <a:solidFill>
                  <a:schemeClr val="tx1"/>
                </a:solidFill>
                <a:latin typeface="Times New Roman" panose="02020603050405020304" pitchFamily="18" charset="0"/>
                <a:cs typeface="Times New Roman" panose="02020603050405020304" pitchFamily="18" charset="0"/>
              </a:defRPr>
            </a:lvl2pPr>
            <a:lvl3pPr eaLnBrk="0" hangingPunct="0" indent="-228600" marL="1143000">
              <a:defRPr sz="2000">
                <a:solidFill>
                  <a:schemeClr val="tx1"/>
                </a:solidFill>
                <a:latin typeface="Times New Roman" panose="02020603050405020304" pitchFamily="18" charset="0"/>
                <a:cs typeface="Times New Roman" panose="02020603050405020304" pitchFamily="18" charset="0"/>
              </a:defRPr>
            </a:lvl3pPr>
            <a:lvl4pPr eaLnBrk="0" hangingPunct="0" indent="-228600" marL="1600200">
              <a:defRPr sz="2000">
                <a:solidFill>
                  <a:schemeClr val="tx1"/>
                </a:solidFill>
                <a:latin typeface="Times New Roman" panose="02020603050405020304" pitchFamily="18" charset="0"/>
                <a:cs typeface="Times New Roman" panose="02020603050405020304" pitchFamily="18" charset="0"/>
              </a:defRPr>
            </a:lvl4pPr>
            <a:lvl5pPr eaLnBrk="0" hangingPunct="0" indent="-228600" marL="2057400">
              <a:defRPr sz="2000">
                <a:solidFill>
                  <a:schemeClr val="tx1"/>
                </a:solidFill>
                <a:latin typeface="Times New Roman" panose="02020603050405020304" pitchFamily="18" charset="0"/>
                <a:cs typeface="Times New Roman" panose="02020603050405020304" pitchFamily="18" charset="0"/>
              </a:defRPr>
            </a:lvl5pPr>
            <a:lvl6pPr eaLnBrk="0" fontAlgn="base" hangingPunct="0" indent="-228600" marL="2514600">
              <a:spcBef>
                <a:spcPct val="0"/>
              </a:spcBef>
              <a:spcAft>
                <a:spcPct val="0"/>
              </a:spcAft>
              <a:defRPr sz="2000">
                <a:solidFill>
                  <a:schemeClr val="tx1"/>
                </a:solidFill>
                <a:latin typeface="Times New Roman" panose="02020603050405020304" pitchFamily="18" charset="0"/>
                <a:cs typeface="Times New Roman" panose="02020603050405020304" pitchFamily="18" charset="0"/>
              </a:defRPr>
            </a:lvl6pPr>
            <a:lvl7pPr eaLnBrk="0" fontAlgn="base" hangingPunct="0" indent="-228600" marL="2971800">
              <a:spcBef>
                <a:spcPct val="0"/>
              </a:spcBef>
              <a:spcAft>
                <a:spcPct val="0"/>
              </a:spcAft>
              <a:defRPr sz="2000">
                <a:solidFill>
                  <a:schemeClr val="tx1"/>
                </a:solidFill>
                <a:latin typeface="Times New Roman" panose="02020603050405020304" pitchFamily="18" charset="0"/>
                <a:cs typeface="Times New Roman" panose="02020603050405020304" pitchFamily="18" charset="0"/>
              </a:defRPr>
            </a:lvl7pPr>
            <a:lvl8pPr eaLnBrk="0" fontAlgn="base" hangingPunct="0" indent="-228600" marL="3429000">
              <a:spcBef>
                <a:spcPct val="0"/>
              </a:spcBef>
              <a:spcAft>
                <a:spcPct val="0"/>
              </a:spcAft>
              <a:defRPr sz="2000">
                <a:solidFill>
                  <a:schemeClr val="tx1"/>
                </a:solidFill>
                <a:latin typeface="Times New Roman" panose="02020603050405020304" pitchFamily="18" charset="0"/>
                <a:cs typeface="Times New Roman" panose="02020603050405020304" pitchFamily="18" charset="0"/>
              </a:defRPr>
            </a:lvl8pPr>
            <a:lvl9pPr eaLnBrk="0" fontAlgn="base" hangingPunct="0" indent="-228600" marL="3886200">
              <a:spcBef>
                <a:spcPct val="0"/>
              </a:spcBef>
              <a:spcAft>
                <a:spcPct val="0"/>
              </a:spcAft>
              <a:defRPr sz="2000">
                <a:solidFill>
                  <a:schemeClr val="tx1"/>
                </a:solidFill>
                <a:latin typeface="Times New Roman" panose="02020603050405020304" pitchFamily="18" charset="0"/>
                <a:cs typeface="Times New Roman" panose="02020603050405020304" pitchFamily="18" charset="0"/>
              </a:defRPr>
            </a:lvl9pPr>
          </a:lstStyle>
          <a:p>
            <a:r>
              <a:rPr b="1" dirty="0" sz="2400" lang="fr-FR"/>
              <a:t>A</a:t>
            </a:r>
            <a:endParaRPr b="1" dirty="0" sz="1000" lang="fr-FR"/>
          </a:p>
        </p:txBody>
      </p:sp>
      <p:sp>
        <p:nvSpPr>
          <p:cNvPr id="1048622" name="Text Box 14"/>
          <p:cNvSpPr txBox="1">
            <a:spLocks noChangeArrowheads="1"/>
          </p:cNvSpPr>
          <p:nvPr/>
        </p:nvSpPr>
        <p:spPr bwMode="auto">
          <a:xfrm>
            <a:off x="6626590" y="5898008"/>
            <a:ext cx="686927" cy="225594"/>
          </a:xfrm>
          <a:prstGeom prst="rect"/>
          <a:solidFill>
            <a:srgbClr val="FFFFFF"/>
          </a:solidFill>
          <a:ln>
            <a:noFill/>
          </a:ln>
        </p:spPr>
        <p:txBody>
          <a:bodyPr/>
          <a:lstStyle>
            <a:lvl1pPr eaLnBrk="0" hangingPunct="0">
              <a:defRPr sz="2000">
                <a:solidFill>
                  <a:schemeClr val="tx1"/>
                </a:solidFill>
                <a:latin typeface="Times New Roman" panose="02020603050405020304" pitchFamily="18" charset="0"/>
                <a:cs typeface="Times New Roman" panose="02020603050405020304" pitchFamily="18" charset="0"/>
              </a:defRPr>
            </a:lvl1pPr>
            <a:lvl2pPr eaLnBrk="0" hangingPunct="0" indent="-285750" marL="742950">
              <a:defRPr sz="2000">
                <a:solidFill>
                  <a:schemeClr val="tx1"/>
                </a:solidFill>
                <a:latin typeface="Times New Roman" panose="02020603050405020304" pitchFamily="18" charset="0"/>
                <a:cs typeface="Times New Roman" panose="02020603050405020304" pitchFamily="18" charset="0"/>
              </a:defRPr>
            </a:lvl2pPr>
            <a:lvl3pPr eaLnBrk="0" hangingPunct="0" indent="-228600" marL="1143000">
              <a:defRPr sz="2000">
                <a:solidFill>
                  <a:schemeClr val="tx1"/>
                </a:solidFill>
                <a:latin typeface="Times New Roman" panose="02020603050405020304" pitchFamily="18" charset="0"/>
                <a:cs typeface="Times New Roman" panose="02020603050405020304" pitchFamily="18" charset="0"/>
              </a:defRPr>
            </a:lvl3pPr>
            <a:lvl4pPr eaLnBrk="0" hangingPunct="0" indent="-228600" marL="1600200">
              <a:defRPr sz="2000">
                <a:solidFill>
                  <a:schemeClr val="tx1"/>
                </a:solidFill>
                <a:latin typeface="Times New Roman" panose="02020603050405020304" pitchFamily="18" charset="0"/>
                <a:cs typeface="Times New Roman" panose="02020603050405020304" pitchFamily="18" charset="0"/>
              </a:defRPr>
            </a:lvl4pPr>
            <a:lvl5pPr eaLnBrk="0" hangingPunct="0" indent="-228600" marL="2057400">
              <a:defRPr sz="2000">
                <a:solidFill>
                  <a:schemeClr val="tx1"/>
                </a:solidFill>
                <a:latin typeface="Times New Roman" panose="02020603050405020304" pitchFamily="18" charset="0"/>
                <a:cs typeface="Times New Roman" panose="02020603050405020304" pitchFamily="18" charset="0"/>
              </a:defRPr>
            </a:lvl5pPr>
            <a:lvl6pPr eaLnBrk="0" fontAlgn="base" hangingPunct="0" indent="-228600" marL="2514600">
              <a:spcBef>
                <a:spcPct val="0"/>
              </a:spcBef>
              <a:spcAft>
                <a:spcPct val="0"/>
              </a:spcAft>
              <a:defRPr sz="2000">
                <a:solidFill>
                  <a:schemeClr val="tx1"/>
                </a:solidFill>
                <a:latin typeface="Times New Roman" panose="02020603050405020304" pitchFamily="18" charset="0"/>
                <a:cs typeface="Times New Roman" panose="02020603050405020304" pitchFamily="18" charset="0"/>
              </a:defRPr>
            </a:lvl6pPr>
            <a:lvl7pPr eaLnBrk="0" fontAlgn="base" hangingPunct="0" indent="-228600" marL="2971800">
              <a:spcBef>
                <a:spcPct val="0"/>
              </a:spcBef>
              <a:spcAft>
                <a:spcPct val="0"/>
              </a:spcAft>
              <a:defRPr sz="2000">
                <a:solidFill>
                  <a:schemeClr val="tx1"/>
                </a:solidFill>
                <a:latin typeface="Times New Roman" panose="02020603050405020304" pitchFamily="18" charset="0"/>
                <a:cs typeface="Times New Roman" panose="02020603050405020304" pitchFamily="18" charset="0"/>
              </a:defRPr>
            </a:lvl7pPr>
            <a:lvl8pPr eaLnBrk="0" fontAlgn="base" hangingPunct="0" indent="-228600" marL="3429000">
              <a:spcBef>
                <a:spcPct val="0"/>
              </a:spcBef>
              <a:spcAft>
                <a:spcPct val="0"/>
              </a:spcAft>
              <a:defRPr sz="2000">
                <a:solidFill>
                  <a:schemeClr val="tx1"/>
                </a:solidFill>
                <a:latin typeface="Times New Roman" panose="02020603050405020304" pitchFamily="18" charset="0"/>
                <a:cs typeface="Times New Roman" panose="02020603050405020304" pitchFamily="18" charset="0"/>
              </a:defRPr>
            </a:lvl8pPr>
            <a:lvl9pPr eaLnBrk="0" fontAlgn="base" hangingPunct="0" indent="-228600" marL="3886200">
              <a:spcBef>
                <a:spcPct val="0"/>
              </a:spcBef>
              <a:spcAft>
                <a:spcPct val="0"/>
              </a:spcAft>
              <a:defRPr sz="2000">
                <a:solidFill>
                  <a:schemeClr val="tx1"/>
                </a:solidFill>
                <a:latin typeface="Times New Roman" panose="02020603050405020304" pitchFamily="18" charset="0"/>
                <a:cs typeface="Times New Roman" panose="02020603050405020304" pitchFamily="18" charset="0"/>
              </a:defRPr>
            </a:lvl9pPr>
          </a:lstStyle>
          <a:p>
            <a:r>
              <a:rPr b="1" dirty="0" sz="2400" lang="fr-FR"/>
              <a:t>B</a:t>
            </a:r>
          </a:p>
        </p:txBody>
      </p:sp>
      <p:sp>
        <p:nvSpPr>
          <p:cNvPr id="1048623" name="Line 15"/>
          <p:cNvSpPr>
            <a:spLocks noChangeShapeType="1"/>
          </p:cNvSpPr>
          <p:nvPr/>
        </p:nvSpPr>
        <p:spPr bwMode="auto">
          <a:xfrm>
            <a:off x="5852409" y="6084343"/>
            <a:ext cx="739176" cy="8439"/>
          </a:xfrm>
          <a:prstGeom prst="line"/>
          <a:noFill/>
          <a:ln w="38100">
            <a:solidFill>
              <a:srgbClr val="FF0066"/>
            </a:solidFill>
            <a:round/>
            <a:headEnd/>
            <a:tailEnd/>
          </a:ln>
        </p:spPr>
        <p:txBody>
          <a:bodyPr/>
          <a:p>
            <a:endParaRPr lang="fr-MA"/>
          </a:p>
        </p:txBody>
      </p:sp>
      <p:sp>
        <p:nvSpPr>
          <p:cNvPr id="1048624" name="Line 23"/>
          <p:cNvSpPr>
            <a:spLocks noChangeShapeType="1"/>
          </p:cNvSpPr>
          <p:nvPr/>
        </p:nvSpPr>
        <p:spPr bwMode="auto">
          <a:xfrm>
            <a:off x="4649026" y="6376449"/>
            <a:ext cx="611163" cy="0"/>
          </a:xfrm>
          <a:prstGeom prst="line"/>
          <a:noFill/>
          <a:ln w="28575">
            <a:solidFill>
              <a:schemeClr val="tx1"/>
            </a:solidFill>
            <a:round/>
            <a:headEnd/>
            <a:tailEnd type="triangle" w="med" len="med"/>
          </a:ln>
        </p:spPr>
        <p:txBody>
          <a:bodyPr/>
          <a:p>
            <a:endParaRPr lang="fr-MA"/>
          </a:p>
        </p:txBody>
      </p:sp>
      <p:sp>
        <p:nvSpPr>
          <p:cNvPr id="1048625" name="Forme libre 32"/>
          <p:cNvSpPr/>
          <p:nvPr/>
        </p:nvSpPr>
        <p:spPr>
          <a:xfrm rot="10997004" flipV="1">
            <a:off x="2182587" y="6033153"/>
            <a:ext cx="1458174" cy="361346"/>
          </a:xfrm>
          <a:custGeom>
            <a:avLst/>
            <a:gdLst>
              <a:gd name="connsiteX0" fmla="*/ 0 w 1458174"/>
              <a:gd name="connsiteY0" fmla="*/ 154909 h 204221"/>
              <a:gd name="connsiteX1" fmla="*/ 669701 w 1458174"/>
              <a:gd name="connsiteY1" fmla="*/ 362 h 204221"/>
              <a:gd name="connsiteX2" fmla="*/ 1403797 w 1458174"/>
              <a:gd name="connsiteY2" fmla="*/ 193545 h 204221"/>
              <a:gd name="connsiteX3" fmla="*/ 1403797 w 1458174"/>
              <a:gd name="connsiteY3" fmla="*/ 180666 h 204221"/>
              <a:gd name="connsiteX4" fmla="*/ 1403797 w 1458174"/>
              <a:gd name="connsiteY4" fmla="*/ 193545 h 2042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8174" h="204221">
                <a:moveTo>
                  <a:pt x="0" y="154909"/>
                </a:moveTo>
                <a:cubicBezTo>
                  <a:pt x="217867" y="74416"/>
                  <a:pt x="435735" y="-6077"/>
                  <a:pt x="669701" y="362"/>
                </a:cubicBezTo>
                <a:cubicBezTo>
                  <a:pt x="903667" y="6801"/>
                  <a:pt x="1281448" y="163494"/>
                  <a:pt x="1403797" y="193545"/>
                </a:cubicBezTo>
                <a:cubicBezTo>
                  <a:pt x="1526146" y="223596"/>
                  <a:pt x="1403797" y="180666"/>
                  <a:pt x="1403797" y="180666"/>
                </a:cubicBezTo>
                <a:lnTo>
                  <a:pt x="1403797" y="193545"/>
                </a:lnTo>
              </a:path>
            </a:pathLst>
          </a:custGeom>
          <a:noFill/>
          <a:ln w="38100">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fr-MA"/>
          </a:p>
        </p:txBody>
      </p:sp>
      <p:pic>
        <p:nvPicPr>
          <p:cNvPr id="2097153" name="Image 2"/>
          <p:cNvPicPr>
            <a:picLocks noChangeAspect="1"/>
          </p:cNvPicPr>
          <p:nvPr/>
        </p:nvPicPr>
        <p:blipFill>
          <a:blip xmlns:r="http://schemas.openxmlformats.org/officeDocument/2006/relationships" r:embed="rId2"/>
          <a:stretch>
            <a:fillRect/>
          </a:stretch>
        </p:blipFill>
        <p:spPr>
          <a:xfrm>
            <a:off x="9641793" y="3833838"/>
            <a:ext cx="2137669" cy="617103"/>
          </a:xfrm>
          <a:prstGeom prst="rect"/>
        </p:spPr>
      </p:pic>
      <p:sp>
        <p:nvSpPr>
          <p:cNvPr id="1048626" name="Espace réservé de la date 6"/>
          <p:cNvSpPr>
            <a:spLocks noGrp="1"/>
          </p:cNvSpPr>
          <p:nvPr>
            <p:ph type="dt" sz="half" idx="10"/>
          </p:nvPr>
        </p:nvSpPr>
        <p:spPr>
          <a:xfrm>
            <a:off x="81706" y="6472403"/>
            <a:ext cx="2743200" cy="365125"/>
          </a:xfrm>
        </p:spPr>
        <p:txBody>
          <a:bodyPr/>
          <a:p>
            <a:fld id="{C821A565-F5A9-4A66-B18D-1C07B5463CCB}" type="datetime1">
              <a:rPr lang="fr-MA" smtClean="0"/>
              <a:t>2/26/2026</a:t>
            </a:fld>
            <a:endParaRPr dirty="0" lang="fr-MA"/>
          </a:p>
        </p:txBody>
      </p:sp>
      <p:sp>
        <p:nvSpPr>
          <p:cNvPr id="1048627" name="Espace réservé du pied de page 33"/>
          <p:cNvSpPr>
            <a:spLocks noGrp="1"/>
          </p:cNvSpPr>
          <p:nvPr>
            <p:ph type="ftr" sz="quarter" idx="11"/>
          </p:nvPr>
        </p:nvSpPr>
        <p:spPr/>
        <p:txBody>
          <a:bodyPr/>
          <a:p>
            <a:r>
              <a:rPr lang="fr-MA"/>
              <a:t>Azagrouze</a:t>
            </a:r>
          </a:p>
        </p:txBody>
      </p:sp>
      <p:sp>
        <p:nvSpPr>
          <p:cNvPr id="1048628" name="Espace réservé du numéro de diapositive 34"/>
          <p:cNvSpPr>
            <a:spLocks noGrp="1"/>
          </p:cNvSpPr>
          <p:nvPr>
            <p:ph type="sldNum" sz="quarter" idx="12"/>
          </p:nvPr>
        </p:nvSpPr>
        <p:spPr/>
        <p:txBody>
          <a:bodyPr/>
          <a:p>
            <a:fld id="{FF4E3B11-ADB7-4E0C-98DE-03B52B014AC4}" type="slidenum">
              <a:rPr lang="fr-MA" smtClean="0"/>
              <a:t>2</a:t>
            </a:fld>
            <a:endParaRPr lang="fr-MA"/>
          </a:p>
        </p:txBody>
      </p:sp>
      <mc:AlternateContent xmlns:mc="http://schemas.openxmlformats.org/markup-compatibility/2006">
        <mc:Choice xmlns:p14="http://schemas.microsoft.com/office/powerpoint/2010/main" Requires="p14">
          <p:contentPart p14:bwMode="auto" r:id="rId3">
            <p14:nvContentPartPr>
              <p14:cNvPr id="1048903" name=""/>
              <p14:cNvContentPartPr/>
              <p14:nvPr/>
            </p14:nvContentPartPr>
            <p14:xfrm>
              <a:off x="8887631" y="1606924"/>
              <a:ext cx="50664" cy="472336"/>
            </p14:xfrm>
          </p:contentPart>
        </mc:Choice>
        <mc:Fallback>
          <p:sp>
            <p:nvSpPr>
              <p:cNvPr id="1048903" name=""/>
              <p:cNvSpPr/>
              <p:nvPr/>
            </p:nvSpPr>
            <p:spPr>
              <a:xfrm>
                <a:off x="8887631" y="1606924"/>
                <a:ext cx="50664" cy="472336"/>
              </a:xfrm>
            </p:spPr>
          </p:sp>
        </mc:Fallback>
      </mc:AlternateContent>
      <mc:AlternateContent xmlns:mc="http://schemas.openxmlformats.org/markup-compatibility/2006">
        <mc:Choice xmlns:p14="http://schemas.microsoft.com/office/powerpoint/2010/main" Requires="p14">
          <p:contentPart p14:bwMode="auto" r:id="rId4">
            <p14:nvContentPartPr>
              <p14:cNvPr id="1048904" name=""/>
              <p14:cNvContentPartPr/>
              <p14:nvPr/>
            </p14:nvContentPartPr>
            <p14:xfrm>
              <a:off x="8935276" y="1602693"/>
              <a:ext cx="1921177" cy="458877"/>
            </p14:xfrm>
          </p:contentPart>
        </mc:Choice>
        <mc:Fallback>
          <p:sp>
            <p:nvSpPr>
              <p:cNvPr id="1048904" name=""/>
              <p:cNvSpPr/>
              <p:nvPr/>
            </p:nvSpPr>
            <p:spPr>
              <a:xfrm>
                <a:off x="8935276" y="1602693"/>
                <a:ext cx="1921177" cy="458877"/>
              </a:xfrm>
            </p:spPr>
          </p:sp>
        </mc:Fallback>
      </mc:AlternateContent>
      <mc:AlternateContent xmlns:mc="http://schemas.openxmlformats.org/markup-compatibility/2006">
        <mc:Choice xmlns:p14="http://schemas.microsoft.com/office/powerpoint/2010/main" Requires="p14">
          <p:contentPart p14:bwMode="auto" r:id="rId5">
            <p14:nvContentPartPr>
              <p14:cNvPr id="1048905" name=""/>
              <p14:cNvContentPartPr/>
              <p14:nvPr/>
            </p14:nvContentPartPr>
            <p14:xfrm>
              <a:off x="1087214" y="1961287"/>
              <a:ext cx="1436212" cy="532300"/>
            </p14:xfrm>
          </p:contentPart>
        </mc:Choice>
        <mc:Fallback>
          <p:sp>
            <p:nvSpPr>
              <p:cNvPr id="1048905" name=""/>
              <p:cNvSpPr/>
              <p:nvPr/>
            </p:nvSpPr>
            <p:spPr>
              <a:xfrm>
                <a:off x="1087214" y="1961287"/>
                <a:ext cx="1436212" cy="532300"/>
              </a:xfrm>
            </p:spPr>
          </p:sp>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62" name=""/>
        <p:cNvGrpSpPr/>
        <p:nvPr/>
      </p:nvGrpSpPr>
      <p:grpSpPr>
        <a:xfrm>
          <a:off x="0" y="0"/>
          <a:ext cx="0" cy="0"/>
          <a:chOff x="0" y="0"/>
          <a:chExt cx="0" cy="0"/>
        </a:xfrm>
      </p:grpSpPr>
      <p:sp>
        <p:nvSpPr>
          <p:cNvPr id="1048685" name="Date Placeholder 1049090"/>
          <p:cNvSpPr>
            <a:spLocks noGrp="1"/>
          </p:cNvSpPr>
          <p:nvPr>
            <p:ph type="dt" sz="half" idx="10"/>
          </p:nvPr>
        </p:nvSpPr>
        <p:spPr/>
        <p:txBody>
          <a:bodyPr/>
          <a:p>
            <a:fld id="{AF63D5A4-9645-46DC-A3D4-D6D5FC8DBE9A}" type="datetime1">
              <a:rPr lang="fr-MA" smtClean="0"/>
              <a:t>2/26/2026</a:t>
            </a:fld>
            <a:endParaRPr lang="fr-MA"/>
          </a:p>
        </p:txBody>
      </p:sp>
      <p:sp>
        <p:nvSpPr>
          <p:cNvPr id="1048686" name="Footer Placeholder 1049091"/>
          <p:cNvSpPr>
            <a:spLocks noGrp="1"/>
          </p:cNvSpPr>
          <p:nvPr>
            <p:ph type="ftr" sz="quarter" idx="11"/>
          </p:nvPr>
        </p:nvSpPr>
        <p:spPr/>
        <p:txBody>
          <a:bodyPr/>
          <a:p>
            <a:r>
              <a:rPr lang="fr-MA"/>
              <a:t>Azagrouze</a:t>
            </a:r>
          </a:p>
        </p:txBody>
      </p:sp>
      <p:sp>
        <p:nvSpPr>
          <p:cNvPr id="1048687" name="Slide Number Placeholder 1049092"/>
          <p:cNvSpPr>
            <a:spLocks noGrp="1"/>
          </p:cNvSpPr>
          <p:nvPr>
            <p:ph type="sldNum" sz="quarter" idx="12"/>
          </p:nvPr>
        </p:nvSpPr>
        <p:spPr/>
        <p:txBody>
          <a:bodyPr/>
          <a:p>
            <a:fld id="{FF4E3B11-ADB7-4E0C-98DE-03B52B014AC4}" type="slidenum">
              <a:rPr lang="fr-MA" smtClean="0"/>
              <a:t>3</a:t>
            </a:fld>
            <a:endParaRPr lang="fr-MA"/>
          </a:p>
        </p:txBody>
      </p:sp>
      <mc:AlternateContent xmlns:mc="http://schemas.openxmlformats.org/markup-compatibility/2006">
        <mc:Choice xmlns:p14="http://schemas.microsoft.com/office/powerpoint/2010/main" Requires="p14">
          <p:contentPart p14:bwMode="auto" r:id="rId1">
            <p14:nvContentPartPr>
              <p14:cNvPr id="1048912" name=""/>
              <p14:cNvContentPartPr/>
              <p14:nvPr/>
            </p14:nvContentPartPr>
            <p14:xfrm>
              <a:off x="899859" y="647233"/>
              <a:ext cx="118856" cy="463085"/>
            </p14:xfrm>
          </p:contentPart>
        </mc:Choice>
        <mc:Fallback>
          <p:sp>
            <p:nvSpPr>
              <p:cNvPr id="1048912" name=""/>
              <p:cNvSpPr/>
              <p:nvPr/>
            </p:nvSpPr>
            <p:spPr>
              <a:xfrm>
                <a:off x="899859" y="647233"/>
                <a:ext cx="118856" cy="463085"/>
              </a:xfrm>
            </p:spPr>
          </p:sp>
        </mc:Fallback>
      </mc:AlternateContent>
      <mc:AlternateContent xmlns:mc="http://schemas.openxmlformats.org/markup-compatibility/2006">
        <mc:Choice xmlns:p14="http://schemas.microsoft.com/office/powerpoint/2010/main" Requires="p14">
          <p:contentPart p14:bwMode="auto" r:id="rId2">
            <p14:nvContentPartPr>
              <p14:cNvPr id="1048913" name=""/>
              <p14:cNvContentPartPr/>
              <p14:nvPr/>
            </p14:nvContentPartPr>
            <p14:xfrm>
              <a:off x="997536" y="683471"/>
              <a:ext cx="89470" cy="409189"/>
            </p14:xfrm>
          </p:contentPart>
        </mc:Choice>
        <mc:Fallback>
          <p:sp>
            <p:nvSpPr>
              <p:cNvPr id="1048913" name=""/>
              <p:cNvSpPr/>
              <p:nvPr/>
            </p:nvSpPr>
            <p:spPr>
              <a:xfrm>
                <a:off x="997536" y="683471"/>
                <a:ext cx="89470" cy="409189"/>
              </a:xfrm>
            </p:spPr>
          </p:sp>
        </mc:Fallback>
      </mc:AlternateContent>
      <mc:AlternateContent xmlns:mc="http://schemas.openxmlformats.org/markup-compatibility/2006">
        <mc:Choice xmlns:p14="http://schemas.microsoft.com/office/powerpoint/2010/main" Requires="p14">
          <p:contentPart p14:bwMode="auto" r:id="rId3">
            <p14:nvContentPartPr>
              <p14:cNvPr id="1048914" name=""/>
              <p14:cNvContentPartPr/>
              <p14:nvPr/>
            </p14:nvContentPartPr>
            <p14:xfrm>
              <a:off x="918553" y="907843"/>
              <a:ext cx="121783" cy="21841"/>
            </p14:xfrm>
          </p:contentPart>
        </mc:Choice>
        <mc:Fallback>
          <p:sp>
            <p:nvSpPr>
              <p:cNvPr id="1048914" name=""/>
              <p:cNvSpPr/>
              <p:nvPr/>
            </p:nvSpPr>
            <p:spPr>
              <a:xfrm>
                <a:off x="918553" y="907843"/>
                <a:ext cx="121783" cy="21841"/>
              </a:xfrm>
            </p:spPr>
          </p:sp>
        </mc:Fallback>
      </mc:AlternateContent>
      <mc:AlternateContent xmlns:mc="http://schemas.openxmlformats.org/markup-compatibility/2006">
        <mc:Choice xmlns:p14="http://schemas.microsoft.com/office/powerpoint/2010/main" Requires="p14">
          <p:contentPart p14:bwMode="auto" r:id="rId4">
            <p14:nvContentPartPr>
              <p14:cNvPr id="1048915" name=""/>
              <p14:cNvContentPartPr/>
              <p14:nvPr/>
            </p14:nvContentPartPr>
            <p14:xfrm>
              <a:off x="1280537" y="640284"/>
              <a:ext cx="24546" cy="502663"/>
            </p14:xfrm>
          </p:contentPart>
        </mc:Choice>
        <mc:Fallback>
          <p:sp>
            <p:nvSpPr>
              <p:cNvPr id="1048915" name=""/>
              <p:cNvSpPr/>
              <p:nvPr/>
            </p:nvSpPr>
            <p:spPr>
              <a:xfrm>
                <a:off x="1280537" y="640284"/>
                <a:ext cx="24546" cy="502663"/>
              </a:xfrm>
            </p:spPr>
          </p:sp>
        </mc:Fallback>
      </mc:AlternateContent>
      <mc:AlternateContent xmlns:mc="http://schemas.openxmlformats.org/markup-compatibility/2006">
        <mc:Choice xmlns:p14="http://schemas.microsoft.com/office/powerpoint/2010/main" Requires="p14">
          <p:contentPart p14:bwMode="auto" r:id="rId5">
            <p14:nvContentPartPr>
              <p14:cNvPr id="1048916" name=""/>
              <p14:cNvContentPartPr/>
              <p14:nvPr/>
            </p14:nvContentPartPr>
            <p14:xfrm>
              <a:off x="1264150" y="618809"/>
              <a:ext cx="571559" cy="548564"/>
            </p14:xfrm>
          </p:contentPart>
        </mc:Choice>
        <mc:Fallback>
          <p:sp>
            <p:nvSpPr>
              <p:cNvPr id="1048916" name=""/>
              <p:cNvSpPr/>
              <p:nvPr/>
            </p:nvSpPr>
            <p:spPr>
              <a:xfrm>
                <a:off x="1264150" y="618809"/>
                <a:ext cx="571559" cy="548564"/>
              </a:xfrm>
            </p:spPr>
          </p:sp>
        </mc:Fallback>
      </mc:AlternateContent>
      <mc:AlternateContent xmlns:mc="http://schemas.openxmlformats.org/markup-compatibility/2006">
        <mc:Choice xmlns:p14="http://schemas.microsoft.com/office/powerpoint/2010/main" Requires="p14">
          <p:contentPart p14:bwMode="auto" r:id="rId6">
            <p14:nvContentPartPr>
              <p14:cNvPr id="1048917" name=""/>
              <p14:cNvContentPartPr/>
              <p14:nvPr/>
            </p14:nvContentPartPr>
            <p14:xfrm>
              <a:off x="1432764" y="753643"/>
              <a:ext cx="118975" cy="349781"/>
            </p14:xfrm>
          </p:contentPart>
        </mc:Choice>
        <mc:Fallback>
          <p:sp>
            <p:nvSpPr>
              <p:cNvPr id="1048917" name=""/>
              <p:cNvSpPr/>
              <p:nvPr/>
            </p:nvSpPr>
            <p:spPr>
              <a:xfrm>
                <a:off x="1432764" y="753643"/>
                <a:ext cx="118975" cy="349781"/>
              </a:xfrm>
            </p:spPr>
          </p:sp>
        </mc:Fallback>
      </mc:AlternateContent>
      <mc:AlternateContent xmlns:mc="http://schemas.openxmlformats.org/markup-compatibility/2006">
        <mc:Choice xmlns:p14="http://schemas.microsoft.com/office/powerpoint/2010/main" Requires="p14">
          <p:contentPart p14:bwMode="auto" r:id="rId7">
            <p14:nvContentPartPr>
              <p14:cNvPr id="1048918" name=""/>
              <p14:cNvContentPartPr/>
              <p14:nvPr/>
            </p14:nvContentPartPr>
            <p14:xfrm>
              <a:off x="910027" y="726906"/>
              <a:ext cx="80449" cy="346927"/>
            </p14:xfrm>
          </p:contentPart>
        </mc:Choice>
        <mc:Fallback>
          <p:sp>
            <p:nvSpPr>
              <p:cNvPr id="1048918" name=""/>
              <p:cNvSpPr/>
              <p:nvPr/>
            </p:nvSpPr>
            <p:spPr>
              <a:xfrm>
                <a:off x="910027" y="726906"/>
                <a:ext cx="80449" cy="346927"/>
              </a:xfrm>
            </p:spPr>
          </p:sp>
        </mc:Fallback>
      </mc:AlternateContent>
      <mc:AlternateContent xmlns:mc="http://schemas.openxmlformats.org/markup-compatibility/2006">
        <mc:Choice xmlns:p14="http://schemas.microsoft.com/office/powerpoint/2010/main" Requires="p14">
          <p:contentPart p14:bwMode="auto" r:id="rId8">
            <p14:nvContentPartPr>
              <p14:cNvPr id="1048919" name=""/>
              <p14:cNvContentPartPr/>
              <p14:nvPr/>
            </p14:nvContentPartPr>
            <p14:xfrm>
              <a:off x="917421" y="791423"/>
              <a:ext cx="39119" cy="218661"/>
            </p14:xfrm>
          </p:contentPart>
        </mc:Choice>
        <mc:Fallback>
          <p:sp>
            <p:nvSpPr>
              <p:cNvPr id="1048919" name=""/>
              <p:cNvSpPr/>
              <p:nvPr/>
            </p:nvSpPr>
            <p:spPr>
              <a:xfrm>
                <a:off x="917421" y="791423"/>
                <a:ext cx="39119" cy="218661"/>
              </a:xfrm>
            </p:spPr>
          </p:sp>
        </mc:Fallback>
      </mc:AlternateContent>
      <mc:AlternateContent xmlns:mc="http://schemas.openxmlformats.org/markup-compatibility/2006">
        <mc:Choice xmlns:p14="http://schemas.microsoft.com/office/powerpoint/2010/main" Requires="p14">
          <p:contentPart p14:bwMode="auto" r:id="rId9">
            <p14:nvContentPartPr>
              <p14:cNvPr id="1048920" name=""/>
              <p14:cNvContentPartPr/>
              <p14:nvPr/>
            </p14:nvContentPartPr>
            <p14:xfrm>
              <a:off x="897540" y="755945"/>
              <a:ext cx="64254" cy="260336"/>
            </p14:xfrm>
          </p:contentPart>
        </mc:Choice>
        <mc:Fallback>
          <p:sp>
            <p:nvSpPr>
              <p:cNvPr id="1048920" name=""/>
              <p:cNvSpPr/>
              <p:nvPr/>
            </p:nvSpPr>
            <p:spPr>
              <a:xfrm>
                <a:off x="897540" y="755945"/>
                <a:ext cx="64254" cy="260336"/>
              </a:xfrm>
            </p:spPr>
          </p:sp>
        </mc:Fallback>
      </mc:AlternateContent>
      <mc:AlternateContent xmlns:mc="http://schemas.openxmlformats.org/markup-compatibility/2006">
        <mc:Choice xmlns:p14="http://schemas.microsoft.com/office/powerpoint/2010/main" Requires="p14">
          <p:contentPart p14:bwMode="auto" r:id="rId10">
            <p14:nvContentPartPr>
              <p14:cNvPr id="1048921" name=""/>
              <p14:cNvContentPartPr/>
              <p14:nvPr/>
            </p14:nvContentPartPr>
            <p14:xfrm>
              <a:off x="857125" y="737572"/>
              <a:ext cx="113086" cy="256304"/>
            </p14:xfrm>
          </p:contentPart>
        </mc:Choice>
        <mc:Fallback>
          <p:sp>
            <p:nvSpPr>
              <p:cNvPr id="1048921" name=""/>
              <p:cNvSpPr/>
              <p:nvPr/>
            </p:nvSpPr>
            <p:spPr>
              <a:xfrm>
                <a:off x="857125" y="737572"/>
                <a:ext cx="113086" cy="256304"/>
              </a:xfrm>
            </p:spPr>
          </p:sp>
        </mc:Fallback>
      </mc:AlternateContent>
      <mc:AlternateContent xmlns:mc="http://schemas.openxmlformats.org/markup-compatibility/2006">
        <mc:Choice xmlns:p14="http://schemas.microsoft.com/office/powerpoint/2010/main" Requires="p14">
          <p:contentPart p14:bwMode="auto" r:id="rId11">
            <p14:nvContentPartPr>
              <p14:cNvPr id="1048922" name=""/>
              <p14:cNvContentPartPr/>
              <p14:nvPr/>
            </p14:nvContentPartPr>
            <p14:xfrm>
              <a:off x="873051" y="719956"/>
              <a:ext cx="102863" cy="234781"/>
            </p14:xfrm>
          </p:contentPart>
        </mc:Choice>
        <mc:Fallback>
          <p:sp>
            <p:nvSpPr>
              <p:cNvPr id="1048922" name=""/>
              <p:cNvSpPr/>
              <p:nvPr/>
            </p:nvSpPr>
            <p:spPr>
              <a:xfrm>
                <a:off x="873051" y="719956"/>
                <a:ext cx="102863" cy="234781"/>
              </a:xfrm>
            </p:spPr>
          </p:sp>
        </mc:Fallback>
      </mc:AlternateContent>
      <mc:AlternateContent xmlns:mc="http://schemas.openxmlformats.org/markup-compatibility/2006">
        <mc:Choice xmlns:p14="http://schemas.microsoft.com/office/powerpoint/2010/main" Requires="p14">
          <p:contentPart p14:bwMode="auto" r:id="rId12">
            <p14:nvContentPartPr>
              <p14:cNvPr id="1048923" name=""/>
              <p14:cNvContentPartPr/>
              <p14:nvPr/>
            </p14:nvContentPartPr>
            <p14:xfrm>
              <a:off x="3010571" y="618194"/>
              <a:ext cx="623473" cy="494191"/>
            </p14:xfrm>
          </p:contentPart>
        </mc:Choice>
        <mc:Fallback>
          <p:sp>
            <p:nvSpPr>
              <p:cNvPr id="1048923" name=""/>
              <p:cNvSpPr/>
              <p:nvPr/>
            </p:nvSpPr>
            <p:spPr>
              <a:xfrm>
                <a:off x="3010571" y="618194"/>
                <a:ext cx="623473" cy="494191"/>
              </a:xfrm>
            </p:spPr>
          </p:sp>
        </mc:Fallback>
      </mc:AlternateContent>
      <mc:AlternateContent xmlns:mc="http://schemas.openxmlformats.org/markup-compatibility/2006">
        <mc:Choice xmlns:p14="http://schemas.microsoft.com/office/powerpoint/2010/main" Requires="p14">
          <p:contentPart p14:bwMode="auto" r:id="rId13">
            <p14:nvContentPartPr>
              <p14:cNvPr id="1048924" name=""/>
              <p14:cNvContentPartPr/>
              <p14:nvPr/>
            </p14:nvContentPartPr>
            <p14:xfrm>
              <a:off x="3270896" y="799628"/>
              <a:ext cx="65236" cy="292148"/>
            </p14:xfrm>
          </p:contentPart>
        </mc:Choice>
        <mc:Fallback>
          <p:sp>
            <p:nvSpPr>
              <p:cNvPr id="1048924" name=""/>
              <p:cNvSpPr/>
              <p:nvPr/>
            </p:nvSpPr>
            <p:spPr>
              <a:xfrm>
                <a:off x="3270896" y="799628"/>
                <a:ext cx="65236" cy="292148"/>
              </a:xfrm>
            </p:spPr>
          </p:sp>
        </mc:Fallback>
      </mc:AlternateContent>
      <mc:AlternateContent xmlns:mc="http://schemas.openxmlformats.org/markup-compatibility/2006">
        <mc:Choice xmlns:p14="http://schemas.microsoft.com/office/powerpoint/2010/main" Requires="p14">
          <p:contentPart p14:bwMode="auto" r:id="rId14">
            <p14:nvContentPartPr>
              <p14:cNvPr id="1048925" name=""/>
              <p14:cNvContentPartPr/>
              <p14:nvPr/>
            </p14:nvContentPartPr>
            <p14:xfrm>
              <a:off x="3293332" y="763143"/>
              <a:ext cx="98725" cy="48779"/>
            </p14:xfrm>
          </p:contentPart>
        </mc:Choice>
        <mc:Fallback>
          <p:sp>
            <p:nvSpPr>
              <p:cNvPr id="1048925" name=""/>
              <p:cNvSpPr/>
              <p:nvPr/>
            </p:nvSpPr>
            <p:spPr>
              <a:xfrm>
                <a:off x="3293332" y="763143"/>
                <a:ext cx="98725" cy="48779"/>
              </a:xfrm>
            </p:spPr>
          </p:sp>
        </mc:Fallback>
      </mc:AlternateContent>
      <mc:AlternateContent xmlns:mc="http://schemas.openxmlformats.org/markup-compatibility/2006">
        <mc:Choice xmlns:p14="http://schemas.microsoft.com/office/powerpoint/2010/main" Requires="p14">
          <p:contentPart p14:bwMode="auto" r:id="rId15">
            <p14:nvContentPartPr>
              <p14:cNvPr id="1048926" name=""/>
              <p14:cNvContentPartPr/>
              <p14:nvPr/>
            </p14:nvContentPartPr>
            <p14:xfrm>
              <a:off x="3196757" y="770341"/>
              <a:ext cx="103634" cy="141733"/>
            </p14:xfrm>
          </p:contentPart>
        </mc:Choice>
        <mc:Fallback>
          <p:sp>
            <p:nvSpPr>
              <p:cNvPr id="1048926" name=""/>
              <p:cNvSpPr/>
              <p:nvPr/>
            </p:nvSpPr>
            <p:spPr>
              <a:xfrm>
                <a:off x="3196757" y="770341"/>
                <a:ext cx="103634" cy="141733"/>
              </a:xfrm>
            </p:spPr>
          </p:sp>
        </mc:Fallback>
      </mc:AlternateContent>
      <mc:AlternateContent xmlns:mc="http://schemas.openxmlformats.org/markup-compatibility/2006">
        <mc:Choice xmlns:p14="http://schemas.microsoft.com/office/powerpoint/2010/main" Requires="p14">
          <p:contentPart p14:bwMode="auto" r:id="rId16">
            <p14:nvContentPartPr>
              <p14:cNvPr id="1048927" name=""/>
              <p14:cNvContentPartPr/>
              <p14:nvPr/>
            </p14:nvContentPartPr>
            <p14:xfrm>
              <a:off x="3737035" y="817499"/>
              <a:ext cx="69464" cy="208139"/>
            </p14:xfrm>
          </p:contentPart>
        </mc:Choice>
        <mc:Fallback>
          <p:sp>
            <p:nvSpPr>
              <p:cNvPr id="1048927" name=""/>
              <p:cNvSpPr/>
              <p:nvPr/>
            </p:nvSpPr>
            <p:spPr>
              <a:xfrm>
                <a:off x="3737035" y="817499"/>
                <a:ext cx="69464" cy="208139"/>
              </a:xfrm>
            </p:spPr>
          </p:sp>
        </mc:Fallback>
      </mc:AlternateContent>
      <mc:AlternateContent xmlns:mc="http://schemas.openxmlformats.org/markup-compatibility/2006">
        <mc:Choice xmlns:p14="http://schemas.microsoft.com/office/powerpoint/2010/main" Requires="p14">
          <p:contentPart p14:bwMode="auto" r:id="rId17">
            <p14:nvContentPartPr>
              <p14:cNvPr id="1048928" name=""/>
              <p14:cNvContentPartPr/>
              <p14:nvPr/>
            </p14:nvContentPartPr>
            <p14:xfrm>
              <a:off x="3716770" y="715346"/>
              <a:ext cx="213121" cy="335904"/>
            </p14:xfrm>
          </p:contentPart>
        </mc:Choice>
        <mc:Fallback>
          <p:sp>
            <p:nvSpPr>
              <p:cNvPr id="1048928" name=""/>
              <p:cNvSpPr/>
              <p:nvPr/>
            </p:nvSpPr>
            <p:spPr>
              <a:xfrm>
                <a:off x="3716770" y="715346"/>
                <a:ext cx="213121" cy="335904"/>
              </a:xfrm>
            </p:spPr>
          </p:sp>
        </mc:Fallback>
      </mc:AlternateContent>
      <mc:AlternateContent xmlns:mc="http://schemas.openxmlformats.org/markup-compatibility/2006">
        <mc:Choice xmlns:p14="http://schemas.microsoft.com/office/powerpoint/2010/main" Requires="p14">
          <p:contentPart p14:bwMode="auto" r:id="rId18">
            <p14:nvContentPartPr>
              <p14:cNvPr id="1048929" name=""/>
              <p14:cNvContentPartPr/>
              <p14:nvPr/>
            </p14:nvContentPartPr>
            <p14:xfrm>
              <a:off x="1430301" y="770265"/>
              <a:ext cx="126465" cy="98950"/>
            </p14:xfrm>
          </p:contentPart>
        </mc:Choice>
        <mc:Fallback>
          <p:sp>
            <p:nvSpPr>
              <p:cNvPr id="1048929" name=""/>
              <p:cNvSpPr/>
              <p:nvPr/>
            </p:nvSpPr>
            <p:spPr>
              <a:xfrm>
                <a:off x="1430301" y="770265"/>
                <a:ext cx="126465" cy="98950"/>
              </a:xfrm>
            </p:spPr>
          </p:sp>
        </mc:Fallback>
      </mc:AlternateContent>
      <mc:AlternateContent xmlns:mc="http://schemas.openxmlformats.org/markup-compatibility/2006">
        <mc:Choice xmlns:p14="http://schemas.microsoft.com/office/powerpoint/2010/main" Requires="p14">
          <p:contentPart p14:bwMode="auto" r:id="rId19">
            <p14:nvContentPartPr>
              <p14:cNvPr id="1048930" name=""/>
              <p14:cNvContentPartPr/>
              <p14:nvPr/>
            </p14:nvContentPartPr>
            <p14:xfrm>
              <a:off x="1004596" y="976946"/>
              <a:ext cx="0" cy="32410"/>
            </p14:xfrm>
          </p:contentPart>
        </mc:Choice>
        <mc:Fallback>
          <p:sp>
            <p:nvSpPr>
              <p:cNvPr id="1048930" name=""/>
              <p:cNvSpPr/>
              <p:nvPr/>
            </p:nvSpPr>
            <p:spPr>
              <a:xfrm>
                <a:off x="1004596" y="976946"/>
                <a:ext cx="0" cy="32410"/>
              </a:xfrm>
            </p:spPr>
          </p:sp>
        </mc:Fallback>
      </mc:AlternateContent>
      <mc:AlternateContent xmlns:mc="http://schemas.openxmlformats.org/markup-compatibility/2006">
        <mc:Choice xmlns:p14="http://schemas.microsoft.com/office/powerpoint/2010/main" Requires="p14">
          <p:contentPart p14:bwMode="auto" r:id="rId20">
            <p14:nvContentPartPr>
              <p14:cNvPr id="1048931" name=""/>
              <p14:cNvContentPartPr/>
              <p14:nvPr/>
            </p14:nvContentPartPr>
            <p14:xfrm>
              <a:off x="3217824" y="770341"/>
              <a:ext cx="46826" cy="79234"/>
            </p14:xfrm>
          </p:contentPart>
        </mc:Choice>
        <mc:Fallback>
          <p:sp>
            <p:nvSpPr>
              <p:cNvPr id="1048931" name=""/>
              <p:cNvSpPr/>
              <p:nvPr/>
            </p:nvSpPr>
            <p:spPr>
              <a:xfrm>
                <a:off x="3217824" y="770341"/>
                <a:ext cx="46826" cy="79234"/>
              </a:xfrm>
            </p:spPr>
          </p:sp>
        </mc:Fallback>
      </mc:AlternateContent>
      <mc:AlternateContent xmlns:mc="http://schemas.openxmlformats.org/markup-compatibility/2006">
        <mc:Choice xmlns:p14="http://schemas.microsoft.com/office/powerpoint/2010/main" Requires="p14">
          <p:contentPart p14:bwMode="auto" r:id="rId21">
            <p14:nvContentPartPr>
              <p14:cNvPr id="1048932" name=""/>
              <p14:cNvContentPartPr/>
              <p14:nvPr/>
            </p14:nvContentPartPr>
            <p14:xfrm>
              <a:off x="3271711" y="784736"/>
              <a:ext cx="78316" cy="58893"/>
            </p14:xfrm>
          </p:contentPart>
        </mc:Choice>
        <mc:Fallback>
          <p:sp>
            <p:nvSpPr>
              <p:cNvPr id="1048932" name=""/>
              <p:cNvSpPr/>
              <p:nvPr/>
            </p:nvSpPr>
            <p:spPr>
              <a:xfrm>
                <a:off x="3271711" y="784736"/>
                <a:ext cx="78316" cy="58893"/>
              </a:xfrm>
            </p:spPr>
          </p:sp>
        </mc:Fallback>
      </mc:AlternateContent>
      <mc:AlternateContent xmlns:mc="http://schemas.openxmlformats.org/markup-compatibility/2006">
        <mc:Choice xmlns:p14="http://schemas.microsoft.com/office/powerpoint/2010/main" Requires="p14">
          <p:contentPart p14:bwMode="auto" r:id="rId22">
            <p14:nvContentPartPr>
              <p14:cNvPr id="1048933" name=""/>
              <p14:cNvContentPartPr/>
              <p14:nvPr/>
            </p14:nvContentPartPr>
            <p14:xfrm>
              <a:off x="4079630" y="930211"/>
              <a:ext cx="806787" cy="23238"/>
            </p14:xfrm>
          </p:contentPart>
        </mc:Choice>
        <mc:Fallback>
          <p:sp>
            <p:nvSpPr>
              <p:cNvPr id="1048933" name=""/>
              <p:cNvSpPr/>
              <p:nvPr/>
            </p:nvSpPr>
            <p:spPr>
              <a:xfrm>
                <a:off x="4079630" y="930211"/>
                <a:ext cx="806787" cy="23238"/>
              </a:xfrm>
            </p:spPr>
          </p:sp>
        </mc:Fallback>
      </mc:AlternateContent>
      <mc:AlternateContent xmlns:mc="http://schemas.openxmlformats.org/markup-compatibility/2006">
        <mc:Choice xmlns:p14="http://schemas.microsoft.com/office/powerpoint/2010/main" Requires="p14">
          <p:contentPart p14:bwMode="auto" r:id="rId23">
            <p14:nvContentPartPr>
              <p14:cNvPr id="1048934" name=""/>
              <p14:cNvContentPartPr/>
              <p14:nvPr/>
            </p14:nvContentPartPr>
            <p14:xfrm>
              <a:off x="4773708" y="864160"/>
              <a:ext cx="225464" cy="218286"/>
            </p14:xfrm>
          </p:contentPart>
        </mc:Choice>
        <mc:Fallback>
          <p:sp>
            <p:nvSpPr>
              <p:cNvPr id="1048934" name=""/>
              <p:cNvSpPr/>
              <p:nvPr/>
            </p:nvSpPr>
            <p:spPr>
              <a:xfrm>
                <a:off x="4773708" y="864160"/>
                <a:ext cx="225464" cy="218286"/>
              </a:xfrm>
            </p:spPr>
          </p:sp>
        </mc:Fallback>
      </mc:AlternateContent>
      <mc:AlternateContent xmlns:mc="http://schemas.openxmlformats.org/markup-compatibility/2006">
        <mc:Choice xmlns:p14="http://schemas.microsoft.com/office/powerpoint/2010/main" Requires="p14">
          <p:contentPart p14:bwMode="auto" r:id="rId24">
            <p14:nvContentPartPr>
              <p14:cNvPr id="1048935" name=""/>
              <p14:cNvContentPartPr/>
              <p14:nvPr/>
            </p14:nvContentPartPr>
            <p14:xfrm>
              <a:off x="2515891" y="929685"/>
              <a:ext cx="26442" cy="270454"/>
            </p14:xfrm>
          </p:contentPart>
        </mc:Choice>
        <mc:Fallback>
          <p:sp>
            <p:nvSpPr>
              <p:cNvPr id="1048935" name=""/>
              <p:cNvSpPr/>
              <p:nvPr/>
            </p:nvSpPr>
            <p:spPr>
              <a:xfrm>
                <a:off x="2515891" y="929685"/>
                <a:ext cx="26442" cy="270454"/>
              </a:xfrm>
            </p:spPr>
          </p:sp>
        </mc:Fallback>
      </mc:AlternateContent>
      <mc:AlternateContent xmlns:mc="http://schemas.openxmlformats.org/markup-compatibility/2006">
        <mc:Choice xmlns:p14="http://schemas.microsoft.com/office/powerpoint/2010/main" Requires="p14">
          <p:contentPart p14:bwMode="auto" r:id="rId25">
            <p14:nvContentPartPr>
              <p14:cNvPr id="1048936" name=""/>
              <p14:cNvContentPartPr/>
              <p14:nvPr/>
            </p14:nvContentPartPr>
            <p14:xfrm>
              <a:off x="2413490" y="1078832"/>
              <a:ext cx="235270" cy="14217"/>
            </p14:xfrm>
          </p:contentPart>
        </mc:Choice>
        <mc:Fallback>
          <p:sp>
            <p:nvSpPr>
              <p:cNvPr id="1048936" name=""/>
              <p:cNvSpPr/>
              <p:nvPr/>
            </p:nvSpPr>
            <p:spPr>
              <a:xfrm>
                <a:off x="2413490" y="1078832"/>
                <a:ext cx="235270" cy="14217"/>
              </a:xfrm>
            </p:spPr>
          </p:sp>
        </mc:Fallback>
      </mc:AlternateContent>
      <mc:AlternateContent xmlns:mc="http://schemas.openxmlformats.org/markup-compatibility/2006">
        <mc:Choice xmlns:p14="http://schemas.microsoft.com/office/powerpoint/2010/main" Requires="p14">
          <p:contentPart p14:bwMode="auto" r:id="rId26">
            <p14:nvContentPartPr>
              <p14:cNvPr id="1048937" name=""/>
              <p14:cNvContentPartPr/>
              <p14:nvPr/>
            </p14:nvContentPartPr>
            <p14:xfrm>
              <a:off x="2342815" y="889048"/>
              <a:ext cx="420850" cy="458834"/>
            </p14:xfrm>
          </p:contentPart>
        </mc:Choice>
        <mc:Fallback>
          <p:sp>
            <p:nvSpPr>
              <p:cNvPr id="1048937" name=""/>
              <p:cNvSpPr/>
              <p:nvPr/>
            </p:nvSpPr>
            <p:spPr>
              <a:xfrm>
                <a:off x="2342815" y="889048"/>
                <a:ext cx="420850" cy="458834"/>
              </a:xfrm>
            </p:spPr>
          </p:sp>
        </mc:Fallback>
      </mc:AlternateContent>
      <mc:AlternateContent xmlns:mc="http://schemas.openxmlformats.org/markup-compatibility/2006">
        <mc:Choice xmlns:p14="http://schemas.microsoft.com/office/powerpoint/2010/main" Requires="p14">
          <p:contentPart p14:bwMode="auto" r:id="rId27">
            <p14:nvContentPartPr>
              <p14:cNvPr id="1048938" name=""/>
              <p14:cNvContentPartPr/>
              <p14:nvPr/>
            </p14:nvContentPartPr>
            <p14:xfrm>
              <a:off x="5206127" y="741241"/>
              <a:ext cx="213820" cy="324285"/>
            </p14:xfrm>
          </p:contentPart>
        </mc:Choice>
        <mc:Fallback>
          <p:sp>
            <p:nvSpPr>
              <p:cNvPr id="1048938" name=""/>
              <p:cNvSpPr/>
              <p:nvPr/>
            </p:nvSpPr>
            <p:spPr>
              <a:xfrm>
                <a:off x="5206127" y="741241"/>
                <a:ext cx="213820" cy="324285"/>
              </a:xfrm>
            </p:spPr>
          </p:sp>
        </mc:Fallback>
      </mc:AlternateContent>
      <mc:AlternateContent xmlns:mc="http://schemas.openxmlformats.org/markup-compatibility/2006">
        <mc:Choice xmlns:p14="http://schemas.microsoft.com/office/powerpoint/2010/main" Requires="p14">
          <p:contentPart p14:bwMode="auto" r:id="rId28">
            <p14:nvContentPartPr>
              <p14:cNvPr id="1048939" name=""/>
              <p14:cNvContentPartPr/>
              <p14:nvPr/>
            </p14:nvContentPartPr>
            <p14:xfrm>
              <a:off x="5245398" y="922284"/>
              <a:ext cx="107749" cy="7401"/>
            </p14:xfrm>
          </p:contentPart>
        </mc:Choice>
        <mc:Fallback>
          <p:sp>
            <p:nvSpPr>
              <p:cNvPr id="1048939" name=""/>
              <p:cNvSpPr/>
              <p:nvPr/>
            </p:nvSpPr>
            <p:spPr>
              <a:xfrm>
                <a:off x="5245398" y="922284"/>
                <a:ext cx="107749" cy="7401"/>
              </a:xfrm>
            </p:spPr>
          </p:sp>
        </mc:Fallback>
      </mc:AlternateContent>
      <mc:AlternateContent xmlns:mc="http://schemas.openxmlformats.org/markup-compatibility/2006">
        <mc:Choice xmlns:p14="http://schemas.microsoft.com/office/powerpoint/2010/main" Requires="p14">
          <p:contentPart p14:bwMode="auto" r:id="rId29">
            <p14:nvContentPartPr>
              <p14:cNvPr id="1048940" name=""/>
              <p14:cNvContentPartPr/>
              <p14:nvPr/>
            </p14:nvContentPartPr>
            <p14:xfrm>
              <a:off x="5488524" y="960485"/>
              <a:ext cx="578079" cy="13074"/>
            </p14:xfrm>
          </p:contentPart>
        </mc:Choice>
        <mc:Fallback>
          <p:sp>
            <p:nvSpPr>
              <p:cNvPr id="1048940" name=""/>
              <p:cNvSpPr/>
              <p:nvPr/>
            </p:nvSpPr>
            <p:spPr>
              <a:xfrm>
                <a:off x="5488524" y="960485"/>
                <a:ext cx="578079" cy="13074"/>
              </a:xfrm>
            </p:spPr>
          </p:sp>
        </mc:Fallback>
      </mc:AlternateContent>
      <mc:AlternateContent xmlns:mc="http://schemas.openxmlformats.org/markup-compatibility/2006">
        <mc:Choice xmlns:p14="http://schemas.microsoft.com/office/powerpoint/2010/main" Requires="p14">
          <p:contentPart p14:bwMode="auto" r:id="rId30">
            <p14:nvContentPartPr>
              <p14:cNvPr id="1048941" name=""/>
              <p14:cNvContentPartPr/>
              <p14:nvPr/>
            </p14:nvContentPartPr>
            <p14:xfrm>
              <a:off x="6106231" y="784736"/>
              <a:ext cx="19008" cy="217714"/>
            </p14:xfrm>
          </p:contentPart>
        </mc:Choice>
        <mc:Fallback>
          <p:sp>
            <p:nvSpPr>
              <p:cNvPr id="1048941" name=""/>
              <p:cNvSpPr/>
              <p:nvPr/>
            </p:nvSpPr>
            <p:spPr>
              <a:xfrm>
                <a:off x="6106231" y="784736"/>
                <a:ext cx="19008" cy="217714"/>
              </a:xfrm>
            </p:spPr>
          </p:sp>
        </mc:Fallback>
      </mc:AlternateContent>
      <mc:AlternateContent xmlns:mc="http://schemas.openxmlformats.org/markup-compatibility/2006">
        <mc:Choice xmlns:p14="http://schemas.microsoft.com/office/powerpoint/2010/main" Requires="p14">
          <p:contentPart p14:bwMode="auto" r:id="rId31">
            <p14:nvContentPartPr>
              <p14:cNvPr id="1048942" name=""/>
              <p14:cNvContentPartPr/>
              <p14:nvPr/>
            </p14:nvContentPartPr>
            <p14:xfrm>
              <a:off x="6103619" y="756179"/>
              <a:ext cx="169572" cy="274342"/>
            </p14:xfrm>
          </p:contentPart>
        </mc:Choice>
        <mc:Fallback>
          <p:sp>
            <p:nvSpPr>
              <p:cNvPr id="1048942" name=""/>
              <p:cNvSpPr/>
              <p:nvPr/>
            </p:nvSpPr>
            <p:spPr>
              <a:xfrm>
                <a:off x="6103619" y="756179"/>
                <a:ext cx="169572" cy="274342"/>
              </a:xfrm>
            </p:spPr>
          </p:sp>
        </mc:Fallback>
      </mc:AlternateContent>
      <mc:AlternateContent xmlns:mc="http://schemas.openxmlformats.org/markup-compatibility/2006">
        <mc:Choice xmlns:p14="http://schemas.microsoft.com/office/powerpoint/2010/main" Requires="p14">
          <p:contentPart p14:bwMode="auto" r:id="rId32">
            <p14:nvContentPartPr>
              <p14:cNvPr id="1048943" name=""/>
              <p14:cNvContentPartPr/>
              <p14:nvPr/>
            </p14:nvContentPartPr>
            <p14:xfrm>
              <a:off x="5794728" y="364285"/>
              <a:ext cx="423614" cy="418398"/>
            </p14:xfrm>
          </p:contentPart>
        </mc:Choice>
        <mc:Fallback>
          <p:sp>
            <p:nvSpPr>
              <p:cNvPr id="1048943" name=""/>
              <p:cNvSpPr/>
              <p:nvPr/>
            </p:nvSpPr>
            <p:spPr>
              <a:xfrm>
                <a:off x="5794728" y="364285"/>
                <a:ext cx="423614" cy="418398"/>
              </a:xfrm>
            </p:spPr>
          </p:sp>
        </mc:Fallback>
      </mc:AlternateContent>
      <mc:AlternateContent xmlns:mc="http://schemas.openxmlformats.org/markup-compatibility/2006">
        <mc:Choice xmlns:p14="http://schemas.microsoft.com/office/powerpoint/2010/main" Requires="p14">
          <p:contentPart p14:bwMode="auto" r:id="rId33">
            <p14:nvContentPartPr>
              <p14:cNvPr id="1048944" name=""/>
              <p14:cNvContentPartPr/>
              <p14:nvPr/>
            </p14:nvContentPartPr>
            <p14:xfrm>
              <a:off x="5710470" y="735913"/>
              <a:ext cx="150088" cy="120933"/>
            </p14:xfrm>
          </p:contentPart>
        </mc:Choice>
        <mc:Fallback>
          <p:sp>
            <p:nvSpPr>
              <p:cNvPr id="1048944" name=""/>
              <p:cNvSpPr/>
              <p:nvPr/>
            </p:nvSpPr>
            <p:spPr>
              <a:xfrm>
                <a:off x="5710470" y="735913"/>
                <a:ext cx="150088" cy="120933"/>
              </a:xfrm>
            </p:spPr>
          </p:sp>
        </mc:Fallback>
      </mc:AlternateContent>
      <mc:AlternateContent xmlns:mc="http://schemas.openxmlformats.org/markup-compatibility/2006">
        <mc:Choice xmlns:p14="http://schemas.microsoft.com/office/powerpoint/2010/main" Requires="p14">
          <p:contentPart p14:bwMode="auto" r:id="rId34">
            <p14:nvContentPartPr>
              <p14:cNvPr id="1048945" name=""/>
              <p14:cNvContentPartPr/>
              <p14:nvPr/>
            </p14:nvContentPartPr>
            <p14:xfrm>
              <a:off x="6269880" y="176398"/>
              <a:ext cx="455893" cy="337587"/>
            </p14:xfrm>
          </p:contentPart>
        </mc:Choice>
        <mc:Fallback>
          <p:sp>
            <p:nvSpPr>
              <p:cNvPr id="1048945" name=""/>
              <p:cNvSpPr/>
              <p:nvPr/>
            </p:nvSpPr>
            <p:spPr>
              <a:xfrm>
                <a:off x="6269880" y="176398"/>
                <a:ext cx="455893" cy="337587"/>
              </a:xfrm>
            </p:spPr>
          </p:sp>
        </mc:Fallback>
      </mc:AlternateContent>
      <mc:AlternateContent xmlns:mc="http://schemas.openxmlformats.org/markup-compatibility/2006">
        <mc:Choice xmlns:p14="http://schemas.microsoft.com/office/powerpoint/2010/main" Requires="p14">
          <p:contentPart p14:bwMode="auto" r:id="rId35">
            <p14:nvContentPartPr>
              <p14:cNvPr id="1048946" name=""/>
              <p14:cNvContentPartPr/>
              <p14:nvPr/>
            </p14:nvContentPartPr>
            <p14:xfrm>
              <a:off x="6762861" y="212883"/>
              <a:ext cx="86101" cy="290985"/>
            </p14:xfrm>
          </p:contentPart>
        </mc:Choice>
        <mc:Fallback>
          <p:sp>
            <p:nvSpPr>
              <p:cNvPr id="1048946" name=""/>
              <p:cNvSpPr/>
              <p:nvPr/>
            </p:nvSpPr>
            <p:spPr>
              <a:xfrm>
                <a:off x="6762861" y="212883"/>
                <a:ext cx="86101" cy="290985"/>
              </a:xfrm>
            </p:spPr>
          </p:sp>
        </mc:Fallback>
      </mc:AlternateContent>
      <mc:AlternateContent xmlns:mc="http://schemas.openxmlformats.org/markup-compatibility/2006">
        <mc:Choice xmlns:p14="http://schemas.microsoft.com/office/powerpoint/2010/main" Requires="p14">
          <p:contentPart p14:bwMode="auto" r:id="rId36">
            <p14:nvContentPartPr>
              <p14:cNvPr id="1048947" name=""/>
              <p14:cNvContentPartPr/>
              <p14:nvPr/>
            </p14:nvContentPartPr>
            <p14:xfrm>
              <a:off x="6871139" y="176398"/>
              <a:ext cx="183802" cy="277588"/>
            </p14:xfrm>
          </p:contentPart>
        </mc:Choice>
        <mc:Fallback>
          <p:sp>
            <p:nvSpPr>
              <p:cNvPr id="1048947" name=""/>
              <p:cNvSpPr/>
              <p:nvPr/>
            </p:nvSpPr>
            <p:spPr>
              <a:xfrm>
                <a:off x="6871139" y="176398"/>
                <a:ext cx="183802" cy="277588"/>
              </a:xfrm>
            </p:spPr>
          </p:sp>
        </mc:Fallback>
      </mc:AlternateContent>
      <mc:AlternateContent xmlns:mc="http://schemas.openxmlformats.org/markup-compatibility/2006">
        <mc:Choice xmlns:p14="http://schemas.microsoft.com/office/powerpoint/2010/main" Requires="p14">
          <p:contentPart p14:bwMode="auto" r:id="rId37">
            <p14:nvContentPartPr>
              <p14:cNvPr id="1048948" name=""/>
              <p14:cNvContentPartPr/>
              <p14:nvPr/>
            </p14:nvContentPartPr>
            <p14:xfrm>
              <a:off x="7047882" y="215535"/>
              <a:ext cx="24769" cy="245310"/>
            </p14:xfrm>
          </p:contentPart>
        </mc:Choice>
        <mc:Fallback>
          <p:sp>
            <p:nvSpPr>
              <p:cNvPr id="1048948" name=""/>
              <p:cNvSpPr/>
              <p:nvPr/>
            </p:nvSpPr>
            <p:spPr>
              <a:xfrm>
                <a:off x="7047882" y="215535"/>
                <a:ext cx="24769" cy="245310"/>
              </a:xfrm>
            </p:spPr>
          </p:sp>
        </mc:Fallback>
      </mc:AlternateContent>
      <mc:AlternateContent xmlns:mc="http://schemas.openxmlformats.org/markup-compatibility/2006">
        <mc:Choice xmlns:p14="http://schemas.microsoft.com/office/powerpoint/2010/main" Requires="p14">
          <p:contentPart p14:bwMode="auto" r:id="rId38">
            <p14:nvContentPartPr>
              <p14:cNvPr id="1048949" name=""/>
              <p14:cNvContentPartPr/>
              <p14:nvPr/>
            </p14:nvContentPartPr>
            <p14:xfrm>
              <a:off x="7069062" y="297664"/>
              <a:ext cx="147749" cy="31129"/>
            </p14:xfrm>
          </p:contentPart>
        </mc:Choice>
        <mc:Fallback>
          <p:sp>
            <p:nvSpPr>
              <p:cNvPr id="1048949" name=""/>
              <p:cNvSpPr/>
              <p:nvPr/>
            </p:nvSpPr>
            <p:spPr>
              <a:xfrm>
                <a:off x="7069062" y="297664"/>
                <a:ext cx="147749" cy="31129"/>
              </a:xfrm>
            </p:spPr>
          </p:sp>
        </mc:Fallback>
      </mc:AlternateContent>
      <mc:AlternateContent xmlns:mc="http://schemas.openxmlformats.org/markup-compatibility/2006">
        <mc:Choice xmlns:p14="http://schemas.microsoft.com/office/powerpoint/2010/main" Requires="p14">
          <p:contentPart p14:bwMode="auto" r:id="rId39">
            <p14:nvContentPartPr>
              <p14:cNvPr id="1048950" name=""/>
              <p14:cNvContentPartPr/>
              <p14:nvPr/>
            </p14:nvContentPartPr>
            <p14:xfrm>
              <a:off x="6711653" y="604047"/>
              <a:ext cx="14121" cy="260113"/>
            </p14:xfrm>
          </p:contentPart>
        </mc:Choice>
        <mc:Fallback>
          <p:sp>
            <p:nvSpPr>
              <p:cNvPr id="1048950" name=""/>
              <p:cNvSpPr/>
              <p:nvPr/>
            </p:nvSpPr>
            <p:spPr>
              <a:xfrm>
                <a:off x="6711653" y="604047"/>
                <a:ext cx="14121" cy="260113"/>
              </a:xfrm>
            </p:spPr>
          </p:sp>
        </mc:Fallback>
      </mc:AlternateContent>
      <mc:AlternateContent xmlns:mc="http://schemas.openxmlformats.org/markup-compatibility/2006">
        <mc:Choice xmlns:p14="http://schemas.microsoft.com/office/powerpoint/2010/main" Requires="p14">
          <p:contentPart p14:bwMode="auto" r:id="rId40">
            <p14:nvContentPartPr>
              <p14:cNvPr id="1048951" name=""/>
              <p14:cNvContentPartPr/>
              <p14:nvPr/>
            </p14:nvContentPartPr>
            <p14:xfrm>
              <a:off x="6798500" y="741301"/>
              <a:ext cx="7873" cy="115708"/>
            </p14:xfrm>
          </p:contentPart>
        </mc:Choice>
        <mc:Fallback>
          <p:sp>
            <p:nvSpPr>
              <p:cNvPr id="1048951" name=""/>
              <p:cNvSpPr/>
              <p:nvPr/>
            </p:nvSpPr>
            <p:spPr>
              <a:xfrm>
                <a:off x="6798500" y="741301"/>
                <a:ext cx="7873" cy="115708"/>
              </a:xfrm>
            </p:spPr>
          </p:sp>
        </mc:Fallback>
      </mc:AlternateContent>
      <mc:AlternateContent xmlns:mc="http://schemas.openxmlformats.org/markup-compatibility/2006">
        <mc:Choice xmlns:p14="http://schemas.microsoft.com/office/powerpoint/2010/main" Requires="p14">
          <p:contentPart p14:bwMode="auto" r:id="rId41">
            <p14:nvContentPartPr>
              <p14:cNvPr id="1048952" name=""/>
              <p14:cNvContentPartPr/>
              <p14:nvPr/>
            </p14:nvContentPartPr>
            <p14:xfrm>
              <a:off x="6754428" y="688683"/>
              <a:ext cx="25618" cy="70386"/>
            </p14:xfrm>
          </p:contentPart>
        </mc:Choice>
        <mc:Fallback>
          <p:sp>
            <p:nvSpPr>
              <p:cNvPr id="1048952" name=""/>
              <p:cNvSpPr/>
              <p:nvPr/>
            </p:nvSpPr>
            <p:spPr>
              <a:xfrm>
                <a:off x="6754428" y="688683"/>
                <a:ext cx="25618" cy="70386"/>
              </a:xfrm>
            </p:spPr>
          </p:sp>
        </mc:Fallback>
      </mc:AlternateContent>
      <mc:AlternateContent xmlns:mc="http://schemas.openxmlformats.org/markup-compatibility/2006">
        <mc:Choice xmlns:p14="http://schemas.microsoft.com/office/powerpoint/2010/main" Requires="p14">
          <p:contentPart p14:bwMode="auto" r:id="rId42">
            <p14:nvContentPartPr>
              <p14:cNvPr id="1048953" name=""/>
              <p14:cNvContentPartPr/>
              <p14:nvPr/>
            </p14:nvContentPartPr>
            <p14:xfrm>
              <a:off x="6828993" y="545720"/>
              <a:ext cx="404654" cy="296217"/>
            </p14:xfrm>
          </p:contentPart>
        </mc:Choice>
        <mc:Fallback>
          <p:sp>
            <p:nvSpPr>
              <p:cNvPr id="1048953" name=""/>
              <p:cNvSpPr/>
              <p:nvPr/>
            </p:nvSpPr>
            <p:spPr>
              <a:xfrm>
                <a:off x="6828993" y="545720"/>
                <a:ext cx="404654" cy="296217"/>
              </a:xfrm>
            </p:spPr>
          </p:sp>
        </mc:Fallback>
      </mc:AlternateContent>
      <mc:AlternateContent xmlns:mc="http://schemas.openxmlformats.org/markup-compatibility/2006">
        <mc:Choice xmlns:p14="http://schemas.microsoft.com/office/powerpoint/2010/main" Requires="p14">
          <p:contentPart p14:bwMode="auto" r:id="rId43">
            <p14:nvContentPartPr>
              <p14:cNvPr id="1048954" name=""/>
              <p14:cNvContentPartPr/>
              <p14:nvPr/>
            </p14:nvContentPartPr>
            <p14:xfrm>
              <a:off x="7278652" y="199977"/>
              <a:ext cx="93053" cy="532672"/>
            </p14:xfrm>
          </p:contentPart>
        </mc:Choice>
        <mc:Fallback>
          <p:sp>
            <p:nvSpPr>
              <p:cNvPr id="1048954" name=""/>
              <p:cNvSpPr/>
              <p:nvPr/>
            </p:nvSpPr>
            <p:spPr>
              <a:xfrm>
                <a:off x="7278652" y="199977"/>
                <a:ext cx="93053" cy="532672"/>
              </a:xfrm>
            </p:spPr>
          </p:sp>
        </mc:Fallback>
      </mc:AlternateContent>
      <mc:AlternateContent xmlns:mc="http://schemas.openxmlformats.org/markup-compatibility/2006">
        <mc:Choice xmlns:p14="http://schemas.microsoft.com/office/powerpoint/2010/main" Requires="p14">
          <p:contentPart p14:bwMode="auto" r:id="rId44">
            <p14:nvContentPartPr>
              <p14:cNvPr id="1048955" name=""/>
              <p14:cNvContentPartPr/>
              <p14:nvPr/>
            </p14:nvContentPartPr>
            <p14:xfrm>
              <a:off x="6241995" y="212387"/>
              <a:ext cx="343052" cy="682882"/>
            </p14:xfrm>
          </p:contentPart>
        </mc:Choice>
        <mc:Fallback>
          <p:sp>
            <p:nvSpPr>
              <p:cNvPr id="1048955" name=""/>
              <p:cNvSpPr/>
              <p:nvPr/>
            </p:nvSpPr>
            <p:spPr>
              <a:xfrm>
                <a:off x="6241995" y="212387"/>
                <a:ext cx="343052" cy="682882"/>
              </a:xfrm>
            </p:spPr>
          </p:sp>
        </mc:Fallback>
      </mc:AlternateContent>
      <mc:AlternateContent xmlns:mc="http://schemas.openxmlformats.org/markup-compatibility/2006">
        <mc:Choice xmlns:p14="http://schemas.microsoft.com/office/powerpoint/2010/main" Requires="p14">
          <p:contentPart p14:bwMode="auto" r:id="rId45">
            <p14:nvContentPartPr>
              <p14:cNvPr id="1048956" name=""/>
              <p14:cNvContentPartPr/>
              <p14:nvPr/>
            </p14:nvContentPartPr>
            <p14:xfrm>
              <a:off x="1022518" y="1741051"/>
              <a:ext cx="139602" cy="409065"/>
            </p14:xfrm>
          </p:contentPart>
        </mc:Choice>
        <mc:Fallback>
          <p:sp>
            <p:nvSpPr>
              <p:cNvPr id="1048956" name=""/>
              <p:cNvSpPr/>
              <p:nvPr/>
            </p:nvSpPr>
            <p:spPr>
              <a:xfrm>
                <a:off x="1022518" y="1741051"/>
                <a:ext cx="139602" cy="409065"/>
              </a:xfrm>
            </p:spPr>
          </p:sp>
        </mc:Fallback>
      </mc:AlternateContent>
      <mc:AlternateContent xmlns:mc="http://schemas.openxmlformats.org/markup-compatibility/2006">
        <mc:Choice xmlns:p14="http://schemas.microsoft.com/office/powerpoint/2010/main" Requires="p14">
          <p:contentPart p14:bwMode="auto" r:id="rId46">
            <p14:nvContentPartPr>
              <p14:cNvPr id="1048957" name=""/>
              <p14:cNvContentPartPr/>
              <p14:nvPr/>
            </p14:nvContentPartPr>
            <p14:xfrm>
              <a:off x="1125938" y="1777537"/>
              <a:ext cx="46459" cy="319984"/>
            </p14:xfrm>
          </p:contentPart>
        </mc:Choice>
        <mc:Fallback>
          <p:sp>
            <p:nvSpPr>
              <p:cNvPr id="1048957" name=""/>
              <p:cNvSpPr/>
              <p:nvPr/>
            </p:nvSpPr>
            <p:spPr>
              <a:xfrm>
                <a:off x="1125938" y="1777537"/>
                <a:ext cx="46459" cy="319984"/>
              </a:xfrm>
            </p:spPr>
          </p:sp>
        </mc:Fallback>
      </mc:AlternateContent>
      <mc:AlternateContent xmlns:mc="http://schemas.openxmlformats.org/markup-compatibility/2006">
        <mc:Choice xmlns:p14="http://schemas.microsoft.com/office/powerpoint/2010/main" Requires="p14">
          <p:contentPart p14:bwMode="auto" r:id="rId47">
            <p14:nvContentPartPr>
              <p14:cNvPr id="1048958" name=""/>
              <p14:cNvContentPartPr/>
              <p14:nvPr/>
            </p14:nvContentPartPr>
            <p14:xfrm>
              <a:off x="1047397" y="1986832"/>
              <a:ext cx="159319" cy="29473"/>
            </p14:xfrm>
          </p:contentPart>
        </mc:Choice>
        <mc:Fallback>
          <p:sp>
            <p:nvSpPr>
              <p:cNvPr id="1048958" name=""/>
              <p:cNvSpPr/>
              <p:nvPr/>
            </p:nvSpPr>
            <p:spPr>
              <a:xfrm>
                <a:off x="1047397" y="1986832"/>
                <a:ext cx="159319" cy="29473"/>
              </a:xfrm>
            </p:spPr>
          </p:sp>
        </mc:Fallback>
      </mc:AlternateContent>
      <mc:AlternateContent xmlns:mc="http://schemas.openxmlformats.org/markup-compatibility/2006">
        <mc:Choice xmlns:p14="http://schemas.microsoft.com/office/powerpoint/2010/main" Requires="p14">
          <p:contentPart p14:bwMode="auto" r:id="rId48">
            <p14:nvContentPartPr>
              <p14:cNvPr id="1048959" name=""/>
              <p14:cNvContentPartPr/>
              <p14:nvPr/>
            </p14:nvContentPartPr>
            <p14:xfrm>
              <a:off x="1240662" y="1725114"/>
              <a:ext cx="74285" cy="54236"/>
            </p14:xfrm>
          </p:contentPart>
        </mc:Choice>
        <mc:Fallback>
          <p:sp>
            <p:nvSpPr>
              <p:cNvPr id="1048959" name=""/>
              <p:cNvSpPr/>
              <p:nvPr/>
            </p:nvSpPr>
            <p:spPr>
              <a:xfrm>
                <a:off x="1240662" y="1725114"/>
                <a:ext cx="74285" cy="54236"/>
              </a:xfrm>
            </p:spPr>
          </p:sp>
        </mc:Fallback>
      </mc:AlternateContent>
      <mc:AlternateContent xmlns:mc="http://schemas.openxmlformats.org/markup-compatibility/2006">
        <mc:Choice xmlns:p14="http://schemas.microsoft.com/office/powerpoint/2010/main" Requires="p14">
          <p:contentPart p14:bwMode="auto" r:id="rId49">
            <p14:nvContentPartPr>
              <p14:cNvPr id="1048960" name=""/>
              <p14:cNvContentPartPr/>
              <p14:nvPr/>
            </p14:nvContentPartPr>
            <p14:xfrm>
              <a:off x="1920178" y="1997938"/>
              <a:ext cx="239595" cy="41483"/>
            </p14:xfrm>
          </p:contentPart>
        </mc:Choice>
        <mc:Fallback>
          <p:sp>
            <p:nvSpPr>
              <p:cNvPr id="1048960" name=""/>
              <p:cNvSpPr/>
              <p:nvPr/>
            </p:nvSpPr>
            <p:spPr>
              <a:xfrm>
                <a:off x="1920178" y="1997938"/>
                <a:ext cx="239595" cy="41483"/>
              </a:xfrm>
            </p:spPr>
          </p:sp>
        </mc:Fallback>
      </mc:AlternateContent>
      <mc:AlternateContent xmlns:mc="http://schemas.openxmlformats.org/markup-compatibility/2006">
        <mc:Choice xmlns:p14="http://schemas.microsoft.com/office/powerpoint/2010/main" Requires="p14">
          <p:contentPart p14:bwMode="auto" r:id="rId50">
            <p14:nvContentPartPr>
              <p14:cNvPr id="1048961" name=""/>
              <p14:cNvContentPartPr/>
              <p14:nvPr/>
            </p14:nvContentPartPr>
            <p14:xfrm>
              <a:off x="2014774" y="1951029"/>
              <a:ext cx="12627" cy="190117"/>
            </p14:xfrm>
          </p:contentPart>
        </mc:Choice>
        <mc:Fallback>
          <p:sp>
            <p:nvSpPr>
              <p:cNvPr id="1048961" name=""/>
              <p:cNvSpPr/>
              <p:nvPr/>
            </p:nvSpPr>
            <p:spPr>
              <a:xfrm>
                <a:off x="2014774" y="1951029"/>
                <a:ext cx="12627" cy="190117"/>
              </a:xfrm>
            </p:spPr>
          </p:sp>
        </mc:Fallback>
      </mc:AlternateContent>
      <mc:AlternateContent xmlns:mc="http://schemas.openxmlformats.org/markup-compatibility/2006">
        <mc:Choice xmlns:p14="http://schemas.microsoft.com/office/powerpoint/2010/main" Requires="p14">
          <p:contentPart p14:bwMode="auto" r:id="rId51">
            <p14:nvContentPartPr>
              <p14:cNvPr id="1048962" name=""/>
              <p14:cNvContentPartPr/>
              <p14:nvPr/>
            </p14:nvContentPartPr>
            <p14:xfrm>
              <a:off x="2613815" y="1762645"/>
              <a:ext cx="51138" cy="288632"/>
            </p14:xfrm>
          </p:contentPart>
        </mc:Choice>
        <mc:Fallback>
          <p:sp>
            <p:nvSpPr>
              <p:cNvPr id="1048962" name=""/>
              <p:cNvSpPr/>
              <p:nvPr/>
            </p:nvSpPr>
            <p:spPr>
              <a:xfrm>
                <a:off x="2613815" y="1762645"/>
                <a:ext cx="51138" cy="288632"/>
              </a:xfrm>
            </p:spPr>
          </p:sp>
        </mc:Fallback>
      </mc:AlternateContent>
      <mc:AlternateContent xmlns:mc="http://schemas.openxmlformats.org/markup-compatibility/2006">
        <mc:Choice xmlns:p14="http://schemas.microsoft.com/office/powerpoint/2010/main" Requires="p14">
          <p:contentPart p14:bwMode="auto" r:id="rId52">
            <p14:nvContentPartPr>
              <p14:cNvPr id="1048963" name=""/>
              <p14:cNvContentPartPr/>
              <p14:nvPr/>
            </p14:nvContentPartPr>
            <p14:xfrm>
              <a:off x="2594304" y="1714023"/>
              <a:ext cx="176549" cy="329825"/>
            </p14:xfrm>
          </p:contentPart>
        </mc:Choice>
        <mc:Fallback>
          <p:sp>
            <p:nvSpPr>
              <p:cNvPr id="1048963" name=""/>
              <p:cNvSpPr/>
              <p:nvPr/>
            </p:nvSpPr>
            <p:spPr>
              <a:xfrm>
                <a:off x="2594304" y="1714023"/>
                <a:ext cx="176549" cy="329825"/>
              </a:xfrm>
            </p:spPr>
          </p:sp>
        </mc:Fallback>
      </mc:AlternateContent>
      <mc:AlternateContent xmlns:mc="http://schemas.openxmlformats.org/markup-compatibility/2006">
        <mc:Choice xmlns:p14="http://schemas.microsoft.com/office/powerpoint/2010/main" Requires="p14">
          <p:contentPart p14:bwMode="auto" r:id="rId53">
            <p14:nvContentPartPr>
              <p14:cNvPr id="1048964" name=""/>
              <p14:cNvContentPartPr/>
              <p14:nvPr/>
            </p14:nvContentPartPr>
            <p14:xfrm>
              <a:off x="2476472" y="1726159"/>
              <a:ext cx="31553" cy="36015"/>
            </p14:xfrm>
          </p:contentPart>
        </mc:Choice>
        <mc:Fallback>
          <p:sp>
            <p:nvSpPr>
              <p:cNvPr id="1048964" name=""/>
              <p:cNvSpPr/>
              <p:nvPr/>
            </p:nvSpPr>
            <p:spPr>
              <a:xfrm>
                <a:off x="2476472" y="1726159"/>
                <a:ext cx="31553" cy="36015"/>
              </a:xfrm>
            </p:spPr>
          </p:sp>
        </mc:Fallback>
      </mc:AlternateContent>
      <mc:AlternateContent xmlns:mc="http://schemas.openxmlformats.org/markup-compatibility/2006">
        <mc:Choice xmlns:p14="http://schemas.microsoft.com/office/powerpoint/2010/main" Requires="p14">
          <p:contentPart p14:bwMode="auto" r:id="rId54">
            <p14:nvContentPartPr>
              <p14:cNvPr id="1048965" name=""/>
              <p14:cNvContentPartPr/>
              <p14:nvPr/>
            </p14:nvContentPartPr>
            <p14:xfrm>
              <a:off x="2455963" y="1726159"/>
              <a:ext cx="36068" cy="36703"/>
            </p14:xfrm>
          </p:contentPart>
        </mc:Choice>
        <mc:Fallback>
          <p:sp>
            <p:nvSpPr>
              <p:cNvPr id="1048965" name=""/>
              <p:cNvSpPr/>
              <p:nvPr/>
            </p:nvSpPr>
            <p:spPr>
              <a:xfrm>
                <a:off x="2455963" y="1726159"/>
                <a:ext cx="36068" cy="36703"/>
              </a:xfrm>
            </p:spPr>
          </p:sp>
        </mc:Fallback>
      </mc:AlternateContent>
      <mc:AlternateContent xmlns:mc="http://schemas.openxmlformats.org/markup-compatibility/2006">
        <mc:Choice xmlns:p14="http://schemas.microsoft.com/office/powerpoint/2010/main" Requires="p14">
          <p:contentPart p14:bwMode="auto" r:id="rId55">
            <p14:nvContentPartPr>
              <p14:cNvPr id="1048966" name=""/>
              <p14:cNvContentPartPr/>
              <p14:nvPr/>
            </p14:nvContentPartPr>
            <p14:xfrm>
              <a:off x="1995066" y="1602710"/>
              <a:ext cx="447105" cy="170955"/>
            </p14:xfrm>
          </p:contentPart>
        </mc:Choice>
        <mc:Fallback>
          <p:sp>
            <p:nvSpPr>
              <p:cNvPr id="1048966" name=""/>
              <p:cNvSpPr/>
              <p:nvPr/>
            </p:nvSpPr>
            <p:spPr>
              <a:xfrm>
                <a:off x="1995066" y="1602710"/>
                <a:ext cx="447105" cy="170955"/>
              </a:xfrm>
            </p:spPr>
          </p:sp>
        </mc:Fallback>
      </mc:AlternateContent>
      <mc:AlternateContent xmlns:mc="http://schemas.openxmlformats.org/markup-compatibility/2006">
        <mc:Choice xmlns:p14="http://schemas.microsoft.com/office/powerpoint/2010/main" Requires="p14">
          <p:contentPart p14:bwMode="auto" r:id="rId56">
            <p14:nvContentPartPr>
              <p14:cNvPr id="1048967" name=""/>
              <p14:cNvContentPartPr/>
              <p14:nvPr/>
            </p14:nvContentPartPr>
            <p14:xfrm>
              <a:off x="1954392" y="1690170"/>
              <a:ext cx="108749" cy="140198"/>
            </p14:xfrm>
          </p:contentPart>
        </mc:Choice>
        <mc:Fallback>
          <p:sp>
            <p:nvSpPr>
              <p:cNvPr id="1048967" name=""/>
              <p:cNvSpPr/>
              <p:nvPr/>
            </p:nvSpPr>
            <p:spPr>
              <a:xfrm>
                <a:off x="1954392" y="1690170"/>
                <a:ext cx="108749" cy="140198"/>
              </a:xfrm>
            </p:spPr>
          </p:sp>
        </mc:Fallback>
      </mc:AlternateContent>
      <mc:AlternateContent xmlns:mc="http://schemas.openxmlformats.org/markup-compatibility/2006">
        <mc:Choice xmlns:p14="http://schemas.microsoft.com/office/powerpoint/2010/main" Requires="p14">
          <p:contentPart p14:bwMode="auto" r:id="rId57">
            <p14:nvContentPartPr>
              <p14:cNvPr id="1048968" name=""/>
              <p14:cNvContentPartPr/>
              <p14:nvPr/>
            </p14:nvContentPartPr>
            <p14:xfrm>
              <a:off x="1326263" y="1598384"/>
              <a:ext cx="431288" cy="201746"/>
            </p14:xfrm>
          </p:contentPart>
        </mc:Choice>
        <mc:Fallback>
          <p:sp>
            <p:nvSpPr>
              <p:cNvPr id="1048968" name=""/>
              <p:cNvSpPr/>
              <p:nvPr/>
            </p:nvSpPr>
            <p:spPr>
              <a:xfrm>
                <a:off x="1326263" y="1598384"/>
                <a:ext cx="431288" cy="201746"/>
              </a:xfrm>
            </p:spPr>
          </p:sp>
        </mc:Fallback>
      </mc:AlternateContent>
      <mc:AlternateContent xmlns:mc="http://schemas.openxmlformats.org/markup-compatibility/2006">
        <mc:Choice xmlns:p14="http://schemas.microsoft.com/office/powerpoint/2010/main" Requires="p14">
          <p:contentPart p14:bwMode="auto" r:id="rId58">
            <p14:nvContentPartPr>
              <p14:cNvPr id="1048969" name=""/>
              <p14:cNvContentPartPr/>
              <p14:nvPr/>
            </p14:nvContentPartPr>
            <p14:xfrm>
              <a:off x="1655432" y="1713274"/>
              <a:ext cx="158954" cy="131462"/>
            </p14:xfrm>
          </p:contentPart>
        </mc:Choice>
        <mc:Fallback>
          <p:sp>
            <p:nvSpPr>
              <p:cNvPr id="1048969" name=""/>
              <p:cNvSpPr/>
              <p:nvPr/>
            </p:nvSpPr>
            <p:spPr>
              <a:xfrm>
                <a:off x="1655432" y="1713274"/>
                <a:ext cx="158954" cy="131462"/>
              </a:xfrm>
            </p:spPr>
          </p:sp>
        </mc:Fallback>
      </mc:AlternateContent>
      <mc:AlternateContent xmlns:mc="http://schemas.openxmlformats.org/markup-compatibility/2006">
        <mc:Choice xmlns:p14="http://schemas.microsoft.com/office/powerpoint/2010/main" Requires="p14">
          <p:contentPart p14:bwMode="auto" r:id="rId59">
            <p14:nvContentPartPr>
              <p14:cNvPr id="1048970" name=""/>
              <p14:cNvContentPartPr/>
              <p14:nvPr/>
            </p14:nvContentPartPr>
            <p14:xfrm>
              <a:off x="360293" y="451652"/>
              <a:ext cx="43327" cy="386711"/>
            </p14:xfrm>
          </p:contentPart>
        </mc:Choice>
        <mc:Fallback>
          <p:sp>
            <p:nvSpPr>
              <p:cNvPr id="1048970" name=""/>
              <p:cNvSpPr/>
              <p:nvPr/>
            </p:nvSpPr>
            <p:spPr>
              <a:xfrm>
                <a:off x="360293" y="451652"/>
                <a:ext cx="43327" cy="386711"/>
              </a:xfrm>
            </p:spPr>
          </p:sp>
        </mc:Fallback>
      </mc:AlternateContent>
      <mc:AlternateContent xmlns:mc="http://schemas.openxmlformats.org/markup-compatibility/2006">
        <mc:Choice xmlns:p14="http://schemas.microsoft.com/office/powerpoint/2010/main" Requires="p14">
          <p:contentPart p14:bwMode="auto" r:id="rId60">
            <p14:nvContentPartPr>
              <p14:cNvPr id="1048971" name=""/>
              <p14:cNvContentPartPr/>
              <p14:nvPr/>
            </p14:nvContentPartPr>
            <p14:xfrm>
              <a:off x="145810" y="211567"/>
              <a:ext cx="510041" cy="803849"/>
            </p14:xfrm>
          </p:contentPart>
        </mc:Choice>
        <mc:Fallback>
          <p:sp>
            <p:nvSpPr>
              <p:cNvPr id="1048971" name=""/>
              <p:cNvSpPr/>
              <p:nvPr/>
            </p:nvSpPr>
            <p:spPr>
              <a:xfrm>
                <a:off x="145810" y="211567"/>
                <a:ext cx="510041" cy="803849"/>
              </a:xfrm>
            </p:spPr>
          </p:sp>
        </mc:Fallback>
      </mc:AlternateContent>
      <mc:AlternateContent xmlns:mc="http://schemas.openxmlformats.org/markup-compatibility/2006">
        <mc:Choice xmlns:p14="http://schemas.microsoft.com/office/powerpoint/2010/main" Requires="p14">
          <p:contentPart p14:bwMode="auto" r:id="rId61">
            <p14:nvContentPartPr>
              <p14:cNvPr id="1048972" name=""/>
              <p14:cNvContentPartPr/>
              <p14:nvPr/>
            </p14:nvContentPartPr>
            <p14:xfrm>
              <a:off x="315975" y="2487186"/>
              <a:ext cx="475064" cy="522435"/>
            </p14:xfrm>
          </p:contentPart>
        </mc:Choice>
        <mc:Fallback>
          <p:sp>
            <p:nvSpPr>
              <p:cNvPr id="1048972" name=""/>
              <p:cNvSpPr/>
              <p:nvPr/>
            </p:nvSpPr>
            <p:spPr>
              <a:xfrm>
                <a:off x="315975" y="2487186"/>
                <a:ext cx="475064" cy="522435"/>
              </a:xfrm>
            </p:spPr>
          </p:sp>
        </mc:Fallback>
      </mc:AlternateContent>
      <mc:AlternateContent xmlns:mc="http://schemas.openxmlformats.org/markup-compatibility/2006">
        <mc:Choice xmlns:p14="http://schemas.microsoft.com/office/powerpoint/2010/main" Requires="p14">
          <p:contentPart p14:bwMode="auto" r:id="rId62">
            <p14:nvContentPartPr>
              <p14:cNvPr id="1048973" name=""/>
              <p14:cNvContentPartPr/>
              <p14:nvPr/>
            </p14:nvContentPartPr>
            <p14:xfrm>
              <a:off x="1041236" y="2937328"/>
              <a:ext cx="157182" cy="292739"/>
            </p14:xfrm>
          </p:contentPart>
        </mc:Choice>
        <mc:Fallback>
          <p:sp>
            <p:nvSpPr>
              <p:cNvPr id="1048973" name=""/>
              <p:cNvSpPr/>
              <p:nvPr/>
            </p:nvSpPr>
            <p:spPr>
              <a:xfrm>
                <a:off x="1041236" y="2937328"/>
                <a:ext cx="157182" cy="292739"/>
              </a:xfrm>
            </p:spPr>
          </p:sp>
        </mc:Fallback>
      </mc:AlternateContent>
      <mc:AlternateContent xmlns:mc="http://schemas.openxmlformats.org/markup-compatibility/2006">
        <mc:Choice xmlns:p14="http://schemas.microsoft.com/office/powerpoint/2010/main" Requires="p14">
          <p:contentPart p14:bwMode="auto" r:id="rId63">
            <p14:nvContentPartPr>
              <p14:cNvPr id="1048974" name=""/>
              <p14:cNvContentPartPr/>
              <p14:nvPr/>
            </p14:nvContentPartPr>
            <p14:xfrm>
              <a:off x="1047397" y="3065812"/>
              <a:ext cx="147064" cy="29667"/>
            </p14:xfrm>
          </p:contentPart>
        </mc:Choice>
        <mc:Fallback>
          <p:sp>
            <p:nvSpPr>
              <p:cNvPr id="1048974" name=""/>
              <p:cNvSpPr/>
              <p:nvPr/>
            </p:nvSpPr>
            <p:spPr>
              <a:xfrm>
                <a:off x="1047397" y="3065812"/>
                <a:ext cx="147064" cy="29667"/>
              </a:xfrm>
            </p:spPr>
          </p:sp>
        </mc:Fallback>
      </mc:AlternateContent>
      <mc:AlternateContent xmlns:mc="http://schemas.openxmlformats.org/markup-compatibility/2006">
        <mc:Choice xmlns:p14="http://schemas.microsoft.com/office/powerpoint/2010/main" Requires="p14">
          <p:contentPart p14:bwMode="auto" r:id="rId64">
            <p14:nvContentPartPr>
              <p14:cNvPr id="1048975" name=""/>
              <p14:cNvContentPartPr/>
              <p14:nvPr/>
            </p14:nvContentPartPr>
            <p14:xfrm>
              <a:off x="1354827" y="2921987"/>
              <a:ext cx="14678" cy="291791"/>
            </p14:xfrm>
          </p:contentPart>
        </mc:Choice>
        <mc:Fallback>
          <p:sp>
            <p:nvSpPr>
              <p:cNvPr id="1048975" name=""/>
              <p:cNvSpPr/>
              <p:nvPr/>
            </p:nvSpPr>
            <p:spPr>
              <a:xfrm>
                <a:off x="1354827" y="2921987"/>
                <a:ext cx="14678" cy="291791"/>
              </a:xfrm>
            </p:spPr>
          </p:sp>
        </mc:Fallback>
      </mc:AlternateContent>
      <mc:AlternateContent xmlns:mc="http://schemas.openxmlformats.org/markup-compatibility/2006">
        <mc:Choice xmlns:p14="http://schemas.microsoft.com/office/powerpoint/2010/main" Requires="p14">
          <p:contentPart p14:bwMode="auto" r:id="rId65">
            <p14:nvContentPartPr>
              <p14:cNvPr id="1048976" name=""/>
              <p14:cNvContentPartPr/>
              <p14:nvPr/>
            </p14:nvContentPartPr>
            <p14:xfrm>
              <a:off x="1296422" y="2900067"/>
              <a:ext cx="508081" cy="431850"/>
            </p14:xfrm>
          </p:contentPart>
        </mc:Choice>
        <mc:Fallback>
          <p:sp>
            <p:nvSpPr>
              <p:cNvPr id="1048976" name=""/>
              <p:cNvSpPr/>
              <p:nvPr/>
            </p:nvSpPr>
            <p:spPr>
              <a:xfrm>
                <a:off x="1296422" y="2900067"/>
                <a:ext cx="508081" cy="431850"/>
              </a:xfrm>
            </p:spPr>
          </p:sp>
        </mc:Fallback>
      </mc:AlternateContent>
      <mc:AlternateContent xmlns:mc="http://schemas.openxmlformats.org/markup-compatibility/2006">
        <mc:Choice xmlns:p14="http://schemas.microsoft.com/office/powerpoint/2010/main" Requires="p14">
          <p:contentPart p14:bwMode="auto" r:id="rId66">
            <p14:nvContentPartPr>
              <p14:cNvPr id="1048977" name=""/>
              <p14:cNvContentPartPr/>
              <p14:nvPr/>
            </p14:nvContentPartPr>
            <p14:xfrm>
              <a:off x="3249764" y="2907592"/>
              <a:ext cx="50627" cy="281823"/>
            </p14:xfrm>
          </p:contentPart>
        </mc:Choice>
        <mc:Fallback>
          <p:sp>
            <p:nvSpPr>
              <p:cNvPr id="1048977" name=""/>
              <p:cNvSpPr/>
              <p:nvPr/>
            </p:nvSpPr>
            <p:spPr>
              <a:xfrm>
                <a:off x="3249764" y="2907592"/>
                <a:ext cx="50627" cy="281823"/>
              </a:xfrm>
            </p:spPr>
          </p:sp>
        </mc:Fallback>
      </mc:AlternateContent>
      <mc:AlternateContent xmlns:mc="http://schemas.openxmlformats.org/markup-compatibility/2006">
        <mc:Choice xmlns:p14="http://schemas.microsoft.com/office/powerpoint/2010/main" Requires="p14">
          <p:contentPart p14:bwMode="auto" r:id="rId67">
            <p14:nvContentPartPr>
              <p14:cNvPr id="1048978" name=""/>
              <p14:cNvContentPartPr/>
              <p14:nvPr/>
            </p14:nvContentPartPr>
            <p14:xfrm>
              <a:off x="3224654" y="2867926"/>
              <a:ext cx="216125" cy="353427"/>
            </p14:xfrm>
          </p:contentPart>
        </mc:Choice>
        <mc:Fallback>
          <p:sp>
            <p:nvSpPr>
              <p:cNvPr id="1048978" name=""/>
              <p:cNvSpPr/>
              <p:nvPr/>
            </p:nvSpPr>
            <p:spPr>
              <a:xfrm>
                <a:off x="3224654" y="2867926"/>
                <a:ext cx="216125" cy="353427"/>
              </a:xfrm>
            </p:spPr>
          </p:sp>
        </mc:Fallback>
      </mc:AlternateContent>
      <mc:AlternateContent xmlns:mc="http://schemas.openxmlformats.org/markup-compatibility/2006">
        <mc:Choice xmlns:p14="http://schemas.microsoft.com/office/powerpoint/2010/main" Requires="p14">
          <p:contentPart p14:bwMode="auto" r:id="rId68">
            <p14:nvContentPartPr>
              <p14:cNvPr id="1048979" name=""/>
              <p14:cNvContentPartPr/>
              <p14:nvPr/>
            </p14:nvContentPartPr>
            <p14:xfrm>
              <a:off x="3028541" y="2864157"/>
              <a:ext cx="21777" cy="390458"/>
            </p14:xfrm>
          </p:contentPart>
        </mc:Choice>
        <mc:Fallback>
          <p:sp>
            <p:nvSpPr>
              <p:cNvPr id="1048979" name=""/>
              <p:cNvSpPr/>
              <p:nvPr/>
            </p:nvSpPr>
            <p:spPr>
              <a:xfrm>
                <a:off x="3028541" y="2864157"/>
                <a:ext cx="21777" cy="390458"/>
              </a:xfrm>
            </p:spPr>
          </p:sp>
        </mc:Fallback>
      </mc:AlternateContent>
      <mc:AlternateContent xmlns:mc="http://schemas.openxmlformats.org/markup-compatibility/2006">
        <mc:Choice xmlns:p14="http://schemas.microsoft.com/office/powerpoint/2010/main" Requires="p14">
          <p:contentPart p14:bwMode="auto" r:id="rId69">
            <p14:nvContentPartPr>
              <p14:cNvPr id="1048980" name=""/>
              <p14:cNvContentPartPr/>
              <p14:nvPr/>
            </p14:nvContentPartPr>
            <p14:xfrm>
              <a:off x="2702343" y="2856463"/>
              <a:ext cx="326241" cy="429463"/>
            </p14:xfrm>
          </p:contentPart>
        </mc:Choice>
        <mc:Fallback>
          <p:sp>
            <p:nvSpPr>
              <p:cNvPr id="1048980" name=""/>
              <p:cNvSpPr/>
              <p:nvPr/>
            </p:nvSpPr>
            <p:spPr>
              <a:xfrm>
                <a:off x="2702343" y="2856463"/>
                <a:ext cx="326241" cy="429463"/>
              </a:xfrm>
            </p:spPr>
          </p:sp>
        </mc:Fallback>
      </mc:AlternateContent>
      <mc:AlternateContent xmlns:mc="http://schemas.openxmlformats.org/markup-compatibility/2006">
        <mc:Choice xmlns:p14="http://schemas.microsoft.com/office/powerpoint/2010/main" Requires="p14">
          <p:contentPart p14:bwMode="auto" r:id="rId70">
            <p14:nvContentPartPr>
              <p14:cNvPr id="1048981" name=""/>
              <p14:cNvContentPartPr/>
              <p14:nvPr/>
            </p14:nvContentPartPr>
            <p14:xfrm>
              <a:off x="2785459" y="2943829"/>
              <a:ext cx="9668" cy="292442"/>
            </p14:xfrm>
          </p:contentPart>
        </mc:Choice>
        <mc:Fallback>
          <p:sp>
            <p:nvSpPr>
              <p:cNvPr id="1048981" name=""/>
              <p:cNvSpPr/>
              <p:nvPr/>
            </p:nvSpPr>
            <p:spPr>
              <a:xfrm>
                <a:off x="2785459" y="2943829"/>
                <a:ext cx="9668" cy="292442"/>
              </a:xfrm>
            </p:spPr>
          </p:sp>
        </mc:Fallback>
      </mc:AlternateContent>
      <mc:AlternateContent xmlns:mc="http://schemas.openxmlformats.org/markup-compatibility/2006">
        <mc:Choice xmlns:p14="http://schemas.microsoft.com/office/powerpoint/2010/main" Requires="p14">
          <p:contentPart p14:bwMode="auto" r:id="rId71">
            <p14:nvContentPartPr>
              <p14:cNvPr id="1048982" name=""/>
              <p14:cNvContentPartPr/>
              <p14:nvPr/>
            </p14:nvContentPartPr>
            <p14:xfrm>
              <a:off x="2806639" y="2921987"/>
              <a:ext cx="25467" cy="49763"/>
            </p14:xfrm>
          </p:contentPart>
        </mc:Choice>
        <mc:Fallback>
          <p:sp>
            <p:nvSpPr>
              <p:cNvPr id="1048982" name=""/>
              <p:cNvSpPr/>
              <p:nvPr/>
            </p:nvSpPr>
            <p:spPr>
              <a:xfrm>
                <a:off x="2806639" y="2921987"/>
                <a:ext cx="25467" cy="49763"/>
              </a:xfrm>
            </p:spPr>
          </p:sp>
        </mc:Fallback>
      </mc:AlternateContent>
      <mc:AlternateContent xmlns:mc="http://schemas.openxmlformats.org/markup-compatibility/2006">
        <mc:Choice xmlns:p14="http://schemas.microsoft.com/office/powerpoint/2010/main" Requires="p14">
          <p:contentPart p14:bwMode="auto" r:id="rId72">
            <p14:nvContentPartPr>
              <p14:cNvPr id="1048983" name=""/>
              <p14:cNvContentPartPr/>
              <p14:nvPr/>
            </p14:nvContentPartPr>
            <p14:xfrm>
              <a:off x="2717943" y="2899898"/>
              <a:ext cx="74575" cy="142977"/>
            </p14:xfrm>
          </p:contentPart>
        </mc:Choice>
        <mc:Fallback>
          <p:sp>
            <p:nvSpPr>
              <p:cNvPr id="1048983" name=""/>
              <p:cNvSpPr/>
              <p:nvPr/>
            </p:nvSpPr>
            <p:spPr>
              <a:xfrm>
                <a:off x="2717943" y="2899898"/>
                <a:ext cx="74575" cy="142977"/>
              </a:xfrm>
            </p:spPr>
          </p:sp>
        </mc:Fallback>
      </mc:AlternateContent>
      <mc:AlternateContent xmlns:mc="http://schemas.openxmlformats.org/markup-compatibility/2006">
        <mc:Choice xmlns:p14="http://schemas.microsoft.com/office/powerpoint/2010/main" Requires="p14">
          <p:contentPart p14:bwMode="auto" r:id="rId73">
            <p14:nvContentPartPr>
              <p14:cNvPr id="1048984" name=""/>
              <p14:cNvContentPartPr/>
              <p14:nvPr/>
            </p14:nvContentPartPr>
            <p14:xfrm>
              <a:off x="2882092" y="2951027"/>
              <a:ext cx="31769" cy="224372"/>
            </p14:xfrm>
          </p:contentPart>
        </mc:Choice>
        <mc:Fallback>
          <p:sp>
            <p:nvSpPr>
              <p:cNvPr id="1048984" name=""/>
              <p:cNvSpPr/>
              <p:nvPr/>
            </p:nvSpPr>
            <p:spPr>
              <a:xfrm>
                <a:off x="2882092" y="2951027"/>
                <a:ext cx="31769" cy="224372"/>
              </a:xfrm>
            </p:spPr>
          </p:sp>
        </mc:Fallback>
      </mc:AlternateContent>
      <mc:AlternateContent xmlns:mc="http://schemas.openxmlformats.org/markup-compatibility/2006">
        <mc:Choice xmlns:p14="http://schemas.microsoft.com/office/powerpoint/2010/main" Requires="p14">
          <p:contentPart p14:bwMode="auto" r:id="rId74">
            <p14:nvContentPartPr>
              <p14:cNvPr id="1048985" name=""/>
              <p14:cNvContentPartPr/>
              <p14:nvPr/>
            </p14:nvContentPartPr>
            <p14:xfrm>
              <a:off x="2842380" y="3110371"/>
              <a:ext cx="101533" cy="80950"/>
            </p14:xfrm>
          </p:contentPart>
        </mc:Choice>
        <mc:Fallback>
          <p:sp>
            <p:nvSpPr>
              <p:cNvPr id="1048985" name=""/>
              <p:cNvSpPr/>
              <p:nvPr/>
            </p:nvSpPr>
            <p:spPr>
              <a:xfrm>
                <a:off x="2842380" y="3110371"/>
                <a:ext cx="101533" cy="80950"/>
              </a:xfrm>
            </p:spPr>
          </p:sp>
        </mc:Fallback>
      </mc:AlternateContent>
      <mc:AlternateContent xmlns:mc="http://schemas.openxmlformats.org/markup-compatibility/2006">
        <mc:Choice xmlns:p14="http://schemas.microsoft.com/office/powerpoint/2010/main" Requires="p14">
          <p:contentPart p14:bwMode="auto" r:id="rId75">
            <p14:nvContentPartPr>
              <p14:cNvPr id="1048986" name=""/>
              <p14:cNvContentPartPr/>
              <p14:nvPr/>
            </p14:nvContentPartPr>
            <p14:xfrm>
              <a:off x="1752986" y="2662715"/>
              <a:ext cx="932310" cy="215739"/>
            </p14:xfrm>
          </p:contentPart>
        </mc:Choice>
        <mc:Fallback>
          <p:sp>
            <p:nvSpPr>
              <p:cNvPr id="1048986" name=""/>
              <p:cNvSpPr/>
              <p:nvPr/>
            </p:nvSpPr>
            <p:spPr>
              <a:xfrm>
                <a:off x="1752986" y="2662715"/>
                <a:ext cx="932310" cy="215739"/>
              </a:xfrm>
            </p:spPr>
          </p:sp>
        </mc:Fallback>
      </mc:AlternateContent>
      <mc:AlternateContent xmlns:mc="http://schemas.openxmlformats.org/markup-compatibility/2006">
        <mc:Choice xmlns:p14="http://schemas.microsoft.com/office/powerpoint/2010/main" Requires="p14">
          <p:contentPart p14:bwMode="auto" r:id="rId76">
            <p14:nvContentPartPr>
              <p14:cNvPr id="1048987" name=""/>
              <p14:cNvContentPartPr/>
              <p14:nvPr/>
            </p14:nvContentPartPr>
            <p14:xfrm>
              <a:off x="1723930" y="2769593"/>
              <a:ext cx="186093" cy="134393"/>
            </p14:xfrm>
          </p:contentPart>
        </mc:Choice>
        <mc:Fallback>
          <p:sp>
            <p:nvSpPr>
              <p:cNvPr id="1048987" name=""/>
              <p:cNvSpPr/>
              <p:nvPr/>
            </p:nvSpPr>
            <p:spPr>
              <a:xfrm>
                <a:off x="1723930" y="2769593"/>
                <a:ext cx="186093" cy="134393"/>
              </a:xfrm>
            </p:spPr>
          </p:sp>
        </mc:Fallback>
      </mc:AlternateContent>
      <mc:AlternateContent xmlns:mc="http://schemas.openxmlformats.org/markup-compatibility/2006">
        <mc:Choice xmlns:p14="http://schemas.microsoft.com/office/powerpoint/2010/main" Requires="p14">
          <p:contentPart p14:bwMode="auto" r:id="rId77">
            <p14:nvContentPartPr>
              <p14:cNvPr id="1048988" name=""/>
              <p14:cNvContentPartPr/>
              <p14:nvPr/>
            </p14:nvContentPartPr>
            <p14:xfrm>
              <a:off x="3614999" y="3052044"/>
              <a:ext cx="1080459" cy="38917"/>
            </p14:xfrm>
          </p:contentPart>
        </mc:Choice>
        <mc:Fallback>
          <p:sp>
            <p:nvSpPr>
              <p:cNvPr id="1048988" name=""/>
              <p:cNvSpPr/>
              <p:nvPr/>
            </p:nvSpPr>
            <p:spPr>
              <a:xfrm>
                <a:off x="3614999" y="3052044"/>
                <a:ext cx="1080459" cy="38917"/>
              </a:xfrm>
            </p:spPr>
          </p:sp>
        </mc:Fallback>
      </mc:AlternateContent>
      <mc:AlternateContent xmlns:mc="http://schemas.openxmlformats.org/markup-compatibility/2006">
        <mc:Choice xmlns:p14="http://schemas.microsoft.com/office/powerpoint/2010/main" Requires="p14">
          <p:contentPart p14:bwMode="auto" r:id="rId78">
            <p14:nvContentPartPr>
              <p14:cNvPr id="1048989" name=""/>
              <p14:cNvContentPartPr/>
              <p14:nvPr/>
            </p14:nvContentPartPr>
            <p14:xfrm>
              <a:off x="4573383" y="3001660"/>
              <a:ext cx="171409" cy="187294"/>
            </p14:xfrm>
          </p:contentPart>
        </mc:Choice>
        <mc:Fallback>
          <p:sp>
            <p:nvSpPr>
              <p:cNvPr id="1048989" name=""/>
              <p:cNvSpPr/>
              <p:nvPr/>
            </p:nvSpPr>
            <p:spPr>
              <a:xfrm>
                <a:off x="4573383" y="3001660"/>
                <a:ext cx="171409" cy="187294"/>
              </a:xfrm>
            </p:spPr>
          </p:sp>
        </mc:Fallback>
      </mc:AlternateContent>
      <mc:AlternateContent xmlns:mc="http://schemas.openxmlformats.org/markup-compatibility/2006">
        <mc:Choice xmlns:p14="http://schemas.microsoft.com/office/powerpoint/2010/main" Requires="p14">
          <p:contentPart p14:bwMode="auto" r:id="rId79">
            <p14:nvContentPartPr>
              <p14:cNvPr id="1048990" name=""/>
              <p14:cNvContentPartPr/>
              <p14:nvPr/>
            </p14:nvContentPartPr>
            <p14:xfrm>
              <a:off x="5025658" y="2812264"/>
              <a:ext cx="226411" cy="311758"/>
            </p14:xfrm>
          </p:contentPart>
        </mc:Choice>
        <mc:Fallback>
          <p:sp>
            <p:nvSpPr>
              <p:cNvPr id="1048990" name=""/>
              <p:cNvSpPr/>
              <p:nvPr/>
            </p:nvSpPr>
            <p:spPr>
              <a:xfrm>
                <a:off x="5025658" y="2812264"/>
                <a:ext cx="226411" cy="311758"/>
              </a:xfrm>
            </p:spPr>
          </p:sp>
        </mc:Fallback>
      </mc:AlternateContent>
      <mc:AlternateContent xmlns:mc="http://schemas.openxmlformats.org/markup-compatibility/2006">
        <mc:Choice xmlns:p14="http://schemas.microsoft.com/office/powerpoint/2010/main" Requires="p14">
          <p:contentPart p14:bwMode="auto" r:id="rId80">
            <p14:nvContentPartPr>
              <p14:cNvPr id="1048991" name=""/>
              <p14:cNvContentPartPr/>
              <p14:nvPr/>
            </p14:nvContentPartPr>
            <p14:xfrm>
              <a:off x="5107288" y="2951967"/>
              <a:ext cx="190798" cy="19164"/>
            </p14:xfrm>
          </p:contentPart>
        </mc:Choice>
        <mc:Fallback>
          <p:sp>
            <p:nvSpPr>
              <p:cNvPr id="1048991" name=""/>
              <p:cNvSpPr/>
              <p:nvPr/>
            </p:nvSpPr>
            <p:spPr>
              <a:xfrm>
                <a:off x="5107288" y="2951967"/>
                <a:ext cx="190798" cy="19164"/>
              </a:xfrm>
            </p:spPr>
          </p:sp>
        </mc:Fallback>
      </mc:AlternateContent>
      <mc:AlternateContent xmlns:mc="http://schemas.openxmlformats.org/markup-compatibility/2006">
        <mc:Choice xmlns:p14="http://schemas.microsoft.com/office/powerpoint/2010/main" Requires="p14">
          <p:contentPart p14:bwMode="auto" r:id="rId81">
            <p14:nvContentPartPr>
              <p14:cNvPr id="1048992" name=""/>
              <p14:cNvContentPartPr/>
              <p14:nvPr/>
            </p14:nvContentPartPr>
            <p14:xfrm>
              <a:off x="5374241" y="2991397"/>
              <a:ext cx="502655" cy="17212"/>
            </p14:xfrm>
          </p:contentPart>
        </mc:Choice>
        <mc:Fallback>
          <p:sp>
            <p:nvSpPr>
              <p:cNvPr id="1048992" name=""/>
              <p:cNvSpPr/>
              <p:nvPr/>
            </p:nvSpPr>
            <p:spPr>
              <a:xfrm>
                <a:off x="5374241" y="2991397"/>
                <a:ext cx="502655" cy="17212"/>
              </a:xfrm>
            </p:spPr>
          </p:sp>
        </mc:Fallback>
      </mc:AlternateContent>
      <mc:AlternateContent xmlns:mc="http://schemas.openxmlformats.org/markup-compatibility/2006">
        <mc:Choice xmlns:p14="http://schemas.microsoft.com/office/powerpoint/2010/main" Requires="p14">
          <p:contentPart p14:bwMode="auto" r:id="rId82">
            <p14:nvContentPartPr>
              <p14:cNvPr id="1048993" name=""/>
              <p14:cNvContentPartPr/>
              <p14:nvPr/>
            </p14:nvContentPartPr>
            <p14:xfrm>
              <a:off x="5944364" y="2885502"/>
              <a:ext cx="16291" cy="190068"/>
            </p14:xfrm>
          </p:contentPart>
        </mc:Choice>
        <mc:Fallback>
          <p:sp>
            <p:nvSpPr>
              <p:cNvPr id="1048993" name=""/>
              <p:cNvSpPr/>
              <p:nvPr/>
            </p:nvSpPr>
            <p:spPr>
              <a:xfrm>
                <a:off x="5944364" y="2885502"/>
                <a:ext cx="16291" cy="190068"/>
              </a:xfrm>
            </p:spPr>
          </p:sp>
        </mc:Fallback>
      </mc:AlternateContent>
      <mc:AlternateContent xmlns:mc="http://schemas.openxmlformats.org/markup-compatibility/2006">
        <mc:Choice xmlns:p14="http://schemas.microsoft.com/office/powerpoint/2010/main" Requires="p14">
          <p:contentPart p14:bwMode="auto" r:id="rId83">
            <p14:nvContentPartPr>
              <p14:cNvPr id="1048994" name=""/>
              <p14:cNvContentPartPr/>
              <p14:nvPr/>
            </p14:nvContentPartPr>
            <p14:xfrm>
              <a:off x="5896234" y="2808849"/>
              <a:ext cx="289034" cy="307109"/>
            </p14:xfrm>
          </p:contentPart>
        </mc:Choice>
        <mc:Fallback>
          <p:sp>
            <p:nvSpPr>
              <p:cNvPr id="1048994" name=""/>
              <p:cNvSpPr/>
              <p:nvPr/>
            </p:nvSpPr>
            <p:spPr>
              <a:xfrm>
                <a:off x="5896234" y="2808849"/>
                <a:ext cx="289034" cy="307109"/>
              </a:xfrm>
            </p:spPr>
          </p:sp>
        </mc:Fallback>
      </mc:AlternateContent>
      <mc:AlternateContent xmlns:mc="http://schemas.openxmlformats.org/markup-compatibility/2006">
        <mc:Choice xmlns:p14="http://schemas.microsoft.com/office/powerpoint/2010/main" Requires="p14">
          <p:contentPart p14:bwMode="auto" r:id="rId84">
            <p14:nvContentPartPr>
              <p14:cNvPr id="1048995" name=""/>
              <p14:cNvContentPartPr/>
              <p14:nvPr/>
            </p14:nvContentPartPr>
            <p14:xfrm>
              <a:off x="5216717" y="1290233"/>
              <a:ext cx="150464" cy="342734"/>
            </p14:xfrm>
          </p:contentPart>
        </mc:Choice>
        <mc:Fallback>
          <p:sp>
            <p:nvSpPr>
              <p:cNvPr id="1048995" name=""/>
              <p:cNvSpPr/>
              <p:nvPr/>
            </p:nvSpPr>
            <p:spPr>
              <a:xfrm>
                <a:off x="5216717" y="1290233"/>
                <a:ext cx="150464" cy="342734"/>
              </a:xfrm>
            </p:spPr>
          </p:sp>
        </mc:Fallback>
      </mc:AlternateContent>
      <mc:AlternateContent xmlns:mc="http://schemas.openxmlformats.org/markup-compatibility/2006">
        <mc:Choice xmlns:p14="http://schemas.microsoft.com/office/powerpoint/2010/main" Requires="p14">
          <p:contentPart p14:bwMode="auto" r:id="rId85">
            <p14:nvContentPartPr>
              <p14:cNvPr id="1048996" name=""/>
              <p14:cNvContentPartPr/>
              <p14:nvPr/>
            </p14:nvContentPartPr>
            <p14:xfrm>
              <a:off x="5345561" y="1429560"/>
              <a:ext cx="14561" cy="36485"/>
            </p14:xfrm>
          </p:contentPart>
        </mc:Choice>
        <mc:Fallback>
          <p:sp>
            <p:nvSpPr>
              <p:cNvPr id="1048996" name=""/>
              <p:cNvSpPr/>
              <p:nvPr/>
            </p:nvSpPr>
            <p:spPr>
              <a:xfrm>
                <a:off x="5345561" y="1429560"/>
                <a:ext cx="14561" cy="36485"/>
              </a:xfrm>
            </p:spPr>
          </p:sp>
        </mc:Fallback>
      </mc:AlternateContent>
      <mc:AlternateContent xmlns:mc="http://schemas.openxmlformats.org/markup-compatibility/2006">
        <mc:Choice xmlns:p14="http://schemas.microsoft.com/office/powerpoint/2010/main" Requires="p14">
          <p:contentPart p14:bwMode="auto" r:id="rId86">
            <p14:nvContentPartPr>
              <p14:cNvPr id="1048997" name=""/>
              <p14:cNvContentPartPr/>
              <p14:nvPr/>
            </p14:nvContentPartPr>
            <p14:xfrm>
              <a:off x="5378199" y="1509232"/>
              <a:ext cx="167686" cy="110527"/>
            </p14:xfrm>
          </p:contentPart>
        </mc:Choice>
        <mc:Fallback>
          <p:sp>
            <p:nvSpPr>
              <p:cNvPr id="1048997" name=""/>
              <p:cNvSpPr/>
              <p:nvPr/>
            </p:nvSpPr>
            <p:spPr>
              <a:xfrm>
                <a:off x="5378199" y="1509232"/>
                <a:ext cx="167686" cy="110527"/>
              </a:xfrm>
            </p:spPr>
          </p:sp>
        </mc:Fallback>
      </mc:AlternateContent>
      <mc:AlternateContent xmlns:mc="http://schemas.openxmlformats.org/markup-compatibility/2006">
        <mc:Choice xmlns:p14="http://schemas.microsoft.com/office/powerpoint/2010/main" Requires="p14">
          <p:contentPart p14:bwMode="auto" r:id="rId87">
            <p14:nvContentPartPr>
              <p14:cNvPr id="1048998" name=""/>
              <p14:cNvContentPartPr/>
              <p14:nvPr/>
            </p14:nvContentPartPr>
            <p14:xfrm>
              <a:off x="5545885" y="1516430"/>
              <a:ext cx="5176" cy="130136"/>
            </p14:xfrm>
          </p:contentPart>
        </mc:Choice>
        <mc:Fallback>
          <p:sp>
            <p:nvSpPr>
              <p:cNvPr id="1048998" name=""/>
              <p:cNvSpPr/>
              <p:nvPr/>
            </p:nvSpPr>
            <p:spPr>
              <a:xfrm>
                <a:off x="5545885" y="1516430"/>
                <a:ext cx="5176" cy="130136"/>
              </a:xfrm>
            </p:spPr>
          </p:sp>
        </mc:Fallback>
      </mc:AlternateContent>
      <mc:AlternateContent xmlns:mc="http://schemas.openxmlformats.org/markup-compatibility/2006">
        <mc:Choice xmlns:p14="http://schemas.microsoft.com/office/powerpoint/2010/main" Requires="p14">
          <p:contentPart p14:bwMode="auto" r:id="rId88">
            <p14:nvContentPartPr>
              <p14:cNvPr id="1048999" name=""/>
              <p14:cNvContentPartPr/>
              <p14:nvPr/>
            </p14:nvContentPartPr>
            <p14:xfrm>
              <a:off x="5435801" y="1523628"/>
              <a:ext cx="24483" cy="103430"/>
            </p14:xfrm>
          </p:contentPart>
        </mc:Choice>
        <mc:Fallback>
          <p:sp>
            <p:nvSpPr>
              <p:cNvPr id="1048999" name=""/>
              <p:cNvSpPr/>
              <p:nvPr/>
            </p:nvSpPr>
            <p:spPr>
              <a:xfrm>
                <a:off x="5435801" y="1523628"/>
                <a:ext cx="24483" cy="103430"/>
              </a:xfrm>
            </p:spPr>
          </p:sp>
        </mc:Fallback>
      </mc:AlternateContent>
      <mc:AlternateContent xmlns:mc="http://schemas.openxmlformats.org/markup-compatibility/2006">
        <mc:Choice xmlns:p14="http://schemas.microsoft.com/office/powerpoint/2010/main" Requires="p14">
          <p:contentPart p14:bwMode="auto" r:id="rId89">
            <p14:nvContentPartPr>
              <p14:cNvPr id="1049000" name=""/>
              <p14:cNvContentPartPr/>
              <p14:nvPr/>
            </p14:nvContentPartPr>
            <p14:xfrm>
              <a:off x="5601842" y="1480193"/>
              <a:ext cx="94066" cy="176397"/>
            </p14:xfrm>
          </p:contentPart>
        </mc:Choice>
        <mc:Fallback>
          <p:sp>
            <p:nvSpPr>
              <p:cNvPr id="1049000" name=""/>
              <p:cNvSpPr/>
              <p:nvPr/>
            </p:nvSpPr>
            <p:spPr>
              <a:xfrm>
                <a:off x="5601842" y="1480193"/>
                <a:ext cx="94066" cy="176397"/>
              </a:xfrm>
            </p:spPr>
          </p:sp>
        </mc:Fallback>
      </mc:AlternateContent>
      <mc:AlternateContent xmlns:mc="http://schemas.openxmlformats.org/markup-compatibility/2006">
        <mc:Choice xmlns:p14="http://schemas.microsoft.com/office/powerpoint/2010/main" Requires="p14">
          <p:contentPart p14:bwMode="auto" r:id="rId90">
            <p14:nvContentPartPr>
              <p14:cNvPr id="1049001" name=""/>
              <p14:cNvContentPartPr/>
              <p14:nvPr/>
            </p14:nvContentPartPr>
            <p14:xfrm>
              <a:off x="5728593" y="1498700"/>
              <a:ext cx="299268" cy="143704"/>
            </p14:xfrm>
          </p:contentPart>
        </mc:Choice>
        <mc:Fallback>
          <p:sp>
            <p:nvSpPr>
              <p:cNvPr id="1049001" name=""/>
              <p:cNvSpPr/>
              <p:nvPr/>
            </p:nvSpPr>
            <p:spPr>
              <a:xfrm>
                <a:off x="5728593" y="1498700"/>
                <a:ext cx="299268" cy="143704"/>
              </a:xfrm>
            </p:spPr>
          </p:sp>
        </mc:Fallback>
      </mc:AlternateContent>
      <mc:AlternateContent xmlns:mc="http://schemas.openxmlformats.org/markup-compatibility/2006">
        <mc:Choice xmlns:p14="http://schemas.microsoft.com/office/powerpoint/2010/main" Requires="p14">
          <p:contentPart p14:bwMode="auto" r:id="rId91">
            <p14:nvContentPartPr>
              <p14:cNvPr id="1049002" name=""/>
              <p14:cNvContentPartPr/>
              <p14:nvPr/>
            </p14:nvContentPartPr>
            <p14:xfrm>
              <a:off x="5566746" y="1378679"/>
              <a:ext cx="21940" cy="74266"/>
            </p14:xfrm>
          </p:contentPart>
        </mc:Choice>
        <mc:Fallback>
          <p:sp>
            <p:nvSpPr>
              <p:cNvPr id="1049002" name=""/>
              <p:cNvSpPr/>
              <p:nvPr/>
            </p:nvSpPr>
            <p:spPr>
              <a:xfrm>
                <a:off x="5566746" y="1378679"/>
                <a:ext cx="21940" cy="74266"/>
              </a:xfrm>
            </p:spPr>
          </p:sp>
        </mc:Fallback>
      </mc:AlternateContent>
      <mc:AlternateContent xmlns:mc="http://schemas.openxmlformats.org/markup-compatibility/2006">
        <mc:Choice xmlns:p14="http://schemas.microsoft.com/office/powerpoint/2010/main" Requires="p14">
          <p:contentPart p14:bwMode="auto" r:id="rId92">
            <p14:nvContentPartPr>
              <p14:cNvPr id="1049003" name=""/>
              <p14:cNvContentPartPr/>
              <p14:nvPr/>
            </p14:nvContentPartPr>
            <p14:xfrm>
              <a:off x="6229771" y="1451154"/>
              <a:ext cx="464926" cy="178132"/>
            </p14:xfrm>
          </p:contentPart>
        </mc:Choice>
        <mc:Fallback>
          <p:sp>
            <p:nvSpPr>
              <p:cNvPr id="1049003" name=""/>
              <p:cNvSpPr/>
              <p:nvPr/>
            </p:nvSpPr>
            <p:spPr>
              <a:xfrm>
                <a:off x="6229771" y="1451154"/>
                <a:ext cx="464926" cy="178132"/>
              </a:xfrm>
            </p:spPr>
          </p:sp>
        </mc:Fallback>
      </mc:AlternateContent>
      <mc:AlternateContent xmlns:mc="http://schemas.openxmlformats.org/markup-compatibility/2006">
        <mc:Choice xmlns:p14="http://schemas.microsoft.com/office/powerpoint/2010/main" Requires="p14">
          <p:contentPart p14:bwMode="auto" r:id="rId93">
            <p14:nvContentPartPr>
              <p14:cNvPr id="1049004" name=""/>
              <p14:cNvContentPartPr/>
              <p14:nvPr/>
            </p14:nvContentPartPr>
            <p14:xfrm>
              <a:off x="6697386" y="1278697"/>
              <a:ext cx="497471" cy="284950"/>
            </p14:xfrm>
          </p:contentPart>
        </mc:Choice>
        <mc:Fallback>
          <p:sp>
            <p:nvSpPr>
              <p:cNvPr id="1049004" name=""/>
              <p:cNvSpPr/>
              <p:nvPr/>
            </p:nvSpPr>
            <p:spPr>
              <a:xfrm>
                <a:off x="6697386" y="1278697"/>
                <a:ext cx="497471" cy="284950"/>
              </a:xfrm>
            </p:spPr>
          </p:sp>
        </mc:Fallback>
      </mc:AlternateContent>
      <mc:AlternateContent xmlns:mc="http://schemas.openxmlformats.org/markup-compatibility/2006">
        <mc:Choice xmlns:p14="http://schemas.microsoft.com/office/powerpoint/2010/main" Requires="p14">
          <p:contentPart p14:bwMode="auto" r:id="rId94">
            <p14:nvContentPartPr>
              <p14:cNvPr id="1049005" name=""/>
              <p14:cNvContentPartPr/>
              <p14:nvPr/>
            </p14:nvContentPartPr>
            <p14:xfrm>
              <a:off x="7231617" y="1400521"/>
              <a:ext cx="199166" cy="119168"/>
            </p14:xfrm>
          </p:contentPart>
        </mc:Choice>
        <mc:Fallback>
          <p:sp>
            <p:nvSpPr>
              <p:cNvPr id="1049005" name=""/>
              <p:cNvSpPr/>
              <p:nvPr/>
            </p:nvSpPr>
            <p:spPr>
              <a:xfrm>
                <a:off x="7231617" y="1400521"/>
                <a:ext cx="199166" cy="119168"/>
              </a:xfrm>
            </p:spPr>
          </p:sp>
        </mc:Fallback>
      </mc:AlternateContent>
      <mc:AlternateContent xmlns:mc="http://schemas.openxmlformats.org/markup-compatibility/2006">
        <mc:Choice xmlns:p14="http://schemas.microsoft.com/office/powerpoint/2010/main" Requires="p14">
          <p:contentPart p14:bwMode="auto" r:id="rId95">
            <p14:nvContentPartPr>
              <p14:cNvPr id="1049006" name=""/>
              <p14:cNvContentPartPr/>
              <p14:nvPr/>
            </p14:nvContentPartPr>
            <p14:xfrm>
              <a:off x="6525890" y="2750348"/>
              <a:ext cx="343288" cy="330735"/>
            </p14:xfrm>
          </p:contentPart>
        </mc:Choice>
        <mc:Fallback>
          <p:sp>
            <p:nvSpPr>
              <p:cNvPr id="1049006" name=""/>
              <p:cNvSpPr/>
              <p:nvPr/>
            </p:nvSpPr>
            <p:spPr>
              <a:xfrm>
                <a:off x="6525890" y="2750348"/>
                <a:ext cx="343288" cy="330735"/>
              </a:xfrm>
            </p:spPr>
          </p:sp>
        </mc:Fallback>
      </mc:AlternateContent>
      <mc:AlternateContent xmlns:mc="http://schemas.openxmlformats.org/markup-compatibility/2006">
        <mc:Choice xmlns:p14="http://schemas.microsoft.com/office/powerpoint/2010/main" Requires="p14">
          <p:contentPart p14:bwMode="auto" r:id="rId96">
            <p14:nvContentPartPr>
              <p14:cNvPr id="1049007" name=""/>
              <p14:cNvContentPartPr/>
              <p14:nvPr/>
            </p14:nvContentPartPr>
            <p14:xfrm>
              <a:off x="6769015" y="2827920"/>
              <a:ext cx="1" cy="32281"/>
            </p14:xfrm>
          </p:contentPart>
        </mc:Choice>
        <mc:Fallback>
          <p:sp>
            <p:nvSpPr>
              <p:cNvPr id="1049007" name=""/>
              <p:cNvSpPr/>
              <p:nvPr/>
            </p:nvSpPr>
            <p:spPr>
              <a:xfrm>
                <a:off x="6769015" y="2827920"/>
                <a:ext cx="1" cy="32281"/>
              </a:xfrm>
            </p:spPr>
          </p:sp>
        </mc:Fallback>
      </mc:AlternateContent>
      <mc:AlternateContent xmlns:mc="http://schemas.openxmlformats.org/markup-compatibility/2006">
        <mc:Choice xmlns:p14="http://schemas.microsoft.com/office/powerpoint/2010/main" Requires="p14">
          <p:contentPart p14:bwMode="auto" r:id="rId97">
            <p14:nvContentPartPr>
              <p14:cNvPr id="1049008" name=""/>
              <p14:cNvContentPartPr/>
              <p14:nvPr/>
            </p14:nvContentPartPr>
            <p14:xfrm>
              <a:off x="6733275" y="2951027"/>
              <a:ext cx="7308" cy="99877"/>
            </p14:xfrm>
          </p:contentPart>
        </mc:Choice>
        <mc:Fallback>
          <p:sp>
            <p:nvSpPr>
              <p:cNvPr id="1049008" name=""/>
              <p:cNvSpPr/>
              <p:nvPr/>
            </p:nvSpPr>
            <p:spPr>
              <a:xfrm>
                <a:off x="6733275" y="2951027"/>
                <a:ext cx="7308" cy="99877"/>
              </a:xfrm>
            </p:spPr>
          </p:sp>
        </mc:Fallback>
      </mc:AlternateContent>
      <mc:AlternateContent xmlns:mc="http://schemas.openxmlformats.org/markup-compatibility/2006">
        <mc:Choice xmlns:p14="http://schemas.microsoft.com/office/powerpoint/2010/main" Requires="p14">
          <p:contentPart p14:bwMode="auto" r:id="rId98">
            <p14:nvContentPartPr>
              <p14:cNvPr id="1049009" name=""/>
              <p14:cNvContentPartPr/>
              <p14:nvPr/>
            </p14:nvContentPartPr>
            <p14:xfrm>
              <a:off x="6827789" y="2941196"/>
              <a:ext cx="221937" cy="113357"/>
            </p14:xfrm>
          </p:contentPart>
        </mc:Choice>
        <mc:Fallback>
          <p:sp>
            <p:nvSpPr>
              <p:cNvPr id="1049009" name=""/>
              <p:cNvSpPr/>
              <p:nvPr/>
            </p:nvSpPr>
            <p:spPr>
              <a:xfrm>
                <a:off x="6827789" y="2941196"/>
                <a:ext cx="221937" cy="113357"/>
              </a:xfrm>
            </p:spPr>
          </p:sp>
        </mc:Fallback>
      </mc:AlternateContent>
      <mc:AlternateContent xmlns:mc="http://schemas.openxmlformats.org/markup-compatibility/2006">
        <mc:Choice xmlns:p14="http://schemas.microsoft.com/office/powerpoint/2010/main" Requires="p14">
          <p:contentPart p14:bwMode="auto" r:id="rId99">
            <p14:nvContentPartPr>
              <p14:cNvPr id="1049010" name=""/>
              <p14:cNvContentPartPr/>
              <p14:nvPr/>
            </p14:nvContentPartPr>
            <p14:xfrm>
              <a:off x="7024617" y="2820225"/>
              <a:ext cx="15763" cy="38002"/>
            </p14:xfrm>
          </p:contentPart>
        </mc:Choice>
        <mc:Fallback>
          <p:sp>
            <p:nvSpPr>
              <p:cNvPr id="1049010" name=""/>
              <p:cNvSpPr/>
              <p:nvPr/>
            </p:nvSpPr>
            <p:spPr>
              <a:xfrm>
                <a:off x="7024617" y="2820225"/>
                <a:ext cx="15763" cy="38002"/>
              </a:xfrm>
            </p:spPr>
          </p:sp>
        </mc:Fallback>
      </mc:AlternateContent>
      <mc:AlternateContent xmlns:mc="http://schemas.openxmlformats.org/markup-compatibility/2006">
        <mc:Choice xmlns:p14="http://schemas.microsoft.com/office/powerpoint/2010/main" Requires="p14">
          <p:contentPart p14:bwMode="auto" r:id="rId100">
            <p14:nvContentPartPr>
              <p14:cNvPr id="1049011" name=""/>
              <p14:cNvContentPartPr/>
              <p14:nvPr/>
            </p14:nvContentPartPr>
            <p14:xfrm>
              <a:off x="7050710" y="2899898"/>
              <a:ext cx="111455" cy="142372"/>
            </p14:xfrm>
          </p:contentPart>
        </mc:Choice>
        <mc:Fallback>
          <p:sp>
            <p:nvSpPr>
              <p:cNvPr id="1049011" name=""/>
              <p:cNvSpPr/>
              <p:nvPr/>
            </p:nvSpPr>
            <p:spPr>
              <a:xfrm>
                <a:off x="7050710" y="2899898"/>
                <a:ext cx="111455" cy="142372"/>
              </a:xfrm>
            </p:spPr>
          </p:sp>
        </mc:Fallback>
      </mc:AlternateContent>
      <mc:AlternateContent xmlns:mc="http://schemas.openxmlformats.org/markup-compatibility/2006">
        <mc:Choice xmlns:p14="http://schemas.microsoft.com/office/powerpoint/2010/main" Requires="p14">
          <p:contentPart p14:bwMode="auto" r:id="rId101">
            <p14:nvContentPartPr>
              <p14:cNvPr id="1049012" name=""/>
              <p14:cNvContentPartPr/>
              <p14:nvPr/>
            </p14:nvContentPartPr>
            <p14:xfrm>
              <a:off x="7182319" y="2936135"/>
              <a:ext cx="215912" cy="117721"/>
            </p14:xfrm>
          </p:contentPart>
        </mc:Choice>
        <mc:Fallback>
          <p:sp>
            <p:nvSpPr>
              <p:cNvPr id="1049012" name=""/>
              <p:cNvSpPr/>
              <p:nvPr/>
            </p:nvSpPr>
            <p:spPr>
              <a:xfrm>
                <a:off x="7182319" y="2936135"/>
                <a:ext cx="215912" cy="117721"/>
              </a:xfrm>
            </p:spPr>
          </p:sp>
        </mc:Fallback>
      </mc:AlternateContent>
      <mc:AlternateContent xmlns:mc="http://schemas.openxmlformats.org/markup-compatibility/2006">
        <mc:Choice xmlns:p14="http://schemas.microsoft.com/office/powerpoint/2010/main" Requires="p14">
          <p:contentPart p14:bwMode="auto" r:id="rId102">
            <p14:nvContentPartPr>
              <p14:cNvPr id="1049013" name=""/>
              <p14:cNvContentPartPr/>
              <p14:nvPr/>
            </p14:nvContentPartPr>
            <p14:xfrm>
              <a:off x="7571586" y="2735689"/>
              <a:ext cx="271129" cy="295010"/>
            </p14:xfrm>
          </p:contentPart>
        </mc:Choice>
        <mc:Fallback>
          <p:sp>
            <p:nvSpPr>
              <p:cNvPr id="1049013" name=""/>
              <p:cNvSpPr/>
              <p:nvPr/>
            </p:nvSpPr>
            <p:spPr>
              <a:xfrm>
                <a:off x="7571586" y="2735689"/>
                <a:ext cx="271129" cy="295010"/>
              </a:xfrm>
            </p:spPr>
          </p:sp>
        </mc:Fallback>
      </mc:AlternateContent>
      <mc:AlternateContent xmlns:mc="http://schemas.openxmlformats.org/markup-compatibility/2006">
        <mc:Choice xmlns:p14="http://schemas.microsoft.com/office/powerpoint/2010/main" Requires="p14">
          <p:contentPart p14:bwMode="auto" r:id="rId103">
            <p14:nvContentPartPr>
              <p14:cNvPr id="1049014" name=""/>
              <p14:cNvContentPartPr/>
              <p14:nvPr/>
            </p14:nvContentPartPr>
            <p14:xfrm>
              <a:off x="6486349" y="3276666"/>
              <a:ext cx="611393" cy="215648"/>
            </p14:xfrm>
          </p:contentPart>
        </mc:Choice>
        <mc:Fallback>
          <p:sp>
            <p:nvSpPr>
              <p:cNvPr id="1049014" name=""/>
              <p:cNvSpPr/>
              <p:nvPr/>
            </p:nvSpPr>
            <p:spPr>
              <a:xfrm>
                <a:off x="6486349" y="3276666"/>
                <a:ext cx="611393" cy="215648"/>
              </a:xfrm>
            </p:spPr>
          </p:sp>
        </mc:Fallback>
      </mc:AlternateContent>
      <mc:AlternateContent xmlns:mc="http://schemas.openxmlformats.org/markup-compatibility/2006">
        <mc:Choice xmlns:p14="http://schemas.microsoft.com/office/powerpoint/2010/main" Requires="p14">
          <p:contentPart p14:bwMode="auto" r:id="rId104">
            <p14:nvContentPartPr>
              <p14:cNvPr id="1049015" name=""/>
              <p14:cNvContentPartPr/>
              <p14:nvPr/>
            </p14:nvContentPartPr>
            <p14:xfrm>
              <a:off x="7092313" y="3219509"/>
              <a:ext cx="155556" cy="273764"/>
            </p14:xfrm>
          </p:contentPart>
        </mc:Choice>
        <mc:Fallback>
          <p:sp>
            <p:nvSpPr>
              <p:cNvPr id="1049015" name=""/>
              <p:cNvSpPr/>
              <p:nvPr/>
            </p:nvSpPr>
            <p:spPr>
              <a:xfrm>
                <a:off x="7092313" y="3219509"/>
                <a:ext cx="155556" cy="273764"/>
              </a:xfrm>
            </p:spPr>
          </p:sp>
        </mc:Fallback>
      </mc:AlternateContent>
      <mc:AlternateContent xmlns:mc="http://schemas.openxmlformats.org/markup-compatibility/2006">
        <mc:Choice xmlns:p14="http://schemas.microsoft.com/office/powerpoint/2010/main" Requires="p14">
          <p:contentPart p14:bwMode="auto" r:id="rId105">
            <p14:nvContentPartPr>
              <p14:cNvPr id="1049016" name=""/>
              <p14:cNvContentPartPr/>
              <p14:nvPr/>
            </p14:nvContentPartPr>
            <p14:xfrm>
              <a:off x="7307530" y="3370981"/>
              <a:ext cx="4657" cy="69735"/>
            </p14:xfrm>
          </p:contentPart>
        </mc:Choice>
        <mc:Fallback>
          <p:sp>
            <p:nvSpPr>
              <p:cNvPr id="1049016" name=""/>
              <p:cNvSpPr/>
              <p:nvPr/>
            </p:nvSpPr>
            <p:spPr>
              <a:xfrm>
                <a:off x="7307530" y="3370981"/>
                <a:ext cx="4657" cy="69735"/>
              </a:xfrm>
            </p:spPr>
          </p:sp>
        </mc:Fallback>
      </mc:AlternateContent>
      <mc:AlternateContent xmlns:mc="http://schemas.openxmlformats.org/markup-compatibility/2006">
        <mc:Choice xmlns:p14="http://schemas.microsoft.com/office/powerpoint/2010/main" Requires="p14">
          <p:contentPart p14:bwMode="auto" r:id="rId106">
            <p14:nvContentPartPr>
              <p14:cNvPr id="1049017" name=""/>
              <p14:cNvContentPartPr/>
              <p14:nvPr/>
            </p14:nvContentPartPr>
            <p14:xfrm>
              <a:off x="7305866" y="3276666"/>
              <a:ext cx="6321" cy="31412"/>
            </p14:xfrm>
          </p:contentPart>
        </mc:Choice>
        <mc:Fallback>
          <p:sp>
            <p:nvSpPr>
              <p:cNvPr id="1049017" name=""/>
              <p:cNvSpPr/>
              <p:nvPr/>
            </p:nvSpPr>
            <p:spPr>
              <a:xfrm>
                <a:off x="7305866" y="3276666"/>
                <a:ext cx="6321" cy="31412"/>
              </a:xfrm>
            </p:spPr>
          </p:sp>
        </mc:Fallback>
      </mc:AlternateContent>
      <mc:AlternateContent xmlns:mc="http://schemas.openxmlformats.org/markup-compatibility/2006">
        <mc:Choice xmlns:p14="http://schemas.microsoft.com/office/powerpoint/2010/main" Requires="p14">
          <p:contentPart p14:bwMode="auto" r:id="rId107">
            <p14:nvContentPartPr>
              <p14:cNvPr id="1049018" name=""/>
              <p14:cNvContentPartPr/>
              <p14:nvPr/>
            </p14:nvContentPartPr>
            <p14:xfrm>
              <a:off x="7376649" y="3328269"/>
              <a:ext cx="75754" cy="130513"/>
            </p14:xfrm>
          </p:contentPart>
        </mc:Choice>
        <mc:Fallback>
          <p:sp>
            <p:nvSpPr>
              <p:cNvPr id="1049018" name=""/>
              <p:cNvSpPr/>
              <p:nvPr/>
            </p:nvSpPr>
            <p:spPr>
              <a:xfrm>
                <a:off x="7376649" y="3328269"/>
                <a:ext cx="75754" cy="130513"/>
              </a:xfrm>
            </p:spPr>
          </p:sp>
        </mc:Fallback>
      </mc:AlternateContent>
      <mc:AlternateContent xmlns:mc="http://schemas.openxmlformats.org/markup-compatibility/2006">
        <mc:Choice xmlns:p14="http://schemas.microsoft.com/office/powerpoint/2010/main" Requires="p14">
          <p:contentPart p14:bwMode="auto" r:id="rId108">
            <p14:nvContentPartPr>
              <p14:cNvPr id="1049019" name=""/>
              <p14:cNvContentPartPr/>
              <p14:nvPr/>
            </p14:nvContentPartPr>
            <p14:xfrm>
              <a:off x="7497875" y="3315408"/>
              <a:ext cx="205242" cy="119723"/>
            </p14:xfrm>
          </p:contentPart>
        </mc:Choice>
        <mc:Fallback>
          <p:sp>
            <p:nvSpPr>
              <p:cNvPr id="1049019" name=""/>
              <p:cNvSpPr/>
              <p:nvPr/>
            </p:nvSpPr>
            <p:spPr>
              <a:xfrm>
                <a:off x="7497875" y="3315408"/>
                <a:ext cx="205242" cy="119723"/>
              </a:xfrm>
            </p:spPr>
          </p:sp>
        </mc:Fallback>
      </mc:AlternateContent>
      <mc:AlternateContent xmlns:mc="http://schemas.openxmlformats.org/markup-compatibility/2006">
        <mc:Choice xmlns:p14="http://schemas.microsoft.com/office/powerpoint/2010/main" Requires="p14">
          <p:contentPart p14:bwMode="auto" r:id="rId109">
            <p14:nvContentPartPr>
              <p14:cNvPr id="1049020" name=""/>
              <p14:cNvContentPartPr/>
              <p14:nvPr/>
            </p14:nvContentPartPr>
            <p14:xfrm>
              <a:off x="7651476" y="3131716"/>
              <a:ext cx="12400" cy="288194"/>
            </p14:xfrm>
          </p:contentPart>
        </mc:Choice>
        <mc:Fallback>
          <p:sp>
            <p:nvSpPr>
              <p:cNvPr id="1049020" name=""/>
              <p:cNvSpPr/>
              <p:nvPr/>
            </p:nvSpPr>
            <p:spPr>
              <a:xfrm>
                <a:off x="7651476" y="3131716"/>
                <a:ext cx="12400" cy="288194"/>
              </a:xfrm>
            </p:spPr>
          </p:sp>
        </mc:Fallback>
      </mc:AlternateContent>
      <mc:AlternateContent xmlns:mc="http://schemas.openxmlformats.org/markup-compatibility/2006">
        <mc:Choice xmlns:p14="http://schemas.microsoft.com/office/powerpoint/2010/main" Requires="p14">
          <p:contentPart p14:bwMode="auto" r:id="rId110">
            <p14:nvContentPartPr>
              <p14:cNvPr id="1049021" name=""/>
              <p14:cNvContentPartPr/>
              <p14:nvPr/>
            </p14:nvContentPartPr>
            <p14:xfrm>
              <a:off x="7634297" y="3320841"/>
              <a:ext cx="150629" cy="119939"/>
            </p14:xfrm>
          </p:contentPart>
        </mc:Choice>
        <mc:Fallback>
          <p:sp>
            <p:nvSpPr>
              <p:cNvPr id="1049021" name=""/>
              <p:cNvSpPr/>
              <p:nvPr/>
            </p:nvSpPr>
            <p:spPr>
              <a:xfrm>
                <a:off x="7634297" y="3320841"/>
                <a:ext cx="150629" cy="119939"/>
              </a:xfrm>
            </p:spPr>
          </p:sp>
        </mc:Fallback>
      </mc:AlternateContent>
      <mc:AlternateContent xmlns:mc="http://schemas.openxmlformats.org/markup-compatibility/2006">
        <mc:Choice xmlns:p14="http://schemas.microsoft.com/office/powerpoint/2010/main" Requires="p14">
          <p:contentPart p14:bwMode="auto" r:id="rId111">
            <p14:nvContentPartPr>
              <p14:cNvPr id="1049022" name=""/>
              <p14:cNvContentPartPr/>
              <p14:nvPr/>
            </p14:nvContentPartPr>
            <p14:xfrm>
              <a:off x="7809188" y="3288289"/>
              <a:ext cx="249374" cy="162612"/>
            </p14:xfrm>
          </p:contentPart>
        </mc:Choice>
        <mc:Fallback>
          <p:sp>
            <p:nvSpPr>
              <p:cNvPr id="1049022" name=""/>
              <p:cNvSpPr/>
              <p:nvPr/>
            </p:nvSpPr>
            <p:spPr>
              <a:xfrm>
                <a:off x="7809188" y="3288289"/>
                <a:ext cx="249374" cy="162612"/>
              </a:xfrm>
            </p:spPr>
          </p:sp>
        </mc:Fallback>
      </mc:AlternateContent>
      <mc:AlternateContent xmlns:mc="http://schemas.openxmlformats.org/markup-compatibility/2006">
        <mc:Choice xmlns:p14="http://schemas.microsoft.com/office/powerpoint/2010/main" Requires="p14">
          <p:contentPart p14:bwMode="auto" r:id="rId112">
            <p14:nvContentPartPr>
              <p14:cNvPr id="1049023" name=""/>
              <p14:cNvContentPartPr/>
              <p14:nvPr/>
            </p14:nvContentPartPr>
            <p14:xfrm>
              <a:off x="7702127" y="3235216"/>
              <a:ext cx="19977" cy="31610"/>
            </p14:xfrm>
          </p:contentPart>
        </mc:Choice>
        <mc:Fallback>
          <p:sp>
            <p:nvSpPr>
              <p:cNvPr id="1049023" name=""/>
              <p:cNvSpPr/>
              <p:nvPr/>
            </p:nvSpPr>
            <p:spPr>
              <a:xfrm>
                <a:off x="7702127" y="3235216"/>
                <a:ext cx="19977" cy="31610"/>
              </a:xfrm>
            </p:spPr>
          </p:sp>
        </mc:Fallback>
      </mc:AlternateContent>
      <mc:AlternateContent xmlns:mc="http://schemas.openxmlformats.org/markup-compatibility/2006">
        <mc:Choice xmlns:p14="http://schemas.microsoft.com/office/powerpoint/2010/main" Requires="p14">
          <p:contentPart p14:bwMode="auto" r:id="rId113">
            <p14:nvContentPartPr>
              <p14:cNvPr id="1049024" name=""/>
              <p14:cNvContentPartPr/>
              <p14:nvPr/>
            </p14:nvContentPartPr>
            <p14:xfrm>
              <a:off x="8170973" y="3392823"/>
              <a:ext cx="49737" cy="64591"/>
            </p14:xfrm>
          </p:contentPart>
        </mc:Choice>
        <mc:Fallback>
          <p:sp>
            <p:nvSpPr>
              <p:cNvPr id="1049024" name=""/>
              <p:cNvSpPr/>
              <p:nvPr/>
            </p:nvSpPr>
            <p:spPr>
              <a:xfrm>
                <a:off x="8170973" y="3392823"/>
                <a:ext cx="49737" cy="64591"/>
              </a:xfrm>
            </p:spPr>
          </p:sp>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58" name=""/>
        <p:cNvGrpSpPr/>
        <p:nvPr/>
      </p:nvGrpSpPr>
      <p:grpSpPr>
        <a:xfrm>
          <a:off x="0" y="0"/>
          <a:ext cx="0" cy="0"/>
          <a:chOff x="0" y="0"/>
          <a:chExt cx="0" cy="0"/>
        </a:xfrm>
      </p:grpSpPr>
      <p:sp>
        <p:nvSpPr>
          <p:cNvPr id="1048629" name="Ellipse 30"/>
          <p:cNvSpPr/>
          <p:nvPr/>
        </p:nvSpPr>
        <p:spPr>
          <a:xfrm>
            <a:off x="550578" y="1008306"/>
            <a:ext cx="1253538" cy="1147292"/>
          </a:xfrm>
          <a:prstGeom prst="ellipse"/>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fr-MA"/>
          </a:p>
        </p:txBody>
      </p:sp>
      <p:sp>
        <p:nvSpPr>
          <p:cNvPr id="1048630" name="Ellipse 3"/>
          <p:cNvSpPr/>
          <p:nvPr/>
        </p:nvSpPr>
        <p:spPr>
          <a:xfrm>
            <a:off x="2485624" y="487247"/>
            <a:ext cx="2498502" cy="2343955"/>
          </a:xfrm>
          <a:prstGeom prst="ellipse"/>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fr-MA"/>
          </a:p>
        </p:txBody>
      </p:sp>
      <p:sp>
        <p:nvSpPr>
          <p:cNvPr id="1048631" name="Ellipse 4"/>
          <p:cNvSpPr/>
          <p:nvPr/>
        </p:nvSpPr>
        <p:spPr>
          <a:xfrm>
            <a:off x="4672884" y="1363010"/>
            <a:ext cx="141668" cy="154547"/>
          </a:xfrm>
          <a:prstGeom prst="ellipse"/>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fr-MA"/>
          </a:p>
        </p:txBody>
      </p:sp>
      <p:sp>
        <p:nvSpPr>
          <p:cNvPr id="1048632" name="Ellipse 5"/>
          <p:cNvSpPr/>
          <p:nvPr/>
        </p:nvSpPr>
        <p:spPr>
          <a:xfrm>
            <a:off x="4672884" y="1581952"/>
            <a:ext cx="141668" cy="154547"/>
          </a:xfrm>
          <a:prstGeom prst="ellipse"/>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fr-MA"/>
          </a:p>
        </p:txBody>
      </p:sp>
      <p:sp>
        <p:nvSpPr>
          <p:cNvPr id="1048633" name="Ellipse 6"/>
          <p:cNvSpPr/>
          <p:nvPr/>
        </p:nvSpPr>
        <p:spPr>
          <a:xfrm>
            <a:off x="2713149" y="1363009"/>
            <a:ext cx="141668" cy="154547"/>
          </a:xfrm>
          <a:prstGeom prst="ellipse"/>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fr-MA"/>
          </a:p>
        </p:txBody>
      </p:sp>
      <p:sp>
        <p:nvSpPr>
          <p:cNvPr id="1048634" name="Ellipse 7"/>
          <p:cNvSpPr/>
          <p:nvPr/>
        </p:nvSpPr>
        <p:spPr>
          <a:xfrm>
            <a:off x="1563707" y="1504679"/>
            <a:ext cx="141668" cy="154547"/>
          </a:xfrm>
          <a:prstGeom prst="ellipse"/>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fr-MA"/>
          </a:p>
        </p:txBody>
      </p:sp>
      <p:sp>
        <p:nvSpPr>
          <p:cNvPr id="1048635" name="Ellipse 8"/>
          <p:cNvSpPr/>
          <p:nvPr/>
        </p:nvSpPr>
        <p:spPr>
          <a:xfrm>
            <a:off x="3857225" y="601011"/>
            <a:ext cx="141668" cy="154547"/>
          </a:xfrm>
          <a:prstGeom prst="ellipse"/>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fr-MA"/>
          </a:p>
        </p:txBody>
      </p:sp>
      <p:sp>
        <p:nvSpPr>
          <p:cNvPr id="1048636" name="Ellipse 9"/>
          <p:cNvSpPr/>
          <p:nvPr/>
        </p:nvSpPr>
        <p:spPr>
          <a:xfrm>
            <a:off x="3625405" y="601012"/>
            <a:ext cx="141668" cy="154547"/>
          </a:xfrm>
          <a:prstGeom prst="ellipse"/>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fr-MA"/>
          </a:p>
        </p:txBody>
      </p:sp>
      <p:sp>
        <p:nvSpPr>
          <p:cNvPr id="1048637" name="Ellipse 11"/>
          <p:cNvSpPr/>
          <p:nvPr/>
        </p:nvSpPr>
        <p:spPr>
          <a:xfrm>
            <a:off x="3857225" y="2352536"/>
            <a:ext cx="141668" cy="154547"/>
          </a:xfrm>
          <a:prstGeom prst="ellipse"/>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fr-MA"/>
          </a:p>
        </p:txBody>
      </p:sp>
      <p:sp>
        <p:nvSpPr>
          <p:cNvPr id="1048638" name="Ellipse 12"/>
          <p:cNvSpPr/>
          <p:nvPr/>
        </p:nvSpPr>
        <p:spPr>
          <a:xfrm>
            <a:off x="3625405" y="2352537"/>
            <a:ext cx="141668" cy="154547"/>
          </a:xfrm>
          <a:prstGeom prst="ellipse"/>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fr-MA"/>
          </a:p>
        </p:txBody>
      </p:sp>
      <p:sp>
        <p:nvSpPr>
          <p:cNvPr id="1048639" name="Ellipse 14"/>
          <p:cNvSpPr/>
          <p:nvPr/>
        </p:nvSpPr>
        <p:spPr>
          <a:xfrm>
            <a:off x="1459611" y="3737547"/>
            <a:ext cx="1253538" cy="1147292"/>
          </a:xfrm>
          <a:prstGeom prst="ellipse"/>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fr-MA"/>
          </a:p>
        </p:txBody>
      </p:sp>
      <p:sp>
        <p:nvSpPr>
          <p:cNvPr id="1048640" name="Ellipse 15"/>
          <p:cNvSpPr/>
          <p:nvPr/>
        </p:nvSpPr>
        <p:spPr>
          <a:xfrm>
            <a:off x="2335371" y="3147807"/>
            <a:ext cx="2498502" cy="2343955"/>
          </a:xfrm>
          <a:prstGeom prst="ellipse"/>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fr-MA"/>
          </a:p>
        </p:txBody>
      </p:sp>
      <p:sp>
        <p:nvSpPr>
          <p:cNvPr id="1048641" name="Ellipse 16"/>
          <p:cNvSpPr/>
          <p:nvPr/>
        </p:nvSpPr>
        <p:spPr>
          <a:xfrm>
            <a:off x="4522631" y="4023570"/>
            <a:ext cx="141668" cy="154547"/>
          </a:xfrm>
          <a:prstGeom prst="ellipse"/>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fr-MA"/>
          </a:p>
        </p:txBody>
      </p:sp>
      <p:sp>
        <p:nvSpPr>
          <p:cNvPr id="1048642" name="Ellipse 17"/>
          <p:cNvSpPr/>
          <p:nvPr/>
        </p:nvSpPr>
        <p:spPr>
          <a:xfrm>
            <a:off x="4522631" y="4242512"/>
            <a:ext cx="141668" cy="154547"/>
          </a:xfrm>
          <a:prstGeom prst="ellipse"/>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fr-MA"/>
          </a:p>
        </p:txBody>
      </p:sp>
      <p:sp>
        <p:nvSpPr>
          <p:cNvPr id="1048643" name="Ellipse 18"/>
          <p:cNvSpPr/>
          <p:nvPr/>
        </p:nvSpPr>
        <p:spPr>
          <a:xfrm>
            <a:off x="2369718" y="3998343"/>
            <a:ext cx="141668" cy="154547"/>
          </a:xfrm>
          <a:prstGeom prst="ellipse"/>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fr-MA"/>
          </a:p>
        </p:txBody>
      </p:sp>
      <p:sp>
        <p:nvSpPr>
          <p:cNvPr id="1048644" name="Ellipse 19"/>
          <p:cNvSpPr/>
          <p:nvPr/>
        </p:nvSpPr>
        <p:spPr>
          <a:xfrm>
            <a:off x="2369718" y="4311193"/>
            <a:ext cx="141668" cy="154547"/>
          </a:xfrm>
          <a:prstGeom prst="ellipse"/>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fr-MA"/>
          </a:p>
        </p:txBody>
      </p:sp>
      <p:sp>
        <p:nvSpPr>
          <p:cNvPr id="1048645" name="Ellipse 20"/>
          <p:cNvSpPr/>
          <p:nvPr/>
        </p:nvSpPr>
        <p:spPr>
          <a:xfrm>
            <a:off x="3706972" y="3261571"/>
            <a:ext cx="141668" cy="154547"/>
          </a:xfrm>
          <a:prstGeom prst="ellipse"/>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fr-MA"/>
          </a:p>
        </p:txBody>
      </p:sp>
      <p:sp>
        <p:nvSpPr>
          <p:cNvPr id="1048646" name="Ellipse 21"/>
          <p:cNvSpPr/>
          <p:nvPr/>
        </p:nvSpPr>
        <p:spPr>
          <a:xfrm>
            <a:off x="3475152" y="3261572"/>
            <a:ext cx="141668" cy="154547"/>
          </a:xfrm>
          <a:prstGeom prst="ellipse"/>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fr-MA"/>
          </a:p>
        </p:txBody>
      </p:sp>
      <p:sp>
        <p:nvSpPr>
          <p:cNvPr id="1048647" name="Ellipse 22"/>
          <p:cNvSpPr/>
          <p:nvPr/>
        </p:nvSpPr>
        <p:spPr>
          <a:xfrm>
            <a:off x="3706972" y="5013096"/>
            <a:ext cx="141668" cy="154547"/>
          </a:xfrm>
          <a:prstGeom prst="ellipse"/>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fr-MA"/>
          </a:p>
        </p:txBody>
      </p:sp>
      <p:sp>
        <p:nvSpPr>
          <p:cNvPr id="1048648" name="Ellipse 23"/>
          <p:cNvSpPr/>
          <p:nvPr/>
        </p:nvSpPr>
        <p:spPr>
          <a:xfrm>
            <a:off x="3475152" y="5013097"/>
            <a:ext cx="141668" cy="154547"/>
          </a:xfrm>
          <a:prstGeom prst="ellipse"/>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fr-MA"/>
          </a:p>
        </p:txBody>
      </p:sp>
      <p:cxnSp>
        <p:nvCxnSpPr>
          <p:cNvPr id="3145728" name="Connecteur droit avec flèche 25"/>
          <p:cNvCxnSpPr>
            <a:cxnSpLocks/>
          </p:cNvCxnSpPr>
          <p:nvPr/>
        </p:nvCxnSpPr>
        <p:spPr>
          <a:xfrm flipV="1">
            <a:off x="2610118" y="4388466"/>
            <a:ext cx="377780" cy="8593"/>
          </a:xfrm>
          <a:prstGeom prst="straightConnector1"/>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45729" name="Connecteur droit avec flèche 26"/>
          <p:cNvCxnSpPr>
            <a:cxnSpLocks/>
          </p:cNvCxnSpPr>
          <p:nvPr/>
        </p:nvCxnSpPr>
        <p:spPr>
          <a:xfrm flipH="1">
            <a:off x="1944718" y="4061665"/>
            <a:ext cx="411047" cy="13951"/>
          </a:xfrm>
          <a:prstGeom prst="straightConnector1"/>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48649" name="Ellipse 31"/>
          <p:cNvSpPr/>
          <p:nvPr/>
        </p:nvSpPr>
        <p:spPr>
          <a:xfrm>
            <a:off x="2324634" y="3759555"/>
            <a:ext cx="231820" cy="1094703"/>
          </a:xfrm>
          <a:prstGeom prst="ellipse"/>
          <a:noFill/>
          <a:ln w="57150">
            <a:solidFill>
              <a:srgbClr val="FFC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fr-MA"/>
          </a:p>
        </p:txBody>
      </p:sp>
      <p:sp>
        <p:nvSpPr>
          <p:cNvPr id="1048650" name="Forme libre 33"/>
          <p:cNvSpPr/>
          <p:nvPr/>
        </p:nvSpPr>
        <p:spPr>
          <a:xfrm>
            <a:off x="1641532" y="1612482"/>
            <a:ext cx="1071617" cy="332228"/>
          </a:xfrm>
          <a:custGeom>
            <a:avLst/>
            <a:gdLst>
              <a:gd name="connsiteX0" fmla="*/ 0 w 1885666"/>
              <a:gd name="connsiteY0" fmla="*/ 54867 h 557151"/>
              <a:gd name="connsiteX1" fmla="*/ 940158 w 1885666"/>
              <a:gd name="connsiteY1" fmla="*/ 557143 h 557151"/>
              <a:gd name="connsiteX2" fmla="*/ 1790164 w 1885666"/>
              <a:gd name="connsiteY2" fmla="*/ 67746 h 557151"/>
              <a:gd name="connsiteX3" fmla="*/ 1828800 w 1885666"/>
              <a:gd name="connsiteY3" fmla="*/ 16231 h 557151"/>
            </a:gdLst>
            <a:ahLst/>
            <a:cxnLst>
              <a:cxn ang="0">
                <a:pos x="connsiteX0" y="connsiteY0"/>
              </a:cxn>
              <a:cxn ang="0">
                <a:pos x="connsiteX1" y="connsiteY1"/>
              </a:cxn>
              <a:cxn ang="0">
                <a:pos x="connsiteX2" y="connsiteY2"/>
              </a:cxn>
              <a:cxn ang="0">
                <a:pos x="connsiteX3" y="connsiteY3"/>
              </a:cxn>
            </a:cxnLst>
            <a:rect l="l" t="t" r="r" b="b"/>
            <a:pathLst>
              <a:path w="1885666" h="557151">
                <a:moveTo>
                  <a:pt x="0" y="54867"/>
                </a:moveTo>
                <a:cubicBezTo>
                  <a:pt x="320898" y="304932"/>
                  <a:pt x="641797" y="554997"/>
                  <a:pt x="940158" y="557143"/>
                </a:cubicBezTo>
                <a:cubicBezTo>
                  <a:pt x="1238519" y="559290"/>
                  <a:pt x="1642057" y="157898"/>
                  <a:pt x="1790164" y="67746"/>
                </a:cubicBezTo>
                <a:cubicBezTo>
                  <a:pt x="1938271" y="-22406"/>
                  <a:pt x="1883535" y="-3088"/>
                  <a:pt x="1828800" y="16231"/>
                </a:cubicBezTo>
              </a:path>
            </a:pathLst>
          </a:custGeom>
          <a:noFill/>
          <a:ln w="57150">
            <a:solidFill>
              <a:srgbClr val="FFC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fr-MA"/>
          </a:p>
        </p:txBody>
      </p:sp>
      <p:sp>
        <p:nvSpPr>
          <p:cNvPr id="1048651" name="Forme libre 34"/>
          <p:cNvSpPr/>
          <p:nvPr/>
        </p:nvSpPr>
        <p:spPr>
          <a:xfrm rot="11076999">
            <a:off x="1641532" y="1013351"/>
            <a:ext cx="1071617" cy="324766"/>
          </a:xfrm>
          <a:custGeom>
            <a:avLst/>
            <a:gdLst>
              <a:gd name="connsiteX0" fmla="*/ 0 w 1885666"/>
              <a:gd name="connsiteY0" fmla="*/ 54867 h 557151"/>
              <a:gd name="connsiteX1" fmla="*/ 940158 w 1885666"/>
              <a:gd name="connsiteY1" fmla="*/ 557143 h 557151"/>
              <a:gd name="connsiteX2" fmla="*/ 1790164 w 1885666"/>
              <a:gd name="connsiteY2" fmla="*/ 67746 h 557151"/>
              <a:gd name="connsiteX3" fmla="*/ 1828800 w 1885666"/>
              <a:gd name="connsiteY3" fmla="*/ 16231 h 557151"/>
            </a:gdLst>
            <a:ahLst/>
            <a:cxnLst>
              <a:cxn ang="0">
                <a:pos x="connsiteX0" y="connsiteY0"/>
              </a:cxn>
              <a:cxn ang="0">
                <a:pos x="connsiteX1" y="connsiteY1"/>
              </a:cxn>
              <a:cxn ang="0">
                <a:pos x="connsiteX2" y="connsiteY2"/>
              </a:cxn>
              <a:cxn ang="0">
                <a:pos x="connsiteX3" y="connsiteY3"/>
              </a:cxn>
            </a:cxnLst>
            <a:rect l="l" t="t" r="r" b="b"/>
            <a:pathLst>
              <a:path w="1885666" h="557151">
                <a:moveTo>
                  <a:pt x="0" y="54867"/>
                </a:moveTo>
                <a:cubicBezTo>
                  <a:pt x="320898" y="304932"/>
                  <a:pt x="641797" y="554997"/>
                  <a:pt x="940158" y="557143"/>
                </a:cubicBezTo>
                <a:cubicBezTo>
                  <a:pt x="1238519" y="559290"/>
                  <a:pt x="1642057" y="157898"/>
                  <a:pt x="1790164" y="67746"/>
                </a:cubicBezTo>
                <a:cubicBezTo>
                  <a:pt x="1938271" y="-22406"/>
                  <a:pt x="1883535" y="-3088"/>
                  <a:pt x="1828800" y="16231"/>
                </a:cubicBezTo>
              </a:path>
            </a:pathLst>
          </a:custGeom>
          <a:noFill/>
          <a:ln w="57150">
            <a:solidFill>
              <a:srgbClr val="FFC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fr-MA"/>
          </a:p>
        </p:txBody>
      </p:sp>
      <p:sp>
        <p:nvSpPr>
          <p:cNvPr id="1048652" name="ZoneTexte 35"/>
          <p:cNvSpPr txBox="1"/>
          <p:nvPr/>
        </p:nvSpPr>
        <p:spPr>
          <a:xfrm>
            <a:off x="3011526" y="797122"/>
            <a:ext cx="1262380" cy="1513840"/>
          </a:xfrm>
          <a:prstGeom prst="rect"/>
          <a:noFill/>
        </p:spPr>
        <p:txBody>
          <a:bodyPr rtlCol="0" wrap="none">
            <a:spAutoFit/>
          </a:bodyPr>
          <a:p>
            <a:r>
              <a:rPr dirty="0" sz="9600" lang="fr-MA">
                <a:latin typeface="AR BLANCA" panose="02000000000000000000" pitchFamily="2" charset="0"/>
              </a:rPr>
              <a:t>Cl</a:t>
            </a:r>
          </a:p>
        </p:txBody>
      </p:sp>
      <p:sp>
        <p:nvSpPr>
          <p:cNvPr id="1048653" name="ZoneTexte 36"/>
          <p:cNvSpPr txBox="1"/>
          <p:nvPr/>
        </p:nvSpPr>
        <p:spPr>
          <a:xfrm>
            <a:off x="573550" y="827652"/>
            <a:ext cx="1046479" cy="1513840"/>
          </a:xfrm>
          <a:prstGeom prst="rect"/>
          <a:noFill/>
        </p:spPr>
        <p:txBody>
          <a:bodyPr rtlCol="0" wrap="none">
            <a:spAutoFit/>
          </a:bodyPr>
          <a:p>
            <a:r>
              <a:rPr dirty="0" sz="9600" lang="fr-MA">
                <a:latin typeface="AR BLANCA" panose="02000000000000000000" pitchFamily="2" charset="0"/>
              </a:rPr>
              <a:t>H</a:t>
            </a:r>
          </a:p>
        </p:txBody>
      </p:sp>
      <p:sp>
        <p:nvSpPr>
          <p:cNvPr id="1048654" name="ZoneTexte 37"/>
          <p:cNvSpPr txBox="1"/>
          <p:nvPr/>
        </p:nvSpPr>
        <p:spPr>
          <a:xfrm>
            <a:off x="1459617" y="5310087"/>
            <a:ext cx="2125980" cy="1513841"/>
          </a:xfrm>
          <a:prstGeom prst="rect"/>
          <a:noFill/>
        </p:spPr>
        <p:txBody>
          <a:bodyPr rtlCol="0" wrap="none">
            <a:spAutoFit/>
          </a:bodyPr>
          <a:p>
            <a:r>
              <a:rPr dirty="0" sz="9600" lang="fr-MA" err="1">
                <a:latin typeface="AR BLANCA" panose="02000000000000000000" pitchFamily="2" charset="0"/>
              </a:rPr>
              <a:t>HCl</a:t>
            </a:r>
            <a:endParaRPr dirty="0" sz="9600" lang="fr-MA">
              <a:latin typeface="AR BLANCA" panose="02000000000000000000" pitchFamily="2" charset="0"/>
            </a:endParaRPr>
          </a:p>
        </p:txBody>
      </p:sp>
      <p:pic>
        <p:nvPicPr>
          <p:cNvPr id="2097154" name="Picture 4" descr="Proton.png"/>
          <p:cNvPicPr>
            <a:picLocks noChangeAspect="1" noChangeArrowheads="1"/>
          </p:cNvPicPr>
          <p:nvPr/>
        </p:nvPicPr>
        <p:blipFill>
          <a:blip xmlns:r="http://schemas.openxmlformats.org/officeDocument/2006/relationships" r:embed="rId1"/>
          <a:srcRect/>
          <a:stretch>
            <a:fillRect/>
          </a:stretch>
        </p:blipFill>
        <p:spPr bwMode="auto">
          <a:xfrm>
            <a:off x="10193111" y="79451"/>
            <a:ext cx="1154806" cy="1340235"/>
          </a:xfrm>
          <a:prstGeom prst="rect"/>
          <a:noFill/>
        </p:spPr>
      </p:pic>
      <p:grpSp>
        <p:nvGrpSpPr>
          <p:cNvPr id="59" name="Groupe 50"/>
          <p:cNvGrpSpPr/>
          <p:nvPr/>
        </p:nvGrpSpPr>
        <p:grpSpPr>
          <a:xfrm>
            <a:off x="5653493" y="448316"/>
            <a:ext cx="3803019" cy="2985341"/>
            <a:chOff x="5606258" y="601011"/>
            <a:chExt cx="4756702" cy="3940910"/>
          </a:xfrm>
        </p:grpSpPr>
        <p:sp>
          <p:nvSpPr>
            <p:cNvPr id="1048655" name="ZoneTexte 38"/>
            <p:cNvSpPr txBox="1"/>
            <p:nvPr/>
          </p:nvSpPr>
          <p:spPr>
            <a:xfrm>
              <a:off x="7297836" y="601011"/>
              <a:ext cx="1308906" cy="1998400"/>
            </a:xfrm>
            <a:prstGeom prst="rect"/>
            <a:noFill/>
          </p:spPr>
          <p:txBody>
            <a:bodyPr rtlCol="0" wrap="none">
              <a:spAutoFit/>
            </a:bodyPr>
            <a:p>
              <a:r>
                <a:rPr dirty="0" sz="9600" lang="fr-MA"/>
                <a:t>N</a:t>
              </a:r>
            </a:p>
          </p:txBody>
        </p:sp>
        <p:sp>
          <p:nvSpPr>
            <p:cNvPr id="1048656" name="Rectangle 39"/>
            <p:cNvSpPr/>
            <p:nvPr/>
          </p:nvSpPr>
          <p:spPr>
            <a:xfrm>
              <a:off x="7360861" y="643115"/>
              <a:ext cx="783455" cy="316605"/>
            </a:xfrm>
            <a:prstGeom prst="rect"/>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fr-MA"/>
            </a:p>
          </p:txBody>
        </p:sp>
        <p:sp>
          <p:nvSpPr>
            <p:cNvPr id="1048657" name="Ellipse 42"/>
            <p:cNvSpPr/>
            <p:nvPr/>
          </p:nvSpPr>
          <p:spPr>
            <a:xfrm>
              <a:off x="7866366" y="719848"/>
              <a:ext cx="141668" cy="154547"/>
            </a:xfrm>
            <a:prstGeom prst="ellipse"/>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fr-MA"/>
            </a:p>
          </p:txBody>
        </p:sp>
        <p:sp>
          <p:nvSpPr>
            <p:cNvPr id="1048658" name="Ellipse 43"/>
            <p:cNvSpPr/>
            <p:nvPr/>
          </p:nvSpPr>
          <p:spPr>
            <a:xfrm>
              <a:off x="7544393" y="719849"/>
              <a:ext cx="141668" cy="154547"/>
            </a:xfrm>
            <a:prstGeom prst="ellipse"/>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fr-MA"/>
            </a:p>
          </p:txBody>
        </p:sp>
        <p:cxnSp>
          <p:nvCxnSpPr>
            <p:cNvPr id="3145730" name="Connecteur droit 41"/>
            <p:cNvCxnSpPr>
              <a:cxnSpLocks/>
            </p:cNvCxnSpPr>
            <p:nvPr/>
          </p:nvCxnSpPr>
          <p:spPr>
            <a:xfrm flipH="1" flipV="1">
              <a:off x="6600622" y="1661820"/>
              <a:ext cx="806884" cy="5125"/>
            </a:xfrm>
            <a:prstGeom prst="line"/>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1048659" name="ZoneTexte 46"/>
            <p:cNvSpPr txBox="1"/>
            <p:nvPr/>
          </p:nvSpPr>
          <p:spPr>
            <a:xfrm>
              <a:off x="5606258" y="622425"/>
              <a:ext cx="1308906" cy="1998400"/>
            </a:xfrm>
            <a:prstGeom prst="rect"/>
            <a:noFill/>
          </p:spPr>
          <p:txBody>
            <a:bodyPr rtlCol="0" wrap="none">
              <a:spAutoFit/>
            </a:bodyPr>
            <a:p>
              <a:r>
                <a:rPr dirty="0" sz="9600" lang="fr-MA"/>
                <a:t>H</a:t>
              </a:r>
            </a:p>
          </p:txBody>
        </p:sp>
        <p:sp>
          <p:nvSpPr>
            <p:cNvPr id="1048660" name="ZoneTexte 47"/>
            <p:cNvSpPr txBox="1"/>
            <p:nvPr/>
          </p:nvSpPr>
          <p:spPr>
            <a:xfrm>
              <a:off x="7247699" y="2543521"/>
              <a:ext cx="1308906" cy="1998400"/>
            </a:xfrm>
            <a:prstGeom prst="rect"/>
            <a:noFill/>
          </p:spPr>
          <p:txBody>
            <a:bodyPr rtlCol="0" wrap="none">
              <a:spAutoFit/>
            </a:bodyPr>
            <a:p>
              <a:r>
                <a:rPr dirty="0" sz="9600" lang="fr-MA"/>
                <a:t>H</a:t>
              </a:r>
            </a:p>
          </p:txBody>
        </p:sp>
        <p:cxnSp>
          <p:nvCxnSpPr>
            <p:cNvPr id="3145731" name="Connecteur droit 48"/>
            <p:cNvCxnSpPr>
              <a:cxnSpLocks/>
            </p:cNvCxnSpPr>
            <p:nvPr/>
          </p:nvCxnSpPr>
          <p:spPr>
            <a:xfrm>
              <a:off x="7824057" y="2110656"/>
              <a:ext cx="6867" cy="753616"/>
            </a:xfrm>
            <a:prstGeom prst="line"/>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45732" name="Connecteur droit 49"/>
            <p:cNvCxnSpPr>
              <a:cxnSpLocks/>
            </p:cNvCxnSpPr>
            <p:nvPr/>
          </p:nvCxnSpPr>
          <p:spPr>
            <a:xfrm flipH="1" flipV="1">
              <a:off x="8288758" y="1640160"/>
              <a:ext cx="806884" cy="5125"/>
            </a:xfrm>
            <a:prstGeom prst="line"/>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1048661" name="ZoneTexte 51"/>
            <p:cNvSpPr txBox="1"/>
            <p:nvPr/>
          </p:nvSpPr>
          <p:spPr>
            <a:xfrm>
              <a:off x="9054054" y="629985"/>
              <a:ext cx="1308906" cy="1998400"/>
            </a:xfrm>
            <a:prstGeom prst="rect"/>
            <a:noFill/>
          </p:spPr>
          <p:txBody>
            <a:bodyPr rtlCol="0" wrap="none">
              <a:spAutoFit/>
            </a:bodyPr>
            <a:p>
              <a:r>
                <a:rPr dirty="0" sz="9600" lang="fr-MA"/>
                <a:t>H</a:t>
              </a:r>
            </a:p>
          </p:txBody>
        </p:sp>
      </p:grpSp>
      <p:sp>
        <p:nvSpPr>
          <p:cNvPr id="1048662" name="Forme libre 52"/>
          <p:cNvSpPr/>
          <p:nvPr/>
        </p:nvSpPr>
        <p:spPr>
          <a:xfrm>
            <a:off x="7401783" y="89880"/>
            <a:ext cx="2871988" cy="515883"/>
          </a:xfrm>
          <a:custGeom>
            <a:avLst/>
            <a:gdLst>
              <a:gd name="connsiteX0" fmla="*/ 0 w 2871988"/>
              <a:gd name="connsiteY0" fmla="*/ 425731 h 515883"/>
              <a:gd name="connsiteX1" fmla="*/ 1712890 w 2871988"/>
              <a:gd name="connsiteY1" fmla="*/ 728 h 515883"/>
              <a:gd name="connsiteX2" fmla="*/ 2871988 w 2871988"/>
              <a:gd name="connsiteY2" fmla="*/ 515883 h 515883"/>
            </a:gdLst>
            <a:ahLst/>
            <a:cxnLst>
              <a:cxn ang="0">
                <a:pos x="connsiteX0" y="connsiteY0"/>
              </a:cxn>
              <a:cxn ang="0">
                <a:pos x="connsiteX1" y="connsiteY1"/>
              </a:cxn>
              <a:cxn ang="0">
                <a:pos x="connsiteX2" y="connsiteY2"/>
              </a:cxn>
            </a:cxnLst>
            <a:rect l="l" t="t" r="r" b="b"/>
            <a:pathLst>
              <a:path w="2871988" h="515883">
                <a:moveTo>
                  <a:pt x="0" y="425731"/>
                </a:moveTo>
                <a:cubicBezTo>
                  <a:pt x="617112" y="205717"/>
                  <a:pt x="1234225" y="-14297"/>
                  <a:pt x="1712890" y="728"/>
                </a:cubicBezTo>
                <a:cubicBezTo>
                  <a:pt x="2191555" y="15753"/>
                  <a:pt x="2531771" y="265818"/>
                  <a:pt x="2871988" y="515883"/>
                </a:cubicBezTo>
              </a:path>
            </a:pathLst>
          </a:custGeom>
          <a:noFill/>
          <a:ln w="57150">
            <a:solidFill>
              <a:schemeClr val="tx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fr-MA"/>
          </a:p>
        </p:txBody>
      </p:sp>
      <p:sp>
        <p:nvSpPr>
          <p:cNvPr id="1048663" name="ZoneTexte 56"/>
          <p:cNvSpPr txBox="1"/>
          <p:nvPr/>
        </p:nvSpPr>
        <p:spPr>
          <a:xfrm>
            <a:off x="9319834" y="3838585"/>
            <a:ext cx="1046480" cy="1513839"/>
          </a:xfrm>
          <a:prstGeom prst="rect"/>
          <a:noFill/>
        </p:spPr>
        <p:txBody>
          <a:bodyPr rtlCol="0" wrap="none">
            <a:spAutoFit/>
          </a:bodyPr>
          <a:p>
            <a:r>
              <a:rPr dirty="0" sz="9600" lang="fr-MA"/>
              <a:t>N</a:t>
            </a:r>
          </a:p>
        </p:txBody>
      </p:sp>
      <p:cxnSp>
        <p:nvCxnSpPr>
          <p:cNvPr id="3145733" name="Connecteur droit 57"/>
          <p:cNvCxnSpPr>
            <a:cxnSpLocks/>
          </p:cNvCxnSpPr>
          <p:nvPr/>
        </p:nvCxnSpPr>
        <p:spPr>
          <a:xfrm flipH="1" flipV="1">
            <a:off x="8699776" y="4579545"/>
            <a:ext cx="645110" cy="3882"/>
          </a:xfrm>
          <a:prstGeom prst="line"/>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1048664" name="ZoneTexte 58"/>
          <p:cNvSpPr txBox="1"/>
          <p:nvPr/>
        </p:nvSpPr>
        <p:spPr>
          <a:xfrm>
            <a:off x="7829618" y="3792177"/>
            <a:ext cx="1046480" cy="1513839"/>
          </a:xfrm>
          <a:prstGeom prst="rect"/>
          <a:noFill/>
        </p:spPr>
        <p:txBody>
          <a:bodyPr rtlCol="0" wrap="none">
            <a:spAutoFit/>
          </a:bodyPr>
          <a:p>
            <a:r>
              <a:rPr dirty="0" sz="9600" lang="fr-MA"/>
              <a:t>H</a:t>
            </a:r>
          </a:p>
        </p:txBody>
      </p:sp>
      <p:sp>
        <p:nvSpPr>
          <p:cNvPr id="1048665" name="ZoneTexte 59"/>
          <p:cNvSpPr txBox="1"/>
          <p:nvPr/>
        </p:nvSpPr>
        <p:spPr>
          <a:xfrm>
            <a:off x="9342379" y="5310087"/>
            <a:ext cx="1046480" cy="1513839"/>
          </a:xfrm>
          <a:prstGeom prst="rect"/>
          <a:noFill/>
        </p:spPr>
        <p:txBody>
          <a:bodyPr rtlCol="0" wrap="none">
            <a:spAutoFit/>
          </a:bodyPr>
          <a:p>
            <a:r>
              <a:rPr dirty="0" sz="9600" lang="fr-MA"/>
              <a:t>H</a:t>
            </a:r>
          </a:p>
        </p:txBody>
      </p:sp>
      <p:cxnSp>
        <p:nvCxnSpPr>
          <p:cNvPr id="3145734" name="Connecteur droit 60"/>
          <p:cNvCxnSpPr>
            <a:cxnSpLocks/>
          </p:cNvCxnSpPr>
          <p:nvPr/>
        </p:nvCxnSpPr>
        <p:spPr>
          <a:xfrm>
            <a:off x="9778129" y="5007232"/>
            <a:ext cx="5490" cy="570884"/>
          </a:xfrm>
          <a:prstGeom prst="line"/>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45735" name="Connecteur droit 61"/>
          <p:cNvCxnSpPr>
            <a:cxnSpLocks/>
          </p:cNvCxnSpPr>
          <p:nvPr/>
        </p:nvCxnSpPr>
        <p:spPr>
          <a:xfrm flipH="1" flipV="1">
            <a:off x="10124609" y="4550611"/>
            <a:ext cx="645110" cy="3882"/>
          </a:xfrm>
          <a:prstGeom prst="line"/>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1048666" name="ZoneTexte 62"/>
          <p:cNvSpPr txBox="1"/>
          <p:nvPr/>
        </p:nvSpPr>
        <p:spPr>
          <a:xfrm>
            <a:off x="10723943" y="3760326"/>
            <a:ext cx="1046480" cy="1513839"/>
          </a:xfrm>
          <a:prstGeom prst="rect"/>
          <a:noFill/>
        </p:spPr>
        <p:txBody>
          <a:bodyPr rtlCol="0" wrap="none">
            <a:spAutoFit/>
          </a:bodyPr>
          <a:p>
            <a:r>
              <a:rPr dirty="0" sz="9600" lang="fr-MA"/>
              <a:t>H</a:t>
            </a:r>
          </a:p>
        </p:txBody>
      </p:sp>
      <p:sp>
        <p:nvSpPr>
          <p:cNvPr id="1048667" name="ZoneTexte 63"/>
          <p:cNvSpPr txBox="1"/>
          <p:nvPr/>
        </p:nvSpPr>
        <p:spPr>
          <a:xfrm>
            <a:off x="9310692" y="2127007"/>
            <a:ext cx="1046480" cy="1513839"/>
          </a:xfrm>
          <a:prstGeom prst="rect"/>
          <a:noFill/>
        </p:spPr>
        <p:txBody>
          <a:bodyPr rtlCol="0" wrap="none">
            <a:spAutoFit/>
          </a:bodyPr>
          <a:p>
            <a:r>
              <a:rPr dirty="0" sz="9600" lang="fr-MA"/>
              <a:t>H</a:t>
            </a:r>
          </a:p>
        </p:txBody>
      </p:sp>
      <p:cxnSp>
        <p:nvCxnSpPr>
          <p:cNvPr id="3145736" name="Connecteur droit 64"/>
          <p:cNvCxnSpPr>
            <a:cxnSpLocks/>
          </p:cNvCxnSpPr>
          <p:nvPr/>
        </p:nvCxnSpPr>
        <p:spPr>
          <a:xfrm>
            <a:off x="9791258" y="3474113"/>
            <a:ext cx="5490" cy="570884"/>
          </a:xfrm>
          <a:prstGeom prst="line"/>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1048668" name="Forme libre 53"/>
          <p:cNvSpPr/>
          <p:nvPr/>
        </p:nvSpPr>
        <p:spPr>
          <a:xfrm>
            <a:off x="7782802" y="2267908"/>
            <a:ext cx="1526417" cy="4502915"/>
          </a:xfrm>
          <a:custGeom>
            <a:avLst/>
            <a:gdLst>
              <a:gd name="connsiteX0" fmla="*/ 1234329 w 2084999"/>
              <a:gd name="connsiteY0" fmla="*/ 0 h 4502915"/>
              <a:gd name="connsiteX1" fmla="*/ 435839 w 2084999"/>
              <a:gd name="connsiteY1" fmla="*/ 476519 h 4502915"/>
              <a:gd name="connsiteX2" fmla="*/ 10836 w 2084999"/>
              <a:gd name="connsiteY2" fmla="*/ 2331076 h 4502915"/>
              <a:gd name="connsiteX3" fmla="*/ 860841 w 2084999"/>
              <a:gd name="connsiteY3" fmla="*/ 4262907 h 4502915"/>
              <a:gd name="connsiteX4" fmla="*/ 1981303 w 2084999"/>
              <a:gd name="connsiteY4" fmla="*/ 4481848 h 4502915"/>
              <a:gd name="connsiteX5" fmla="*/ 1968425 w 2084999"/>
              <a:gd name="connsiteY5" fmla="*/ 4481848 h 450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84999" h="4502915">
                <a:moveTo>
                  <a:pt x="1234329" y="0"/>
                </a:moveTo>
                <a:cubicBezTo>
                  <a:pt x="937042" y="44003"/>
                  <a:pt x="639755" y="88006"/>
                  <a:pt x="435839" y="476519"/>
                </a:cubicBezTo>
                <a:cubicBezTo>
                  <a:pt x="231923" y="865032"/>
                  <a:pt x="-59998" y="1700011"/>
                  <a:pt x="10836" y="2331076"/>
                </a:cubicBezTo>
                <a:cubicBezTo>
                  <a:pt x="81670" y="2962141"/>
                  <a:pt x="532430" y="3904445"/>
                  <a:pt x="860841" y="4262907"/>
                </a:cubicBezTo>
                <a:cubicBezTo>
                  <a:pt x="1189252" y="4621369"/>
                  <a:pt x="1796706" y="4445358"/>
                  <a:pt x="1981303" y="4481848"/>
                </a:cubicBezTo>
                <a:cubicBezTo>
                  <a:pt x="2165900" y="4518338"/>
                  <a:pt x="2067162" y="4500093"/>
                  <a:pt x="1968425" y="4481848"/>
                </a:cubicBezTo>
              </a:path>
            </a:pathLst>
          </a:cu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fr-MA"/>
          </a:p>
        </p:txBody>
      </p:sp>
      <p:sp>
        <p:nvSpPr>
          <p:cNvPr id="1048669" name="Forme libre 66"/>
          <p:cNvSpPr/>
          <p:nvPr/>
        </p:nvSpPr>
        <p:spPr>
          <a:xfrm flipH="1">
            <a:off x="10495041" y="2290438"/>
            <a:ext cx="1481859" cy="4480385"/>
          </a:xfrm>
          <a:custGeom>
            <a:avLst/>
            <a:gdLst>
              <a:gd name="connsiteX0" fmla="*/ 1234329 w 2084999"/>
              <a:gd name="connsiteY0" fmla="*/ 0 h 4502915"/>
              <a:gd name="connsiteX1" fmla="*/ 435839 w 2084999"/>
              <a:gd name="connsiteY1" fmla="*/ 476519 h 4502915"/>
              <a:gd name="connsiteX2" fmla="*/ 10836 w 2084999"/>
              <a:gd name="connsiteY2" fmla="*/ 2331076 h 4502915"/>
              <a:gd name="connsiteX3" fmla="*/ 860841 w 2084999"/>
              <a:gd name="connsiteY3" fmla="*/ 4262907 h 4502915"/>
              <a:gd name="connsiteX4" fmla="*/ 1981303 w 2084999"/>
              <a:gd name="connsiteY4" fmla="*/ 4481848 h 4502915"/>
              <a:gd name="connsiteX5" fmla="*/ 1968425 w 2084999"/>
              <a:gd name="connsiteY5" fmla="*/ 4481848 h 450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84999" h="4502915">
                <a:moveTo>
                  <a:pt x="1234329" y="0"/>
                </a:moveTo>
                <a:cubicBezTo>
                  <a:pt x="937042" y="44003"/>
                  <a:pt x="639755" y="88006"/>
                  <a:pt x="435839" y="476519"/>
                </a:cubicBezTo>
                <a:cubicBezTo>
                  <a:pt x="231923" y="865032"/>
                  <a:pt x="-59998" y="1700011"/>
                  <a:pt x="10836" y="2331076"/>
                </a:cubicBezTo>
                <a:cubicBezTo>
                  <a:pt x="81670" y="2962141"/>
                  <a:pt x="532430" y="3904445"/>
                  <a:pt x="860841" y="4262907"/>
                </a:cubicBezTo>
                <a:cubicBezTo>
                  <a:pt x="1189252" y="4621369"/>
                  <a:pt x="1796706" y="4445358"/>
                  <a:pt x="1981303" y="4481848"/>
                </a:cubicBezTo>
                <a:cubicBezTo>
                  <a:pt x="2165900" y="4518338"/>
                  <a:pt x="2067162" y="4500093"/>
                  <a:pt x="1968425" y="4481848"/>
                </a:cubicBezTo>
              </a:path>
            </a:pathLst>
          </a:cu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fr-MA"/>
          </a:p>
        </p:txBody>
      </p:sp>
      <p:sp>
        <p:nvSpPr>
          <p:cNvPr id="1048670" name="ZoneTexte 55"/>
          <p:cNvSpPr txBox="1"/>
          <p:nvPr/>
        </p:nvSpPr>
        <p:spPr>
          <a:xfrm>
            <a:off x="11494705" y="1742391"/>
            <a:ext cx="703580" cy="1170940"/>
          </a:xfrm>
          <a:prstGeom prst="rect"/>
          <a:noFill/>
        </p:spPr>
        <p:txBody>
          <a:bodyPr rtlCol="0" wrap="none">
            <a:spAutoFit/>
          </a:bodyPr>
          <a:p>
            <a:r>
              <a:rPr b="1" dirty="0" sz="7200" lang="fr-MA"/>
              <a:t>+</a:t>
            </a:r>
          </a:p>
        </p:txBody>
      </p:sp>
      <p:sp>
        <p:nvSpPr>
          <p:cNvPr id="1048671" name="Espace réservé de la date 1"/>
          <p:cNvSpPr>
            <a:spLocks noGrp="1"/>
          </p:cNvSpPr>
          <p:nvPr>
            <p:ph type="dt" sz="half" idx="10"/>
          </p:nvPr>
        </p:nvSpPr>
        <p:spPr/>
        <p:txBody>
          <a:bodyPr/>
          <a:p>
            <a:fld id="{FA99E329-69C6-49F0-91E8-E139EE0F9EC3}" type="datetime1">
              <a:rPr lang="fr-MA" smtClean="0"/>
              <a:t>2/26/2026</a:t>
            </a:fld>
            <a:endParaRPr lang="fr-MA"/>
          </a:p>
        </p:txBody>
      </p:sp>
      <p:sp>
        <p:nvSpPr>
          <p:cNvPr id="1048672" name="Espace réservé du pied de page 2"/>
          <p:cNvSpPr>
            <a:spLocks noGrp="1"/>
          </p:cNvSpPr>
          <p:nvPr>
            <p:ph type="ftr" sz="quarter" idx="11"/>
          </p:nvPr>
        </p:nvSpPr>
        <p:spPr/>
        <p:txBody>
          <a:bodyPr/>
          <a:p>
            <a:r>
              <a:rPr lang="fr-MA"/>
              <a:t>Azagrouze</a:t>
            </a:r>
          </a:p>
        </p:txBody>
      </p:sp>
      <p:sp>
        <p:nvSpPr>
          <p:cNvPr id="1048673" name="Espace réservé du numéro de diapositive 10"/>
          <p:cNvSpPr>
            <a:spLocks noGrp="1"/>
          </p:cNvSpPr>
          <p:nvPr>
            <p:ph type="sldNum" sz="quarter" idx="12"/>
          </p:nvPr>
        </p:nvSpPr>
        <p:spPr/>
        <p:txBody>
          <a:bodyPr/>
          <a:p>
            <a:fld id="{FF4E3B11-ADB7-4E0C-98DE-03B52B014AC4}" type="slidenum">
              <a:rPr lang="fr-MA" smtClean="0"/>
              <a:t>4</a:t>
            </a:fld>
            <a:endParaRPr lang="fr-MA"/>
          </a:p>
        </p:txBody>
      </p:sp>
      <mc:AlternateContent xmlns:mc="http://schemas.openxmlformats.org/markup-compatibility/2006">
        <mc:Choice xmlns:p14="http://schemas.microsoft.com/office/powerpoint/2010/main" Requires="p14">
          <p:contentPart p14:bwMode="auto" r:id="rId2">
            <p14:nvContentPartPr>
              <p14:cNvPr id="1049025" name=""/>
              <p14:cNvContentPartPr/>
              <p14:nvPr/>
            </p14:nvContentPartPr>
            <p14:xfrm>
              <a:off x="1533648" y="1574261"/>
              <a:ext cx="28680" cy="36237"/>
            </p14:xfrm>
          </p:contentPart>
        </mc:Choice>
        <mc:Fallback>
          <p:sp>
            <p:nvSpPr>
              <p:cNvPr id="1049025" name=""/>
              <p:cNvSpPr/>
              <p:nvPr/>
            </p:nvSpPr>
            <p:spPr>
              <a:xfrm>
                <a:off x="1533648" y="1574261"/>
                <a:ext cx="28680" cy="36237"/>
              </a:xfrm>
            </p:spPr>
          </p:sp>
        </mc:Fallback>
      </mc:AlternateContent>
      <mc:AlternateContent xmlns:mc="http://schemas.openxmlformats.org/markup-compatibility/2006">
        <mc:Choice xmlns:p14="http://schemas.microsoft.com/office/powerpoint/2010/main" Requires="p14">
          <p:contentPart p14:bwMode="auto" r:id="rId3">
            <p14:nvContentPartPr>
              <p14:cNvPr id="1049026" name=""/>
              <p14:cNvContentPartPr/>
              <p14:nvPr/>
            </p14:nvContentPartPr>
            <p14:xfrm>
              <a:off x="1547453" y="1523628"/>
              <a:ext cx="124275" cy="162717"/>
            </p14:xfrm>
          </p:contentPart>
        </mc:Choice>
        <mc:Fallback>
          <p:sp>
            <p:nvSpPr>
              <p:cNvPr id="1049026" name=""/>
              <p:cNvSpPr/>
              <p:nvPr/>
            </p:nvSpPr>
            <p:spPr>
              <a:xfrm>
                <a:off x="1547453" y="1523628"/>
                <a:ext cx="124275" cy="162717"/>
              </a:xfrm>
            </p:spPr>
          </p:sp>
        </mc:Fallback>
      </mc:AlternateContent>
      <mc:AlternateContent xmlns:mc="http://schemas.openxmlformats.org/markup-compatibility/2006">
        <mc:Choice xmlns:p14="http://schemas.microsoft.com/office/powerpoint/2010/main" Requires="p14">
          <p:contentPart p14:bwMode="auto" r:id="rId4">
            <p14:nvContentPartPr>
              <p14:cNvPr id="1049027" name=""/>
              <p14:cNvContentPartPr/>
              <p14:nvPr/>
            </p14:nvContentPartPr>
            <p14:xfrm>
              <a:off x="2675197" y="1361837"/>
              <a:ext cx="199414" cy="219017"/>
            </p14:xfrm>
          </p:contentPart>
        </mc:Choice>
        <mc:Fallback>
          <p:sp>
            <p:nvSpPr>
              <p:cNvPr id="1049027" name=""/>
              <p:cNvSpPr/>
              <p:nvPr/>
            </p:nvSpPr>
            <p:spPr>
              <a:xfrm>
                <a:off x="2675197" y="1361837"/>
                <a:ext cx="199414" cy="219017"/>
              </a:xfrm>
            </p:spPr>
          </p:sp>
        </mc:Fallback>
      </mc:AlternateContent>
      <mc:AlternateContent xmlns:mc="http://schemas.openxmlformats.org/markup-compatibility/2006">
        <mc:Choice xmlns:p14="http://schemas.microsoft.com/office/powerpoint/2010/main" Requires="p14">
          <p:contentPart p14:bwMode="auto" r:id="rId5">
            <p14:nvContentPartPr>
              <p14:cNvPr id="1049028" name=""/>
              <p14:cNvContentPartPr/>
              <p14:nvPr/>
            </p14:nvContentPartPr>
            <p14:xfrm>
              <a:off x="1497907" y="1630750"/>
              <a:ext cx="22384" cy="67114"/>
            </p14:xfrm>
          </p:contentPart>
        </mc:Choice>
        <mc:Fallback>
          <p:sp>
            <p:nvSpPr>
              <p:cNvPr id="1049028" name=""/>
              <p:cNvSpPr/>
              <p:nvPr/>
            </p:nvSpPr>
            <p:spPr>
              <a:xfrm>
                <a:off x="1497907" y="1630750"/>
                <a:ext cx="22384" cy="67114"/>
              </a:xfrm>
            </p:spPr>
          </p:sp>
        </mc:Fallback>
      </mc:AlternateContent>
      <mc:AlternateContent xmlns:mc="http://schemas.openxmlformats.org/markup-compatibility/2006">
        <mc:Choice xmlns:p14="http://schemas.microsoft.com/office/powerpoint/2010/main" Requires="p14">
          <p:contentPart p14:bwMode="auto" r:id="rId6">
            <p14:nvContentPartPr>
              <p14:cNvPr id="1049029" name=""/>
              <p14:cNvContentPartPr/>
              <p14:nvPr/>
            </p14:nvContentPartPr>
            <p14:xfrm>
              <a:off x="7918016" y="1334959"/>
              <a:ext cx="109877" cy="9468"/>
            </p14:xfrm>
          </p:contentPart>
        </mc:Choice>
        <mc:Fallback>
          <p:sp>
            <p:nvSpPr>
              <p:cNvPr id="1049029" name=""/>
              <p:cNvSpPr/>
              <p:nvPr/>
            </p:nvSpPr>
            <p:spPr>
              <a:xfrm>
                <a:off x="7918016" y="1334959"/>
                <a:ext cx="109877" cy="9468"/>
              </a:xfrm>
            </p:spPr>
          </p:sp>
        </mc:Fallback>
      </mc:AlternateContent>
      <mc:AlternateContent xmlns:mc="http://schemas.openxmlformats.org/markup-compatibility/2006">
        <mc:Choice xmlns:p14="http://schemas.microsoft.com/office/powerpoint/2010/main" Requires="p14">
          <p:contentPart p14:bwMode="auto" r:id="rId7">
            <p14:nvContentPartPr>
              <p14:cNvPr id="1049030" name=""/>
              <p14:cNvContentPartPr/>
              <p14:nvPr/>
            </p14:nvContentPartPr>
            <p14:xfrm>
              <a:off x="7374448" y="2305955"/>
              <a:ext cx="30842" cy="22915"/>
            </p14:xfrm>
          </p:contentPart>
        </mc:Choice>
        <mc:Fallback>
          <p:sp>
            <p:nvSpPr>
              <p:cNvPr id="1049030" name=""/>
              <p:cNvSpPr/>
              <p:nvPr/>
            </p:nvSpPr>
            <p:spPr>
              <a:xfrm>
                <a:off x="7374448" y="2305955"/>
                <a:ext cx="30842" cy="22915"/>
              </a:xfrm>
            </p:spPr>
          </p:sp>
        </mc:Fallback>
      </mc:AlternateContent>
      <mc:AlternateContent xmlns:mc="http://schemas.openxmlformats.org/markup-compatibility/2006">
        <mc:Choice xmlns:p14="http://schemas.microsoft.com/office/powerpoint/2010/main" Requires="p14">
          <p:contentPart p14:bwMode="auto" r:id="rId8">
            <p14:nvContentPartPr>
              <p14:cNvPr id="1049031" name=""/>
              <p14:cNvContentPartPr/>
              <p14:nvPr/>
            </p14:nvContentPartPr>
            <p14:xfrm>
              <a:off x="10530626" y="893448"/>
              <a:ext cx="70162" cy="8349"/>
            </p14:xfrm>
          </p:contentPart>
        </mc:Choice>
        <mc:Fallback>
          <p:sp>
            <p:nvSpPr>
              <p:cNvPr id="1049031" name=""/>
              <p:cNvSpPr/>
              <p:nvPr/>
            </p:nvSpPr>
            <p:spPr>
              <a:xfrm>
                <a:off x="10530626" y="893448"/>
                <a:ext cx="70162" cy="8349"/>
              </a:xfrm>
            </p:spPr>
          </p:sp>
        </mc:Fallback>
      </mc:AlternateContent>
      <mc:AlternateContent xmlns:mc="http://schemas.openxmlformats.org/markup-compatibility/2006">
        <mc:Choice xmlns:p14="http://schemas.microsoft.com/office/powerpoint/2010/main" Requires="p14">
          <p:contentPart p14:bwMode="auto" r:id="rId9">
            <p14:nvContentPartPr>
              <p14:cNvPr id="1049032" name=""/>
              <p14:cNvContentPartPr/>
              <p14:nvPr/>
            </p14:nvContentPartPr>
            <p14:xfrm>
              <a:off x="10831114" y="889348"/>
              <a:ext cx="83695" cy="31911"/>
            </p14:xfrm>
          </p:contentPart>
        </mc:Choice>
        <mc:Fallback>
          <p:sp>
            <p:nvSpPr>
              <p:cNvPr id="1049032" name=""/>
              <p:cNvSpPr/>
              <p:nvPr/>
            </p:nvSpPr>
            <p:spPr>
              <a:xfrm>
                <a:off x="10831114" y="889348"/>
                <a:ext cx="83695" cy="31911"/>
              </a:xfrm>
            </p:spPr>
          </p:sp>
        </mc:Fallback>
      </mc:AlternateContent>
      <mc:AlternateContent xmlns:mc="http://schemas.openxmlformats.org/markup-compatibility/2006">
        <mc:Choice xmlns:p14="http://schemas.microsoft.com/office/powerpoint/2010/main" Requires="p14">
          <p:contentPart p14:bwMode="auto" r:id="rId10">
            <p14:nvContentPartPr>
              <p14:cNvPr id="1049033" name=""/>
              <p14:cNvContentPartPr/>
              <p14:nvPr/>
            </p14:nvContentPartPr>
            <p14:xfrm>
              <a:off x="10208959" y="907843"/>
              <a:ext cx="35741" cy="21841"/>
            </p14:xfrm>
          </p:contentPart>
        </mc:Choice>
        <mc:Fallback>
          <p:sp>
            <p:nvSpPr>
              <p:cNvPr id="1049033" name=""/>
              <p:cNvSpPr/>
              <p:nvPr/>
            </p:nvSpPr>
            <p:spPr>
              <a:xfrm>
                <a:off x="10208959" y="907843"/>
                <a:ext cx="35741" cy="21841"/>
              </a:xfrm>
            </p:spPr>
          </p:sp>
        </mc:Fallback>
      </mc:AlternateContent>
      <mc:AlternateContent xmlns:mc="http://schemas.openxmlformats.org/markup-compatibility/2006">
        <mc:Choice xmlns:p14="http://schemas.microsoft.com/office/powerpoint/2010/main" Requires="p14">
          <p:contentPart p14:bwMode="auto" r:id="rId11">
            <p14:nvContentPartPr>
              <p14:cNvPr id="1049034" name=""/>
              <p14:cNvContentPartPr/>
              <p14:nvPr/>
            </p14:nvContentPartPr>
            <p14:xfrm>
              <a:off x="10237199" y="616289"/>
              <a:ext cx="7730" cy="30944"/>
            </p14:xfrm>
          </p:contentPart>
        </mc:Choice>
        <mc:Fallback>
          <p:sp>
            <p:nvSpPr>
              <p:cNvPr id="1049034" name=""/>
              <p:cNvSpPr/>
              <p:nvPr/>
            </p:nvSpPr>
            <p:spPr>
              <a:xfrm>
                <a:off x="10237199" y="616289"/>
                <a:ext cx="7730" cy="30944"/>
              </a:xfrm>
            </p:spPr>
          </p:sp>
        </mc:Fallback>
      </mc:AlternateContent>
      <mc:AlternateContent xmlns:mc="http://schemas.openxmlformats.org/markup-compatibility/2006">
        <mc:Choice xmlns:p14="http://schemas.microsoft.com/office/powerpoint/2010/main" Requires="p14">
          <p:contentPart p14:bwMode="auto" r:id="rId12">
            <p14:nvContentPartPr>
              <p14:cNvPr id="1049035" name=""/>
              <p14:cNvContentPartPr/>
              <p14:nvPr/>
            </p14:nvContentPartPr>
            <p14:xfrm>
              <a:off x="10266321" y="770341"/>
              <a:ext cx="7060" cy="36981"/>
            </p14:xfrm>
          </p:contentPart>
        </mc:Choice>
        <mc:Fallback>
          <p:sp>
            <p:nvSpPr>
              <p:cNvPr id="1049035" name=""/>
              <p:cNvSpPr/>
              <p:nvPr/>
            </p:nvSpPr>
            <p:spPr>
              <a:xfrm>
                <a:off x="10266321" y="770341"/>
                <a:ext cx="7060" cy="36981"/>
              </a:xfrm>
            </p:spPr>
          </p:sp>
        </mc:Fallback>
      </mc:AlternateContent>
      <mc:AlternateContent xmlns:mc="http://schemas.openxmlformats.org/markup-compatibility/2006">
        <mc:Choice xmlns:p14="http://schemas.microsoft.com/office/powerpoint/2010/main" Requires="p14">
          <p:contentPart p14:bwMode="auto" r:id="rId13">
            <p14:nvContentPartPr>
              <p14:cNvPr id="1049036" name=""/>
              <p14:cNvContentPartPr/>
              <p14:nvPr/>
            </p14:nvContentPartPr>
            <p14:xfrm>
              <a:off x="9743206" y="3486643"/>
              <a:ext cx="10797" cy="492924"/>
            </p14:xfrm>
          </p:contentPart>
        </mc:Choice>
        <mc:Fallback>
          <p:sp>
            <p:nvSpPr>
              <p:cNvPr id="1049036" name=""/>
              <p:cNvSpPr/>
              <p:nvPr/>
            </p:nvSpPr>
            <p:spPr>
              <a:xfrm>
                <a:off x="9743206" y="3486643"/>
                <a:ext cx="10797" cy="492924"/>
              </a:xfrm>
            </p:spPr>
          </p:sp>
        </mc:Fallback>
      </mc:AlternateContent>
      <mc:AlternateContent xmlns:mc="http://schemas.openxmlformats.org/markup-compatibility/2006">
        <mc:Choice xmlns:p14="http://schemas.microsoft.com/office/powerpoint/2010/main" Requires="p14">
          <p:contentPart p14:bwMode="auto" r:id="rId14">
            <p14:nvContentPartPr>
              <p14:cNvPr id="1049037" name=""/>
              <p14:cNvContentPartPr/>
              <p14:nvPr/>
            </p14:nvContentPartPr>
            <p14:xfrm>
              <a:off x="7001276" y="355756"/>
              <a:ext cx="854059" cy="526691"/>
            </p14:xfrm>
          </p:contentPart>
        </mc:Choice>
        <mc:Fallback>
          <p:sp>
            <p:nvSpPr>
              <p:cNvPr id="1049037" name=""/>
              <p:cNvSpPr/>
              <p:nvPr/>
            </p:nvSpPr>
            <p:spPr>
              <a:xfrm>
                <a:off x="7001276" y="355756"/>
                <a:ext cx="854059" cy="526691"/>
              </a:xfrm>
            </p:spPr>
          </p:sp>
        </mc:Fallback>
      </mc:AlternateContent>
      <mc:AlternateContent xmlns:mc="http://schemas.openxmlformats.org/markup-compatibility/2006">
        <mc:Choice xmlns:p14="http://schemas.microsoft.com/office/powerpoint/2010/main" Requires="p14">
          <p:contentPart p14:bwMode="auto" r:id="rId15">
            <p14:nvContentPartPr>
              <p14:cNvPr id="1049038" name=""/>
              <p14:cNvContentPartPr/>
              <p14:nvPr/>
            </p14:nvContentPartPr>
            <p14:xfrm>
              <a:off x="7612675" y="469862"/>
              <a:ext cx="1956022" cy="3211538"/>
            </p14:xfrm>
          </p:contentPart>
        </mc:Choice>
        <mc:Fallback>
          <p:sp>
            <p:nvSpPr>
              <p:cNvPr id="1049038" name=""/>
              <p:cNvSpPr/>
              <p:nvPr/>
            </p:nvSpPr>
            <p:spPr>
              <a:xfrm>
                <a:off x="7612675" y="469862"/>
                <a:ext cx="1956022" cy="3211538"/>
              </a:xfrm>
            </p:spPr>
          </p:sp>
        </mc:Fallback>
      </mc:AlternateContent>
      <mc:AlternateContent xmlns:mc="http://schemas.openxmlformats.org/markup-compatibility/2006">
        <mc:Choice xmlns:p14="http://schemas.microsoft.com/office/powerpoint/2010/main" Requires="p14">
          <p:contentPart p14:bwMode="auto" r:id="rId16">
            <p14:nvContentPartPr>
              <p14:cNvPr id="1049039" name=""/>
              <p14:cNvContentPartPr/>
              <p14:nvPr/>
            </p14:nvContentPartPr>
            <p14:xfrm>
              <a:off x="9463026" y="3551919"/>
              <a:ext cx="88833" cy="183247"/>
            </p14:xfrm>
          </p:contentPart>
        </mc:Choice>
        <mc:Fallback>
          <p:sp>
            <p:nvSpPr>
              <p:cNvPr id="1049039" name=""/>
              <p:cNvSpPr/>
              <p:nvPr/>
            </p:nvSpPr>
            <p:spPr>
              <a:xfrm>
                <a:off x="9463026" y="3551919"/>
                <a:ext cx="88833" cy="183247"/>
              </a:xfrm>
            </p:spPr>
          </p:sp>
        </mc:Fallback>
      </mc:AlternateContent>
      <mc:AlternateContent xmlns:mc="http://schemas.openxmlformats.org/markup-compatibility/2006">
        <mc:Choice xmlns:p14="http://schemas.microsoft.com/office/powerpoint/2010/main" Requires="p14">
          <p:contentPart p14:bwMode="auto" r:id="rId17">
            <p14:nvContentPartPr>
              <p14:cNvPr id="1049040" name=""/>
              <p14:cNvContentPartPr/>
              <p14:nvPr/>
            </p14:nvContentPartPr>
            <p14:xfrm>
              <a:off x="9722266" y="3515682"/>
              <a:ext cx="26733" cy="515667"/>
            </p14:xfrm>
          </p:contentPart>
        </mc:Choice>
        <mc:Fallback>
          <p:sp>
            <p:nvSpPr>
              <p:cNvPr id="1049040" name=""/>
              <p:cNvSpPr/>
              <p:nvPr/>
            </p:nvSpPr>
            <p:spPr>
              <a:xfrm>
                <a:off x="9722266" y="3515682"/>
                <a:ext cx="26733" cy="515667"/>
              </a:xfrm>
            </p:spPr>
          </p:sp>
        </mc:Fallback>
      </mc:AlternateContent>
      <mc:AlternateContent xmlns:mc="http://schemas.openxmlformats.org/markup-compatibility/2006">
        <mc:Choice xmlns:p14="http://schemas.microsoft.com/office/powerpoint/2010/main" Requires="p14">
          <p:contentPart p14:bwMode="auto" r:id="rId18">
            <p14:nvContentPartPr>
              <p14:cNvPr id="1049041" name=""/>
              <p14:cNvContentPartPr/>
              <p14:nvPr/>
            </p14:nvContentPartPr>
            <p14:xfrm>
              <a:off x="11828545" y="2353647"/>
              <a:ext cx="17873" cy="68465"/>
            </p14:xfrm>
          </p:contentPart>
        </mc:Choice>
        <mc:Fallback>
          <p:sp>
            <p:nvSpPr>
              <p:cNvPr id="1049041" name=""/>
              <p:cNvSpPr/>
              <p:nvPr/>
            </p:nvSpPr>
            <p:spPr>
              <a:xfrm>
                <a:off x="11828545" y="2353647"/>
                <a:ext cx="17873" cy="68465"/>
              </a:xfrm>
            </p:spPr>
          </p:sp>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60" name=""/>
        <p:cNvGrpSpPr/>
        <p:nvPr/>
      </p:nvGrpSpPr>
      <p:grpSpPr>
        <a:xfrm>
          <a:off x="0" y="0"/>
          <a:ext cx="0" cy="0"/>
          <a:chOff x="0" y="0"/>
          <a:chExt cx="0" cy="0"/>
        </a:xfrm>
      </p:grpSpPr>
      <p:pic>
        <p:nvPicPr>
          <p:cNvPr id="2097155" name="Image 1"/>
          <p:cNvPicPr>
            <a:picLocks noChangeAspect="1"/>
          </p:cNvPicPr>
          <p:nvPr/>
        </p:nvPicPr>
        <p:blipFill>
          <a:blip xmlns:r="http://schemas.openxmlformats.org/officeDocument/2006/relationships" r:embed="rId1">
            <a:lum bright="-20000" contrast="40000"/>
          </a:blip>
          <a:stretch>
            <a:fillRect/>
          </a:stretch>
        </p:blipFill>
        <p:spPr>
          <a:xfrm>
            <a:off x="824247" y="219781"/>
            <a:ext cx="10753859" cy="1557504"/>
          </a:xfrm>
          <a:prstGeom prst="rect"/>
        </p:spPr>
      </p:pic>
      <p:sp>
        <p:nvSpPr>
          <p:cNvPr id="1048674" name="Rectangle 3"/>
          <p:cNvSpPr/>
          <p:nvPr/>
        </p:nvSpPr>
        <p:spPr>
          <a:xfrm>
            <a:off x="460372" y="2189863"/>
            <a:ext cx="6113780" cy="447040"/>
          </a:xfrm>
          <a:prstGeom prst="rect"/>
          <a:solidFill>
            <a:schemeClr val="accent1">
              <a:lumMod val="40000"/>
              <a:lumOff val="60000"/>
            </a:schemeClr>
          </a:solidFill>
        </p:spPr>
        <p:txBody>
          <a:bodyPr wrap="none">
            <a:spAutoFit/>
          </a:bodyPr>
          <a:p>
            <a:r>
              <a:rPr dirty="0" sz="2400" lang="fr-FR">
                <a:latin typeface="AR BLANCA" panose="02000000000000000000" pitchFamily="2" charset="0"/>
              </a:rPr>
              <a:t>I.2) </a:t>
            </a:r>
            <a:r>
              <a:rPr dirty="0" sz="2400" lang="fr-MA">
                <a:latin typeface="AR BLANCA" panose="02000000000000000000" pitchFamily="2" charset="0"/>
              </a:rPr>
              <a:t>Caractéristiques d’une liaison covalente</a:t>
            </a:r>
          </a:p>
        </p:txBody>
      </p:sp>
      <p:sp>
        <p:nvSpPr>
          <p:cNvPr id="1048675" name="Rectangle 4"/>
          <p:cNvSpPr/>
          <p:nvPr/>
        </p:nvSpPr>
        <p:spPr>
          <a:xfrm>
            <a:off x="460372" y="2850417"/>
            <a:ext cx="11117734" cy="1323439"/>
          </a:xfrm>
          <a:prstGeom prst="rect"/>
        </p:spPr>
        <p:txBody>
          <a:bodyPr wrap="square">
            <a:spAutoFit/>
          </a:bodyPr>
          <a:p>
            <a:pPr algn="just" indent="-285750" marL="285750">
              <a:buFont typeface="Wingdings" panose="05000000000000000000" pitchFamily="2" charset="2"/>
              <a:buChar char="q"/>
            </a:pPr>
            <a:r>
              <a:rPr dirty="0" sz="2000" lang="fr-FR">
                <a:solidFill>
                  <a:srgbClr val="1C1C1C"/>
                </a:solidFill>
              </a:rPr>
              <a:t>La liaison covalente, associant deux atomes </a:t>
            </a:r>
            <a:r>
              <a:rPr dirty="0" sz="2000" i="1" lang="fr-FR">
                <a:solidFill>
                  <a:srgbClr val="1C1C1C"/>
                </a:solidFill>
              </a:rPr>
              <a:t>A </a:t>
            </a:r>
            <a:r>
              <a:rPr dirty="0" sz="2000" lang="fr-FR">
                <a:solidFill>
                  <a:srgbClr val="1C1C1C"/>
                </a:solidFill>
              </a:rPr>
              <a:t>et </a:t>
            </a:r>
            <a:r>
              <a:rPr dirty="0" sz="2000" i="1" lang="fr-FR">
                <a:solidFill>
                  <a:srgbClr val="1C1C1C"/>
                </a:solidFill>
              </a:rPr>
              <a:t>B </a:t>
            </a:r>
            <a:r>
              <a:rPr dirty="0" sz="2000" lang="fr-FR">
                <a:solidFill>
                  <a:srgbClr val="1C1C1C"/>
                </a:solidFill>
              </a:rPr>
              <a:t>d’un édifice poly-atomique, présente des propriétés qui dépendent peu des autres atomes de l’édifice. Ainsi, la longueur d’une liaison simple C – C (ou d’une liaison C – H) reste quasi-constante dans les molécules organiques. Il en va de même pour l’énergie nécessaire </a:t>
            </a:r>
            <a:r>
              <a:rPr dirty="0" sz="2000" lang="fr-MA">
                <a:solidFill>
                  <a:srgbClr val="1C1C1C"/>
                </a:solidFill>
              </a:rPr>
              <a:t>pour les rompre.</a:t>
            </a:r>
            <a:endParaRPr dirty="0" sz="2000" lang="fr-MA"/>
          </a:p>
        </p:txBody>
      </p:sp>
      <p:sp>
        <p:nvSpPr>
          <p:cNvPr id="1048676" name="Rectangle 5"/>
          <p:cNvSpPr/>
          <p:nvPr/>
        </p:nvSpPr>
        <p:spPr>
          <a:xfrm>
            <a:off x="460372" y="4387370"/>
            <a:ext cx="4081779" cy="574041"/>
          </a:xfrm>
          <a:prstGeom prst="rect"/>
          <a:solidFill>
            <a:schemeClr val="accent4">
              <a:lumMod val="60000"/>
              <a:lumOff val="40000"/>
            </a:schemeClr>
          </a:solidFill>
        </p:spPr>
        <p:txBody>
          <a:bodyPr wrap="none">
            <a:spAutoFit/>
          </a:bodyPr>
          <a:p>
            <a:r>
              <a:rPr dirty="0" sz="3200" lang="fr-MA" u="sng">
                <a:latin typeface="AR BLANCA" panose="02000000000000000000" pitchFamily="2" charset="0"/>
              </a:rPr>
              <a:t>i) Longueur de liaison</a:t>
            </a:r>
          </a:p>
        </p:txBody>
      </p:sp>
      <p:sp>
        <p:nvSpPr>
          <p:cNvPr id="1048677" name="Rectangle 6"/>
          <p:cNvSpPr>
            <a:spLocks noChangeAspect="1" noMove="1" noResize="1" noRot="1" noAdjustHandles="1" noEditPoints="1" noChangeArrowheads="1" noChangeShapeType="1" noTextEdit="1"/>
          </p:cNvSpPr>
          <p:nvPr/>
        </p:nvSpPr>
        <p:spPr>
          <a:xfrm>
            <a:off x="460372" y="5246989"/>
            <a:ext cx="11117734" cy="707886"/>
          </a:xfrm>
          <a:prstGeom prst="rect"/>
          <a:blipFill rotWithShape="0">
            <a:blip xmlns:r="http://schemas.openxmlformats.org/officeDocument/2006/relationships" r:embed="rId2"/>
            <a:stretch>
              <a:fillRect l="-494" t="-5172" r="-603" b="-14655"/>
            </a:stretch>
          </a:blipFill>
        </p:spPr>
        <p:txBody>
          <a:bodyPr/>
          <a:p>
            <a:r>
              <a:rPr lang="es-ES">
                <a:noFill/>
              </a:rPr>
              <a:t> </a:t>
            </a:r>
          </a:p>
        </p:txBody>
      </p:sp>
      <p:sp>
        <p:nvSpPr>
          <p:cNvPr id="1048678" name="Espace réservé de la date 2"/>
          <p:cNvSpPr>
            <a:spLocks noGrp="1"/>
          </p:cNvSpPr>
          <p:nvPr>
            <p:ph type="dt" sz="half" idx="10"/>
          </p:nvPr>
        </p:nvSpPr>
        <p:spPr/>
        <p:txBody>
          <a:bodyPr/>
          <a:p>
            <a:fld id="{C9288B01-56F8-4103-B5A8-012B9D11C165}" type="datetime1">
              <a:rPr lang="fr-MA" smtClean="0"/>
              <a:t>2/26/2026</a:t>
            </a:fld>
            <a:endParaRPr lang="fr-MA"/>
          </a:p>
        </p:txBody>
      </p:sp>
      <p:sp>
        <p:nvSpPr>
          <p:cNvPr id="1048679" name="Espace réservé du pied de page 7"/>
          <p:cNvSpPr>
            <a:spLocks noGrp="1"/>
          </p:cNvSpPr>
          <p:nvPr>
            <p:ph type="ftr" sz="quarter" idx="11"/>
          </p:nvPr>
        </p:nvSpPr>
        <p:spPr/>
        <p:txBody>
          <a:bodyPr/>
          <a:p>
            <a:r>
              <a:rPr lang="fr-MA"/>
              <a:t>Azagrouze</a:t>
            </a:r>
          </a:p>
        </p:txBody>
      </p:sp>
      <p:sp>
        <p:nvSpPr>
          <p:cNvPr id="1048680" name="Espace réservé du numéro de diapositive 8"/>
          <p:cNvSpPr>
            <a:spLocks noGrp="1"/>
          </p:cNvSpPr>
          <p:nvPr>
            <p:ph type="sldNum" sz="quarter" idx="12"/>
          </p:nvPr>
        </p:nvSpPr>
        <p:spPr/>
        <p:txBody>
          <a:bodyPr/>
          <a:p>
            <a:fld id="{FF4E3B11-ADB7-4E0C-98DE-03B52B014AC4}" type="slidenum">
              <a:rPr lang="fr-MA" smtClean="0"/>
              <a:t>5</a:t>
            </a:fld>
            <a:endParaRPr lang="fr-MA"/>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61" name=""/>
        <p:cNvGrpSpPr/>
        <p:nvPr/>
      </p:nvGrpSpPr>
      <p:grpSpPr>
        <a:xfrm>
          <a:off x="0" y="0"/>
          <a:ext cx="0" cy="0"/>
          <a:chOff x="0" y="0"/>
          <a:chExt cx="0" cy="0"/>
        </a:xfrm>
      </p:grpSpPr>
      <p:pic>
        <p:nvPicPr>
          <p:cNvPr id="2097156" name="Image 3"/>
          <p:cNvPicPr>
            <a:picLocks noChangeAspect="1"/>
          </p:cNvPicPr>
          <p:nvPr/>
        </p:nvPicPr>
        <p:blipFill>
          <a:blip xmlns:r="http://schemas.openxmlformats.org/officeDocument/2006/relationships" r:embed="rId1"/>
          <a:stretch>
            <a:fillRect/>
          </a:stretch>
        </p:blipFill>
        <p:spPr>
          <a:xfrm>
            <a:off x="502276" y="199001"/>
            <a:ext cx="11294771" cy="5326036"/>
          </a:xfrm>
          <a:prstGeom prst="rect"/>
        </p:spPr>
      </p:pic>
      <p:sp>
        <p:nvSpPr>
          <p:cNvPr id="1048681" name="Rectangle 4"/>
          <p:cNvSpPr/>
          <p:nvPr/>
        </p:nvSpPr>
        <p:spPr>
          <a:xfrm>
            <a:off x="502276" y="5640947"/>
            <a:ext cx="11294771" cy="1005840"/>
          </a:xfrm>
          <a:prstGeom prst="rect"/>
          <a:solidFill>
            <a:schemeClr val="accent4">
              <a:lumMod val="20000"/>
              <a:lumOff val="80000"/>
            </a:schemeClr>
          </a:solidFill>
        </p:spPr>
        <p:txBody>
          <a:bodyPr wrap="square">
            <a:spAutoFit/>
          </a:bodyPr>
          <a:p>
            <a:pPr algn="just"/>
            <a:r>
              <a:rPr dirty="0" sz="2000" lang="fr-FR">
                <a:latin typeface="AR BLANCA" panose="02000000000000000000" pitchFamily="2" charset="0"/>
              </a:rPr>
              <a:t>Longueur </a:t>
            </a:r>
            <a:r>
              <a:rPr dirty="0" sz="2000" lang="fr-FR" err="1">
                <a:latin typeface="AR BLANCA" panose="02000000000000000000" pitchFamily="2" charset="0"/>
              </a:rPr>
              <a:t>d</a:t>
            </a:r>
            <a:r>
              <a:rPr dirty="0" sz="1400" lang="fr-FR" err="1">
                <a:latin typeface="AR BLANCA" panose="02000000000000000000" pitchFamily="2" charset="0"/>
              </a:rPr>
              <a:t>AB</a:t>
            </a:r>
            <a:r>
              <a:rPr dirty="0" sz="1400" lang="fr-FR">
                <a:latin typeface="AR BLANCA" panose="02000000000000000000" pitchFamily="2" charset="0"/>
              </a:rPr>
              <a:t> </a:t>
            </a:r>
            <a:r>
              <a:rPr dirty="0" sz="2000" lang="fr-FR">
                <a:latin typeface="AR BLANCA" panose="02000000000000000000" pitchFamily="2" charset="0"/>
              </a:rPr>
              <a:t>(en pm) et énergie moyenne de liaison </a:t>
            </a:r>
            <a:r>
              <a:rPr dirty="0" sz="2000" i="1" lang="fr-FR">
                <a:latin typeface="AR BLANCA" panose="02000000000000000000" pitchFamily="2" charset="0"/>
              </a:rPr>
              <a:t>D</a:t>
            </a:r>
            <a:r>
              <a:rPr dirty="0" sz="1400" i="1" lang="fr-FR">
                <a:latin typeface="AR BLANCA" panose="02000000000000000000" pitchFamily="2" charset="0"/>
              </a:rPr>
              <a:t>AB</a:t>
            </a:r>
            <a:r>
              <a:rPr dirty="0" sz="2000" i="1" lang="fr-FR">
                <a:latin typeface="AR BLANCA" panose="02000000000000000000" pitchFamily="2" charset="0"/>
              </a:rPr>
              <a:t> </a:t>
            </a:r>
            <a:r>
              <a:rPr dirty="0" sz="2000" lang="fr-FR">
                <a:latin typeface="AR BLANCA" panose="02000000000000000000" pitchFamily="2" charset="0"/>
              </a:rPr>
              <a:t>(en </a:t>
            </a:r>
            <a:r>
              <a:rPr dirty="0" sz="2000" lang="fr-FR" err="1">
                <a:latin typeface="AR BLANCA" panose="02000000000000000000" pitchFamily="2" charset="0"/>
              </a:rPr>
              <a:t>kJ.mol</a:t>
            </a:r>
            <a:r>
              <a:rPr dirty="0" sz="2000" lang="fr-FR">
                <a:latin typeface="AR BLANCA" panose="02000000000000000000" pitchFamily="2" charset="0"/>
              </a:rPr>
              <a:t>– 1) de quelques liaisons covalentes,</a:t>
            </a:r>
          </a:p>
          <a:p>
            <a:pPr algn="just"/>
            <a:r>
              <a:rPr dirty="0" sz="2000" lang="fr-MA">
                <a:latin typeface="AR BLANCA" panose="02000000000000000000" pitchFamily="2" charset="0"/>
              </a:rPr>
              <a:t>simples ou multiples, </a:t>
            </a:r>
            <a:r>
              <a:rPr dirty="0" sz="2000" i="1" lang="fr-MA">
                <a:latin typeface="AR BLANCA" panose="02000000000000000000" pitchFamily="2" charset="0"/>
              </a:rPr>
              <a:t>AB</a:t>
            </a:r>
            <a:r>
              <a:rPr dirty="0" sz="2000" lang="fr-MA">
                <a:latin typeface="AR BLANCA" panose="02000000000000000000" pitchFamily="2" charset="0"/>
              </a:rPr>
              <a:t>.</a:t>
            </a:r>
          </a:p>
        </p:txBody>
      </p:sp>
      <p:sp>
        <p:nvSpPr>
          <p:cNvPr id="1048682" name="Espace réservé de la date 1"/>
          <p:cNvSpPr>
            <a:spLocks noGrp="1"/>
          </p:cNvSpPr>
          <p:nvPr>
            <p:ph type="dt" sz="half" idx="10"/>
          </p:nvPr>
        </p:nvSpPr>
        <p:spPr/>
        <p:txBody>
          <a:bodyPr/>
          <a:p>
            <a:fld id="{33090838-035C-4595-95B6-45A8A70E3C4F}" type="datetime1">
              <a:rPr lang="fr-MA" smtClean="0"/>
              <a:t>2/26/2026</a:t>
            </a:fld>
            <a:endParaRPr lang="fr-MA"/>
          </a:p>
        </p:txBody>
      </p:sp>
      <p:sp>
        <p:nvSpPr>
          <p:cNvPr id="1048683" name="Espace réservé du pied de page 2"/>
          <p:cNvSpPr>
            <a:spLocks noGrp="1"/>
          </p:cNvSpPr>
          <p:nvPr>
            <p:ph type="ftr" sz="quarter" idx="11"/>
          </p:nvPr>
        </p:nvSpPr>
        <p:spPr/>
        <p:txBody>
          <a:bodyPr/>
          <a:p>
            <a:r>
              <a:rPr lang="fr-MA"/>
              <a:t>Azagrouze</a:t>
            </a:r>
          </a:p>
        </p:txBody>
      </p:sp>
      <p:sp>
        <p:nvSpPr>
          <p:cNvPr id="1048684" name="Espace réservé du numéro de diapositive 5"/>
          <p:cNvSpPr>
            <a:spLocks noGrp="1"/>
          </p:cNvSpPr>
          <p:nvPr>
            <p:ph type="sldNum" sz="quarter" idx="12"/>
          </p:nvPr>
        </p:nvSpPr>
        <p:spPr/>
        <p:txBody>
          <a:bodyPr/>
          <a:p>
            <a:fld id="{FF4E3B11-ADB7-4E0C-98DE-03B52B014AC4}" type="slidenum">
              <a:rPr lang="fr-MA" smtClean="0"/>
              <a:t>6</a:t>
            </a:fld>
            <a:endParaRPr lang="fr-MA"/>
          </a:p>
        </p:txBody>
      </p:sp>
      <mc:AlternateContent xmlns:mc="http://schemas.openxmlformats.org/markup-compatibility/2006">
        <mc:Choice xmlns:p14="http://schemas.microsoft.com/office/powerpoint/2010/main" Requires="p14">
          <p:contentPart p14:bwMode="auto" r:id="rId2">
            <p14:nvContentPartPr>
              <p14:cNvPr id="1049205" name=""/>
              <p14:cNvContentPartPr/>
              <p14:nvPr/>
            </p14:nvContentPartPr>
            <p14:xfrm>
              <a:off x="947234" y="1008091"/>
              <a:ext cx="31487" cy="23356"/>
            </p14:xfrm>
          </p:contentPart>
        </mc:Choice>
        <mc:Fallback>
          <p:sp>
            <p:nvSpPr>
              <p:cNvPr id="1049205" name=""/>
              <p:cNvSpPr/>
              <p:nvPr/>
            </p:nvSpPr>
            <p:spPr>
              <a:xfrm>
                <a:off x="947234" y="1008091"/>
                <a:ext cx="31487" cy="23356"/>
              </a:xfrm>
            </p:spPr>
          </p:sp>
        </mc:Fallback>
      </mc:AlternateContent>
      <mc:AlternateContent xmlns:mc="http://schemas.openxmlformats.org/markup-compatibility/2006">
        <mc:Choice xmlns:p14="http://schemas.microsoft.com/office/powerpoint/2010/main" Requires="p14">
          <p:contentPart p14:bwMode="auto" r:id="rId3">
            <p14:nvContentPartPr>
              <p14:cNvPr id="1049206" name=""/>
              <p14:cNvContentPartPr/>
              <p14:nvPr/>
            </p14:nvContentPartPr>
            <p14:xfrm>
              <a:off x="1901768" y="900646"/>
              <a:ext cx="414647" cy="214159"/>
            </p14:xfrm>
          </p:contentPart>
        </mc:Choice>
        <mc:Fallback>
          <p:sp>
            <p:nvSpPr>
              <p:cNvPr id="1049206" name=""/>
              <p:cNvSpPr/>
              <p:nvPr/>
            </p:nvSpPr>
            <p:spPr>
              <a:xfrm>
                <a:off x="1901768" y="900646"/>
                <a:ext cx="414647" cy="214159"/>
              </a:xfrm>
            </p:spPr>
          </p:sp>
        </mc:Fallback>
      </mc:AlternateContent>
      <mc:AlternateContent xmlns:mc="http://schemas.openxmlformats.org/markup-compatibility/2006">
        <mc:Choice xmlns:p14="http://schemas.microsoft.com/office/powerpoint/2010/main" Requires="p14">
          <p:contentPart p14:bwMode="auto" r:id="rId4">
            <p14:nvContentPartPr>
              <p14:cNvPr id="1049207" name=""/>
              <p14:cNvContentPartPr/>
              <p14:nvPr/>
            </p14:nvContentPartPr>
            <p14:xfrm>
              <a:off x="2450220" y="5994750"/>
              <a:ext cx="399661" cy="63494"/>
            </p14:xfrm>
          </p:contentPart>
        </mc:Choice>
        <mc:Fallback>
          <p:sp>
            <p:nvSpPr>
              <p:cNvPr id="1049207" name=""/>
              <p:cNvSpPr/>
              <p:nvPr/>
            </p:nvSpPr>
            <p:spPr>
              <a:xfrm>
                <a:off x="2450220" y="5994750"/>
                <a:ext cx="399661" cy="63494"/>
              </a:xfrm>
            </p:spPr>
          </p:sp>
        </mc:Fallback>
      </mc:AlternateContent>
      <mc:AlternateContent xmlns:mc="http://schemas.openxmlformats.org/markup-compatibility/2006">
        <mc:Choice xmlns:p14="http://schemas.microsoft.com/office/powerpoint/2010/main" Requires="p14">
          <p:contentPart p14:bwMode="auto" r:id="rId5">
            <p14:nvContentPartPr>
              <p14:cNvPr id="1049208" name=""/>
              <p14:cNvContentPartPr/>
              <p14:nvPr/>
            </p14:nvContentPartPr>
            <p14:xfrm>
              <a:off x="8897139" y="1799875"/>
              <a:ext cx="18740" cy="31497"/>
            </p14:xfrm>
          </p:contentPart>
        </mc:Choice>
        <mc:Fallback>
          <p:sp>
            <p:nvSpPr>
              <p:cNvPr id="1049208" name=""/>
              <p:cNvSpPr/>
              <p:nvPr/>
            </p:nvSpPr>
            <p:spPr>
              <a:xfrm>
                <a:off x="8897139" y="1799875"/>
                <a:ext cx="18740" cy="31497"/>
              </a:xfrm>
            </p:spPr>
          </p:sp>
        </mc:Fallback>
      </mc:AlternateContent>
      <mc:AlternateContent xmlns:mc="http://schemas.openxmlformats.org/markup-compatibility/2006">
        <mc:Choice xmlns:p14="http://schemas.microsoft.com/office/powerpoint/2010/main" Requires="p14">
          <p:contentPart p14:bwMode="auto" r:id="rId6">
            <p14:nvContentPartPr>
              <p14:cNvPr id="1049209" name=""/>
              <p14:cNvContentPartPr/>
              <p14:nvPr/>
            </p14:nvContentPartPr>
            <p14:xfrm>
              <a:off x="9379419" y="1006516"/>
              <a:ext cx="68491" cy="17236"/>
            </p14:xfrm>
          </p:contentPart>
        </mc:Choice>
        <mc:Fallback>
          <p:sp>
            <p:nvSpPr>
              <p:cNvPr id="1049209" name=""/>
              <p:cNvSpPr/>
              <p:nvPr/>
            </p:nvSpPr>
            <p:spPr>
              <a:xfrm>
                <a:off x="9379419" y="1006516"/>
                <a:ext cx="68491" cy="17236"/>
              </a:xfrm>
            </p:spPr>
          </p:sp>
        </mc:Fallback>
      </mc:AlternateContent>
      <mc:AlternateContent xmlns:mc="http://schemas.openxmlformats.org/markup-compatibility/2006">
        <mc:Choice xmlns:p14="http://schemas.microsoft.com/office/powerpoint/2010/main" Requires="p14">
          <p:contentPart p14:bwMode="auto" r:id="rId7">
            <p14:nvContentPartPr>
              <p14:cNvPr id="1049210" name=""/>
              <p14:cNvContentPartPr/>
              <p14:nvPr/>
            </p14:nvContentPartPr>
            <p14:xfrm>
              <a:off x="11067180" y="1458600"/>
              <a:ext cx="431991" cy="70824"/>
            </p14:xfrm>
          </p:contentPart>
        </mc:Choice>
        <mc:Fallback>
          <p:sp>
            <p:nvSpPr>
              <p:cNvPr id="1049210" name=""/>
              <p:cNvSpPr/>
              <p:nvPr/>
            </p:nvSpPr>
            <p:spPr>
              <a:xfrm>
                <a:off x="11067180" y="1458600"/>
                <a:ext cx="431991" cy="70824"/>
              </a:xfrm>
            </p:spPr>
          </p:sp>
        </mc:Fallback>
      </mc:AlternateContent>
      <mc:AlternateContent xmlns:mc="http://schemas.openxmlformats.org/markup-compatibility/2006">
        <mc:Choice xmlns:p14="http://schemas.microsoft.com/office/powerpoint/2010/main" Requires="p14">
          <p:contentPart p14:bwMode="auto" r:id="rId8">
            <p14:nvContentPartPr>
              <p14:cNvPr id="1049211" name=""/>
              <p14:cNvContentPartPr/>
              <p14:nvPr/>
            </p14:nvContentPartPr>
            <p14:xfrm>
              <a:off x="8442216" y="1440360"/>
              <a:ext cx="263195" cy="61197"/>
            </p14:xfrm>
          </p:contentPart>
        </mc:Choice>
        <mc:Fallback>
          <p:sp>
            <p:nvSpPr>
              <p:cNvPr id="1049211" name=""/>
              <p:cNvSpPr/>
              <p:nvPr/>
            </p:nvSpPr>
            <p:spPr>
              <a:xfrm>
                <a:off x="8442216" y="1440360"/>
                <a:ext cx="263195" cy="61197"/>
              </a:xfrm>
            </p:spPr>
          </p:sp>
        </mc:Fallback>
      </mc:AlternateContent>
      <mc:AlternateContent xmlns:mc="http://schemas.openxmlformats.org/markup-compatibility/2006">
        <mc:Choice xmlns:p14="http://schemas.microsoft.com/office/powerpoint/2010/main" Requires="p14">
          <p:contentPart p14:bwMode="auto" r:id="rId9">
            <p14:nvContentPartPr>
              <p14:cNvPr id="1049212" name=""/>
              <p14:cNvContentPartPr/>
              <p14:nvPr/>
            </p14:nvContentPartPr>
            <p14:xfrm>
              <a:off x="5624427" y="1442063"/>
              <a:ext cx="288183" cy="64184"/>
            </p14:xfrm>
          </p:contentPart>
        </mc:Choice>
        <mc:Fallback>
          <p:sp>
            <p:nvSpPr>
              <p:cNvPr id="1049212" name=""/>
              <p:cNvSpPr/>
              <p:nvPr/>
            </p:nvSpPr>
            <p:spPr>
              <a:xfrm>
                <a:off x="5624427" y="1442063"/>
                <a:ext cx="288183" cy="64184"/>
              </a:xfrm>
            </p:spPr>
          </p:sp>
        </mc:Fallback>
      </mc:AlternateContent>
      <mc:AlternateContent xmlns:mc="http://schemas.openxmlformats.org/markup-compatibility/2006">
        <mc:Choice xmlns:p14="http://schemas.microsoft.com/office/powerpoint/2010/main" Requires="p14">
          <p:contentPart p14:bwMode="auto" r:id="rId10">
            <p14:nvContentPartPr>
              <p14:cNvPr id="1049213" name=""/>
              <p14:cNvContentPartPr/>
              <p14:nvPr/>
            </p14:nvContentPartPr>
            <p14:xfrm>
              <a:off x="2906801" y="1420939"/>
              <a:ext cx="307130" cy="124530"/>
            </p14:xfrm>
          </p:contentPart>
        </mc:Choice>
        <mc:Fallback>
          <p:sp>
            <p:nvSpPr>
              <p:cNvPr id="1049213" name=""/>
              <p:cNvSpPr/>
              <p:nvPr/>
            </p:nvSpPr>
            <p:spPr>
              <a:xfrm>
                <a:off x="2906801" y="1420939"/>
                <a:ext cx="307130" cy="124530"/>
              </a:xfrm>
            </p:spPr>
          </p:sp>
        </mc:Fallback>
      </mc:AlternateContent>
      <mc:AlternateContent xmlns:mc="http://schemas.openxmlformats.org/markup-compatibility/2006">
        <mc:Choice xmlns:p14="http://schemas.microsoft.com/office/powerpoint/2010/main" Requires="p14">
          <p:contentPart p14:bwMode="auto" r:id="rId11">
            <p14:nvContentPartPr>
              <p14:cNvPr id="1049214" name=""/>
              <p14:cNvContentPartPr/>
              <p14:nvPr/>
            </p14:nvContentPartPr>
            <p14:xfrm>
              <a:off x="2849852" y="1470967"/>
              <a:ext cx="164172" cy="39614"/>
            </p14:xfrm>
          </p:contentPart>
        </mc:Choice>
        <mc:Fallback>
          <p:sp>
            <p:nvSpPr>
              <p:cNvPr id="1049214" name=""/>
              <p:cNvSpPr/>
              <p:nvPr/>
            </p:nvSpPr>
            <p:spPr>
              <a:xfrm>
                <a:off x="2849852" y="1470967"/>
                <a:ext cx="164172" cy="39614"/>
              </a:xfrm>
            </p:spPr>
          </p:sp>
        </mc:Fallback>
      </mc:AlternateContent>
      <mc:AlternateContent xmlns:mc="http://schemas.openxmlformats.org/markup-compatibility/2006">
        <mc:Choice xmlns:p14="http://schemas.microsoft.com/office/powerpoint/2010/main" Requires="p14">
          <p:contentPart p14:bwMode="auto" r:id="rId12">
            <p14:nvContentPartPr>
              <p14:cNvPr id="1049215" name=""/>
              <p14:cNvContentPartPr/>
              <p14:nvPr/>
            </p14:nvContentPartPr>
            <p14:xfrm>
              <a:off x="4963632" y="1349308"/>
              <a:ext cx="31580" cy="15223"/>
            </p14:xfrm>
          </p:contentPart>
        </mc:Choice>
        <mc:Fallback>
          <p:sp>
            <p:nvSpPr>
              <p:cNvPr id="1049215" name=""/>
              <p:cNvSpPr/>
              <p:nvPr/>
            </p:nvSpPr>
            <p:spPr>
              <a:xfrm>
                <a:off x="4963632" y="1349308"/>
                <a:ext cx="31580" cy="15223"/>
              </a:xfrm>
            </p:spPr>
          </p:sp>
        </mc:Fallback>
      </mc:AlternateContent>
      <mc:AlternateContent xmlns:mc="http://schemas.openxmlformats.org/markup-compatibility/2006">
        <mc:Choice xmlns:p14="http://schemas.microsoft.com/office/powerpoint/2010/main" Requires="p14">
          <p:contentPart p14:bwMode="auto" r:id="rId13">
            <p14:nvContentPartPr>
              <p14:cNvPr id="1049216" name=""/>
              <p14:cNvContentPartPr/>
              <p14:nvPr/>
            </p14:nvContentPartPr>
            <p14:xfrm>
              <a:off x="2206105" y="1400521"/>
              <a:ext cx="33093" cy="0"/>
            </p14:xfrm>
          </p:contentPart>
        </mc:Choice>
        <mc:Fallback>
          <p:sp>
            <p:nvSpPr>
              <p:cNvPr id="1049216" name=""/>
              <p:cNvSpPr/>
              <p:nvPr/>
            </p:nvSpPr>
            <p:spPr>
              <a:xfrm>
                <a:off x="2206105" y="1400521"/>
                <a:ext cx="33093" cy="0"/>
              </a:xfrm>
            </p:spPr>
          </p:sp>
        </mc:Fallback>
      </mc:AlternateContent>
      <mc:AlternateContent xmlns:mc="http://schemas.openxmlformats.org/markup-compatibility/2006">
        <mc:Choice xmlns:p14="http://schemas.microsoft.com/office/powerpoint/2010/main" Requires="p14">
          <p:contentPart p14:bwMode="auto" r:id="rId14">
            <p14:nvContentPartPr>
              <p14:cNvPr id="1049217" name=""/>
              <p14:cNvContentPartPr/>
              <p14:nvPr/>
            </p14:nvContentPartPr>
            <p14:xfrm>
              <a:off x="6709574" y="1813526"/>
              <a:ext cx="30761" cy="10110"/>
            </p14:xfrm>
          </p:contentPart>
        </mc:Choice>
        <mc:Fallback>
          <p:sp>
            <p:nvSpPr>
              <p:cNvPr id="1049217" name=""/>
              <p:cNvSpPr/>
              <p:nvPr/>
            </p:nvSpPr>
            <p:spPr>
              <a:xfrm>
                <a:off x="6709574" y="1813526"/>
                <a:ext cx="30761" cy="10110"/>
              </a:xfrm>
            </p:spPr>
          </p:sp>
        </mc:Fallback>
      </mc:AlternateContent>
      <mc:AlternateContent xmlns:mc="http://schemas.openxmlformats.org/markup-compatibility/2006">
        <mc:Choice xmlns:p14="http://schemas.microsoft.com/office/powerpoint/2010/main" Requires="p14">
          <p:contentPart p14:bwMode="auto" r:id="rId15">
            <p14:nvContentPartPr>
              <p14:cNvPr id="1049218" name=""/>
              <p14:cNvContentPartPr/>
              <p14:nvPr/>
            </p14:nvContentPartPr>
            <p14:xfrm>
              <a:off x="8223245" y="1530120"/>
              <a:ext cx="581533" cy="393027"/>
            </p14:xfrm>
          </p:contentPart>
        </mc:Choice>
        <mc:Fallback>
          <p:sp>
            <p:nvSpPr>
              <p:cNvPr id="1049218" name=""/>
              <p:cNvSpPr/>
              <p:nvPr/>
            </p:nvSpPr>
            <p:spPr>
              <a:xfrm>
                <a:off x="8223245" y="1530120"/>
                <a:ext cx="581533" cy="393027"/>
              </a:xfrm>
            </p:spPr>
          </p:sp>
        </mc:Fallback>
      </mc:AlternateContent>
      <mc:AlternateContent xmlns:mc="http://schemas.openxmlformats.org/markup-compatibility/2006">
        <mc:Choice xmlns:p14="http://schemas.microsoft.com/office/powerpoint/2010/main" Requires="p14">
          <p:contentPart p14:bwMode="auto" r:id="rId16">
            <p14:nvContentPartPr>
              <p14:cNvPr id="1049219" name=""/>
              <p14:cNvContentPartPr/>
              <p14:nvPr/>
            </p14:nvContentPartPr>
            <p14:xfrm>
              <a:off x="7412350" y="5986018"/>
              <a:ext cx="1103425" cy="66021"/>
            </p14:xfrm>
          </p:contentPart>
        </mc:Choice>
        <mc:Fallback>
          <p:sp>
            <p:nvSpPr>
              <p:cNvPr id="1049219" name=""/>
              <p:cNvSpPr/>
              <p:nvPr/>
            </p:nvSpPr>
            <p:spPr>
              <a:xfrm>
                <a:off x="7412350" y="5986018"/>
                <a:ext cx="1103425" cy="66021"/>
              </a:xfrm>
            </p:spPr>
          </p:sp>
        </mc:Fallback>
      </mc:AlternateContent>
      <mc:AlternateContent xmlns:mc="http://schemas.openxmlformats.org/markup-compatibility/2006">
        <mc:Choice xmlns:p14="http://schemas.microsoft.com/office/powerpoint/2010/main" Requires="p14">
          <p:contentPart p14:bwMode="auto" r:id="rId17">
            <p14:nvContentPartPr>
              <p14:cNvPr id="1049220" name=""/>
              <p14:cNvContentPartPr/>
              <p14:nvPr/>
            </p14:nvContentPartPr>
            <p14:xfrm>
              <a:off x="1297582" y="2190045"/>
              <a:ext cx="32629" cy="6277"/>
            </p14:xfrm>
          </p:contentPart>
        </mc:Choice>
        <mc:Fallback>
          <p:sp>
            <p:nvSpPr>
              <p:cNvPr id="1049220" name=""/>
              <p:cNvSpPr/>
              <p:nvPr/>
            </p:nvSpPr>
            <p:spPr>
              <a:xfrm>
                <a:off x="1297582" y="2190045"/>
                <a:ext cx="32629" cy="6277"/>
              </a:xfrm>
            </p:spPr>
          </p:sp>
        </mc:Fallback>
      </mc:AlternateContent>
      <mc:AlternateContent xmlns:mc="http://schemas.openxmlformats.org/markup-compatibility/2006">
        <mc:Choice xmlns:p14="http://schemas.microsoft.com/office/powerpoint/2010/main" Requires="p14">
          <p:contentPart p14:bwMode="auto" r:id="rId18">
            <p14:nvContentPartPr>
              <p14:cNvPr id="1049221" name=""/>
              <p14:cNvContentPartPr/>
              <p14:nvPr/>
            </p14:nvContentPartPr>
            <p14:xfrm>
              <a:off x="2196808" y="2152325"/>
              <a:ext cx="59157" cy="37720"/>
            </p14:xfrm>
          </p:contentPart>
        </mc:Choice>
        <mc:Fallback>
          <p:sp>
            <p:nvSpPr>
              <p:cNvPr id="1049221" name=""/>
              <p:cNvSpPr/>
              <p:nvPr/>
            </p:nvSpPr>
            <p:spPr>
              <a:xfrm>
                <a:off x="2196808" y="2152325"/>
                <a:ext cx="59157" cy="37720"/>
              </a:xfrm>
            </p:spPr>
          </p:sp>
        </mc:Fallback>
      </mc:AlternateContent>
      <mc:AlternateContent xmlns:mc="http://schemas.openxmlformats.org/markup-compatibility/2006">
        <mc:Choice xmlns:p14="http://schemas.microsoft.com/office/powerpoint/2010/main" Requires="p14">
          <p:contentPart p14:bwMode="auto" r:id="rId19">
            <p14:nvContentPartPr>
              <p14:cNvPr id="1049222" name=""/>
              <p14:cNvContentPartPr/>
              <p14:nvPr/>
            </p14:nvContentPartPr>
            <p14:xfrm>
              <a:off x="1033277" y="4114972"/>
              <a:ext cx="5862" cy="31138"/>
            </p14:xfrm>
          </p:contentPart>
        </mc:Choice>
        <mc:Fallback>
          <p:sp>
            <p:nvSpPr>
              <p:cNvPr id="1049222" name=""/>
              <p:cNvSpPr/>
              <p:nvPr/>
            </p:nvSpPr>
            <p:spPr>
              <a:xfrm>
                <a:off x="1033277" y="4114972"/>
                <a:ext cx="5862" cy="31138"/>
              </a:xfrm>
            </p:spPr>
          </p:sp>
        </mc:Fallback>
      </mc:AlternateContent>
      <mc:AlternateContent xmlns:mc="http://schemas.openxmlformats.org/markup-compatibility/2006">
        <mc:Choice xmlns:p14="http://schemas.microsoft.com/office/powerpoint/2010/main" Requires="p14">
          <p:contentPart p14:bwMode="auto" r:id="rId20">
            <p14:nvContentPartPr>
              <p14:cNvPr id="1049223" name=""/>
              <p14:cNvContentPartPr/>
              <p14:nvPr/>
            </p14:nvContentPartPr>
            <p14:xfrm>
              <a:off x="4873429" y="4138664"/>
              <a:ext cx="65289" cy="19852"/>
            </p14:xfrm>
          </p:contentPart>
        </mc:Choice>
        <mc:Fallback>
          <p:sp>
            <p:nvSpPr>
              <p:cNvPr id="1049223" name=""/>
              <p:cNvSpPr/>
              <p:nvPr/>
            </p:nvSpPr>
            <p:spPr>
              <a:xfrm>
                <a:off x="4873429" y="4138664"/>
                <a:ext cx="65289" cy="19852"/>
              </a:xfrm>
            </p:spPr>
          </p:sp>
        </mc:Fallback>
      </mc:AlternateContent>
      <mc:AlternateContent xmlns:mc="http://schemas.openxmlformats.org/markup-compatibility/2006">
        <mc:Choice xmlns:p14="http://schemas.microsoft.com/office/powerpoint/2010/main" Requires="p14">
          <p:contentPart p14:bwMode="auto" r:id="rId21">
            <p14:nvContentPartPr>
              <p14:cNvPr id="1049224" name=""/>
              <p14:cNvContentPartPr/>
              <p14:nvPr/>
            </p14:nvContentPartPr>
            <p14:xfrm>
              <a:off x="982975" y="4595104"/>
              <a:ext cx="35740" cy="14396"/>
            </p14:xfrm>
          </p:contentPart>
        </mc:Choice>
        <mc:Fallback>
          <p:sp>
            <p:nvSpPr>
              <p:cNvPr id="1049224" name=""/>
              <p:cNvSpPr/>
              <p:nvPr/>
            </p:nvSpPr>
            <p:spPr>
              <a:xfrm>
                <a:off x="982975" y="4595104"/>
                <a:ext cx="35740" cy="14396"/>
              </a:xfrm>
            </p:spPr>
          </p:sp>
        </mc:Fallback>
      </mc:AlternateContent>
      <mc:AlternateContent xmlns:mc="http://schemas.openxmlformats.org/markup-compatibility/2006">
        <mc:Choice xmlns:p14="http://schemas.microsoft.com/office/powerpoint/2010/main" Requires="p14">
          <p:contentPart p14:bwMode="auto" r:id="rId22">
            <p14:nvContentPartPr>
              <p14:cNvPr id="1049225" name=""/>
              <p14:cNvContentPartPr/>
              <p14:nvPr/>
            </p14:nvContentPartPr>
            <p14:xfrm>
              <a:off x="1369505" y="4493591"/>
              <a:ext cx="32846" cy="15643"/>
            </p14:xfrm>
          </p:contentPart>
        </mc:Choice>
        <mc:Fallback>
          <p:sp>
            <p:nvSpPr>
              <p:cNvPr id="1049225" name=""/>
              <p:cNvSpPr/>
              <p:nvPr/>
            </p:nvSpPr>
            <p:spPr>
              <a:xfrm>
                <a:off x="1369505" y="4493591"/>
                <a:ext cx="32846" cy="15643"/>
              </a:xfrm>
            </p:spPr>
          </p:sp>
        </mc:Fallback>
      </mc:AlternateContent>
      <mc:AlternateContent xmlns:mc="http://schemas.openxmlformats.org/markup-compatibility/2006">
        <mc:Choice xmlns:p14="http://schemas.microsoft.com/office/powerpoint/2010/main" Requires="p14">
          <p:contentPart p14:bwMode="auto" r:id="rId23">
            <p14:nvContentPartPr>
              <p14:cNvPr id="1049226" name=""/>
              <p14:cNvContentPartPr/>
              <p14:nvPr/>
            </p14:nvContentPartPr>
            <p14:xfrm>
              <a:off x="2134623" y="4472246"/>
              <a:ext cx="31283" cy="5999"/>
            </p14:xfrm>
          </p:contentPart>
        </mc:Choice>
        <mc:Fallback>
          <p:sp>
            <p:nvSpPr>
              <p:cNvPr id="1049226" name=""/>
              <p:cNvSpPr/>
              <p:nvPr/>
            </p:nvSpPr>
            <p:spPr>
              <a:xfrm>
                <a:off x="2134623" y="4472246"/>
                <a:ext cx="31283" cy="5999"/>
              </a:xfrm>
            </p:spPr>
          </p:sp>
        </mc:Fallback>
      </mc:AlternateContent>
      <mc:AlternateContent xmlns:mc="http://schemas.openxmlformats.org/markup-compatibility/2006">
        <mc:Choice xmlns:p14="http://schemas.microsoft.com/office/powerpoint/2010/main" Requires="p14">
          <p:contentPart p14:bwMode="auto" r:id="rId24">
            <p14:nvContentPartPr>
              <p14:cNvPr id="1049227" name=""/>
              <p14:cNvContentPartPr/>
              <p14:nvPr/>
            </p14:nvContentPartPr>
            <p14:xfrm>
              <a:off x="7631306" y="4391904"/>
              <a:ext cx="31670" cy="14816"/>
            </p14:xfrm>
          </p:contentPart>
        </mc:Choice>
        <mc:Fallback>
          <p:sp>
            <p:nvSpPr>
              <p:cNvPr id="1049227" name=""/>
              <p:cNvSpPr/>
              <p:nvPr/>
            </p:nvSpPr>
            <p:spPr>
              <a:xfrm>
                <a:off x="7631306" y="4391904"/>
                <a:ext cx="31670" cy="14816"/>
              </a:xfrm>
            </p:spPr>
          </p:sp>
        </mc:Fallback>
      </mc:AlternateContent>
      <mc:AlternateContent xmlns:mc="http://schemas.openxmlformats.org/markup-compatibility/2006">
        <mc:Choice xmlns:p14="http://schemas.microsoft.com/office/powerpoint/2010/main" Requires="p14">
          <p:contentPart p14:bwMode="auto" r:id="rId25">
            <p14:nvContentPartPr>
              <p14:cNvPr id="1049228" name=""/>
              <p14:cNvContentPartPr/>
              <p14:nvPr/>
            </p14:nvContentPartPr>
            <p14:xfrm>
              <a:off x="10408843" y="4426114"/>
              <a:ext cx="1286" cy="31239"/>
            </p14:xfrm>
          </p:contentPart>
        </mc:Choice>
        <mc:Fallback>
          <p:sp>
            <p:nvSpPr>
              <p:cNvPr id="1049228" name=""/>
              <p:cNvSpPr/>
              <p:nvPr/>
            </p:nvSpPr>
            <p:spPr>
              <a:xfrm>
                <a:off x="10408843" y="4426114"/>
                <a:ext cx="1286" cy="31239"/>
              </a:xfrm>
            </p:spPr>
          </p:sp>
        </mc:Fallback>
      </mc:AlternateContent>
      <mc:AlternateContent xmlns:mc="http://schemas.openxmlformats.org/markup-compatibility/2006">
        <mc:Choice xmlns:p14="http://schemas.microsoft.com/office/powerpoint/2010/main" Requires="p14">
          <p:contentPart p14:bwMode="auto" r:id="rId26">
            <p14:nvContentPartPr>
              <p14:cNvPr id="1049229" name=""/>
              <p14:cNvContentPartPr/>
              <p14:nvPr/>
            </p14:nvContentPartPr>
            <p14:xfrm>
              <a:off x="7767119" y="4442948"/>
              <a:ext cx="31762" cy="14406"/>
            </p14:xfrm>
          </p:contentPart>
        </mc:Choice>
        <mc:Fallback>
          <p:sp>
            <p:nvSpPr>
              <p:cNvPr id="1049229" name=""/>
              <p:cNvSpPr/>
              <p:nvPr/>
            </p:nvSpPr>
            <p:spPr>
              <a:xfrm>
                <a:off x="7767119" y="4442948"/>
                <a:ext cx="31762" cy="14406"/>
              </a:xfrm>
            </p:spPr>
          </p:sp>
        </mc:Fallback>
      </mc:AlternateContent>
      <mc:AlternateContent xmlns:mc="http://schemas.openxmlformats.org/markup-compatibility/2006">
        <mc:Choice xmlns:p14="http://schemas.microsoft.com/office/powerpoint/2010/main" Requires="p14">
          <p:contentPart p14:bwMode="auto" r:id="rId27">
            <p14:nvContentPartPr>
              <p14:cNvPr id="1049230" name=""/>
              <p14:cNvContentPartPr/>
              <p14:nvPr/>
            </p14:nvContentPartPr>
            <p14:xfrm>
              <a:off x="2342008" y="4450404"/>
              <a:ext cx="21179" cy="35989"/>
            </p14:xfrm>
          </p:contentPart>
        </mc:Choice>
        <mc:Fallback>
          <p:sp>
            <p:nvSpPr>
              <p:cNvPr id="1049230" name=""/>
              <p:cNvSpPr/>
              <p:nvPr/>
            </p:nvSpPr>
            <p:spPr>
              <a:xfrm>
                <a:off x="2342008" y="4450404"/>
                <a:ext cx="21179" cy="35989"/>
              </a:xfrm>
            </p:spPr>
          </p:sp>
        </mc:Fallback>
      </mc:AlternateContent>
      <mc:AlternateContent xmlns:mc="http://schemas.openxmlformats.org/markup-compatibility/2006">
        <mc:Choice xmlns:p14="http://schemas.microsoft.com/office/powerpoint/2010/main" Requires="p14">
          <p:contentPart p14:bwMode="auto" r:id="rId28">
            <p14:nvContentPartPr>
              <p14:cNvPr id="1049231" name=""/>
              <p14:cNvContentPartPr/>
              <p14:nvPr/>
            </p14:nvContentPartPr>
            <p14:xfrm>
              <a:off x="94985" y="1248374"/>
              <a:ext cx="44329" cy="1687180"/>
            </p14:xfrm>
          </p:contentPart>
        </mc:Choice>
        <mc:Fallback>
          <p:sp>
            <p:nvSpPr>
              <p:cNvPr id="1049231" name=""/>
              <p:cNvSpPr/>
              <p:nvPr/>
            </p:nvSpPr>
            <p:spPr>
              <a:xfrm>
                <a:off x="94985" y="1248374"/>
                <a:ext cx="44329" cy="1687180"/>
              </a:xfrm>
            </p:spPr>
          </p:sp>
        </mc:Fallback>
      </mc:AlternateContent>
      <mc:AlternateContent xmlns:mc="http://schemas.openxmlformats.org/markup-compatibility/2006">
        <mc:Choice xmlns:p14="http://schemas.microsoft.com/office/powerpoint/2010/main" Requires="p14">
          <p:contentPart p14:bwMode="auto" r:id="rId29">
            <p14:nvContentPartPr>
              <p14:cNvPr id="1049232" name=""/>
              <p14:cNvContentPartPr/>
              <p14:nvPr/>
            </p14:nvContentPartPr>
            <p14:xfrm>
              <a:off x="126745" y="1246359"/>
              <a:ext cx="41251" cy="96330"/>
            </p14:xfrm>
          </p:contentPart>
        </mc:Choice>
        <mc:Fallback>
          <p:sp>
            <p:nvSpPr>
              <p:cNvPr id="1049232" name=""/>
              <p:cNvSpPr/>
              <p:nvPr/>
            </p:nvSpPr>
            <p:spPr>
              <a:xfrm>
                <a:off x="126745" y="1246359"/>
                <a:ext cx="41251" cy="96330"/>
              </a:xfrm>
            </p:spPr>
          </p:sp>
        </mc:Fallback>
      </mc:AlternateContent>
      <mc:AlternateContent xmlns:mc="http://schemas.openxmlformats.org/markup-compatibility/2006">
        <mc:Choice xmlns:p14="http://schemas.microsoft.com/office/powerpoint/2010/main" Requires="p14">
          <p:contentPart p14:bwMode="auto" r:id="rId30">
            <p14:nvContentPartPr>
              <p14:cNvPr id="1049233" name=""/>
              <p14:cNvContentPartPr/>
              <p14:nvPr/>
            </p14:nvContentPartPr>
            <p14:xfrm>
              <a:off x="89013" y="1248163"/>
              <a:ext cx="301143" cy="1695703"/>
            </p14:xfrm>
          </p:contentPart>
        </mc:Choice>
        <mc:Fallback>
          <p:sp>
            <p:nvSpPr>
              <p:cNvPr id="1049233" name=""/>
              <p:cNvSpPr/>
              <p:nvPr/>
            </p:nvSpPr>
            <p:spPr>
              <a:xfrm>
                <a:off x="89013" y="1248163"/>
                <a:ext cx="301143" cy="1695703"/>
              </a:xfrm>
            </p:spPr>
          </p:sp>
        </mc:Fallback>
      </mc:AlternateContent>
      <mc:AlternateContent xmlns:mc="http://schemas.openxmlformats.org/markup-compatibility/2006">
        <mc:Choice xmlns:p14="http://schemas.microsoft.com/office/powerpoint/2010/main" Requires="p14">
          <p:contentPart p14:bwMode="auto" r:id="rId31">
            <p14:nvContentPartPr>
              <p14:cNvPr id="1049234" name=""/>
              <p14:cNvContentPartPr/>
              <p14:nvPr/>
            </p14:nvContentPartPr>
            <p14:xfrm>
              <a:off x="81953" y="2914007"/>
              <a:ext cx="248473" cy="27244"/>
            </p14:xfrm>
          </p:contentPart>
        </mc:Choice>
        <mc:Fallback>
          <p:sp>
            <p:nvSpPr>
              <p:cNvPr id="1049234" name=""/>
              <p:cNvSpPr/>
              <p:nvPr/>
            </p:nvSpPr>
            <p:spPr>
              <a:xfrm>
                <a:off x="81953" y="2914007"/>
                <a:ext cx="248473" cy="27244"/>
              </a:xfrm>
            </p:spPr>
          </p:sp>
        </mc:Fallback>
      </mc:AlternateContent>
      <mc:AlternateContent xmlns:mc="http://schemas.openxmlformats.org/markup-compatibility/2006">
        <mc:Choice xmlns:p14="http://schemas.microsoft.com/office/powerpoint/2010/main" Requires="p14">
          <p:contentPart p14:bwMode="auto" r:id="rId32">
            <p14:nvContentPartPr>
              <p14:cNvPr id="1049235" name=""/>
              <p14:cNvContentPartPr/>
              <p14:nvPr/>
            </p14:nvContentPartPr>
            <p14:xfrm>
              <a:off x="81953" y="1567063"/>
              <a:ext cx="214444" cy="19558"/>
            </p14:xfrm>
          </p:contentPart>
        </mc:Choice>
        <mc:Fallback>
          <p:sp>
            <p:nvSpPr>
              <p:cNvPr id="1049235" name=""/>
              <p:cNvSpPr/>
              <p:nvPr/>
            </p:nvSpPr>
            <p:spPr>
              <a:xfrm>
                <a:off x="81953" y="1567063"/>
                <a:ext cx="214444" cy="19558"/>
              </a:xfrm>
            </p:spPr>
          </p:sp>
        </mc:Fallback>
      </mc:AlternateContent>
      <mc:AlternateContent xmlns:mc="http://schemas.openxmlformats.org/markup-compatibility/2006">
        <mc:Choice xmlns:p14="http://schemas.microsoft.com/office/powerpoint/2010/main" Requires="p14">
          <p:contentPart p14:bwMode="auto" r:id="rId33">
            <p14:nvContentPartPr>
              <p14:cNvPr id="1049236" name=""/>
              <p14:cNvContentPartPr/>
              <p14:nvPr/>
            </p14:nvContentPartPr>
            <p14:xfrm>
              <a:off x="196236" y="1366337"/>
              <a:ext cx="83657" cy="130360"/>
            </p14:xfrm>
          </p:contentPart>
        </mc:Choice>
        <mc:Fallback>
          <p:sp>
            <p:nvSpPr>
              <p:cNvPr id="1049236" name=""/>
              <p:cNvSpPr/>
              <p:nvPr/>
            </p:nvSpPr>
            <p:spPr>
              <a:xfrm>
                <a:off x="196236" y="1366337"/>
                <a:ext cx="83657" cy="130360"/>
              </a:xfrm>
            </p:spPr>
          </p:sp>
        </mc:Fallback>
      </mc:AlternateContent>
      <mc:AlternateContent xmlns:mc="http://schemas.openxmlformats.org/markup-compatibility/2006">
        <mc:Choice xmlns:p14="http://schemas.microsoft.com/office/powerpoint/2010/main" Requires="p14">
          <p:contentPart p14:bwMode="auto" r:id="rId34">
            <p14:nvContentPartPr>
              <p14:cNvPr id="1049237" name=""/>
              <p14:cNvContentPartPr/>
              <p14:nvPr/>
            </p14:nvContentPartPr>
            <p14:xfrm>
              <a:off x="175056" y="1439731"/>
              <a:ext cx="112940" cy="26314"/>
            </p14:xfrm>
          </p:contentPart>
        </mc:Choice>
        <mc:Fallback>
          <p:sp>
            <p:nvSpPr>
              <p:cNvPr id="1049237" name=""/>
              <p:cNvSpPr/>
              <p:nvPr/>
            </p:nvSpPr>
            <p:spPr>
              <a:xfrm>
                <a:off x="175056" y="1439731"/>
                <a:ext cx="112940" cy="26314"/>
              </a:xfrm>
            </p:spPr>
          </p:sp>
        </mc:Fallback>
      </mc:AlternateContent>
      <mc:AlternateContent xmlns:mc="http://schemas.openxmlformats.org/markup-compatibility/2006">
        <mc:Choice xmlns:p14="http://schemas.microsoft.com/office/powerpoint/2010/main" Requires="p14">
          <p:contentPart p14:bwMode="auto" r:id="rId35">
            <p14:nvContentPartPr>
              <p14:cNvPr id="1049238" name=""/>
              <p14:cNvContentPartPr/>
              <p14:nvPr/>
            </p14:nvContentPartPr>
            <p14:xfrm>
              <a:off x="151166" y="1671829"/>
              <a:ext cx="120443" cy="270604"/>
            </p14:xfrm>
          </p:contentPart>
        </mc:Choice>
        <mc:Fallback>
          <p:sp>
            <p:nvSpPr>
              <p:cNvPr id="1049238" name=""/>
              <p:cNvSpPr/>
              <p:nvPr/>
            </p:nvSpPr>
            <p:spPr>
              <a:xfrm>
                <a:off x="151166" y="1671829"/>
                <a:ext cx="120443" cy="270604"/>
              </a:xfrm>
            </p:spPr>
          </p:sp>
        </mc:Fallback>
      </mc:AlternateContent>
      <mc:AlternateContent xmlns:mc="http://schemas.openxmlformats.org/markup-compatibility/2006">
        <mc:Choice xmlns:p14="http://schemas.microsoft.com/office/powerpoint/2010/main" Requires="p14">
          <p:contentPart p14:bwMode="auto" r:id="rId36">
            <p14:nvContentPartPr>
              <p14:cNvPr id="1049239" name=""/>
              <p14:cNvContentPartPr/>
              <p14:nvPr/>
            </p14:nvContentPartPr>
            <p14:xfrm>
              <a:off x="67834" y="2046078"/>
              <a:ext cx="262387" cy="8455"/>
            </p14:xfrm>
          </p:contentPart>
        </mc:Choice>
        <mc:Fallback>
          <p:sp>
            <p:nvSpPr>
              <p:cNvPr id="1049239" name=""/>
              <p:cNvSpPr/>
              <p:nvPr/>
            </p:nvSpPr>
            <p:spPr>
              <a:xfrm>
                <a:off x="67834" y="2046078"/>
                <a:ext cx="262387" cy="8455"/>
              </a:xfrm>
            </p:spPr>
          </p:sp>
        </mc:Fallback>
      </mc:AlternateContent>
      <mc:AlternateContent xmlns:mc="http://schemas.openxmlformats.org/markup-compatibility/2006">
        <mc:Choice xmlns:p14="http://schemas.microsoft.com/office/powerpoint/2010/main" Requires="p14">
          <p:contentPart p14:bwMode="auto" r:id="rId37">
            <p14:nvContentPartPr>
              <p14:cNvPr id="1049240" name=""/>
              <p14:cNvContentPartPr/>
              <p14:nvPr/>
            </p14:nvContentPartPr>
            <p14:xfrm>
              <a:off x="134599" y="2125017"/>
              <a:ext cx="11776" cy="203548"/>
            </p14:xfrm>
          </p:contentPart>
        </mc:Choice>
        <mc:Fallback>
          <p:sp>
            <p:nvSpPr>
              <p:cNvPr id="1049240" name=""/>
              <p:cNvSpPr/>
              <p:nvPr/>
            </p:nvSpPr>
            <p:spPr>
              <a:xfrm>
                <a:off x="134599" y="2125017"/>
                <a:ext cx="11776" cy="203548"/>
              </a:xfrm>
            </p:spPr>
          </p:sp>
        </mc:Fallback>
      </mc:AlternateContent>
      <mc:AlternateContent xmlns:mc="http://schemas.openxmlformats.org/markup-compatibility/2006">
        <mc:Choice xmlns:p14="http://schemas.microsoft.com/office/powerpoint/2010/main" Requires="p14">
          <p:contentPart p14:bwMode="auto" r:id="rId38">
            <p14:nvContentPartPr>
              <p14:cNvPr id="1049241" name=""/>
              <p14:cNvContentPartPr/>
              <p14:nvPr/>
            </p14:nvContentPartPr>
            <p14:xfrm>
              <a:off x="103574" y="2173000"/>
              <a:ext cx="168114" cy="216868"/>
            </p14:xfrm>
          </p:contentPart>
        </mc:Choice>
        <mc:Fallback>
          <p:sp>
            <p:nvSpPr>
              <p:cNvPr id="1049241" name=""/>
              <p:cNvSpPr/>
              <p:nvPr/>
            </p:nvSpPr>
            <p:spPr>
              <a:xfrm>
                <a:off x="103574" y="2173000"/>
                <a:ext cx="168114" cy="216868"/>
              </a:xfrm>
            </p:spPr>
          </p:sp>
        </mc:Fallback>
      </mc:AlternateContent>
      <mc:AlternateContent xmlns:mc="http://schemas.openxmlformats.org/markup-compatibility/2006">
        <mc:Choice xmlns:p14="http://schemas.microsoft.com/office/powerpoint/2010/main" Requires="p14">
          <p:contentPart p14:bwMode="auto" r:id="rId39">
            <p14:nvContentPartPr>
              <p14:cNvPr id="1049242" name=""/>
              <p14:cNvContentPartPr/>
              <p14:nvPr/>
            </p14:nvContentPartPr>
            <p14:xfrm>
              <a:off x="107771" y="2168891"/>
              <a:ext cx="96922" cy="193252"/>
            </p14:xfrm>
          </p:contentPart>
        </mc:Choice>
        <mc:Fallback>
          <p:sp>
            <p:nvSpPr>
              <p:cNvPr id="1049242" name=""/>
              <p:cNvSpPr/>
              <p:nvPr/>
            </p:nvSpPr>
            <p:spPr>
              <a:xfrm>
                <a:off x="107771" y="2168891"/>
                <a:ext cx="96922" cy="193252"/>
              </a:xfrm>
            </p:spPr>
          </p:sp>
        </mc:Fallback>
      </mc:AlternateContent>
      <mc:AlternateContent xmlns:mc="http://schemas.openxmlformats.org/markup-compatibility/2006">
        <mc:Choice xmlns:p14="http://schemas.microsoft.com/office/powerpoint/2010/main" Requires="p14">
          <p:contentPart p14:bwMode="auto" r:id="rId40">
            <p14:nvContentPartPr>
              <p14:cNvPr id="1049243" name=""/>
              <p14:cNvContentPartPr/>
              <p14:nvPr/>
            </p14:nvContentPartPr>
            <p14:xfrm>
              <a:off x="110634" y="2516371"/>
              <a:ext cx="209751" cy="7255"/>
            </p14:xfrm>
          </p:contentPart>
        </mc:Choice>
        <mc:Fallback>
          <p:sp>
            <p:nvSpPr>
              <p:cNvPr id="1049243" name=""/>
              <p:cNvSpPr/>
              <p:nvPr/>
            </p:nvSpPr>
            <p:spPr>
              <a:xfrm>
                <a:off x="110634" y="2516371"/>
                <a:ext cx="209751" cy="7255"/>
              </a:xfrm>
            </p:spPr>
          </p:sp>
        </mc:Fallback>
      </mc:AlternateContent>
      <mc:AlternateContent xmlns:mc="http://schemas.openxmlformats.org/markup-compatibility/2006">
        <mc:Choice xmlns:p14="http://schemas.microsoft.com/office/powerpoint/2010/main" Requires="p14">
          <p:contentPart p14:bwMode="auto" r:id="rId41">
            <p14:nvContentPartPr>
              <p14:cNvPr id="1049244" name=""/>
              <p14:cNvContentPartPr/>
              <p14:nvPr/>
            </p14:nvContentPartPr>
            <p14:xfrm>
              <a:off x="203737" y="2646485"/>
              <a:ext cx="7059" cy="159592"/>
            </p14:xfrm>
          </p:contentPart>
        </mc:Choice>
        <mc:Fallback>
          <p:sp>
            <p:nvSpPr>
              <p:cNvPr id="1049244" name=""/>
              <p:cNvSpPr/>
              <p:nvPr/>
            </p:nvSpPr>
            <p:spPr>
              <a:xfrm>
                <a:off x="203737" y="2646485"/>
                <a:ext cx="7059" cy="159592"/>
              </a:xfrm>
            </p:spPr>
          </p:sp>
        </mc:Fallback>
      </mc:AlternateContent>
      <mc:AlternateContent xmlns:mc="http://schemas.openxmlformats.org/markup-compatibility/2006">
        <mc:Choice xmlns:p14="http://schemas.microsoft.com/office/powerpoint/2010/main" Requires="p14">
          <p:contentPart p14:bwMode="auto" r:id="rId42">
            <p14:nvContentPartPr>
              <p14:cNvPr id="1049245" name=""/>
              <p14:cNvContentPartPr/>
              <p14:nvPr/>
            </p14:nvContentPartPr>
            <p14:xfrm>
              <a:off x="124754" y="2646485"/>
              <a:ext cx="143404" cy="18366"/>
            </p14:xfrm>
          </p:contentPart>
        </mc:Choice>
        <mc:Fallback>
          <p:sp>
            <p:nvSpPr>
              <p:cNvPr id="1049245" name=""/>
              <p:cNvSpPr/>
              <p:nvPr/>
            </p:nvSpPr>
            <p:spPr>
              <a:xfrm>
                <a:off x="124754" y="2646485"/>
                <a:ext cx="143404" cy="18366"/>
              </a:xfrm>
            </p:spPr>
          </p:sp>
        </mc:Fallback>
      </mc:AlternateContent>
      <mc:AlternateContent xmlns:mc="http://schemas.openxmlformats.org/markup-compatibility/2006">
        <mc:Choice xmlns:p14="http://schemas.microsoft.com/office/powerpoint/2010/main" Requires="p14">
          <p:contentPart p14:bwMode="auto" r:id="rId43">
            <p14:nvContentPartPr>
              <p14:cNvPr id="1049246" name=""/>
              <p14:cNvContentPartPr/>
              <p14:nvPr/>
            </p14:nvContentPartPr>
            <p14:xfrm>
              <a:off x="153435" y="2820225"/>
              <a:ext cx="128843" cy="7694"/>
            </p14:xfrm>
          </p:contentPart>
        </mc:Choice>
        <mc:Fallback>
          <p:sp>
            <p:nvSpPr>
              <p:cNvPr id="1049246" name=""/>
              <p:cNvSpPr/>
              <p:nvPr/>
            </p:nvSpPr>
            <p:spPr>
              <a:xfrm>
                <a:off x="153435" y="2820225"/>
                <a:ext cx="128843" cy="7694"/>
              </a:xfrm>
            </p:spPr>
          </p:sp>
        </mc:Fallback>
      </mc:AlternateContent>
      <mc:AlternateContent xmlns:mc="http://schemas.openxmlformats.org/markup-compatibility/2006">
        <mc:Choice xmlns:p14="http://schemas.microsoft.com/office/powerpoint/2010/main" Requires="p14">
          <p:contentPart p14:bwMode="auto" r:id="rId44">
            <p14:nvContentPartPr>
              <p14:cNvPr id="1049247" name=""/>
              <p14:cNvContentPartPr/>
              <p14:nvPr/>
            </p14:nvContentPartPr>
            <p14:xfrm>
              <a:off x="2821200" y="4553301"/>
              <a:ext cx="267269" cy="5814"/>
            </p14:xfrm>
          </p:contentPart>
        </mc:Choice>
        <mc:Fallback>
          <p:sp>
            <p:nvSpPr>
              <p:cNvPr id="1049247" name=""/>
              <p:cNvSpPr/>
              <p:nvPr/>
            </p:nvSpPr>
            <p:spPr>
              <a:xfrm>
                <a:off x="2821200" y="4553301"/>
                <a:ext cx="267269" cy="5814"/>
              </a:xfrm>
            </p:spPr>
          </p:sp>
        </mc:Fallback>
      </mc:AlternateContent>
      <mc:AlternateContent xmlns:mc="http://schemas.openxmlformats.org/markup-compatibility/2006">
        <mc:Choice xmlns:p14="http://schemas.microsoft.com/office/powerpoint/2010/main" Requires="p14">
          <p:contentPart p14:bwMode="auto" r:id="rId45">
            <p14:nvContentPartPr>
              <p14:cNvPr id="1049248" name=""/>
              <p14:cNvContentPartPr/>
              <p14:nvPr/>
            </p14:nvContentPartPr>
            <p14:xfrm>
              <a:off x="5531766" y="4514205"/>
              <a:ext cx="330409" cy="4425"/>
            </p14:xfrm>
          </p:contentPart>
        </mc:Choice>
        <mc:Fallback>
          <p:sp>
            <p:nvSpPr>
              <p:cNvPr id="1049248" name=""/>
              <p:cNvSpPr/>
              <p:nvPr/>
            </p:nvSpPr>
            <p:spPr>
              <a:xfrm>
                <a:off x="5531766" y="4514205"/>
                <a:ext cx="330409" cy="4425"/>
              </a:xfrm>
            </p:spPr>
          </p:sp>
        </mc:Fallback>
      </mc:AlternateContent>
      <mc:AlternateContent xmlns:mc="http://schemas.openxmlformats.org/markup-compatibility/2006">
        <mc:Choice xmlns:p14="http://schemas.microsoft.com/office/powerpoint/2010/main" Requires="p14">
          <p:contentPart p14:bwMode="auto" r:id="rId46">
            <p14:nvContentPartPr>
              <p14:cNvPr id="1049249" name=""/>
              <p14:cNvContentPartPr/>
              <p14:nvPr/>
            </p14:nvContentPartPr>
            <p14:xfrm>
              <a:off x="8256452" y="4551918"/>
              <a:ext cx="432419" cy="42291"/>
            </p14:xfrm>
          </p:contentPart>
        </mc:Choice>
        <mc:Fallback>
          <p:sp>
            <p:nvSpPr>
              <p:cNvPr id="1049249" name=""/>
              <p:cNvSpPr/>
              <p:nvPr/>
            </p:nvSpPr>
            <p:spPr>
              <a:xfrm>
                <a:off x="8256452" y="4551918"/>
                <a:ext cx="432419" cy="42291"/>
              </a:xfrm>
            </p:spPr>
          </p:sp>
        </mc:Fallback>
      </mc:AlternateContent>
      <mc:AlternateContent xmlns:mc="http://schemas.openxmlformats.org/markup-compatibility/2006">
        <mc:Choice xmlns:p14="http://schemas.microsoft.com/office/powerpoint/2010/main" Requires="p14">
          <p:contentPart p14:bwMode="auto" r:id="rId47">
            <p14:nvContentPartPr>
              <p14:cNvPr id="1049250" name=""/>
              <p14:cNvContentPartPr/>
              <p14:nvPr/>
            </p14:nvContentPartPr>
            <p14:xfrm>
              <a:off x="11174402" y="4517557"/>
              <a:ext cx="300178" cy="19469"/>
            </p14:xfrm>
          </p:contentPart>
        </mc:Choice>
        <mc:Fallback>
          <p:sp>
            <p:nvSpPr>
              <p:cNvPr id="1049250" name=""/>
              <p:cNvSpPr/>
              <p:nvPr/>
            </p:nvSpPr>
            <p:spPr>
              <a:xfrm>
                <a:off x="11174402" y="4517557"/>
                <a:ext cx="300178" cy="19469"/>
              </a:xfrm>
            </p:spPr>
          </p:sp>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06" name=""/>
        <p:cNvGrpSpPr/>
        <p:nvPr/>
      </p:nvGrpSpPr>
      <p:grpSpPr>
        <a:xfrm>
          <a:off x="0" y="0"/>
          <a:ext cx="0" cy="0"/>
          <a:chOff x="0" y="0"/>
          <a:chExt cx="0" cy="0"/>
        </a:xfrm>
      </p:grpSpPr>
      <p:sp>
        <p:nvSpPr>
          <p:cNvPr id="1048907" name="Date Placeholder 1049090"/>
          <p:cNvSpPr>
            <a:spLocks noGrp="1"/>
          </p:cNvSpPr>
          <p:nvPr>
            <p:ph type="dt" sz="half" idx="10"/>
          </p:nvPr>
        </p:nvSpPr>
        <p:spPr/>
        <p:txBody>
          <a:bodyPr/>
          <a:p>
            <a:fld id="{AF63D5A4-9645-46DC-A3D4-D6D5FC8DBE9A}" type="datetime1">
              <a:rPr lang="fr-MA" smtClean="0"/>
              <a:t>2/26/2026</a:t>
            </a:fld>
            <a:endParaRPr lang="fr-MA"/>
          </a:p>
        </p:txBody>
      </p:sp>
      <p:sp>
        <p:nvSpPr>
          <p:cNvPr id="1048909" name="Footer Placeholder 1049091"/>
          <p:cNvSpPr>
            <a:spLocks noGrp="1"/>
          </p:cNvSpPr>
          <p:nvPr>
            <p:ph type="ftr" sz="quarter" idx="11"/>
          </p:nvPr>
        </p:nvSpPr>
        <p:spPr/>
        <p:txBody>
          <a:bodyPr/>
          <a:p>
            <a:r>
              <a:rPr lang="fr-MA"/>
              <a:t>Azagrouze</a:t>
            </a:r>
          </a:p>
        </p:txBody>
      </p:sp>
      <p:sp>
        <p:nvSpPr>
          <p:cNvPr id="1048911" name="Slide Number Placeholder 1049092"/>
          <p:cNvSpPr>
            <a:spLocks noGrp="1"/>
          </p:cNvSpPr>
          <p:nvPr>
            <p:ph type="sldNum" sz="quarter" idx="12"/>
          </p:nvPr>
        </p:nvSpPr>
        <p:spPr/>
        <p:txBody>
          <a:bodyPr/>
          <a:p>
            <a:fld id="{FF4E3B11-ADB7-4E0C-98DE-03B52B014AC4}" type="slidenum">
              <a:rPr lang="fr-MA" smtClean="0"/>
              <a:t>7</a:t>
            </a:fld>
            <a:endParaRPr lang="fr-MA"/>
          </a:p>
        </p:txBody>
      </p:sp>
      <mc:AlternateContent xmlns:mc="http://schemas.openxmlformats.org/markup-compatibility/2006">
        <mc:Choice xmlns:p14="http://schemas.microsoft.com/office/powerpoint/2010/main" Requires="p14">
          <p:contentPart p14:bwMode="auto" r:id="rId1">
            <p14:nvContentPartPr>
              <p14:cNvPr id="1049042" name=""/>
              <p14:cNvContentPartPr/>
              <p14:nvPr/>
            </p14:nvContentPartPr>
            <p14:xfrm>
              <a:off x="1238130" y="357336"/>
              <a:ext cx="176856" cy="4356959"/>
            </p14:xfrm>
          </p:contentPart>
        </mc:Choice>
        <mc:Fallback>
          <p:sp>
            <p:nvSpPr>
              <p:cNvPr id="1049042" name=""/>
              <p:cNvSpPr/>
              <p:nvPr/>
            </p:nvSpPr>
            <p:spPr>
              <a:xfrm>
                <a:off x="1238130" y="357336"/>
                <a:ext cx="176856" cy="4356959"/>
              </a:xfrm>
            </p:spPr>
          </p:sp>
        </mc:Fallback>
      </mc:AlternateContent>
      <mc:AlternateContent xmlns:mc="http://schemas.openxmlformats.org/markup-compatibility/2006">
        <mc:Choice xmlns:p14="http://schemas.microsoft.com/office/powerpoint/2010/main" Requires="p14">
          <p:contentPart p14:bwMode="auto" r:id="rId2">
            <p14:nvContentPartPr>
              <p14:cNvPr id="1049043" name=""/>
              <p14:cNvContentPartPr/>
              <p14:nvPr/>
            </p14:nvContentPartPr>
            <p14:xfrm>
              <a:off x="1266886" y="299753"/>
              <a:ext cx="80998" cy="216776"/>
            </p14:xfrm>
          </p:contentPart>
        </mc:Choice>
        <mc:Fallback>
          <p:sp>
            <p:nvSpPr>
              <p:cNvPr id="1049043" name=""/>
              <p:cNvSpPr/>
              <p:nvPr/>
            </p:nvSpPr>
            <p:spPr>
              <a:xfrm>
                <a:off x="1266886" y="299753"/>
                <a:ext cx="80998" cy="216776"/>
              </a:xfrm>
            </p:spPr>
          </p:sp>
        </mc:Fallback>
      </mc:AlternateContent>
      <mc:AlternateContent xmlns:mc="http://schemas.openxmlformats.org/markup-compatibility/2006">
        <mc:Choice xmlns:p14="http://schemas.microsoft.com/office/powerpoint/2010/main" Requires="p14">
          <p:contentPart p14:bwMode="auto" r:id="rId3">
            <p14:nvContentPartPr>
              <p14:cNvPr id="1049044" name=""/>
              <p14:cNvContentPartPr/>
              <p14:nvPr/>
            </p14:nvContentPartPr>
            <p14:xfrm>
              <a:off x="1261842" y="306951"/>
              <a:ext cx="135837" cy="261058"/>
            </p14:xfrm>
          </p:contentPart>
        </mc:Choice>
        <mc:Fallback>
          <p:sp>
            <p:nvSpPr>
              <p:cNvPr id="1049044" name=""/>
              <p:cNvSpPr/>
              <p:nvPr/>
            </p:nvSpPr>
            <p:spPr>
              <a:xfrm>
                <a:off x="1261842" y="306951"/>
                <a:ext cx="135837" cy="261058"/>
              </a:xfrm>
            </p:spPr>
          </p:sp>
        </mc:Fallback>
      </mc:AlternateContent>
      <mc:AlternateContent xmlns:mc="http://schemas.openxmlformats.org/markup-compatibility/2006">
        <mc:Choice xmlns:p14="http://schemas.microsoft.com/office/powerpoint/2010/main" Requires="p14">
          <p:contentPart p14:bwMode="auto" r:id="rId4">
            <p14:nvContentPartPr>
              <p14:cNvPr id="1049045" name=""/>
              <p14:cNvContentPartPr/>
              <p14:nvPr/>
            </p14:nvContentPartPr>
            <p14:xfrm>
              <a:off x="1489178" y="176966"/>
              <a:ext cx="144632" cy="272448"/>
            </p14:xfrm>
          </p:contentPart>
        </mc:Choice>
        <mc:Fallback>
          <p:sp>
            <p:nvSpPr>
              <p:cNvPr id="1049045" name=""/>
              <p:cNvSpPr/>
              <p:nvPr/>
            </p:nvSpPr>
            <p:spPr>
              <a:xfrm>
                <a:off x="1489178" y="176966"/>
                <a:ext cx="144632" cy="272448"/>
              </a:xfrm>
            </p:spPr>
          </p:sp>
        </mc:Fallback>
      </mc:AlternateContent>
      <mc:AlternateContent xmlns:mc="http://schemas.openxmlformats.org/markup-compatibility/2006">
        <mc:Choice xmlns:p14="http://schemas.microsoft.com/office/powerpoint/2010/main" Requires="p14">
          <p:contentPart p14:bwMode="auto" r:id="rId5">
            <p14:nvContentPartPr>
              <p14:cNvPr id="1049046" name=""/>
              <p14:cNvContentPartPr/>
              <p14:nvPr/>
            </p14:nvContentPartPr>
            <p14:xfrm>
              <a:off x="1479816" y="303194"/>
              <a:ext cx="111866" cy="49177"/>
            </p14:xfrm>
          </p:contentPart>
        </mc:Choice>
        <mc:Fallback>
          <p:sp>
            <p:nvSpPr>
              <p:cNvPr id="1049046" name=""/>
              <p:cNvSpPr/>
              <p:nvPr/>
            </p:nvSpPr>
            <p:spPr>
              <a:xfrm>
                <a:off x="1479816" y="303194"/>
                <a:ext cx="111866" cy="49177"/>
              </a:xfrm>
            </p:spPr>
          </p:sp>
        </mc:Fallback>
      </mc:AlternateContent>
      <mc:AlternateContent xmlns:mc="http://schemas.openxmlformats.org/markup-compatibility/2006">
        <mc:Choice xmlns:p14="http://schemas.microsoft.com/office/powerpoint/2010/main" Requires="p14">
          <p:contentPart p14:bwMode="auto" r:id="rId6">
            <p14:nvContentPartPr>
              <p14:cNvPr id="1049047" name=""/>
              <p14:cNvContentPartPr/>
              <p14:nvPr/>
            </p14:nvContentPartPr>
            <p14:xfrm>
              <a:off x="1640871" y="307104"/>
              <a:ext cx="411613" cy="115440"/>
            </p14:xfrm>
          </p:contentPart>
        </mc:Choice>
        <mc:Fallback>
          <p:sp>
            <p:nvSpPr>
              <p:cNvPr id="1049047" name=""/>
              <p:cNvSpPr/>
              <p:nvPr/>
            </p:nvSpPr>
            <p:spPr>
              <a:xfrm>
                <a:off x="1640871" y="307104"/>
                <a:ext cx="411613" cy="115440"/>
              </a:xfrm>
            </p:spPr>
          </p:sp>
        </mc:Fallback>
      </mc:AlternateContent>
      <mc:AlternateContent xmlns:mc="http://schemas.openxmlformats.org/markup-compatibility/2006">
        <mc:Choice xmlns:p14="http://schemas.microsoft.com/office/powerpoint/2010/main" Requires="p14">
          <p:contentPart p14:bwMode="auto" r:id="rId7">
            <p14:nvContentPartPr>
              <p14:cNvPr id="1049048" name=""/>
              <p14:cNvContentPartPr/>
              <p14:nvPr/>
            </p14:nvContentPartPr>
            <p14:xfrm>
              <a:off x="2009999" y="270466"/>
              <a:ext cx="111926" cy="298269"/>
            </p14:xfrm>
          </p:contentPart>
        </mc:Choice>
        <mc:Fallback>
          <p:sp>
            <p:nvSpPr>
              <p:cNvPr id="1049048" name=""/>
              <p:cNvSpPr/>
              <p:nvPr/>
            </p:nvSpPr>
            <p:spPr>
              <a:xfrm>
                <a:off x="2009999" y="270466"/>
                <a:ext cx="111926" cy="298269"/>
              </a:xfrm>
            </p:spPr>
          </p:sp>
        </mc:Fallback>
      </mc:AlternateContent>
      <mc:AlternateContent xmlns:mc="http://schemas.openxmlformats.org/markup-compatibility/2006">
        <mc:Choice xmlns:p14="http://schemas.microsoft.com/office/powerpoint/2010/main" Requires="p14">
          <p:contentPart p14:bwMode="auto" r:id="rId8">
            <p14:nvContentPartPr>
              <p14:cNvPr id="1049049" name=""/>
              <p14:cNvContentPartPr/>
              <p14:nvPr/>
            </p14:nvContentPartPr>
            <p14:xfrm>
              <a:off x="2134623" y="284438"/>
              <a:ext cx="209903" cy="105702"/>
            </p14:xfrm>
          </p:contentPart>
        </mc:Choice>
        <mc:Fallback>
          <p:sp>
            <p:nvSpPr>
              <p:cNvPr id="1049049" name=""/>
              <p:cNvSpPr/>
              <p:nvPr/>
            </p:nvSpPr>
            <p:spPr>
              <a:xfrm>
                <a:off x="2134623" y="284438"/>
                <a:ext cx="209903" cy="105702"/>
              </a:xfrm>
            </p:spPr>
          </p:sp>
        </mc:Fallback>
      </mc:AlternateContent>
      <mc:AlternateContent xmlns:mc="http://schemas.openxmlformats.org/markup-compatibility/2006">
        <mc:Choice xmlns:p14="http://schemas.microsoft.com/office/powerpoint/2010/main" Requires="p14">
          <p:contentPart p14:bwMode="auto" r:id="rId9">
            <p14:nvContentPartPr>
              <p14:cNvPr id="1049050" name=""/>
              <p14:cNvContentPartPr/>
              <p14:nvPr/>
            </p14:nvContentPartPr>
            <p14:xfrm>
              <a:off x="2161841" y="147358"/>
              <a:ext cx="8523" cy="63365"/>
            </p14:xfrm>
          </p:contentPart>
        </mc:Choice>
        <mc:Fallback>
          <p:sp>
            <p:nvSpPr>
              <p:cNvPr id="1049050" name=""/>
              <p:cNvSpPr/>
              <p:nvPr/>
            </p:nvSpPr>
            <p:spPr>
              <a:xfrm>
                <a:off x="2161841" y="147358"/>
                <a:ext cx="8523" cy="63365"/>
              </a:xfrm>
            </p:spPr>
          </p:sp>
        </mc:Fallback>
      </mc:AlternateContent>
      <mc:AlternateContent xmlns:mc="http://schemas.openxmlformats.org/markup-compatibility/2006">
        <mc:Choice xmlns:p14="http://schemas.microsoft.com/office/powerpoint/2010/main" Requires="p14">
          <p:contentPart p14:bwMode="auto" r:id="rId10">
            <p14:nvContentPartPr>
              <p14:cNvPr id="1049051" name=""/>
              <p14:cNvContentPartPr/>
              <p14:nvPr/>
            </p14:nvContentPartPr>
            <p14:xfrm>
              <a:off x="1362004" y="2909439"/>
              <a:ext cx="4389302" cy="122000"/>
            </p14:xfrm>
          </p:contentPart>
        </mc:Choice>
        <mc:Fallback>
          <p:sp>
            <p:nvSpPr>
              <p:cNvPr id="1049051" name=""/>
              <p:cNvSpPr/>
              <p:nvPr/>
            </p:nvSpPr>
            <p:spPr>
              <a:xfrm>
                <a:off x="1362004" y="2909439"/>
                <a:ext cx="4389302" cy="122000"/>
              </a:xfrm>
            </p:spPr>
          </p:sp>
        </mc:Fallback>
      </mc:AlternateContent>
      <mc:AlternateContent xmlns:mc="http://schemas.openxmlformats.org/markup-compatibility/2006">
        <mc:Choice xmlns:p14="http://schemas.microsoft.com/office/powerpoint/2010/main" Requires="p14">
          <p:contentPart p14:bwMode="auto" r:id="rId11">
            <p14:nvContentPartPr>
              <p14:cNvPr id="1049052" name=""/>
              <p14:cNvContentPartPr/>
              <p14:nvPr/>
            </p14:nvContentPartPr>
            <p14:xfrm>
              <a:off x="5545886" y="2957976"/>
              <a:ext cx="183063" cy="160238"/>
            </p14:xfrm>
          </p:contentPart>
        </mc:Choice>
        <mc:Fallback>
          <p:sp>
            <p:nvSpPr>
              <p:cNvPr id="1049052" name=""/>
              <p:cNvSpPr/>
              <p:nvPr/>
            </p:nvSpPr>
            <p:spPr>
              <a:xfrm>
                <a:off x="5545886" y="2957976"/>
                <a:ext cx="183063" cy="160238"/>
              </a:xfrm>
            </p:spPr>
          </p:sp>
        </mc:Fallback>
      </mc:AlternateContent>
      <mc:AlternateContent xmlns:mc="http://schemas.openxmlformats.org/markup-compatibility/2006">
        <mc:Choice xmlns:p14="http://schemas.microsoft.com/office/powerpoint/2010/main" Requires="p14">
          <p:contentPart p14:bwMode="auto" r:id="rId12">
            <p14:nvContentPartPr>
              <p14:cNvPr id="1049053" name=""/>
              <p14:cNvContentPartPr/>
              <p14:nvPr/>
            </p14:nvContentPartPr>
            <p14:xfrm>
              <a:off x="5785924" y="3050585"/>
              <a:ext cx="167829" cy="324413"/>
            </p14:xfrm>
          </p:contentPart>
        </mc:Choice>
        <mc:Fallback>
          <p:sp>
            <p:nvSpPr>
              <p:cNvPr id="1049053" name=""/>
              <p:cNvSpPr/>
              <p:nvPr/>
            </p:nvSpPr>
            <p:spPr>
              <a:xfrm>
                <a:off x="5785924" y="3050585"/>
                <a:ext cx="167829" cy="324413"/>
              </a:xfrm>
            </p:spPr>
          </p:sp>
        </mc:Fallback>
      </mc:AlternateContent>
      <mc:AlternateContent xmlns:mc="http://schemas.openxmlformats.org/markup-compatibility/2006">
        <mc:Choice xmlns:p14="http://schemas.microsoft.com/office/powerpoint/2010/main" Requires="p14">
          <p:contentPart p14:bwMode="auto" r:id="rId13">
            <p14:nvContentPartPr>
              <p14:cNvPr id="1049054" name=""/>
              <p14:cNvContentPartPr/>
              <p14:nvPr/>
            </p14:nvContentPartPr>
            <p14:xfrm>
              <a:off x="6100847" y="3015807"/>
              <a:ext cx="106464" cy="518242"/>
            </p14:xfrm>
          </p:contentPart>
        </mc:Choice>
        <mc:Fallback>
          <p:sp>
            <p:nvSpPr>
              <p:cNvPr id="1049054" name=""/>
              <p:cNvSpPr/>
              <p:nvPr/>
            </p:nvSpPr>
            <p:spPr>
              <a:xfrm>
                <a:off x="6100847" y="3015807"/>
                <a:ext cx="106464" cy="518242"/>
              </a:xfrm>
            </p:spPr>
          </p:sp>
        </mc:Fallback>
      </mc:AlternateContent>
      <mc:AlternateContent xmlns:mc="http://schemas.openxmlformats.org/markup-compatibility/2006">
        <mc:Choice xmlns:p14="http://schemas.microsoft.com/office/powerpoint/2010/main" Requires="p14">
          <p:contentPart p14:bwMode="auto" r:id="rId14">
            <p14:nvContentPartPr>
              <p14:cNvPr id="1049055" name=""/>
              <p14:cNvContentPartPr/>
              <p14:nvPr/>
            </p14:nvContentPartPr>
            <p14:xfrm>
              <a:off x="6243059" y="3122285"/>
              <a:ext cx="357783" cy="297083"/>
            </p14:xfrm>
          </p:contentPart>
        </mc:Choice>
        <mc:Fallback>
          <p:sp>
            <p:nvSpPr>
              <p:cNvPr id="1049055" name=""/>
              <p:cNvSpPr/>
              <p:nvPr/>
            </p:nvSpPr>
            <p:spPr>
              <a:xfrm>
                <a:off x="6243059" y="3122285"/>
                <a:ext cx="357783" cy="297083"/>
              </a:xfrm>
            </p:spPr>
          </p:sp>
        </mc:Fallback>
      </mc:AlternateContent>
      <mc:AlternateContent xmlns:mc="http://schemas.openxmlformats.org/markup-compatibility/2006">
        <mc:Choice xmlns:p14="http://schemas.microsoft.com/office/powerpoint/2010/main" Requires="p14">
          <p:contentPart p14:bwMode="auto" r:id="rId15">
            <p14:nvContentPartPr>
              <p14:cNvPr id="1049056" name=""/>
              <p14:cNvContentPartPr/>
              <p14:nvPr/>
            </p14:nvContentPartPr>
            <p14:xfrm>
              <a:off x="6439847" y="3186321"/>
              <a:ext cx="5736" cy="32762"/>
            </p14:xfrm>
          </p:contentPart>
        </mc:Choice>
        <mc:Fallback>
          <p:sp>
            <p:nvSpPr>
              <p:cNvPr id="1049056" name=""/>
              <p:cNvSpPr/>
              <p:nvPr/>
            </p:nvSpPr>
            <p:spPr>
              <a:xfrm>
                <a:off x="6439847" y="3186321"/>
                <a:ext cx="5736" cy="32762"/>
              </a:xfrm>
            </p:spPr>
          </p:sp>
        </mc:Fallback>
      </mc:AlternateContent>
      <mc:AlternateContent xmlns:mc="http://schemas.openxmlformats.org/markup-compatibility/2006">
        <mc:Choice xmlns:p14="http://schemas.microsoft.com/office/powerpoint/2010/main" Requires="p14">
          <p:contentPart p14:bwMode="auto" r:id="rId16">
            <p14:nvContentPartPr>
              <p14:cNvPr id="1049057" name=""/>
              <p14:cNvContentPartPr/>
              <p14:nvPr/>
            </p14:nvContentPartPr>
            <p14:xfrm>
              <a:off x="6600901" y="3075623"/>
              <a:ext cx="85601" cy="286794"/>
            </p14:xfrm>
          </p:contentPart>
        </mc:Choice>
        <mc:Fallback>
          <p:sp>
            <p:nvSpPr>
              <p:cNvPr id="1049057" name=""/>
              <p:cNvSpPr/>
              <p:nvPr/>
            </p:nvSpPr>
            <p:spPr>
              <a:xfrm>
                <a:off x="6600901" y="3075623"/>
                <a:ext cx="85601" cy="286794"/>
              </a:xfrm>
            </p:spPr>
          </p:sp>
        </mc:Fallback>
      </mc:AlternateContent>
      <mc:AlternateContent xmlns:mc="http://schemas.openxmlformats.org/markup-compatibility/2006">
        <mc:Choice xmlns:p14="http://schemas.microsoft.com/office/powerpoint/2010/main" Requires="p14">
          <p:contentPart p14:bwMode="auto" r:id="rId17">
            <p14:nvContentPartPr>
              <p14:cNvPr id="1049058" name=""/>
              <p14:cNvContentPartPr/>
              <p14:nvPr/>
            </p14:nvContentPartPr>
            <p14:xfrm>
              <a:off x="6649352" y="3291309"/>
              <a:ext cx="233132" cy="105354"/>
            </p14:xfrm>
          </p:contentPart>
        </mc:Choice>
        <mc:Fallback>
          <p:sp>
            <p:nvSpPr>
              <p:cNvPr id="1049058" name=""/>
              <p:cNvSpPr/>
              <p:nvPr/>
            </p:nvSpPr>
            <p:spPr>
              <a:xfrm>
                <a:off x="6649352" y="3291309"/>
                <a:ext cx="233132" cy="105354"/>
              </a:xfrm>
            </p:spPr>
          </p:sp>
        </mc:Fallback>
      </mc:AlternateContent>
      <mc:AlternateContent xmlns:mc="http://schemas.openxmlformats.org/markup-compatibility/2006">
        <mc:Choice xmlns:p14="http://schemas.microsoft.com/office/powerpoint/2010/main" Requires="p14">
          <p:contentPart p14:bwMode="auto" r:id="rId18">
            <p14:nvContentPartPr>
              <p14:cNvPr id="1049059" name=""/>
              <p14:cNvContentPartPr/>
              <p14:nvPr/>
            </p14:nvContentPartPr>
            <p14:xfrm>
              <a:off x="6891805" y="3235216"/>
              <a:ext cx="113205" cy="200794"/>
            </p14:xfrm>
          </p:contentPart>
        </mc:Choice>
        <mc:Fallback>
          <p:sp>
            <p:nvSpPr>
              <p:cNvPr id="1049059" name=""/>
              <p:cNvSpPr/>
              <p:nvPr/>
            </p:nvSpPr>
            <p:spPr>
              <a:xfrm>
                <a:off x="6891805" y="3235216"/>
                <a:ext cx="113205" cy="200794"/>
              </a:xfrm>
            </p:spPr>
          </p:sp>
        </mc:Fallback>
      </mc:AlternateContent>
      <mc:AlternateContent xmlns:mc="http://schemas.openxmlformats.org/markup-compatibility/2006">
        <mc:Choice xmlns:p14="http://schemas.microsoft.com/office/powerpoint/2010/main" Requires="p14">
          <p:contentPart p14:bwMode="auto" r:id="rId19">
            <p14:nvContentPartPr>
              <p14:cNvPr id="1049060" name=""/>
              <p14:cNvContentPartPr/>
              <p14:nvPr/>
            </p14:nvContentPartPr>
            <p14:xfrm>
              <a:off x="1028148" y="2649142"/>
              <a:ext cx="638152" cy="574405"/>
            </p14:xfrm>
          </p:contentPart>
        </mc:Choice>
        <mc:Fallback>
          <p:sp>
            <p:nvSpPr>
              <p:cNvPr id="1049060" name=""/>
              <p:cNvSpPr/>
              <p:nvPr/>
            </p:nvSpPr>
            <p:spPr>
              <a:xfrm>
                <a:off x="1028148" y="2649142"/>
                <a:ext cx="638152" cy="574405"/>
              </a:xfrm>
            </p:spPr>
          </p:sp>
        </mc:Fallback>
      </mc:AlternateContent>
      <mc:AlternateContent xmlns:mc="http://schemas.openxmlformats.org/markup-compatibility/2006">
        <mc:Choice xmlns:p14="http://schemas.microsoft.com/office/powerpoint/2010/main" Requires="p14">
          <p:contentPart p14:bwMode="auto" r:id="rId20">
            <p14:nvContentPartPr>
              <p14:cNvPr id="1049061" name=""/>
              <p14:cNvContentPartPr/>
              <p14:nvPr/>
            </p14:nvContentPartPr>
            <p14:xfrm>
              <a:off x="1339473" y="2864157"/>
              <a:ext cx="37091" cy="72464"/>
            </p14:xfrm>
          </p:contentPart>
        </mc:Choice>
        <mc:Fallback>
          <p:sp>
            <p:nvSpPr>
              <p:cNvPr id="1049061" name=""/>
              <p:cNvSpPr/>
              <p:nvPr/>
            </p:nvSpPr>
            <p:spPr>
              <a:xfrm>
                <a:off x="1339473" y="2864157"/>
                <a:ext cx="37091" cy="72464"/>
              </a:xfrm>
            </p:spPr>
          </p:sp>
        </mc:Fallback>
      </mc:AlternateContent>
      <mc:AlternateContent xmlns:mc="http://schemas.openxmlformats.org/markup-compatibility/2006">
        <mc:Choice xmlns:p14="http://schemas.microsoft.com/office/powerpoint/2010/main" Requires="p14">
          <p:contentPart p14:bwMode="auto" r:id="rId21">
            <p14:nvContentPartPr>
              <p14:cNvPr id="1049062" name=""/>
              <p14:cNvContentPartPr/>
              <p14:nvPr/>
            </p14:nvContentPartPr>
            <p14:xfrm>
              <a:off x="1319203" y="2856463"/>
              <a:ext cx="25155" cy="155420"/>
            </p14:xfrm>
          </p:contentPart>
        </mc:Choice>
        <mc:Fallback>
          <p:sp>
            <p:nvSpPr>
              <p:cNvPr id="1049062" name=""/>
              <p:cNvSpPr/>
              <p:nvPr/>
            </p:nvSpPr>
            <p:spPr>
              <a:xfrm>
                <a:off x="1319203" y="2856463"/>
                <a:ext cx="25155" cy="155420"/>
              </a:xfrm>
            </p:spPr>
          </p:sp>
        </mc:Fallback>
      </mc:AlternateContent>
      <mc:AlternateContent xmlns:mc="http://schemas.openxmlformats.org/markup-compatibility/2006">
        <mc:Choice xmlns:p14="http://schemas.microsoft.com/office/powerpoint/2010/main" Requires="p14">
          <p:contentPart p14:bwMode="auto" r:id="rId22">
            <p14:nvContentPartPr>
              <p14:cNvPr id="1049063" name=""/>
              <p14:cNvContentPartPr/>
              <p14:nvPr/>
            </p14:nvContentPartPr>
            <p14:xfrm>
              <a:off x="1269343" y="2914790"/>
              <a:ext cx="130677" cy="10688"/>
            </p14:xfrm>
          </p:contentPart>
        </mc:Choice>
        <mc:Fallback>
          <p:sp>
            <p:nvSpPr>
              <p:cNvPr id="1049063" name=""/>
              <p:cNvSpPr/>
              <p:nvPr/>
            </p:nvSpPr>
            <p:spPr>
              <a:xfrm>
                <a:off x="1269343" y="2914790"/>
                <a:ext cx="130677" cy="10688"/>
              </a:xfrm>
            </p:spPr>
          </p:sp>
        </mc:Fallback>
      </mc:AlternateContent>
      <mc:AlternateContent xmlns:mc="http://schemas.openxmlformats.org/markup-compatibility/2006">
        <mc:Choice xmlns:p14="http://schemas.microsoft.com/office/powerpoint/2010/main" Requires="p14">
          <p:contentPart p14:bwMode="auto" r:id="rId23">
            <p14:nvContentPartPr>
              <p14:cNvPr id="1049064" name=""/>
              <p14:cNvContentPartPr/>
              <p14:nvPr/>
            </p14:nvContentPartPr>
            <p14:xfrm>
              <a:off x="1297582" y="2864157"/>
              <a:ext cx="47560" cy="128650"/>
            </p14:xfrm>
          </p:contentPart>
        </mc:Choice>
        <mc:Fallback>
          <p:sp>
            <p:nvSpPr>
              <p:cNvPr id="1049064" name=""/>
              <p:cNvSpPr/>
              <p:nvPr/>
            </p:nvSpPr>
            <p:spPr>
              <a:xfrm>
                <a:off x="1297582" y="2864157"/>
                <a:ext cx="47560" cy="128650"/>
              </a:xfrm>
            </p:spPr>
          </p:sp>
        </mc:Fallback>
      </mc:AlternateContent>
      <mc:AlternateContent xmlns:mc="http://schemas.openxmlformats.org/markup-compatibility/2006">
        <mc:Choice xmlns:p14="http://schemas.microsoft.com/office/powerpoint/2010/main" Requires="p14">
          <p:contentPart p14:bwMode="auto" r:id="rId24">
            <p14:nvContentPartPr>
              <p14:cNvPr id="1049065" name=""/>
              <p14:cNvContentPartPr/>
              <p14:nvPr/>
            </p14:nvContentPartPr>
            <p14:xfrm>
              <a:off x="1254782" y="2896311"/>
              <a:ext cx="140887" cy="34028"/>
            </p14:xfrm>
          </p:contentPart>
        </mc:Choice>
        <mc:Fallback>
          <p:sp>
            <p:nvSpPr>
              <p:cNvPr id="1049065" name=""/>
              <p:cNvSpPr/>
              <p:nvPr/>
            </p:nvSpPr>
            <p:spPr>
              <a:xfrm>
                <a:off x="1254782" y="2896311"/>
                <a:ext cx="140887" cy="34028"/>
              </a:xfrm>
            </p:spPr>
          </p:sp>
        </mc:Fallback>
      </mc:AlternateContent>
      <mc:AlternateContent xmlns:mc="http://schemas.openxmlformats.org/markup-compatibility/2006">
        <mc:Choice xmlns:p14="http://schemas.microsoft.com/office/powerpoint/2010/main" Requires="p14">
          <p:contentPart p14:bwMode="auto" r:id="rId25">
            <p14:nvContentPartPr>
              <p14:cNvPr id="1049066" name=""/>
              <p14:cNvContentPartPr/>
              <p14:nvPr/>
            </p14:nvContentPartPr>
            <p14:xfrm>
              <a:off x="1305083" y="2849265"/>
              <a:ext cx="33378" cy="150141"/>
            </p14:xfrm>
          </p:contentPart>
        </mc:Choice>
        <mc:Fallback>
          <p:sp>
            <p:nvSpPr>
              <p:cNvPr id="1049066" name=""/>
              <p:cNvSpPr/>
              <p:nvPr/>
            </p:nvSpPr>
            <p:spPr>
              <a:xfrm>
                <a:off x="1305083" y="2849265"/>
                <a:ext cx="33378" cy="150141"/>
              </a:xfrm>
            </p:spPr>
          </p:sp>
        </mc:Fallback>
      </mc:AlternateContent>
      <mc:AlternateContent xmlns:mc="http://schemas.openxmlformats.org/markup-compatibility/2006">
        <mc:Choice xmlns:p14="http://schemas.microsoft.com/office/powerpoint/2010/main" Requires="p14">
          <p:contentPart p14:bwMode="auto" r:id="rId26">
            <p14:nvContentPartPr>
              <p14:cNvPr id="1049067" name=""/>
              <p14:cNvContentPartPr/>
              <p14:nvPr/>
            </p14:nvContentPartPr>
            <p14:xfrm>
              <a:off x="901065" y="2342192"/>
              <a:ext cx="111928" cy="265899"/>
            </p14:xfrm>
          </p:contentPart>
        </mc:Choice>
        <mc:Fallback>
          <p:sp>
            <p:nvSpPr>
              <p:cNvPr id="1049067" name=""/>
              <p:cNvSpPr/>
              <p:nvPr/>
            </p:nvSpPr>
            <p:spPr>
              <a:xfrm>
                <a:off x="901065" y="2342192"/>
                <a:ext cx="111928" cy="265899"/>
              </a:xfrm>
            </p:spPr>
          </p:sp>
        </mc:Fallback>
      </mc:AlternateContent>
      <mc:AlternateContent xmlns:mc="http://schemas.openxmlformats.org/markup-compatibility/2006">
        <mc:Choice xmlns:p14="http://schemas.microsoft.com/office/powerpoint/2010/main" Requires="p14">
          <p:contentPart p14:bwMode="auto" r:id="rId27">
            <p14:nvContentPartPr>
              <p14:cNvPr id="1049068" name=""/>
              <p14:cNvContentPartPr/>
              <p14:nvPr/>
            </p14:nvContentPartPr>
            <p14:xfrm>
              <a:off x="890314" y="2471775"/>
              <a:ext cx="172012" cy="29761"/>
            </p14:xfrm>
          </p:contentPart>
        </mc:Choice>
        <mc:Fallback>
          <p:sp>
            <p:nvSpPr>
              <p:cNvPr id="1049068" name=""/>
              <p:cNvSpPr/>
              <p:nvPr/>
            </p:nvSpPr>
            <p:spPr>
              <a:xfrm>
                <a:off x="890314" y="2471775"/>
                <a:ext cx="172012" cy="29761"/>
              </a:xfrm>
            </p:spPr>
          </p:sp>
        </mc:Fallback>
      </mc:AlternateContent>
      <mc:AlternateContent xmlns:mc="http://schemas.openxmlformats.org/markup-compatibility/2006">
        <mc:Choice xmlns:p14="http://schemas.microsoft.com/office/powerpoint/2010/main" Requires="p14">
          <p:contentPart p14:bwMode="auto" r:id="rId28">
            <p14:nvContentPartPr>
              <p14:cNvPr id="1049069" name=""/>
              <p14:cNvContentPartPr/>
              <p14:nvPr/>
            </p14:nvContentPartPr>
            <p14:xfrm>
              <a:off x="4541546" y="2733177"/>
              <a:ext cx="680593" cy="728212"/>
            </p14:xfrm>
          </p:contentPart>
        </mc:Choice>
        <mc:Fallback>
          <p:sp>
            <p:nvSpPr>
              <p:cNvPr id="1049069" name=""/>
              <p:cNvSpPr/>
              <p:nvPr/>
            </p:nvSpPr>
            <p:spPr>
              <a:xfrm>
                <a:off x="4541546" y="2733177"/>
                <a:ext cx="680593" cy="728212"/>
              </a:xfrm>
            </p:spPr>
          </p:sp>
        </mc:Fallback>
      </mc:AlternateContent>
      <mc:AlternateContent xmlns:mc="http://schemas.openxmlformats.org/markup-compatibility/2006">
        <mc:Choice xmlns:p14="http://schemas.microsoft.com/office/powerpoint/2010/main" Requires="p14">
          <p:contentPart p14:bwMode="auto" r:id="rId29">
            <p14:nvContentPartPr>
              <p14:cNvPr id="1049070" name=""/>
              <p14:cNvContentPartPr/>
              <p14:nvPr/>
            </p14:nvContentPartPr>
            <p14:xfrm>
              <a:off x="4845189" y="2400271"/>
              <a:ext cx="21179" cy="184909"/>
            </p14:xfrm>
          </p:contentPart>
        </mc:Choice>
        <mc:Fallback>
          <p:sp>
            <p:nvSpPr>
              <p:cNvPr id="1049070" name=""/>
              <p:cNvSpPr/>
              <p:nvPr/>
            </p:nvSpPr>
            <p:spPr>
              <a:xfrm>
                <a:off x="4845189" y="2400271"/>
                <a:ext cx="21179" cy="184909"/>
              </a:xfrm>
            </p:spPr>
          </p:sp>
        </mc:Fallback>
      </mc:AlternateContent>
      <mc:AlternateContent xmlns:mc="http://schemas.openxmlformats.org/markup-compatibility/2006">
        <mc:Choice xmlns:p14="http://schemas.microsoft.com/office/powerpoint/2010/main" Requires="p14">
          <p:contentPart p14:bwMode="auto" r:id="rId30">
            <p14:nvContentPartPr>
              <p14:cNvPr id="1049071" name=""/>
              <p14:cNvContentPartPr/>
              <p14:nvPr/>
            </p14:nvContentPartPr>
            <p14:xfrm>
              <a:off x="4823568" y="2378925"/>
              <a:ext cx="176392" cy="225643"/>
            </p14:xfrm>
          </p:contentPart>
        </mc:Choice>
        <mc:Fallback>
          <p:sp>
            <p:nvSpPr>
              <p:cNvPr id="1049071" name=""/>
              <p:cNvSpPr/>
              <p:nvPr/>
            </p:nvSpPr>
            <p:spPr>
              <a:xfrm>
                <a:off x="4823568" y="2378925"/>
                <a:ext cx="176392" cy="225643"/>
              </a:xfrm>
            </p:spPr>
          </p:sp>
        </mc:Fallback>
      </mc:AlternateContent>
      <mc:AlternateContent xmlns:mc="http://schemas.openxmlformats.org/markup-compatibility/2006">
        <mc:Choice xmlns:p14="http://schemas.microsoft.com/office/powerpoint/2010/main" Requires="p14">
          <p:contentPart p14:bwMode="auto" r:id="rId31">
            <p14:nvContentPartPr>
              <p14:cNvPr id="1049072" name=""/>
              <p14:cNvContentPartPr/>
              <p14:nvPr/>
            </p14:nvContentPartPr>
            <p14:xfrm>
              <a:off x="2005780" y="4675025"/>
              <a:ext cx="587127" cy="57257"/>
            </p14:xfrm>
          </p:contentPart>
        </mc:Choice>
        <mc:Fallback>
          <p:sp>
            <p:nvSpPr>
              <p:cNvPr id="1049072" name=""/>
              <p:cNvSpPr/>
              <p:nvPr/>
            </p:nvSpPr>
            <p:spPr>
              <a:xfrm>
                <a:off x="2005780" y="4675025"/>
                <a:ext cx="587127" cy="57257"/>
              </a:xfrm>
            </p:spPr>
          </p:sp>
        </mc:Fallback>
      </mc:AlternateContent>
      <mc:AlternateContent xmlns:mc="http://schemas.openxmlformats.org/markup-compatibility/2006">
        <mc:Choice xmlns:p14="http://schemas.microsoft.com/office/powerpoint/2010/main" Requires="p14">
          <p:contentPart p14:bwMode="auto" r:id="rId32">
            <p14:nvContentPartPr>
              <p14:cNvPr id="1049073" name=""/>
              <p14:cNvContentPartPr/>
              <p14:nvPr/>
            </p14:nvContentPartPr>
            <p14:xfrm>
              <a:off x="2470852" y="4631342"/>
              <a:ext cx="130547" cy="187177"/>
            </p14:xfrm>
          </p:contentPart>
        </mc:Choice>
        <mc:Fallback>
          <p:sp>
            <p:nvSpPr>
              <p:cNvPr id="1049073" name=""/>
              <p:cNvSpPr/>
              <p:nvPr/>
            </p:nvSpPr>
            <p:spPr>
              <a:xfrm>
                <a:off x="2470852" y="4631342"/>
                <a:ext cx="130547" cy="187177"/>
              </a:xfrm>
            </p:spPr>
          </p:sp>
        </mc:Fallback>
      </mc:AlternateContent>
      <mc:AlternateContent xmlns:mc="http://schemas.openxmlformats.org/markup-compatibility/2006">
        <mc:Choice xmlns:p14="http://schemas.microsoft.com/office/powerpoint/2010/main" Requires="p14">
          <p:contentPart p14:bwMode="auto" r:id="rId33">
            <p14:nvContentPartPr>
              <p14:cNvPr id="1049074" name=""/>
              <p14:cNvContentPartPr/>
              <p14:nvPr/>
            </p14:nvContentPartPr>
            <p14:xfrm>
              <a:off x="1930579" y="4624144"/>
              <a:ext cx="146682" cy="143694"/>
            </p14:xfrm>
          </p:contentPart>
        </mc:Choice>
        <mc:Fallback>
          <p:sp>
            <p:nvSpPr>
              <p:cNvPr id="1049074" name=""/>
              <p:cNvSpPr/>
              <p:nvPr/>
            </p:nvSpPr>
            <p:spPr>
              <a:xfrm>
                <a:off x="1930579" y="4624144"/>
                <a:ext cx="146682" cy="143694"/>
              </a:xfrm>
            </p:spPr>
          </p:sp>
        </mc:Fallback>
      </mc:AlternateContent>
      <mc:AlternateContent xmlns:mc="http://schemas.openxmlformats.org/markup-compatibility/2006">
        <mc:Choice xmlns:p14="http://schemas.microsoft.com/office/powerpoint/2010/main" Requires="p14">
          <p:contentPart p14:bwMode="auto" r:id="rId34">
            <p14:nvContentPartPr>
              <p14:cNvPr id="1049075" name=""/>
              <p14:cNvContentPartPr/>
              <p14:nvPr/>
            </p14:nvContentPartPr>
            <p14:xfrm>
              <a:off x="4904667" y="3039259"/>
              <a:ext cx="727261" cy="65782"/>
            </p14:xfrm>
          </p:contentPart>
        </mc:Choice>
        <mc:Fallback>
          <p:sp>
            <p:nvSpPr>
              <p:cNvPr id="1049075" name=""/>
              <p:cNvSpPr/>
              <p:nvPr/>
            </p:nvSpPr>
            <p:spPr>
              <a:xfrm>
                <a:off x="4904667" y="3039259"/>
                <a:ext cx="727261" cy="65782"/>
              </a:xfrm>
            </p:spPr>
          </p:sp>
        </mc:Fallback>
      </mc:AlternateContent>
      <mc:AlternateContent xmlns:mc="http://schemas.openxmlformats.org/markup-compatibility/2006">
        <mc:Choice xmlns:p14="http://schemas.microsoft.com/office/powerpoint/2010/main" Requires="p14">
          <p:contentPart p14:bwMode="auto" r:id="rId35">
            <p14:nvContentPartPr>
              <p14:cNvPr id="1049076" name=""/>
              <p14:cNvContentPartPr/>
              <p14:nvPr/>
            </p14:nvContentPartPr>
            <p14:xfrm>
              <a:off x="5010030" y="3074132"/>
              <a:ext cx="560124" cy="14397"/>
            </p14:xfrm>
          </p:contentPart>
        </mc:Choice>
        <mc:Fallback>
          <p:sp>
            <p:nvSpPr>
              <p:cNvPr id="1049076" name=""/>
              <p:cNvSpPr/>
              <p:nvPr/>
            </p:nvSpPr>
            <p:spPr>
              <a:xfrm>
                <a:off x="5010030" y="3074132"/>
                <a:ext cx="560124" cy="14397"/>
              </a:xfrm>
            </p:spPr>
          </p:sp>
        </mc:Fallback>
      </mc:AlternateContent>
      <mc:AlternateContent xmlns:mc="http://schemas.openxmlformats.org/markup-compatibility/2006">
        <mc:Choice xmlns:p14="http://schemas.microsoft.com/office/powerpoint/2010/main" Requires="p14">
          <p:contentPart p14:bwMode="auto" r:id="rId36">
            <p14:nvContentPartPr>
              <p14:cNvPr id="1049077" name=""/>
              <p14:cNvContentPartPr/>
              <p14:nvPr/>
            </p14:nvContentPartPr>
            <p14:xfrm>
              <a:off x="5093550" y="3073413"/>
              <a:ext cx="116107" cy="7670"/>
            </p14:xfrm>
          </p:contentPart>
        </mc:Choice>
        <mc:Fallback>
          <p:sp>
            <p:nvSpPr>
              <p:cNvPr id="1049077" name=""/>
              <p:cNvSpPr/>
              <p:nvPr/>
            </p:nvSpPr>
            <p:spPr>
              <a:xfrm>
                <a:off x="5093550" y="3073413"/>
                <a:ext cx="116107" cy="7670"/>
              </a:xfrm>
            </p:spPr>
          </p:sp>
        </mc:Fallback>
      </mc:AlternateContent>
      <mc:AlternateContent xmlns:mc="http://schemas.openxmlformats.org/markup-compatibility/2006">
        <mc:Choice xmlns:p14="http://schemas.microsoft.com/office/powerpoint/2010/main" Requires="p14">
          <p:contentPart p14:bwMode="auto" r:id="rId37">
            <p14:nvContentPartPr>
              <p14:cNvPr id="1049078" name=""/>
              <p14:cNvContentPartPr/>
              <p14:nvPr/>
            </p14:nvContentPartPr>
            <p14:xfrm>
              <a:off x="2048581" y="3060041"/>
              <a:ext cx="2975312" cy="1596814"/>
            </p14:xfrm>
          </p:contentPart>
        </mc:Choice>
        <mc:Fallback>
          <p:sp>
            <p:nvSpPr>
              <p:cNvPr id="1049078" name=""/>
              <p:cNvSpPr/>
              <p:nvPr/>
            </p:nvSpPr>
            <p:spPr>
              <a:xfrm>
                <a:off x="2048581" y="3060041"/>
                <a:ext cx="2975312" cy="1596814"/>
              </a:xfrm>
            </p:spPr>
          </p:sp>
        </mc:Fallback>
      </mc:AlternateContent>
      <mc:AlternateContent xmlns:mc="http://schemas.openxmlformats.org/markup-compatibility/2006">
        <mc:Choice xmlns:p14="http://schemas.microsoft.com/office/powerpoint/2010/main" Requires="p14">
          <p:contentPart p14:bwMode="auto" r:id="rId38">
            <p14:nvContentPartPr>
              <p14:cNvPr id="1049079" name=""/>
              <p14:cNvContentPartPr/>
              <p14:nvPr/>
            </p14:nvContentPartPr>
            <p14:xfrm>
              <a:off x="1964754" y="4652968"/>
              <a:ext cx="567441" cy="47567"/>
            </p14:xfrm>
          </p:contentPart>
        </mc:Choice>
        <mc:Fallback>
          <p:sp>
            <p:nvSpPr>
              <p:cNvPr id="1049079" name=""/>
              <p:cNvSpPr/>
              <p:nvPr/>
            </p:nvSpPr>
            <p:spPr>
              <a:xfrm>
                <a:off x="1964754" y="4652968"/>
                <a:ext cx="567441" cy="47567"/>
              </a:xfrm>
            </p:spPr>
          </p:sp>
        </mc:Fallback>
      </mc:AlternateContent>
      <mc:AlternateContent xmlns:mc="http://schemas.openxmlformats.org/markup-compatibility/2006">
        <mc:Choice xmlns:p14="http://schemas.microsoft.com/office/powerpoint/2010/main" Requires="p14">
          <p:contentPart p14:bwMode="auto" r:id="rId39">
            <p14:nvContentPartPr>
              <p14:cNvPr id="1049080" name=""/>
              <p14:cNvContentPartPr/>
              <p14:nvPr/>
            </p14:nvContentPartPr>
            <p14:xfrm>
              <a:off x="2440438" y="4645986"/>
              <a:ext cx="88590" cy="106447"/>
            </p14:xfrm>
          </p:contentPart>
        </mc:Choice>
        <mc:Fallback>
          <p:sp>
            <p:nvSpPr>
              <p:cNvPr id="1049080" name=""/>
              <p:cNvSpPr/>
              <p:nvPr/>
            </p:nvSpPr>
            <p:spPr>
              <a:xfrm>
                <a:off x="2440438" y="4645986"/>
                <a:ext cx="88590" cy="106447"/>
              </a:xfrm>
            </p:spPr>
          </p:sp>
        </mc:Fallback>
      </mc:AlternateContent>
      <mc:AlternateContent xmlns:mc="http://schemas.openxmlformats.org/markup-compatibility/2006">
        <mc:Choice xmlns:p14="http://schemas.microsoft.com/office/powerpoint/2010/main" Requires="p14">
          <p:contentPart p14:bwMode="auto" r:id="rId40">
            <p14:nvContentPartPr>
              <p14:cNvPr id="1049081" name=""/>
              <p14:cNvContentPartPr/>
              <p14:nvPr/>
            </p14:nvContentPartPr>
            <p14:xfrm>
              <a:off x="1938932" y="4672265"/>
              <a:ext cx="102589" cy="53699"/>
            </p14:xfrm>
          </p:contentPart>
        </mc:Choice>
        <mc:Fallback>
          <p:sp>
            <p:nvSpPr>
              <p:cNvPr id="1049081" name=""/>
              <p:cNvSpPr/>
              <p:nvPr/>
            </p:nvSpPr>
            <p:spPr>
              <a:xfrm>
                <a:off x="1938932" y="4672265"/>
                <a:ext cx="102589" cy="53699"/>
              </a:xfrm>
            </p:spPr>
          </p:sp>
        </mc:Fallback>
      </mc:AlternateContent>
      <mc:AlternateContent xmlns:mc="http://schemas.openxmlformats.org/markup-compatibility/2006">
        <mc:Choice xmlns:p14="http://schemas.microsoft.com/office/powerpoint/2010/main" Requires="p14">
          <p:contentPart p14:bwMode="auto" r:id="rId41">
            <p14:nvContentPartPr>
              <p14:cNvPr id="1049082" name=""/>
              <p14:cNvContentPartPr/>
              <p14:nvPr/>
            </p14:nvContentPartPr>
            <p14:xfrm>
              <a:off x="1441778" y="749069"/>
              <a:ext cx="692845" cy="3875074"/>
            </p14:xfrm>
          </p:contentPart>
        </mc:Choice>
        <mc:Fallback>
          <p:sp>
            <p:nvSpPr>
              <p:cNvPr id="1049082" name=""/>
              <p:cNvSpPr/>
              <p:nvPr/>
            </p:nvSpPr>
            <p:spPr>
              <a:xfrm>
                <a:off x="1441778" y="749069"/>
                <a:ext cx="692845" cy="3875074"/>
              </a:xfrm>
            </p:spPr>
          </p:sp>
        </mc:Fallback>
      </mc:AlternateContent>
      <mc:AlternateContent xmlns:mc="http://schemas.openxmlformats.org/markup-compatibility/2006">
        <mc:Choice xmlns:p14="http://schemas.microsoft.com/office/powerpoint/2010/main" Requires="p14">
          <p:contentPart p14:bwMode="auto" r:id="rId42">
            <p14:nvContentPartPr>
              <p14:cNvPr id="1049083" name=""/>
              <p14:cNvContentPartPr/>
              <p14:nvPr/>
            </p14:nvContentPartPr>
            <p14:xfrm>
              <a:off x="2256928" y="2928937"/>
              <a:ext cx="30882" cy="441081"/>
            </p14:xfrm>
          </p:contentPart>
        </mc:Choice>
        <mc:Fallback>
          <p:sp>
            <p:nvSpPr>
              <p:cNvPr id="1049083" name=""/>
              <p:cNvSpPr/>
              <p:nvPr/>
            </p:nvSpPr>
            <p:spPr>
              <a:xfrm>
                <a:off x="2256928" y="2928937"/>
                <a:ext cx="30882" cy="441081"/>
              </a:xfrm>
            </p:spPr>
          </p:sp>
        </mc:Fallback>
      </mc:AlternateContent>
      <mc:AlternateContent xmlns:mc="http://schemas.openxmlformats.org/markup-compatibility/2006">
        <mc:Choice xmlns:p14="http://schemas.microsoft.com/office/powerpoint/2010/main" Requires="p14">
          <p:contentPart p14:bwMode="auto" r:id="rId43">
            <p14:nvContentPartPr>
              <p14:cNvPr id="1049084" name=""/>
              <p14:cNvContentPartPr/>
              <p14:nvPr/>
            </p14:nvContentPartPr>
            <p14:xfrm>
              <a:off x="2277587" y="3479445"/>
              <a:ext cx="7060" cy="83643"/>
            </p14:xfrm>
          </p:contentPart>
        </mc:Choice>
        <mc:Fallback>
          <p:sp>
            <p:nvSpPr>
              <p:cNvPr id="1049084" name=""/>
              <p:cNvSpPr/>
              <p:nvPr/>
            </p:nvSpPr>
            <p:spPr>
              <a:xfrm>
                <a:off x="2277587" y="3479445"/>
                <a:ext cx="7060" cy="83643"/>
              </a:xfrm>
            </p:spPr>
          </p:sp>
        </mc:Fallback>
      </mc:AlternateContent>
      <mc:AlternateContent xmlns:mc="http://schemas.openxmlformats.org/markup-compatibility/2006">
        <mc:Choice xmlns:p14="http://schemas.microsoft.com/office/powerpoint/2010/main" Requires="p14">
          <p:contentPart p14:bwMode="auto" r:id="rId44">
            <p14:nvContentPartPr>
              <p14:cNvPr id="1049085" name=""/>
              <p14:cNvContentPartPr/>
              <p14:nvPr/>
            </p14:nvContentPartPr>
            <p14:xfrm>
              <a:off x="2260917" y="3689919"/>
              <a:ext cx="2550" cy="62310"/>
            </p14:xfrm>
          </p:contentPart>
        </mc:Choice>
        <mc:Fallback>
          <p:sp>
            <p:nvSpPr>
              <p:cNvPr id="1049085" name=""/>
              <p:cNvSpPr/>
              <p:nvPr/>
            </p:nvSpPr>
            <p:spPr>
              <a:xfrm>
                <a:off x="2260917" y="3689919"/>
                <a:ext cx="2550" cy="62310"/>
              </a:xfrm>
            </p:spPr>
          </p:sp>
        </mc:Fallback>
      </mc:AlternateContent>
      <mc:AlternateContent xmlns:mc="http://schemas.openxmlformats.org/markup-compatibility/2006">
        <mc:Choice xmlns:p14="http://schemas.microsoft.com/office/powerpoint/2010/main" Requires="p14">
          <p:contentPart p14:bwMode="auto" r:id="rId45">
            <p14:nvContentPartPr>
              <p14:cNvPr id="1049086" name=""/>
              <p14:cNvContentPartPr/>
              <p14:nvPr/>
            </p14:nvContentPartPr>
            <p14:xfrm>
              <a:off x="2210617" y="4066190"/>
              <a:ext cx="2547" cy="70240"/>
            </p14:xfrm>
          </p:contentPart>
        </mc:Choice>
        <mc:Fallback>
          <p:sp>
            <p:nvSpPr>
              <p:cNvPr id="1049086" name=""/>
              <p:cNvSpPr/>
              <p:nvPr/>
            </p:nvSpPr>
            <p:spPr>
              <a:xfrm>
                <a:off x="2210617" y="4066190"/>
                <a:ext cx="2547" cy="70240"/>
              </a:xfrm>
            </p:spPr>
          </p:sp>
        </mc:Fallback>
      </mc:AlternateContent>
      <mc:AlternateContent xmlns:mc="http://schemas.openxmlformats.org/markup-compatibility/2006">
        <mc:Choice xmlns:p14="http://schemas.microsoft.com/office/powerpoint/2010/main" Requires="p14">
          <p:contentPart p14:bwMode="auto" r:id="rId46">
            <p14:nvContentPartPr>
              <p14:cNvPr id="1049087" name=""/>
              <p14:cNvContentPartPr/>
              <p14:nvPr/>
            </p14:nvContentPartPr>
            <p14:xfrm>
              <a:off x="2199045" y="4261772"/>
              <a:ext cx="7561" cy="63232"/>
            </p14:xfrm>
          </p:contentPart>
        </mc:Choice>
        <mc:Fallback>
          <p:sp>
            <p:nvSpPr>
              <p:cNvPr id="1049087" name=""/>
              <p:cNvSpPr/>
              <p:nvPr/>
            </p:nvSpPr>
            <p:spPr>
              <a:xfrm>
                <a:off x="2199045" y="4261772"/>
                <a:ext cx="7561" cy="63232"/>
              </a:xfrm>
            </p:spPr>
          </p:sp>
        </mc:Fallback>
      </mc:AlternateContent>
      <mc:AlternateContent xmlns:mc="http://schemas.openxmlformats.org/markup-compatibility/2006">
        <mc:Choice xmlns:p14="http://schemas.microsoft.com/office/powerpoint/2010/main" Requires="p14">
          <p:contentPart p14:bwMode="auto" r:id="rId47">
            <p14:nvContentPartPr>
              <p14:cNvPr id="1049088" name=""/>
              <p14:cNvContentPartPr/>
              <p14:nvPr/>
            </p14:nvContentPartPr>
            <p14:xfrm>
              <a:off x="2213165" y="4428562"/>
              <a:ext cx="6993" cy="63637"/>
            </p14:xfrm>
          </p:contentPart>
        </mc:Choice>
        <mc:Fallback>
          <p:sp>
            <p:nvSpPr>
              <p:cNvPr id="1049088" name=""/>
              <p:cNvSpPr/>
              <p:nvPr/>
            </p:nvSpPr>
            <p:spPr>
              <a:xfrm>
                <a:off x="2213165" y="4428562"/>
                <a:ext cx="6993" cy="63637"/>
              </a:xfrm>
            </p:spPr>
          </p:sp>
        </mc:Fallback>
      </mc:AlternateContent>
      <mc:AlternateContent xmlns:mc="http://schemas.openxmlformats.org/markup-compatibility/2006">
        <mc:Choice xmlns:p14="http://schemas.microsoft.com/office/powerpoint/2010/main" Requires="p14">
          <p:contentPart p14:bwMode="auto" r:id="rId48">
            <p14:nvContentPartPr>
              <p14:cNvPr id="1049089" name=""/>
              <p14:cNvContentPartPr/>
              <p14:nvPr/>
            </p14:nvContentPartPr>
            <p14:xfrm>
              <a:off x="2228388" y="4588155"/>
              <a:ext cx="6397" cy="64599"/>
            </p14:xfrm>
          </p:contentPart>
        </mc:Choice>
        <mc:Fallback>
          <p:sp>
            <p:nvSpPr>
              <p:cNvPr id="1049089" name=""/>
              <p:cNvSpPr/>
              <p:nvPr/>
            </p:nvSpPr>
            <p:spPr>
              <a:xfrm>
                <a:off x="2228388" y="4588155"/>
                <a:ext cx="6397" cy="64599"/>
              </a:xfrm>
            </p:spPr>
          </p:sp>
        </mc:Fallback>
      </mc:AlternateContent>
      <mc:AlternateContent xmlns:mc="http://schemas.openxmlformats.org/markup-compatibility/2006">
        <mc:Choice xmlns:p14="http://schemas.microsoft.com/office/powerpoint/2010/main" Requires="p14">
          <p:contentPart p14:bwMode="auto" r:id="rId49">
            <p14:nvContentPartPr>
              <p14:cNvPr id="1049090" name=""/>
              <p14:cNvContentPartPr/>
              <p14:nvPr/>
            </p14:nvContentPartPr>
            <p14:xfrm>
              <a:off x="2142416" y="2409736"/>
              <a:ext cx="134938" cy="389379"/>
            </p14:xfrm>
          </p:contentPart>
        </mc:Choice>
        <mc:Fallback>
          <p:sp>
            <p:nvSpPr>
              <p:cNvPr id="1049090" name=""/>
              <p:cNvSpPr/>
              <p:nvPr/>
            </p:nvSpPr>
            <p:spPr>
              <a:xfrm>
                <a:off x="2142416" y="2409736"/>
                <a:ext cx="134938" cy="389379"/>
              </a:xfrm>
            </p:spPr>
          </p:sp>
        </mc:Fallback>
      </mc:AlternateContent>
      <mc:AlternateContent xmlns:mc="http://schemas.openxmlformats.org/markup-compatibility/2006">
        <mc:Choice xmlns:p14="http://schemas.microsoft.com/office/powerpoint/2010/main" Requires="p14">
          <p:contentPart p14:bwMode="auto" r:id="rId50">
            <p14:nvContentPartPr>
              <p14:cNvPr id="1049091" name=""/>
              <p14:cNvContentPartPr/>
              <p14:nvPr/>
            </p14:nvContentPartPr>
            <p14:xfrm>
              <a:off x="2313327" y="2709626"/>
              <a:ext cx="200325" cy="292033"/>
            </p14:xfrm>
          </p:contentPart>
        </mc:Choice>
        <mc:Fallback>
          <p:sp>
            <p:nvSpPr>
              <p:cNvPr id="1049091" name=""/>
              <p:cNvSpPr/>
              <p:nvPr/>
            </p:nvSpPr>
            <p:spPr>
              <a:xfrm>
                <a:off x="2313327" y="2709626"/>
                <a:ext cx="200325" cy="292033"/>
              </a:xfrm>
            </p:spPr>
          </p:sp>
        </mc:Fallback>
      </mc:AlternateContent>
      <mc:AlternateContent xmlns:mc="http://schemas.openxmlformats.org/markup-compatibility/2006">
        <mc:Choice xmlns:p14="http://schemas.microsoft.com/office/powerpoint/2010/main" Requires="p14">
          <p:contentPart p14:bwMode="auto" r:id="rId51">
            <p14:nvContentPartPr>
              <p14:cNvPr id="1049092" name=""/>
              <p14:cNvContentPartPr/>
              <p14:nvPr/>
            </p14:nvContentPartPr>
            <p14:xfrm>
              <a:off x="2362341" y="2463065"/>
              <a:ext cx="78505" cy="179146"/>
            </p14:xfrm>
          </p:contentPart>
        </mc:Choice>
        <mc:Fallback>
          <p:sp>
            <p:nvSpPr>
              <p:cNvPr id="1049092" name=""/>
              <p:cNvSpPr/>
              <p:nvPr/>
            </p:nvSpPr>
            <p:spPr>
              <a:xfrm>
                <a:off x="2362341" y="2463065"/>
                <a:ext cx="78505" cy="179146"/>
              </a:xfrm>
            </p:spPr>
          </p:sp>
        </mc:Fallback>
      </mc:AlternateContent>
      <mc:AlternateContent xmlns:mc="http://schemas.openxmlformats.org/markup-compatibility/2006">
        <mc:Choice xmlns:p14="http://schemas.microsoft.com/office/powerpoint/2010/main" Requires="p14">
          <p:contentPart p14:bwMode="auto" r:id="rId52">
            <p14:nvContentPartPr>
              <p14:cNvPr id="1049093" name=""/>
              <p14:cNvContentPartPr/>
              <p14:nvPr/>
            </p14:nvContentPartPr>
            <p14:xfrm>
              <a:off x="2389143" y="2735234"/>
              <a:ext cx="109105" cy="178591"/>
            </p14:xfrm>
          </p:contentPart>
        </mc:Choice>
        <mc:Fallback>
          <p:sp>
            <p:nvSpPr>
              <p:cNvPr id="1049093" name=""/>
              <p:cNvSpPr/>
              <p:nvPr/>
            </p:nvSpPr>
            <p:spPr>
              <a:xfrm>
                <a:off x="2389143" y="2735234"/>
                <a:ext cx="109105" cy="178591"/>
              </a:xfrm>
            </p:spPr>
          </p:sp>
        </mc:Fallback>
      </mc:AlternateContent>
      <mc:AlternateContent xmlns:mc="http://schemas.openxmlformats.org/markup-compatibility/2006">
        <mc:Choice xmlns:p14="http://schemas.microsoft.com/office/powerpoint/2010/main" Requires="p14">
          <p:contentPart p14:bwMode="auto" r:id="rId53">
            <p14:nvContentPartPr>
              <p14:cNvPr id="1049094" name=""/>
              <p14:cNvContentPartPr/>
              <p14:nvPr/>
            </p14:nvContentPartPr>
            <p14:xfrm>
              <a:off x="5524737" y="709034"/>
              <a:ext cx="615460" cy="648790"/>
            </p14:xfrm>
          </p:contentPart>
        </mc:Choice>
        <mc:Fallback>
          <p:sp>
            <p:nvSpPr>
              <p:cNvPr id="1049094" name=""/>
              <p:cNvSpPr/>
              <p:nvPr/>
            </p:nvSpPr>
            <p:spPr>
              <a:xfrm>
                <a:off x="5524737" y="709034"/>
                <a:ext cx="615460" cy="648790"/>
              </a:xfrm>
            </p:spPr>
          </p:sp>
        </mc:Fallback>
      </mc:AlternateContent>
      <mc:AlternateContent xmlns:mc="http://schemas.openxmlformats.org/markup-compatibility/2006">
        <mc:Choice xmlns:p14="http://schemas.microsoft.com/office/powerpoint/2010/main" Requires="p14">
          <p:contentPart p14:bwMode="auto" r:id="rId54">
            <p14:nvContentPartPr>
              <p14:cNvPr id="1049095" name=""/>
              <p14:cNvContentPartPr/>
              <p14:nvPr/>
            </p14:nvContentPartPr>
            <p14:xfrm>
              <a:off x="5731650" y="915538"/>
              <a:ext cx="14561" cy="275253"/>
            </p14:xfrm>
          </p:contentPart>
        </mc:Choice>
        <mc:Fallback>
          <p:sp>
            <p:nvSpPr>
              <p:cNvPr id="1049095" name=""/>
              <p:cNvSpPr/>
              <p:nvPr/>
            </p:nvSpPr>
            <p:spPr>
              <a:xfrm>
                <a:off x="5731650" y="915538"/>
                <a:ext cx="14561" cy="275253"/>
              </a:xfrm>
            </p:spPr>
          </p:sp>
        </mc:Fallback>
      </mc:AlternateContent>
      <mc:AlternateContent xmlns:mc="http://schemas.openxmlformats.org/markup-compatibility/2006">
        <mc:Choice xmlns:p14="http://schemas.microsoft.com/office/powerpoint/2010/main" Requires="p14">
          <p:contentPart p14:bwMode="auto" r:id="rId55">
            <p14:nvContentPartPr>
              <p14:cNvPr id="1049096" name=""/>
              <p14:cNvContentPartPr/>
              <p14:nvPr/>
            </p14:nvContentPartPr>
            <p14:xfrm>
              <a:off x="5813429" y="970886"/>
              <a:ext cx="18383" cy="209186"/>
            </p14:xfrm>
          </p:contentPart>
        </mc:Choice>
        <mc:Fallback>
          <p:sp>
            <p:nvSpPr>
              <p:cNvPr id="1049096" name=""/>
              <p:cNvSpPr/>
              <p:nvPr/>
            </p:nvSpPr>
            <p:spPr>
              <a:xfrm>
                <a:off x="5813429" y="970886"/>
                <a:ext cx="18383" cy="209186"/>
              </a:xfrm>
            </p:spPr>
          </p:sp>
        </mc:Fallback>
      </mc:AlternateContent>
      <mc:AlternateContent xmlns:mc="http://schemas.openxmlformats.org/markup-compatibility/2006">
        <mc:Choice xmlns:p14="http://schemas.microsoft.com/office/powerpoint/2010/main" Requires="p14">
          <p:contentPart p14:bwMode="auto" r:id="rId56">
            <p14:nvContentPartPr>
              <p14:cNvPr id="1049097" name=""/>
              <p14:cNvContentPartPr/>
              <p14:nvPr/>
            </p14:nvContentPartPr>
            <p14:xfrm>
              <a:off x="5681789" y="1059512"/>
              <a:ext cx="213498" cy="11689"/>
            </p14:xfrm>
          </p:contentPart>
        </mc:Choice>
        <mc:Fallback>
          <p:sp>
            <p:nvSpPr>
              <p:cNvPr id="1049097" name=""/>
              <p:cNvSpPr/>
              <p:nvPr/>
            </p:nvSpPr>
            <p:spPr>
              <a:xfrm>
                <a:off x="5681789" y="1059512"/>
                <a:ext cx="213498" cy="11689"/>
              </a:xfrm>
            </p:spPr>
          </p:sp>
        </mc:Fallback>
      </mc:AlternateContent>
      <mc:AlternateContent xmlns:mc="http://schemas.openxmlformats.org/markup-compatibility/2006">
        <mc:Choice xmlns:p14="http://schemas.microsoft.com/office/powerpoint/2010/main" Requires="p14">
          <p:contentPart p14:bwMode="auto" r:id="rId57">
            <p14:nvContentPartPr>
              <p14:cNvPr id="1049098" name=""/>
              <p14:cNvContentPartPr/>
              <p14:nvPr/>
            </p14:nvContentPartPr>
            <p14:xfrm>
              <a:off x="6110679" y="901209"/>
              <a:ext cx="825375" cy="250440"/>
            </p14:xfrm>
          </p:contentPart>
        </mc:Choice>
        <mc:Fallback>
          <p:sp>
            <p:nvSpPr>
              <p:cNvPr id="1049098" name=""/>
              <p:cNvSpPr/>
              <p:nvPr/>
            </p:nvSpPr>
            <p:spPr>
              <a:xfrm>
                <a:off x="6110679" y="901209"/>
                <a:ext cx="825375" cy="250440"/>
              </a:xfrm>
            </p:spPr>
          </p:sp>
        </mc:Fallback>
      </mc:AlternateContent>
      <mc:AlternateContent xmlns:mc="http://schemas.openxmlformats.org/markup-compatibility/2006">
        <mc:Choice xmlns:p14="http://schemas.microsoft.com/office/powerpoint/2010/main" Requires="p14">
          <p:contentPart p14:bwMode="auto" r:id="rId58">
            <p14:nvContentPartPr>
              <p14:cNvPr id="1049099" name=""/>
              <p14:cNvContentPartPr/>
              <p14:nvPr/>
            </p14:nvContentPartPr>
            <p14:xfrm>
              <a:off x="6880285" y="121868"/>
              <a:ext cx="1596815" cy="1899329"/>
            </p14:xfrm>
          </p:contentPart>
        </mc:Choice>
        <mc:Fallback>
          <p:sp>
            <p:nvSpPr>
              <p:cNvPr id="1049099" name=""/>
              <p:cNvSpPr/>
              <p:nvPr/>
            </p:nvSpPr>
            <p:spPr>
              <a:xfrm>
                <a:off x="6880285" y="121868"/>
                <a:ext cx="1596815" cy="1899329"/>
              </a:xfrm>
            </p:spPr>
          </p:sp>
        </mc:Fallback>
      </mc:AlternateContent>
      <mc:AlternateContent xmlns:mc="http://schemas.openxmlformats.org/markup-compatibility/2006">
        <mc:Choice xmlns:p14="http://schemas.microsoft.com/office/powerpoint/2010/main" Requires="p14">
          <p:contentPart p14:bwMode="auto" r:id="rId59">
            <p14:nvContentPartPr>
              <p14:cNvPr id="1049100" name=""/>
              <p14:cNvContentPartPr/>
              <p14:nvPr/>
            </p14:nvContentPartPr>
            <p14:xfrm>
              <a:off x="7264004" y="673240"/>
              <a:ext cx="504732" cy="840216"/>
            </p14:xfrm>
          </p:contentPart>
        </mc:Choice>
        <mc:Fallback>
          <p:sp>
            <p:nvSpPr>
              <p:cNvPr id="1049100" name=""/>
              <p:cNvSpPr/>
              <p:nvPr/>
            </p:nvSpPr>
            <p:spPr>
              <a:xfrm>
                <a:off x="7264004" y="673240"/>
                <a:ext cx="504732" cy="840216"/>
              </a:xfrm>
            </p:spPr>
          </p:sp>
        </mc:Fallback>
      </mc:AlternateContent>
      <mc:AlternateContent xmlns:mc="http://schemas.openxmlformats.org/markup-compatibility/2006">
        <mc:Choice xmlns:p14="http://schemas.microsoft.com/office/powerpoint/2010/main" Requires="p14">
          <p:contentPart p14:bwMode="auto" r:id="rId60">
            <p14:nvContentPartPr>
              <p14:cNvPr id="1049101" name=""/>
              <p14:cNvContentPartPr/>
              <p14:nvPr/>
            </p14:nvContentPartPr>
            <p14:xfrm>
              <a:off x="6303479" y="1277662"/>
              <a:ext cx="29145" cy="343394"/>
            </p14:xfrm>
          </p:contentPart>
        </mc:Choice>
        <mc:Fallback>
          <p:sp>
            <p:nvSpPr>
              <p:cNvPr id="1049101" name=""/>
              <p:cNvSpPr/>
              <p:nvPr/>
            </p:nvSpPr>
            <p:spPr>
              <a:xfrm>
                <a:off x="6303479" y="1277662"/>
                <a:ext cx="29145" cy="343394"/>
              </a:xfrm>
            </p:spPr>
          </p:sp>
        </mc:Fallback>
      </mc:AlternateContent>
      <mc:AlternateContent xmlns:mc="http://schemas.openxmlformats.org/markup-compatibility/2006">
        <mc:Choice xmlns:p14="http://schemas.microsoft.com/office/powerpoint/2010/main" Requires="p14">
          <p:contentPart p14:bwMode="auto" r:id="rId61">
            <p14:nvContentPartPr>
              <p14:cNvPr id="1049102" name=""/>
              <p14:cNvContentPartPr/>
              <p14:nvPr/>
            </p14:nvContentPartPr>
            <p14:xfrm>
              <a:off x="6261308" y="1342690"/>
              <a:ext cx="242960" cy="278841"/>
            </p14:xfrm>
          </p:contentPart>
        </mc:Choice>
        <mc:Fallback>
          <p:sp>
            <p:nvSpPr>
              <p:cNvPr id="1049102" name=""/>
              <p:cNvSpPr/>
              <p:nvPr/>
            </p:nvSpPr>
            <p:spPr>
              <a:xfrm>
                <a:off x="6261308" y="1342690"/>
                <a:ext cx="242960" cy="278841"/>
              </a:xfrm>
            </p:spPr>
          </p:sp>
        </mc:Fallback>
      </mc:AlternateContent>
      <mc:AlternateContent xmlns:mc="http://schemas.openxmlformats.org/markup-compatibility/2006">
        <mc:Choice xmlns:p14="http://schemas.microsoft.com/office/powerpoint/2010/main" Requires="p14">
          <p:contentPart p14:bwMode="auto" r:id="rId62">
            <p14:nvContentPartPr>
              <p14:cNvPr id="1049103" name=""/>
              <p14:cNvContentPartPr/>
              <p14:nvPr/>
            </p14:nvContentPartPr>
            <p14:xfrm>
              <a:off x="616068" y="4544472"/>
              <a:ext cx="524785" cy="44098"/>
            </p14:xfrm>
          </p:contentPart>
        </mc:Choice>
        <mc:Fallback>
          <p:sp>
            <p:nvSpPr>
              <p:cNvPr id="1049103" name=""/>
              <p:cNvSpPr/>
              <p:nvPr/>
            </p:nvSpPr>
            <p:spPr>
              <a:xfrm>
                <a:off x="616068" y="4544472"/>
                <a:ext cx="524785" cy="44098"/>
              </a:xfrm>
            </p:spPr>
          </p:sp>
        </mc:Fallback>
      </mc:AlternateContent>
      <mc:AlternateContent xmlns:mc="http://schemas.openxmlformats.org/markup-compatibility/2006">
        <mc:Choice xmlns:p14="http://schemas.microsoft.com/office/powerpoint/2010/main" Requires="p14">
          <p:contentPart p14:bwMode="auto" r:id="rId63">
            <p14:nvContentPartPr>
              <p14:cNvPr id="1049104" name=""/>
              <p14:cNvContentPartPr/>
              <p14:nvPr/>
            </p14:nvContentPartPr>
            <p14:xfrm>
              <a:off x="701341" y="2959419"/>
              <a:ext cx="238833" cy="1512827"/>
            </p14:xfrm>
          </p:contentPart>
        </mc:Choice>
        <mc:Fallback>
          <p:sp>
            <p:nvSpPr>
              <p:cNvPr id="1049104" name=""/>
              <p:cNvSpPr/>
              <p:nvPr/>
            </p:nvSpPr>
            <p:spPr>
              <a:xfrm>
                <a:off x="701341" y="2959419"/>
                <a:ext cx="238833" cy="1512827"/>
              </a:xfrm>
            </p:spPr>
          </p:sp>
        </mc:Fallback>
      </mc:AlternateContent>
      <mc:AlternateContent xmlns:mc="http://schemas.openxmlformats.org/markup-compatibility/2006">
        <mc:Choice xmlns:p14="http://schemas.microsoft.com/office/powerpoint/2010/main" Requires="p14">
          <p:contentPart p14:bwMode="auto" r:id="rId64">
            <p14:nvContentPartPr>
              <p14:cNvPr id="1049105" name=""/>
              <p14:cNvContentPartPr/>
              <p14:nvPr/>
            </p14:nvContentPartPr>
            <p14:xfrm>
              <a:off x="697048" y="4363534"/>
              <a:ext cx="90536" cy="124123"/>
            </p14:xfrm>
          </p:contentPart>
        </mc:Choice>
        <mc:Fallback>
          <p:sp>
            <p:nvSpPr>
              <p:cNvPr id="1049105" name=""/>
              <p:cNvSpPr/>
              <p:nvPr/>
            </p:nvSpPr>
            <p:spPr>
              <a:xfrm>
                <a:off x="697048" y="4363534"/>
                <a:ext cx="90536" cy="124123"/>
              </a:xfrm>
            </p:spPr>
          </p:sp>
        </mc:Fallback>
      </mc:AlternateContent>
      <mc:AlternateContent xmlns:mc="http://schemas.openxmlformats.org/markup-compatibility/2006">
        <mc:Choice xmlns:p14="http://schemas.microsoft.com/office/powerpoint/2010/main" Requires="p14">
          <p:contentPart p14:bwMode="auto" r:id="rId65">
            <p14:nvContentPartPr>
              <p14:cNvPr id="1049106" name=""/>
              <p14:cNvContentPartPr/>
              <p14:nvPr/>
            </p14:nvContentPartPr>
            <p14:xfrm>
              <a:off x="772280" y="4356336"/>
              <a:ext cx="74791" cy="200307"/>
            </p14:xfrm>
          </p:contentPart>
        </mc:Choice>
        <mc:Fallback>
          <p:sp>
            <p:nvSpPr>
              <p:cNvPr id="1049106" name=""/>
              <p:cNvSpPr/>
              <p:nvPr/>
            </p:nvSpPr>
            <p:spPr>
              <a:xfrm>
                <a:off x="772280" y="4356336"/>
                <a:ext cx="74791" cy="200307"/>
              </a:xfrm>
            </p:spPr>
          </p:sp>
        </mc:Fallback>
      </mc:AlternateContent>
      <mc:AlternateContent xmlns:mc="http://schemas.openxmlformats.org/markup-compatibility/2006">
        <mc:Choice xmlns:p14="http://schemas.microsoft.com/office/powerpoint/2010/main" Requires="p14">
          <p:contentPart p14:bwMode="auto" r:id="rId66">
            <p14:nvContentPartPr>
              <p14:cNvPr id="1049107" name=""/>
              <p14:cNvContentPartPr/>
              <p14:nvPr/>
            </p14:nvContentPartPr>
            <p14:xfrm>
              <a:off x="231468" y="3537524"/>
              <a:ext cx="197303" cy="385749"/>
            </p14:xfrm>
          </p:contentPart>
        </mc:Choice>
        <mc:Fallback>
          <p:sp>
            <p:nvSpPr>
              <p:cNvPr id="1049107" name=""/>
              <p:cNvSpPr/>
              <p:nvPr/>
            </p:nvSpPr>
            <p:spPr>
              <a:xfrm>
                <a:off x="231468" y="3537524"/>
                <a:ext cx="197303" cy="385749"/>
              </a:xfrm>
            </p:spPr>
          </p:sp>
        </mc:Fallback>
      </mc:AlternateContent>
      <mc:AlternateContent xmlns:mc="http://schemas.openxmlformats.org/markup-compatibility/2006">
        <mc:Choice xmlns:p14="http://schemas.microsoft.com/office/powerpoint/2010/main" Requires="p14">
          <p:contentPart p14:bwMode="auto" r:id="rId67">
            <p14:nvContentPartPr>
              <p14:cNvPr id="1049108" name=""/>
              <p14:cNvContentPartPr/>
              <p14:nvPr/>
            </p14:nvContentPartPr>
            <p14:xfrm>
              <a:off x="239478" y="3530574"/>
              <a:ext cx="195760" cy="47116"/>
            </p14:xfrm>
          </p:contentPart>
        </mc:Choice>
        <mc:Fallback>
          <p:sp>
            <p:nvSpPr>
              <p:cNvPr id="1049108" name=""/>
              <p:cNvSpPr/>
              <p:nvPr/>
            </p:nvSpPr>
            <p:spPr>
              <a:xfrm>
                <a:off x="239478" y="3530574"/>
                <a:ext cx="195760" cy="47116"/>
              </a:xfrm>
            </p:spPr>
          </p:sp>
        </mc:Fallback>
      </mc:AlternateContent>
      <mc:AlternateContent xmlns:mc="http://schemas.openxmlformats.org/markup-compatibility/2006">
        <mc:Choice xmlns:p14="http://schemas.microsoft.com/office/powerpoint/2010/main" Requires="p14">
          <p:contentPart p14:bwMode="auto" r:id="rId68">
            <p14:nvContentPartPr>
              <p14:cNvPr id="1049109" name=""/>
              <p14:cNvContentPartPr/>
              <p14:nvPr/>
            </p14:nvContentPartPr>
            <p14:xfrm>
              <a:off x="256686" y="3666091"/>
              <a:ext cx="124269" cy="23877"/>
            </p14:xfrm>
          </p:contentPart>
        </mc:Choice>
        <mc:Fallback>
          <p:sp>
            <p:nvSpPr>
              <p:cNvPr id="1049109" name=""/>
              <p:cNvSpPr/>
              <p:nvPr/>
            </p:nvSpPr>
            <p:spPr>
              <a:xfrm>
                <a:off x="256686" y="3666091"/>
                <a:ext cx="124269" cy="23877"/>
              </a:xfrm>
            </p:spPr>
          </p:sp>
        </mc:Fallback>
      </mc:AlternateContent>
      <mc:AlternateContent xmlns:mc="http://schemas.openxmlformats.org/markup-compatibility/2006">
        <mc:Choice xmlns:p14="http://schemas.microsoft.com/office/powerpoint/2010/main" Requires="p14">
          <p:contentPart p14:bwMode="auto" r:id="rId69">
            <p14:nvContentPartPr>
              <p14:cNvPr id="1049110" name=""/>
              <p14:cNvContentPartPr/>
              <p14:nvPr/>
            </p14:nvContentPartPr>
            <p14:xfrm>
              <a:off x="382441" y="3736928"/>
              <a:ext cx="148488" cy="382791"/>
            </p14:xfrm>
          </p:contentPart>
        </mc:Choice>
        <mc:Fallback>
          <p:sp>
            <p:nvSpPr>
              <p:cNvPr id="1049110" name=""/>
              <p:cNvSpPr/>
              <p:nvPr/>
            </p:nvSpPr>
            <p:spPr>
              <a:xfrm>
                <a:off x="382441" y="3736928"/>
                <a:ext cx="148488" cy="382791"/>
              </a:xfrm>
            </p:spPr>
          </p:sp>
        </mc:Fallback>
      </mc:AlternateContent>
      <mc:AlternateContent xmlns:mc="http://schemas.openxmlformats.org/markup-compatibility/2006">
        <mc:Choice xmlns:p14="http://schemas.microsoft.com/office/powerpoint/2010/main" Requires="p14">
          <p:contentPart p14:bwMode="auto" r:id="rId70">
            <p14:nvContentPartPr>
              <p14:cNvPr id="1049111" name=""/>
              <p14:cNvContentPartPr/>
              <p14:nvPr/>
            </p14:nvContentPartPr>
            <p14:xfrm>
              <a:off x="298145" y="4221812"/>
              <a:ext cx="616128" cy="1046787"/>
            </p14:xfrm>
          </p:contentPart>
        </mc:Choice>
        <mc:Fallback>
          <p:sp>
            <p:nvSpPr>
              <p:cNvPr id="1049111" name=""/>
              <p:cNvSpPr/>
              <p:nvPr/>
            </p:nvSpPr>
            <p:spPr>
              <a:xfrm>
                <a:off x="298145" y="4221812"/>
                <a:ext cx="616128" cy="1046787"/>
              </a:xfrm>
            </p:spPr>
          </p:sp>
        </mc:Fallback>
      </mc:AlternateContent>
      <mc:AlternateContent xmlns:mc="http://schemas.openxmlformats.org/markup-compatibility/2006">
        <mc:Choice xmlns:p14="http://schemas.microsoft.com/office/powerpoint/2010/main" Requires="p14">
          <p:contentPart p14:bwMode="auto" r:id="rId71">
            <p14:nvContentPartPr>
              <p14:cNvPr id="1049112" name=""/>
              <p14:cNvContentPartPr/>
              <p14:nvPr/>
            </p14:nvContentPartPr>
            <p14:xfrm>
              <a:off x="282278" y="4211139"/>
              <a:ext cx="91232" cy="109575"/>
            </p14:xfrm>
          </p:contentPart>
        </mc:Choice>
        <mc:Fallback>
          <p:sp>
            <p:nvSpPr>
              <p:cNvPr id="1049112" name=""/>
              <p:cNvSpPr/>
              <p:nvPr/>
            </p:nvSpPr>
            <p:spPr>
              <a:xfrm>
                <a:off x="282278" y="4211139"/>
                <a:ext cx="91232" cy="109575"/>
              </a:xfrm>
            </p:spPr>
          </p:sp>
        </mc:Fallback>
      </mc:AlternateContent>
      <mc:AlternateContent xmlns:mc="http://schemas.openxmlformats.org/markup-compatibility/2006">
        <mc:Choice xmlns:p14="http://schemas.microsoft.com/office/powerpoint/2010/main" Requires="p14">
          <p:contentPart p14:bwMode="auto" r:id="rId72">
            <p14:nvContentPartPr>
              <p14:cNvPr id="1049113" name=""/>
              <p14:cNvContentPartPr/>
              <p14:nvPr/>
            </p14:nvContentPartPr>
            <p14:xfrm>
              <a:off x="189176" y="4211139"/>
              <a:ext cx="107222" cy="224621"/>
            </p14:xfrm>
          </p:contentPart>
        </mc:Choice>
        <mc:Fallback>
          <p:sp>
            <p:nvSpPr>
              <p:cNvPr id="1049113" name=""/>
              <p:cNvSpPr/>
              <p:nvPr/>
            </p:nvSpPr>
            <p:spPr>
              <a:xfrm>
                <a:off x="189176" y="4211139"/>
                <a:ext cx="107222" cy="224621"/>
              </a:xfrm>
            </p:spPr>
          </p:sp>
        </mc:Fallback>
      </mc:AlternateContent>
      <mc:AlternateContent xmlns:mc="http://schemas.openxmlformats.org/markup-compatibility/2006">
        <mc:Choice xmlns:p14="http://schemas.microsoft.com/office/powerpoint/2010/main" Requires="p14">
          <p:contentPart p14:bwMode="auto" r:id="rId73">
            <p14:nvContentPartPr>
              <p14:cNvPr id="1049114" name=""/>
              <p14:cNvContentPartPr/>
              <p14:nvPr/>
            </p14:nvContentPartPr>
            <p14:xfrm>
              <a:off x="978369" y="5083786"/>
              <a:ext cx="883044" cy="779825"/>
            </p14:xfrm>
          </p:contentPart>
        </mc:Choice>
        <mc:Fallback>
          <p:sp>
            <p:nvSpPr>
              <p:cNvPr id="1049114" name=""/>
              <p:cNvSpPr/>
              <p:nvPr/>
            </p:nvSpPr>
            <p:spPr>
              <a:xfrm>
                <a:off x="978369" y="5083786"/>
                <a:ext cx="883044" cy="779825"/>
              </a:xfrm>
            </p:spPr>
          </p:sp>
        </mc:Fallback>
      </mc:AlternateContent>
      <mc:AlternateContent xmlns:mc="http://schemas.openxmlformats.org/markup-compatibility/2006">
        <mc:Choice xmlns:p14="http://schemas.microsoft.com/office/powerpoint/2010/main" Requires="p14">
          <p:contentPart p14:bwMode="auto" r:id="rId74">
            <p14:nvContentPartPr>
              <p14:cNvPr id="1049115" name=""/>
              <p14:cNvContentPartPr/>
              <p14:nvPr/>
            </p14:nvContentPartPr>
            <p14:xfrm>
              <a:off x="1695703" y="5239680"/>
              <a:ext cx="2529" cy="69854"/>
            </p14:xfrm>
          </p:contentPart>
        </mc:Choice>
        <mc:Fallback>
          <p:sp>
            <p:nvSpPr>
              <p:cNvPr id="1049115" name=""/>
              <p:cNvSpPr/>
              <p:nvPr/>
            </p:nvSpPr>
            <p:spPr>
              <a:xfrm>
                <a:off x="1695703" y="5239680"/>
                <a:ext cx="2529" cy="69854"/>
              </a:xfrm>
            </p:spPr>
          </p:sp>
        </mc:Fallback>
      </mc:AlternateContent>
      <mc:AlternateContent xmlns:mc="http://schemas.openxmlformats.org/markup-compatibility/2006">
        <mc:Choice xmlns:p14="http://schemas.microsoft.com/office/powerpoint/2010/main" Requires="p14">
          <p:contentPart p14:bwMode="auto" r:id="rId75">
            <p14:nvContentPartPr>
              <p14:cNvPr id="1049116" name=""/>
              <p14:cNvContentPartPr/>
              <p14:nvPr/>
            </p14:nvContentPartPr>
            <p14:xfrm>
              <a:off x="1966505" y="5164814"/>
              <a:ext cx="251124" cy="388721"/>
            </p14:xfrm>
          </p:contentPart>
        </mc:Choice>
        <mc:Fallback>
          <p:sp>
            <p:nvSpPr>
              <p:cNvPr id="1049116" name=""/>
              <p:cNvSpPr/>
              <p:nvPr/>
            </p:nvSpPr>
            <p:spPr>
              <a:xfrm>
                <a:off x="1966505" y="5164814"/>
                <a:ext cx="251124" cy="388721"/>
              </a:xfrm>
            </p:spPr>
          </p:sp>
        </mc:Fallback>
      </mc:AlternateContent>
      <mc:AlternateContent xmlns:mc="http://schemas.openxmlformats.org/markup-compatibility/2006">
        <mc:Choice xmlns:p14="http://schemas.microsoft.com/office/powerpoint/2010/main" Requires="p14">
          <p:contentPart p14:bwMode="auto" r:id="rId76">
            <p14:nvContentPartPr>
              <p14:cNvPr id="1049117" name=""/>
              <p14:cNvContentPartPr/>
              <p14:nvPr/>
            </p14:nvContentPartPr>
            <p14:xfrm>
              <a:off x="2342008" y="5157193"/>
              <a:ext cx="316579" cy="424229"/>
            </p14:xfrm>
          </p:contentPart>
        </mc:Choice>
        <mc:Fallback>
          <p:sp>
            <p:nvSpPr>
              <p:cNvPr id="1049117" name=""/>
              <p:cNvSpPr/>
              <p:nvPr/>
            </p:nvSpPr>
            <p:spPr>
              <a:xfrm>
                <a:off x="2342008" y="5157193"/>
                <a:ext cx="316579" cy="424229"/>
              </a:xfrm>
            </p:spPr>
          </p:sp>
        </mc:Fallback>
      </mc:AlternateContent>
      <mc:AlternateContent xmlns:mc="http://schemas.openxmlformats.org/markup-compatibility/2006">
        <mc:Choice xmlns:p14="http://schemas.microsoft.com/office/powerpoint/2010/main" Requires="p14">
          <p:contentPart p14:bwMode="auto" r:id="rId77">
            <p14:nvContentPartPr>
              <p14:cNvPr id="1049118" name=""/>
              <p14:cNvContentPartPr/>
              <p14:nvPr/>
            </p14:nvContentPartPr>
            <p14:xfrm>
              <a:off x="2540870" y="5247374"/>
              <a:ext cx="8523" cy="63111"/>
            </p14:xfrm>
          </p:contentPart>
        </mc:Choice>
        <mc:Fallback>
          <p:sp>
            <p:nvSpPr>
              <p:cNvPr id="1049118" name=""/>
              <p:cNvSpPr/>
              <p:nvPr/>
            </p:nvSpPr>
            <p:spPr>
              <a:xfrm>
                <a:off x="2540870" y="5247374"/>
                <a:ext cx="8523" cy="63111"/>
              </a:xfrm>
            </p:spPr>
          </p:sp>
        </mc:Fallback>
      </mc:AlternateContent>
      <mc:AlternateContent xmlns:mc="http://schemas.openxmlformats.org/markup-compatibility/2006">
        <mc:Choice xmlns:p14="http://schemas.microsoft.com/office/powerpoint/2010/main" Requires="p14">
          <p:contentPart p14:bwMode="auto" r:id="rId78">
            <p14:nvContentPartPr>
              <p14:cNvPr id="1049119" name=""/>
              <p14:cNvContentPartPr/>
              <p14:nvPr/>
            </p14:nvContentPartPr>
            <p14:xfrm>
              <a:off x="2624834" y="5407452"/>
              <a:ext cx="384589" cy="176169"/>
            </p14:xfrm>
          </p:contentPart>
        </mc:Choice>
        <mc:Fallback>
          <p:sp>
            <p:nvSpPr>
              <p:cNvPr id="1049119" name=""/>
              <p:cNvSpPr/>
              <p:nvPr/>
            </p:nvSpPr>
            <p:spPr>
              <a:xfrm>
                <a:off x="2624834" y="5407452"/>
                <a:ext cx="384589" cy="176169"/>
              </a:xfrm>
            </p:spPr>
          </p:sp>
        </mc:Fallback>
      </mc:AlternateContent>
      <mc:AlternateContent xmlns:mc="http://schemas.openxmlformats.org/markup-compatibility/2006">
        <mc:Choice xmlns:p14="http://schemas.microsoft.com/office/powerpoint/2010/main" Requires="p14">
          <p:contentPart p14:bwMode="auto" r:id="rId79">
            <p14:nvContentPartPr>
              <p14:cNvPr id="1049120" name=""/>
              <p14:cNvContentPartPr/>
              <p14:nvPr/>
            </p14:nvContentPartPr>
            <p14:xfrm>
              <a:off x="3031077" y="5382286"/>
              <a:ext cx="269586" cy="285291"/>
            </p14:xfrm>
          </p:contentPart>
        </mc:Choice>
        <mc:Fallback>
          <p:sp>
            <p:nvSpPr>
              <p:cNvPr id="1049120" name=""/>
              <p:cNvSpPr/>
              <p:nvPr/>
            </p:nvSpPr>
            <p:spPr>
              <a:xfrm>
                <a:off x="3031077" y="5382286"/>
                <a:ext cx="269586" cy="285291"/>
              </a:xfrm>
            </p:spPr>
          </p:sp>
        </mc:Fallback>
      </mc:AlternateContent>
      <mc:AlternateContent xmlns:mc="http://schemas.openxmlformats.org/markup-compatibility/2006">
        <mc:Choice xmlns:p14="http://schemas.microsoft.com/office/powerpoint/2010/main" Requires="p14">
          <p:contentPart p14:bwMode="auto" r:id="rId80">
            <p14:nvContentPartPr>
              <p14:cNvPr id="1049121" name=""/>
              <p14:cNvContentPartPr/>
              <p14:nvPr/>
            </p14:nvContentPartPr>
            <p14:xfrm>
              <a:off x="2833226" y="5239680"/>
              <a:ext cx="16655" cy="63258"/>
            </p14:xfrm>
          </p:contentPart>
        </mc:Choice>
        <mc:Fallback>
          <p:sp>
            <p:nvSpPr>
              <p:cNvPr id="1049121" name=""/>
              <p:cNvSpPr/>
              <p:nvPr/>
            </p:nvSpPr>
            <p:spPr>
              <a:xfrm>
                <a:off x="2833226" y="5239680"/>
                <a:ext cx="16655" cy="63258"/>
              </a:xfrm>
            </p:spPr>
          </p:sp>
        </mc:Fallback>
      </mc:AlternateContent>
      <mc:AlternateContent xmlns:mc="http://schemas.openxmlformats.org/markup-compatibility/2006">
        <mc:Choice xmlns:p14="http://schemas.microsoft.com/office/powerpoint/2010/main" Requires="p14">
          <p:contentPart p14:bwMode="auto" r:id="rId81">
            <p14:nvContentPartPr>
              <p14:cNvPr id="1049122" name=""/>
              <p14:cNvContentPartPr/>
              <p14:nvPr/>
            </p14:nvContentPartPr>
            <p14:xfrm>
              <a:off x="1048197" y="5616078"/>
              <a:ext cx="2266314" cy="102132"/>
            </p14:xfrm>
          </p:contentPart>
        </mc:Choice>
        <mc:Fallback>
          <p:sp>
            <p:nvSpPr>
              <p:cNvPr id="1049122" name=""/>
              <p:cNvSpPr/>
              <p:nvPr/>
            </p:nvSpPr>
            <p:spPr>
              <a:xfrm>
                <a:off x="1048197" y="5616078"/>
                <a:ext cx="2266314" cy="102132"/>
              </a:xfrm>
            </p:spPr>
          </p:sp>
        </mc:Fallback>
      </mc:AlternateContent>
      <mc:AlternateContent xmlns:mc="http://schemas.openxmlformats.org/markup-compatibility/2006">
        <mc:Choice xmlns:p14="http://schemas.microsoft.com/office/powerpoint/2010/main" Requires="p14">
          <p:contentPart p14:bwMode="auto" r:id="rId82">
            <p14:nvContentPartPr>
              <p14:cNvPr id="1049123" name=""/>
              <p14:cNvContentPartPr/>
              <p14:nvPr/>
            </p14:nvContentPartPr>
            <p14:xfrm>
              <a:off x="1347884" y="2921987"/>
              <a:ext cx="6571" cy="30703"/>
            </p14:xfrm>
          </p:contentPart>
        </mc:Choice>
        <mc:Fallback>
          <p:sp>
            <p:nvSpPr>
              <p:cNvPr id="1049123" name=""/>
              <p:cNvSpPr/>
              <p:nvPr/>
            </p:nvSpPr>
            <p:spPr>
              <a:xfrm>
                <a:off x="1347884" y="2921987"/>
                <a:ext cx="6571" cy="30703"/>
              </a:xfrm>
            </p:spPr>
          </p:sp>
        </mc:Fallback>
      </mc:AlternateContent>
      <mc:AlternateContent xmlns:mc="http://schemas.openxmlformats.org/markup-compatibility/2006">
        <mc:Choice xmlns:p14="http://schemas.microsoft.com/office/powerpoint/2010/main" Requires="p14">
          <p:contentPart p14:bwMode="auto" r:id="rId83">
            <p14:nvContentPartPr>
              <p14:cNvPr id="1049124" name=""/>
              <p14:cNvContentPartPr/>
              <p14:nvPr/>
            </p14:nvContentPartPr>
            <p14:xfrm>
              <a:off x="1317849" y="2909192"/>
              <a:ext cx="35989" cy="44068"/>
            </p14:xfrm>
          </p:contentPart>
        </mc:Choice>
        <mc:Fallback>
          <p:sp>
            <p:nvSpPr>
              <p:cNvPr id="1049124" name=""/>
              <p:cNvSpPr/>
              <p:nvPr/>
            </p:nvSpPr>
            <p:spPr>
              <a:xfrm>
                <a:off x="1317849" y="2909192"/>
                <a:ext cx="35989" cy="44068"/>
              </a:xfrm>
            </p:spPr>
          </p:sp>
        </mc:Fallback>
      </mc:AlternateContent>
      <mc:AlternateContent xmlns:mc="http://schemas.openxmlformats.org/markup-compatibility/2006">
        <mc:Choice xmlns:p14="http://schemas.microsoft.com/office/powerpoint/2010/main" Requires="p14">
          <p:contentPart p14:bwMode="auto" r:id="rId84">
            <p14:nvContentPartPr>
              <p14:cNvPr id="1049125" name=""/>
              <p14:cNvContentPartPr/>
              <p14:nvPr/>
            </p14:nvContentPartPr>
            <p14:xfrm>
              <a:off x="1259365" y="2892948"/>
              <a:ext cx="118433" cy="69082"/>
            </p14:xfrm>
          </p:contentPart>
        </mc:Choice>
        <mc:Fallback>
          <p:sp>
            <p:nvSpPr>
              <p:cNvPr id="1049125" name=""/>
              <p:cNvSpPr/>
              <p:nvPr/>
            </p:nvSpPr>
            <p:spPr>
              <a:xfrm>
                <a:off x="1259365" y="2892948"/>
                <a:ext cx="118433" cy="69082"/>
              </a:xfrm>
            </p:spPr>
          </p:sp>
        </mc:Fallback>
      </mc:AlternateContent>
      <mc:AlternateContent xmlns:mc="http://schemas.openxmlformats.org/markup-compatibility/2006">
        <mc:Choice xmlns:p14="http://schemas.microsoft.com/office/powerpoint/2010/main" Requires="p14">
          <p:contentPart p14:bwMode="auto" r:id="rId85">
            <p14:nvContentPartPr>
              <p14:cNvPr id="1049126" name=""/>
              <p14:cNvContentPartPr/>
              <p14:nvPr/>
            </p14:nvContentPartPr>
            <p14:xfrm>
              <a:off x="1301686" y="2878304"/>
              <a:ext cx="67819" cy="71629"/>
            </p14:xfrm>
          </p:contentPart>
        </mc:Choice>
        <mc:Fallback>
          <p:sp>
            <p:nvSpPr>
              <p:cNvPr id="1049126" name=""/>
              <p:cNvSpPr/>
              <p:nvPr/>
            </p:nvSpPr>
            <p:spPr>
              <a:xfrm>
                <a:off x="1301686" y="2878304"/>
                <a:ext cx="67819" cy="71629"/>
              </a:xfrm>
            </p:spPr>
          </p:sp>
        </mc:Fallback>
      </mc:AlternateContent>
      <mc:AlternateContent xmlns:mc="http://schemas.openxmlformats.org/markup-compatibility/2006">
        <mc:Choice xmlns:p14="http://schemas.microsoft.com/office/powerpoint/2010/main" Requires="p14">
          <p:contentPart p14:bwMode="auto" r:id="rId86">
            <p14:nvContentPartPr>
              <p14:cNvPr id="1049127" name=""/>
              <p14:cNvContentPartPr/>
              <p14:nvPr/>
            </p14:nvContentPartPr>
            <p14:xfrm>
              <a:off x="1269343" y="2885502"/>
              <a:ext cx="69762" cy="69337"/>
            </p14:xfrm>
          </p:contentPart>
        </mc:Choice>
        <mc:Fallback>
          <p:sp>
            <p:nvSpPr>
              <p:cNvPr id="1049127" name=""/>
              <p:cNvSpPr/>
              <p:nvPr/>
            </p:nvSpPr>
            <p:spPr>
              <a:xfrm>
                <a:off x="1269343" y="2885502"/>
                <a:ext cx="69762" cy="69337"/>
              </a:xfrm>
            </p:spPr>
          </p:sp>
        </mc:Fallback>
      </mc:AlternateContent>
      <mc:AlternateContent xmlns:mc="http://schemas.openxmlformats.org/markup-compatibility/2006">
        <mc:Choice xmlns:p14="http://schemas.microsoft.com/office/powerpoint/2010/main" Requires="p14">
          <p:contentPart p14:bwMode="auto" r:id="rId87">
            <p14:nvContentPartPr>
              <p14:cNvPr id="1049128" name=""/>
              <p14:cNvContentPartPr/>
              <p14:nvPr/>
            </p14:nvContentPartPr>
            <p14:xfrm>
              <a:off x="1290523" y="2899898"/>
              <a:ext cx="7059" cy="87118"/>
            </p14:xfrm>
          </p:contentPart>
        </mc:Choice>
        <mc:Fallback>
          <p:sp>
            <p:nvSpPr>
              <p:cNvPr id="1049128" name=""/>
              <p:cNvSpPr/>
              <p:nvPr/>
            </p:nvSpPr>
            <p:spPr>
              <a:xfrm>
                <a:off x="1290523" y="2899898"/>
                <a:ext cx="7059" cy="87118"/>
              </a:xfrm>
            </p:spPr>
          </p:sp>
        </mc:Fallback>
      </mc:AlternateContent>
      <mc:AlternateContent xmlns:mc="http://schemas.openxmlformats.org/markup-compatibility/2006">
        <mc:Choice xmlns:p14="http://schemas.microsoft.com/office/powerpoint/2010/main" Requires="p14">
          <p:contentPart p14:bwMode="auto" r:id="rId88">
            <p14:nvContentPartPr>
              <p14:cNvPr id="1049129" name=""/>
              <p14:cNvContentPartPr/>
              <p14:nvPr/>
            </p14:nvContentPartPr>
            <p14:xfrm>
              <a:off x="4737967" y="3008609"/>
              <a:ext cx="99721" cy="47406"/>
            </p14:xfrm>
          </p:contentPart>
        </mc:Choice>
        <mc:Fallback>
          <p:sp>
            <p:nvSpPr>
              <p:cNvPr id="1049129" name=""/>
              <p:cNvSpPr/>
              <p:nvPr/>
            </p:nvSpPr>
            <p:spPr>
              <a:xfrm>
                <a:off x="4737967" y="3008609"/>
                <a:ext cx="99721" cy="47406"/>
              </a:xfrm>
            </p:spPr>
          </p:sp>
        </mc:Fallback>
      </mc:AlternateContent>
      <mc:AlternateContent xmlns:mc="http://schemas.openxmlformats.org/markup-compatibility/2006">
        <mc:Choice xmlns:p14="http://schemas.microsoft.com/office/powerpoint/2010/main" Requires="p14">
          <p:contentPart p14:bwMode="auto" r:id="rId89">
            <p14:nvContentPartPr>
              <p14:cNvPr id="1049130" name=""/>
              <p14:cNvContentPartPr/>
              <p14:nvPr/>
            </p14:nvContentPartPr>
            <p14:xfrm>
              <a:off x="4737967" y="2972372"/>
              <a:ext cx="81109" cy="97092"/>
            </p14:xfrm>
          </p:contentPart>
        </mc:Choice>
        <mc:Fallback>
          <p:sp>
            <p:nvSpPr>
              <p:cNvPr id="1049130" name=""/>
              <p:cNvSpPr/>
              <p:nvPr/>
            </p:nvSpPr>
            <p:spPr>
              <a:xfrm>
                <a:off x="4737967" y="2972372"/>
                <a:ext cx="81109" cy="97092"/>
              </a:xfrm>
            </p:spPr>
          </p:sp>
        </mc:Fallback>
      </mc:AlternateContent>
      <mc:AlternateContent xmlns:mc="http://schemas.openxmlformats.org/markup-compatibility/2006">
        <mc:Choice xmlns:p14="http://schemas.microsoft.com/office/powerpoint/2010/main" Requires="p14">
          <p:contentPart p14:bwMode="auto" r:id="rId90">
            <p14:nvContentPartPr>
              <p14:cNvPr id="1049131" name=""/>
              <p14:cNvContentPartPr/>
              <p14:nvPr/>
            </p14:nvContentPartPr>
            <p14:xfrm>
              <a:off x="4794887" y="3015807"/>
              <a:ext cx="21621" cy="36237"/>
            </p14:xfrm>
          </p:contentPart>
        </mc:Choice>
        <mc:Fallback>
          <p:sp>
            <p:nvSpPr>
              <p:cNvPr id="1049131" name=""/>
              <p:cNvSpPr/>
              <p:nvPr/>
            </p:nvSpPr>
            <p:spPr>
              <a:xfrm>
                <a:off x="4794887" y="3015807"/>
                <a:ext cx="21621" cy="36237"/>
              </a:xfrm>
            </p:spPr>
          </p:sp>
        </mc:Fallback>
      </mc:AlternateContent>
      <mc:AlternateContent xmlns:mc="http://schemas.openxmlformats.org/markup-compatibility/2006">
        <mc:Choice xmlns:p14="http://schemas.microsoft.com/office/powerpoint/2010/main" Requires="p14">
          <p:contentPart p14:bwMode="auto" r:id="rId91">
            <p14:nvContentPartPr>
              <p14:cNvPr id="1049132" name=""/>
              <p14:cNvContentPartPr/>
              <p14:nvPr/>
            </p14:nvContentPartPr>
            <p14:xfrm>
              <a:off x="1397745" y="3082479"/>
              <a:ext cx="678624" cy="27442"/>
            </p14:xfrm>
          </p:contentPart>
        </mc:Choice>
        <mc:Fallback>
          <p:sp>
            <p:nvSpPr>
              <p:cNvPr id="1049132" name=""/>
              <p:cNvSpPr/>
              <p:nvPr/>
            </p:nvSpPr>
            <p:spPr>
              <a:xfrm>
                <a:off x="1397745" y="3082479"/>
                <a:ext cx="678624" cy="27442"/>
              </a:xfrm>
            </p:spPr>
          </p:sp>
        </mc:Fallback>
      </mc:AlternateContent>
      <mc:AlternateContent xmlns:mc="http://schemas.openxmlformats.org/markup-compatibility/2006">
        <mc:Choice xmlns:p14="http://schemas.microsoft.com/office/powerpoint/2010/main" Requires="p14">
          <p:contentPart p14:bwMode="auto" r:id="rId92">
            <p14:nvContentPartPr>
              <p14:cNvPr id="1049133" name=""/>
              <p14:cNvContentPartPr/>
              <p14:nvPr/>
            </p14:nvContentPartPr>
            <p14:xfrm>
              <a:off x="1998720" y="3037649"/>
              <a:ext cx="147059" cy="134276"/>
            </p14:xfrm>
          </p:contentPart>
        </mc:Choice>
        <mc:Fallback>
          <p:sp>
            <p:nvSpPr>
              <p:cNvPr id="1049133" name=""/>
              <p:cNvSpPr/>
              <p:nvPr/>
            </p:nvSpPr>
            <p:spPr>
              <a:xfrm>
                <a:off x="1998720" y="3037649"/>
                <a:ext cx="147059" cy="134276"/>
              </a:xfrm>
            </p:spPr>
          </p:sp>
        </mc:Fallback>
      </mc:AlternateContent>
      <mc:AlternateContent xmlns:mc="http://schemas.openxmlformats.org/markup-compatibility/2006">
        <mc:Choice xmlns:p14="http://schemas.microsoft.com/office/powerpoint/2010/main" Requires="p14">
          <p:contentPart p14:bwMode="auto" r:id="rId93">
            <p14:nvContentPartPr>
              <p14:cNvPr id="1049134" name=""/>
              <p14:cNvContentPartPr/>
              <p14:nvPr/>
            </p14:nvContentPartPr>
            <p14:xfrm>
              <a:off x="1369146" y="3023501"/>
              <a:ext cx="121701" cy="126582"/>
            </p14:xfrm>
          </p:contentPart>
        </mc:Choice>
        <mc:Fallback>
          <p:sp>
            <p:nvSpPr>
              <p:cNvPr id="1049134" name=""/>
              <p:cNvSpPr/>
              <p:nvPr/>
            </p:nvSpPr>
            <p:spPr>
              <a:xfrm>
                <a:off x="1369146" y="3023501"/>
                <a:ext cx="121701" cy="126582"/>
              </a:xfrm>
            </p:spPr>
          </p:sp>
        </mc:Fallback>
      </mc:AlternateContent>
      <mc:AlternateContent xmlns:mc="http://schemas.openxmlformats.org/markup-compatibility/2006">
        <mc:Choice xmlns:p14="http://schemas.microsoft.com/office/powerpoint/2010/main" Requires="p14">
          <p:contentPart p14:bwMode="auto" r:id="rId94">
            <p14:nvContentPartPr>
              <p14:cNvPr id="1049135" name=""/>
              <p14:cNvContentPartPr/>
              <p14:nvPr/>
            </p14:nvContentPartPr>
            <p14:xfrm>
              <a:off x="1684113" y="3120322"/>
              <a:ext cx="147464" cy="424819"/>
            </p14:xfrm>
          </p:contentPart>
        </mc:Choice>
        <mc:Fallback>
          <p:sp>
            <p:nvSpPr>
              <p:cNvPr id="1049135" name=""/>
              <p:cNvSpPr/>
              <p:nvPr/>
            </p:nvSpPr>
            <p:spPr>
              <a:xfrm>
                <a:off x="1684113" y="3120322"/>
                <a:ext cx="147464" cy="424819"/>
              </a:xfrm>
            </p:spPr>
          </p:sp>
        </mc:Fallback>
      </mc:AlternateContent>
      <mc:AlternateContent xmlns:mc="http://schemas.openxmlformats.org/markup-compatibility/2006">
        <mc:Choice xmlns:p14="http://schemas.microsoft.com/office/powerpoint/2010/main" Requires="p14">
          <p:contentPart p14:bwMode="auto" r:id="rId95">
            <p14:nvContentPartPr>
              <p14:cNvPr id="1049136" name=""/>
              <p14:cNvContentPartPr/>
              <p14:nvPr/>
            </p14:nvContentPartPr>
            <p14:xfrm>
              <a:off x="6916948" y="3088530"/>
              <a:ext cx="142830" cy="493081"/>
            </p14:xfrm>
          </p:contentPart>
        </mc:Choice>
        <mc:Fallback>
          <p:sp>
            <p:nvSpPr>
              <p:cNvPr id="1049136" name=""/>
              <p:cNvSpPr/>
              <p:nvPr/>
            </p:nvSpPr>
            <p:spPr>
              <a:xfrm>
                <a:off x="6916948" y="3088530"/>
                <a:ext cx="142830" cy="493081"/>
              </a:xfrm>
            </p:spPr>
          </p:sp>
        </mc:Fallback>
      </mc:AlternateContent>
      <mc:AlternateContent xmlns:mc="http://schemas.openxmlformats.org/markup-compatibility/2006">
        <mc:Choice xmlns:p14="http://schemas.microsoft.com/office/powerpoint/2010/main" Requires="p14">
          <p:contentPart p14:bwMode="auto" r:id="rId96">
            <p14:nvContentPartPr>
              <p14:cNvPr id="1049137" name=""/>
              <p14:cNvContentPartPr/>
              <p14:nvPr/>
            </p14:nvContentPartPr>
            <p14:xfrm>
              <a:off x="8718300" y="1423270"/>
              <a:ext cx="251084" cy="342807"/>
            </p14:xfrm>
          </p:contentPart>
        </mc:Choice>
        <mc:Fallback>
          <p:sp>
            <p:nvSpPr>
              <p:cNvPr id="1049137" name=""/>
              <p:cNvSpPr/>
              <p:nvPr/>
            </p:nvSpPr>
            <p:spPr>
              <a:xfrm>
                <a:off x="8718300" y="1423270"/>
                <a:ext cx="251084" cy="342807"/>
              </a:xfrm>
            </p:spPr>
          </p:sp>
        </mc:Fallback>
      </mc:AlternateContent>
      <mc:AlternateContent xmlns:mc="http://schemas.openxmlformats.org/markup-compatibility/2006">
        <mc:Choice xmlns:p14="http://schemas.microsoft.com/office/powerpoint/2010/main" Requires="p14">
          <p:contentPart p14:bwMode="auto" r:id="rId97">
            <p14:nvContentPartPr>
              <p14:cNvPr id="1049138" name=""/>
              <p14:cNvContentPartPr/>
              <p14:nvPr/>
            </p14:nvContentPartPr>
            <p14:xfrm>
              <a:off x="8982299" y="1578836"/>
              <a:ext cx="107591" cy="177818"/>
            </p14:xfrm>
          </p:contentPart>
        </mc:Choice>
        <mc:Fallback>
          <p:sp>
            <p:nvSpPr>
              <p:cNvPr id="1049138" name=""/>
              <p:cNvSpPr/>
              <p:nvPr/>
            </p:nvSpPr>
            <p:spPr>
              <a:xfrm>
                <a:off x="8982299" y="1578836"/>
                <a:ext cx="107591" cy="177818"/>
              </a:xfrm>
            </p:spPr>
          </p:sp>
        </mc:Fallback>
      </mc:AlternateContent>
      <mc:AlternateContent xmlns:mc="http://schemas.openxmlformats.org/markup-compatibility/2006">
        <mc:Choice xmlns:p14="http://schemas.microsoft.com/office/powerpoint/2010/main" Requires="p14">
          <p:contentPart p14:bwMode="auto" r:id="rId98">
            <p14:nvContentPartPr>
              <p14:cNvPr id="1049139" name=""/>
              <p14:cNvContentPartPr/>
              <p14:nvPr/>
            </p14:nvContentPartPr>
            <p14:xfrm>
              <a:off x="9137566" y="1625142"/>
              <a:ext cx="284654" cy="126688"/>
            </p14:xfrm>
          </p:contentPart>
        </mc:Choice>
        <mc:Fallback>
          <p:sp>
            <p:nvSpPr>
              <p:cNvPr id="1049139" name=""/>
              <p:cNvSpPr/>
              <p:nvPr/>
            </p:nvSpPr>
            <p:spPr>
              <a:xfrm>
                <a:off x="9137566" y="1625142"/>
                <a:ext cx="284654" cy="126688"/>
              </a:xfrm>
            </p:spPr>
          </p:sp>
        </mc:Fallback>
      </mc:AlternateContent>
      <mc:AlternateContent xmlns:mc="http://schemas.openxmlformats.org/markup-compatibility/2006">
        <mc:Choice xmlns:p14="http://schemas.microsoft.com/office/powerpoint/2010/main" Requires="p14">
          <p:contentPart p14:bwMode="auto" r:id="rId99">
            <p14:nvContentPartPr>
              <p14:cNvPr id="1049140" name=""/>
              <p14:cNvContentPartPr/>
              <p14:nvPr/>
            </p14:nvContentPartPr>
            <p14:xfrm>
              <a:off x="9307062" y="1480193"/>
              <a:ext cx="14995" cy="74575"/>
            </p14:xfrm>
          </p:contentPart>
        </mc:Choice>
        <mc:Fallback>
          <p:sp>
            <p:nvSpPr>
              <p:cNvPr id="1049140" name=""/>
              <p:cNvSpPr/>
              <p:nvPr/>
            </p:nvSpPr>
            <p:spPr>
              <a:xfrm>
                <a:off x="9307062" y="1480193"/>
                <a:ext cx="14995" cy="74575"/>
              </a:xfrm>
            </p:spPr>
          </p:sp>
        </mc:Fallback>
      </mc:AlternateContent>
      <mc:AlternateContent xmlns:mc="http://schemas.openxmlformats.org/markup-compatibility/2006">
        <mc:Choice xmlns:p14="http://schemas.microsoft.com/office/powerpoint/2010/main" Requires="p14">
          <p:contentPart p14:bwMode="auto" r:id="rId100">
            <p14:nvContentPartPr>
              <p14:cNvPr id="1049141" name=""/>
              <p14:cNvContentPartPr/>
              <p14:nvPr/>
            </p14:nvContentPartPr>
            <p14:xfrm>
              <a:off x="9450126" y="1386373"/>
              <a:ext cx="29014" cy="371069"/>
            </p14:xfrm>
          </p:contentPart>
        </mc:Choice>
        <mc:Fallback>
          <p:sp>
            <p:nvSpPr>
              <p:cNvPr id="1049141" name=""/>
              <p:cNvSpPr/>
              <p:nvPr/>
            </p:nvSpPr>
            <p:spPr>
              <a:xfrm>
                <a:off x="9450126" y="1386373"/>
                <a:ext cx="29014" cy="371069"/>
              </a:xfrm>
            </p:spPr>
          </p:sp>
        </mc:Fallback>
      </mc:AlternateContent>
      <mc:AlternateContent xmlns:mc="http://schemas.openxmlformats.org/markup-compatibility/2006">
        <mc:Choice xmlns:p14="http://schemas.microsoft.com/office/powerpoint/2010/main" Requires="p14">
          <p:contentPart p14:bwMode="auto" r:id="rId101">
            <p14:nvContentPartPr>
              <p14:cNvPr id="1049142" name=""/>
              <p14:cNvContentPartPr/>
              <p14:nvPr/>
            </p14:nvContentPartPr>
            <p14:xfrm>
              <a:off x="9540180" y="1429560"/>
              <a:ext cx="19746" cy="332198"/>
            </p14:xfrm>
          </p:contentPart>
        </mc:Choice>
        <mc:Fallback>
          <p:sp>
            <p:nvSpPr>
              <p:cNvPr id="1049142" name=""/>
              <p:cNvSpPr/>
              <p:nvPr/>
            </p:nvSpPr>
            <p:spPr>
              <a:xfrm>
                <a:off x="9540180" y="1429560"/>
                <a:ext cx="19746" cy="332198"/>
              </a:xfrm>
            </p:spPr>
          </p:sp>
        </mc:Fallback>
      </mc:AlternateContent>
      <mc:AlternateContent xmlns:mc="http://schemas.openxmlformats.org/markup-compatibility/2006">
        <mc:Choice xmlns:p14="http://schemas.microsoft.com/office/powerpoint/2010/main" Requires="p14">
          <p:contentPart p14:bwMode="auto" r:id="rId102">
            <p14:nvContentPartPr>
              <p14:cNvPr id="1049143" name=""/>
              <p14:cNvContentPartPr/>
              <p14:nvPr/>
            </p14:nvContentPartPr>
            <p14:xfrm>
              <a:off x="9611047" y="1632340"/>
              <a:ext cx="218318" cy="112551"/>
            </p14:xfrm>
          </p:contentPart>
        </mc:Choice>
        <mc:Fallback>
          <p:sp>
            <p:nvSpPr>
              <p:cNvPr id="1049143" name=""/>
              <p:cNvSpPr/>
              <p:nvPr/>
            </p:nvSpPr>
            <p:spPr>
              <a:xfrm>
                <a:off x="9611047" y="1632340"/>
                <a:ext cx="218318" cy="112551"/>
              </a:xfrm>
            </p:spPr>
          </p:sp>
        </mc:Fallback>
      </mc:AlternateContent>
      <mc:AlternateContent xmlns:mc="http://schemas.openxmlformats.org/markup-compatibility/2006">
        <mc:Choice xmlns:p14="http://schemas.microsoft.com/office/powerpoint/2010/main" Requires="p14">
          <p:contentPart p14:bwMode="auto" r:id="rId103">
            <p14:nvContentPartPr>
              <p14:cNvPr id="1049144" name=""/>
              <p14:cNvContentPartPr/>
              <p14:nvPr/>
            </p14:nvContentPartPr>
            <p14:xfrm>
              <a:off x="9823040" y="1342690"/>
              <a:ext cx="37980" cy="422600"/>
            </p14:xfrm>
          </p:contentPart>
        </mc:Choice>
        <mc:Fallback>
          <p:sp>
            <p:nvSpPr>
              <p:cNvPr id="1049144" name=""/>
              <p:cNvSpPr/>
              <p:nvPr/>
            </p:nvSpPr>
            <p:spPr>
              <a:xfrm>
                <a:off x="9823040" y="1342690"/>
                <a:ext cx="37980" cy="422600"/>
              </a:xfrm>
            </p:spPr>
          </p:sp>
        </mc:Fallback>
      </mc:AlternateContent>
      <mc:AlternateContent xmlns:mc="http://schemas.openxmlformats.org/markup-compatibility/2006">
        <mc:Choice xmlns:p14="http://schemas.microsoft.com/office/powerpoint/2010/main" Requires="p14">
          <p:contentPart p14:bwMode="auto" r:id="rId104">
            <p14:nvContentPartPr>
              <p14:cNvPr id="1049145" name=""/>
              <p14:cNvContentPartPr/>
              <p14:nvPr/>
            </p14:nvContentPartPr>
            <p14:xfrm>
              <a:off x="9815369" y="1517048"/>
              <a:ext cx="161866" cy="35867"/>
            </p14:xfrm>
          </p:contentPart>
        </mc:Choice>
        <mc:Fallback>
          <p:sp>
            <p:nvSpPr>
              <p:cNvPr id="1049145" name=""/>
              <p:cNvSpPr/>
              <p:nvPr/>
            </p:nvSpPr>
            <p:spPr>
              <a:xfrm>
                <a:off x="9815369" y="1517048"/>
                <a:ext cx="161866" cy="35867"/>
              </a:xfrm>
            </p:spPr>
          </p:sp>
        </mc:Fallback>
      </mc:AlternateContent>
      <mc:AlternateContent xmlns:mc="http://schemas.openxmlformats.org/markup-compatibility/2006">
        <mc:Choice xmlns:p14="http://schemas.microsoft.com/office/powerpoint/2010/main" Requires="p14">
          <p:contentPart p14:bwMode="auto" r:id="rId105">
            <p14:nvContentPartPr>
              <p14:cNvPr id="1049146" name=""/>
              <p14:cNvContentPartPr/>
              <p14:nvPr/>
            </p14:nvContentPartPr>
            <p14:xfrm>
              <a:off x="9891771" y="1605320"/>
              <a:ext cx="603114" cy="155123"/>
            </p14:xfrm>
          </p:contentPart>
        </mc:Choice>
        <mc:Fallback>
          <p:sp>
            <p:nvSpPr>
              <p:cNvPr id="1049146" name=""/>
              <p:cNvSpPr/>
              <p:nvPr/>
            </p:nvSpPr>
            <p:spPr>
              <a:xfrm>
                <a:off x="9891771" y="1605320"/>
                <a:ext cx="603114" cy="155123"/>
              </a:xfrm>
            </p:spPr>
          </p:sp>
        </mc:Fallback>
      </mc:AlternateContent>
      <mc:AlternateContent xmlns:mc="http://schemas.openxmlformats.org/markup-compatibility/2006">
        <mc:Choice xmlns:p14="http://schemas.microsoft.com/office/powerpoint/2010/main" Requires="p14">
          <p:contentPart p14:bwMode="auto" r:id="rId106">
            <p14:nvContentPartPr>
              <p14:cNvPr id="1049147" name=""/>
              <p14:cNvContentPartPr/>
              <p14:nvPr/>
            </p14:nvContentPartPr>
            <p14:xfrm>
              <a:off x="8924496" y="1878554"/>
              <a:ext cx="1486317" cy="26896"/>
            </p14:xfrm>
          </p:contentPart>
        </mc:Choice>
        <mc:Fallback>
          <p:sp>
            <p:nvSpPr>
              <p:cNvPr id="1049147" name=""/>
              <p:cNvSpPr/>
              <p:nvPr/>
            </p:nvSpPr>
            <p:spPr>
              <a:xfrm>
                <a:off x="8924496" y="1878554"/>
                <a:ext cx="1486317" cy="26896"/>
              </a:xfrm>
            </p:spPr>
          </p:sp>
        </mc:Fallback>
      </mc:AlternateContent>
      <mc:AlternateContent xmlns:mc="http://schemas.openxmlformats.org/markup-compatibility/2006">
        <mc:Choice xmlns:p14="http://schemas.microsoft.com/office/powerpoint/2010/main" Requires="p14">
          <p:contentPart p14:bwMode="auto" r:id="rId107">
            <p14:nvContentPartPr>
              <p14:cNvPr id="1049148" name=""/>
              <p14:cNvContentPartPr/>
              <p14:nvPr/>
            </p14:nvContentPartPr>
            <p14:xfrm>
              <a:off x="8962760" y="2182848"/>
              <a:ext cx="252344" cy="240622"/>
            </p14:xfrm>
          </p:contentPart>
        </mc:Choice>
        <mc:Fallback>
          <p:sp>
            <p:nvSpPr>
              <p:cNvPr id="1049148" name=""/>
              <p:cNvSpPr/>
              <p:nvPr/>
            </p:nvSpPr>
            <p:spPr>
              <a:xfrm>
                <a:off x="8962760" y="2182848"/>
                <a:ext cx="252344" cy="240622"/>
              </a:xfrm>
            </p:spPr>
          </p:sp>
        </mc:Fallback>
      </mc:AlternateContent>
      <mc:AlternateContent xmlns:mc="http://schemas.openxmlformats.org/markup-compatibility/2006">
        <mc:Choice xmlns:p14="http://schemas.microsoft.com/office/powerpoint/2010/main" Requires="p14">
          <p:contentPart p14:bwMode="auto" r:id="rId108">
            <p14:nvContentPartPr>
              <p14:cNvPr id="1049149" name=""/>
              <p14:cNvContentPartPr/>
              <p14:nvPr/>
            </p14:nvContentPartPr>
            <p14:xfrm>
              <a:off x="9221895" y="2455343"/>
              <a:ext cx="47537" cy="48990"/>
            </p14:xfrm>
          </p:contentPart>
        </mc:Choice>
        <mc:Fallback>
          <p:sp>
            <p:nvSpPr>
              <p:cNvPr id="1049149" name=""/>
              <p:cNvSpPr/>
              <p:nvPr/>
            </p:nvSpPr>
            <p:spPr>
              <a:xfrm>
                <a:off x="9221895" y="2455343"/>
                <a:ext cx="47537" cy="48990"/>
              </a:xfrm>
            </p:spPr>
          </p:sp>
        </mc:Fallback>
      </mc:AlternateContent>
      <mc:AlternateContent xmlns:mc="http://schemas.openxmlformats.org/markup-compatibility/2006">
        <mc:Choice xmlns:p14="http://schemas.microsoft.com/office/powerpoint/2010/main" Requires="p14">
          <p:contentPart p14:bwMode="auto" r:id="rId109">
            <p14:nvContentPartPr>
              <p14:cNvPr id="1049150" name=""/>
              <p14:cNvContentPartPr/>
              <p14:nvPr/>
            </p14:nvContentPartPr>
            <p14:xfrm>
              <a:off x="9350738" y="2349390"/>
              <a:ext cx="103900" cy="9726"/>
            </p14:xfrm>
          </p:contentPart>
        </mc:Choice>
        <mc:Fallback>
          <p:sp>
            <p:nvSpPr>
              <p:cNvPr id="1049150" name=""/>
              <p:cNvSpPr/>
              <p:nvPr/>
            </p:nvSpPr>
            <p:spPr>
              <a:xfrm>
                <a:off x="9350738" y="2349390"/>
                <a:ext cx="103900" cy="9726"/>
              </a:xfrm>
            </p:spPr>
          </p:sp>
        </mc:Fallback>
      </mc:AlternateContent>
      <mc:AlternateContent xmlns:mc="http://schemas.openxmlformats.org/markup-compatibility/2006">
        <mc:Choice xmlns:p14="http://schemas.microsoft.com/office/powerpoint/2010/main" Requires="p14">
          <p:contentPart p14:bwMode="auto" r:id="rId110">
            <p14:nvContentPartPr>
              <p14:cNvPr id="1049151" name=""/>
              <p14:cNvContentPartPr/>
              <p14:nvPr/>
            </p14:nvContentPartPr>
            <p14:xfrm>
              <a:off x="9336177" y="2422112"/>
              <a:ext cx="108111" cy="3490"/>
            </p14:xfrm>
          </p:contentPart>
        </mc:Choice>
        <mc:Fallback>
          <p:sp>
            <p:nvSpPr>
              <p:cNvPr id="1049151" name=""/>
              <p:cNvSpPr/>
              <p:nvPr/>
            </p:nvSpPr>
            <p:spPr>
              <a:xfrm>
                <a:off x="9336177" y="2422112"/>
                <a:ext cx="108111" cy="3490"/>
              </a:xfrm>
            </p:spPr>
          </p:sp>
        </mc:Fallback>
      </mc:AlternateContent>
      <mc:AlternateContent xmlns:mc="http://schemas.openxmlformats.org/markup-compatibility/2006">
        <mc:Choice xmlns:p14="http://schemas.microsoft.com/office/powerpoint/2010/main" Requires="p14">
          <p:contentPart p14:bwMode="auto" r:id="rId111">
            <p14:nvContentPartPr>
              <p14:cNvPr id="1049152" name=""/>
              <p14:cNvContentPartPr/>
              <p14:nvPr/>
            </p14:nvContentPartPr>
            <p14:xfrm>
              <a:off x="9650785" y="2051069"/>
              <a:ext cx="197813" cy="308063"/>
            </p14:xfrm>
          </p:contentPart>
        </mc:Choice>
        <mc:Fallback>
          <p:sp>
            <p:nvSpPr>
              <p:cNvPr id="1049152" name=""/>
              <p:cNvSpPr/>
              <p:nvPr/>
            </p:nvSpPr>
            <p:spPr>
              <a:xfrm>
                <a:off x="9650785" y="2051069"/>
                <a:ext cx="197813" cy="308063"/>
              </a:xfrm>
            </p:spPr>
          </p:sp>
        </mc:Fallback>
      </mc:AlternateContent>
      <mc:AlternateContent xmlns:mc="http://schemas.openxmlformats.org/markup-compatibility/2006">
        <mc:Choice xmlns:p14="http://schemas.microsoft.com/office/powerpoint/2010/main" Requires="p14">
          <p:contentPart p14:bwMode="auto" r:id="rId112">
            <p14:nvContentPartPr>
              <p14:cNvPr id="1049153" name=""/>
              <p14:cNvContentPartPr/>
              <p14:nvPr/>
            </p14:nvContentPartPr>
            <p14:xfrm>
              <a:off x="9551063" y="2429062"/>
              <a:ext cx="467362" cy="5406"/>
            </p14:xfrm>
          </p:contentPart>
        </mc:Choice>
        <mc:Fallback>
          <p:sp>
            <p:nvSpPr>
              <p:cNvPr id="1049153" name=""/>
              <p:cNvSpPr/>
              <p:nvPr/>
            </p:nvSpPr>
            <p:spPr>
              <a:xfrm>
                <a:off x="9551063" y="2429062"/>
                <a:ext cx="467362" cy="5406"/>
              </a:xfrm>
            </p:spPr>
          </p:sp>
        </mc:Fallback>
      </mc:AlternateContent>
      <mc:AlternateContent xmlns:mc="http://schemas.openxmlformats.org/markup-compatibility/2006">
        <mc:Choice xmlns:p14="http://schemas.microsoft.com/office/powerpoint/2010/main" Requires="p14">
          <p:contentPart p14:bwMode="auto" r:id="rId113">
            <p14:nvContentPartPr>
              <p14:cNvPr id="1049154" name=""/>
              <p14:cNvContentPartPr/>
              <p14:nvPr/>
            </p14:nvContentPartPr>
            <p14:xfrm>
              <a:off x="5646048" y="284861"/>
              <a:ext cx="196036" cy="259858"/>
            </p14:xfrm>
          </p:contentPart>
        </mc:Choice>
        <mc:Fallback>
          <p:sp>
            <p:nvSpPr>
              <p:cNvPr id="1049154" name=""/>
              <p:cNvSpPr/>
              <p:nvPr/>
            </p:nvSpPr>
            <p:spPr>
              <a:xfrm>
                <a:off x="5646048" y="284861"/>
                <a:ext cx="196036" cy="259858"/>
              </a:xfrm>
            </p:spPr>
          </p:sp>
        </mc:Fallback>
      </mc:AlternateContent>
      <mc:AlternateContent xmlns:mc="http://schemas.openxmlformats.org/markup-compatibility/2006">
        <mc:Choice xmlns:p14="http://schemas.microsoft.com/office/powerpoint/2010/main" Requires="p14">
          <p:contentPart p14:bwMode="auto" r:id="rId114">
            <p14:nvContentPartPr>
              <p14:cNvPr id="1049155" name=""/>
              <p14:cNvContentPartPr/>
              <p14:nvPr/>
            </p14:nvContentPartPr>
            <p14:xfrm>
              <a:off x="5928641" y="440483"/>
              <a:ext cx="5164" cy="214016"/>
            </p14:xfrm>
          </p:contentPart>
        </mc:Choice>
        <mc:Fallback>
          <p:sp>
            <p:nvSpPr>
              <p:cNvPr id="1049155" name=""/>
              <p:cNvSpPr/>
              <p:nvPr/>
            </p:nvSpPr>
            <p:spPr>
              <a:xfrm>
                <a:off x="5928641" y="440483"/>
                <a:ext cx="5164" cy="214016"/>
              </a:xfrm>
            </p:spPr>
          </p:sp>
        </mc:Fallback>
      </mc:AlternateContent>
      <mc:AlternateContent xmlns:mc="http://schemas.openxmlformats.org/markup-compatibility/2006">
        <mc:Choice xmlns:p14="http://schemas.microsoft.com/office/powerpoint/2010/main" Requires="p14">
          <p:contentPart p14:bwMode="auto" r:id="rId115">
            <p14:nvContentPartPr>
              <p14:cNvPr id="1049156" name=""/>
              <p14:cNvContentPartPr/>
              <p14:nvPr/>
            </p14:nvContentPartPr>
            <p14:xfrm>
              <a:off x="6017048" y="466047"/>
              <a:ext cx="8029" cy="183010"/>
            </p14:xfrm>
          </p:contentPart>
        </mc:Choice>
        <mc:Fallback>
          <p:sp>
            <p:nvSpPr>
              <p:cNvPr id="1049156" name=""/>
              <p:cNvSpPr/>
              <p:nvPr/>
            </p:nvSpPr>
            <p:spPr>
              <a:xfrm>
                <a:off x="6017048" y="466047"/>
                <a:ext cx="8029" cy="183010"/>
              </a:xfrm>
            </p:spPr>
          </p:sp>
        </mc:Fallback>
      </mc:AlternateContent>
      <mc:AlternateContent xmlns:mc="http://schemas.openxmlformats.org/markup-compatibility/2006">
        <mc:Choice xmlns:p14="http://schemas.microsoft.com/office/powerpoint/2010/main" Requires="p14">
          <p:contentPart p14:bwMode="auto" r:id="rId116">
            <p14:nvContentPartPr>
              <p14:cNvPr id="1049157" name=""/>
              <p14:cNvContentPartPr/>
              <p14:nvPr/>
            </p14:nvContentPartPr>
            <p14:xfrm>
              <a:off x="5867553" y="531324"/>
              <a:ext cx="214886" cy="43435"/>
            </p14:xfrm>
          </p:contentPart>
        </mc:Choice>
        <mc:Fallback>
          <p:sp>
            <p:nvSpPr>
              <p:cNvPr id="1049157" name=""/>
              <p:cNvSpPr/>
              <p:nvPr/>
            </p:nvSpPr>
            <p:spPr>
              <a:xfrm>
                <a:off x="5867553" y="531324"/>
                <a:ext cx="214886" cy="43435"/>
              </a:xfrm>
            </p:spPr>
          </p:sp>
        </mc:Fallback>
      </mc:AlternateContent>
      <mc:AlternateContent xmlns:mc="http://schemas.openxmlformats.org/markup-compatibility/2006">
        <mc:Choice xmlns:p14="http://schemas.microsoft.com/office/powerpoint/2010/main" Requires="p14">
          <p:contentPart p14:bwMode="auto" r:id="rId117">
            <p14:nvContentPartPr>
              <p14:cNvPr id="1049158" name=""/>
              <p14:cNvContentPartPr/>
              <p14:nvPr/>
            </p14:nvContentPartPr>
            <p14:xfrm>
              <a:off x="7462652" y="277663"/>
              <a:ext cx="178737" cy="227987"/>
            </p14:xfrm>
          </p:contentPart>
        </mc:Choice>
        <mc:Fallback>
          <p:sp>
            <p:nvSpPr>
              <p:cNvPr id="1049158" name=""/>
              <p:cNvSpPr/>
              <p:nvPr/>
            </p:nvSpPr>
            <p:spPr>
              <a:xfrm>
                <a:off x="7462652" y="277663"/>
                <a:ext cx="178737" cy="227987"/>
              </a:xfrm>
            </p:spPr>
          </p:sp>
        </mc:Fallback>
      </mc:AlternateContent>
      <mc:AlternateContent xmlns:mc="http://schemas.openxmlformats.org/markup-compatibility/2006">
        <mc:Choice xmlns:p14="http://schemas.microsoft.com/office/powerpoint/2010/main" Requires="p14">
          <p:contentPart p14:bwMode="auto" r:id="rId118">
            <p14:nvContentPartPr>
              <p14:cNvPr id="1049159" name=""/>
              <p14:cNvContentPartPr/>
              <p14:nvPr/>
            </p14:nvContentPartPr>
            <p14:xfrm>
              <a:off x="7697974" y="341553"/>
              <a:ext cx="177622" cy="391498"/>
            </p14:xfrm>
          </p:contentPart>
        </mc:Choice>
        <mc:Fallback>
          <p:sp>
            <p:nvSpPr>
              <p:cNvPr id="1049159" name=""/>
              <p:cNvSpPr/>
              <p:nvPr/>
            </p:nvSpPr>
            <p:spPr>
              <a:xfrm>
                <a:off x="7697974" y="341553"/>
                <a:ext cx="177622" cy="391498"/>
              </a:xfrm>
            </p:spPr>
          </p:sp>
        </mc:Fallback>
      </mc:AlternateContent>
      <mc:AlternateContent xmlns:mc="http://schemas.openxmlformats.org/markup-compatibility/2006">
        <mc:Choice xmlns:p14="http://schemas.microsoft.com/office/powerpoint/2010/main" Requires="p14">
          <p:contentPart p14:bwMode="auto" r:id="rId119">
            <p14:nvContentPartPr>
              <p14:cNvPr id="1049160" name=""/>
              <p14:cNvContentPartPr/>
              <p14:nvPr/>
            </p14:nvContentPartPr>
            <p14:xfrm>
              <a:off x="9565183" y="2589315"/>
              <a:ext cx="253019" cy="274841"/>
            </p14:xfrm>
          </p:contentPart>
        </mc:Choice>
        <mc:Fallback>
          <p:sp>
            <p:nvSpPr>
              <p:cNvPr id="1049160" name=""/>
              <p:cNvSpPr/>
              <p:nvPr/>
            </p:nvSpPr>
            <p:spPr>
              <a:xfrm>
                <a:off x="9565183" y="2589315"/>
                <a:ext cx="253019" cy="274841"/>
              </a:xfrm>
            </p:spPr>
          </p:sp>
        </mc:Fallback>
      </mc:AlternateContent>
      <mc:AlternateContent xmlns:mc="http://schemas.openxmlformats.org/markup-compatibility/2006">
        <mc:Choice xmlns:p14="http://schemas.microsoft.com/office/powerpoint/2010/main" Requires="p14">
          <p:contentPart p14:bwMode="auto" r:id="rId120">
            <p14:nvContentPartPr>
              <p14:cNvPr id="1049161" name=""/>
              <p14:cNvContentPartPr/>
              <p14:nvPr/>
            </p14:nvContentPartPr>
            <p14:xfrm>
              <a:off x="10419874" y="2420135"/>
              <a:ext cx="210915" cy="287407"/>
            </p14:xfrm>
          </p:contentPart>
        </mc:Choice>
        <mc:Fallback>
          <p:sp>
            <p:nvSpPr>
              <p:cNvPr id="1049161" name=""/>
              <p:cNvSpPr/>
              <p:nvPr/>
            </p:nvSpPr>
            <p:spPr>
              <a:xfrm>
                <a:off x="10419874" y="2420135"/>
                <a:ext cx="210915" cy="287407"/>
              </a:xfrm>
            </p:spPr>
          </p:sp>
        </mc:Fallback>
      </mc:AlternateContent>
      <mc:AlternateContent xmlns:mc="http://schemas.openxmlformats.org/markup-compatibility/2006">
        <mc:Choice xmlns:p14="http://schemas.microsoft.com/office/powerpoint/2010/main" Requires="p14">
          <p:contentPart p14:bwMode="auto" r:id="rId121">
            <p14:nvContentPartPr>
              <p14:cNvPr id="1049162" name=""/>
              <p14:cNvContentPartPr/>
              <p14:nvPr/>
            </p14:nvContentPartPr>
            <p14:xfrm>
              <a:off x="10709330" y="2487141"/>
              <a:ext cx="86043" cy="0"/>
            </p14:xfrm>
          </p:contentPart>
        </mc:Choice>
        <mc:Fallback>
          <p:sp>
            <p:nvSpPr>
              <p:cNvPr id="1049162" name=""/>
              <p:cNvSpPr/>
              <p:nvPr/>
            </p:nvSpPr>
            <p:spPr>
              <a:xfrm>
                <a:off x="10709330" y="2487141"/>
                <a:ext cx="86043" cy="0"/>
              </a:xfrm>
            </p:spPr>
          </p:sp>
        </mc:Fallback>
      </mc:AlternateContent>
      <mc:AlternateContent xmlns:mc="http://schemas.openxmlformats.org/markup-compatibility/2006">
        <mc:Choice xmlns:p14="http://schemas.microsoft.com/office/powerpoint/2010/main" Requires="p14">
          <p:contentPart p14:bwMode="auto" r:id="rId122">
            <p14:nvContentPartPr>
              <p14:cNvPr id="1049163" name=""/>
              <p14:cNvContentPartPr/>
              <p14:nvPr/>
            </p14:nvContentPartPr>
            <p14:xfrm>
              <a:off x="10702270" y="2530398"/>
              <a:ext cx="118017" cy="22267"/>
            </p14:xfrm>
          </p:contentPart>
        </mc:Choice>
        <mc:Fallback>
          <p:sp>
            <p:nvSpPr>
              <p:cNvPr id="1049163" name=""/>
              <p:cNvSpPr/>
              <p:nvPr/>
            </p:nvSpPr>
            <p:spPr>
              <a:xfrm>
                <a:off x="10702270" y="2530398"/>
                <a:ext cx="118017" cy="22267"/>
              </a:xfrm>
            </p:spPr>
          </p:sp>
        </mc:Fallback>
      </mc:AlternateContent>
      <mc:AlternateContent xmlns:mc="http://schemas.openxmlformats.org/markup-compatibility/2006">
        <mc:Choice xmlns:p14="http://schemas.microsoft.com/office/powerpoint/2010/main" Requires="p14">
          <p:contentPart p14:bwMode="auto" r:id="rId123">
            <p14:nvContentPartPr>
              <p14:cNvPr id="1049164" name=""/>
              <p14:cNvContentPartPr/>
              <p14:nvPr/>
            </p14:nvContentPartPr>
            <p14:xfrm>
              <a:off x="10909655" y="2304762"/>
              <a:ext cx="165712" cy="159208"/>
            </p14:xfrm>
          </p:contentPart>
        </mc:Choice>
        <mc:Fallback>
          <p:sp>
            <p:nvSpPr>
              <p:cNvPr id="1049164" name=""/>
              <p:cNvSpPr/>
              <p:nvPr/>
            </p:nvSpPr>
            <p:spPr>
              <a:xfrm>
                <a:off x="10909655" y="2304762"/>
                <a:ext cx="165712" cy="159208"/>
              </a:xfrm>
            </p:spPr>
          </p:sp>
        </mc:Fallback>
      </mc:AlternateContent>
      <mc:AlternateContent xmlns:mc="http://schemas.openxmlformats.org/markup-compatibility/2006">
        <mc:Choice xmlns:p14="http://schemas.microsoft.com/office/powerpoint/2010/main" Requires="p14">
          <p:contentPart p14:bwMode="auto" r:id="rId124">
            <p14:nvContentPartPr>
              <p14:cNvPr id="1049165" name=""/>
              <p14:cNvContentPartPr/>
              <p14:nvPr/>
            </p14:nvContentPartPr>
            <p14:xfrm>
              <a:off x="11138661" y="2357084"/>
              <a:ext cx="21944" cy="131572"/>
            </p14:xfrm>
          </p:contentPart>
        </mc:Choice>
        <mc:Fallback>
          <p:sp>
            <p:nvSpPr>
              <p:cNvPr id="1049165" name=""/>
              <p:cNvSpPr/>
              <p:nvPr/>
            </p:nvSpPr>
            <p:spPr>
              <a:xfrm>
                <a:off x="11138661" y="2357084"/>
                <a:ext cx="21944" cy="131572"/>
              </a:xfrm>
            </p:spPr>
          </p:sp>
        </mc:Fallback>
      </mc:AlternateContent>
      <mc:AlternateContent xmlns:mc="http://schemas.openxmlformats.org/markup-compatibility/2006">
        <mc:Choice xmlns:p14="http://schemas.microsoft.com/office/powerpoint/2010/main" Requires="p14">
          <p:contentPart p14:bwMode="auto" r:id="rId125">
            <p14:nvContentPartPr>
              <p14:cNvPr id="1049166" name=""/>
              <p14:cNvContentPartPr/>
              <p14:nvPr/>
            </p14:nvContentPartPr>
            <p14:xfrm>
              <a:off x="11209212" y="2371231"/>
              <a:ext cx="10057" cy="113472"/>
            </p14:xfrm>
          </p:contentPart>
        </mc:Choice>
        <mc:Fallback>
          <p:sp>
            <p:nvSpPr>
              <p:cNvPr id="1049166" name=""/>
              <p:cNvSpPr/>
              <p:nvPr/>
            </p:nvSpPr>
            <p:spPr>
              <a:xfrm>
                <a:off x="11209212" y="2371231"/>
                <a:ext cx="10057" cy="113472"/>
              </a:xfrm>
            </p:spPr>
          </p:sp>
        </mc:Fallback>
      </mc:AlternateContent>
      <mc:AlternateContent xmlns:mc="http://schemas.openxmlformats.org/markup-compatibility/2006">
        <mc:Choice xmlns:p14="http://schemas.microsoft.com/office/powerpoint/2010/main" Requires="p14">
          <p:contentPart p14:bwMode="auto" r:id="rId126">
            <p14:nvContentPartPr>
              <p14:cNvPr id="1049167" name=""/>
              <p14:cNvContentPartPr/>
              <p14:nvPr/>
            </p14:nvContentPartPr>
            <p14:xfrm>
              <a:off x="11095419" y="2430159"/>
              <a:ext cx="118225" cy="13795"/>
            </p14:xfrm>
          </p:contentPart>
        </mc:Choice>
        <mc:Fallback>
          <p:sp>
            <p:nvSpPr>
              <p:cNvPr id="1049167" name=""/>
              <p:cNvSpPr/>
              <p:nvPr/>
            </p:nvSpPr>
            <p:spPr>
              <a:xfrm>
                <a:off x="11095419" y="2430159"/>
                <a:ext cx="118225" cy="13795"/>
              </a:xfrm>
            </p:spPr>
          </p:sp>
        </mc:Fallback>
      </mc:AlternateContent>
      <mc:AlternateContent xmlns:mc="http://schemas.openxmlformats.org/markup-compatibility/2006">
        <mc:Choice xmlns:p14="http://schemas.microsoft.com/office/powerpoint/2010/main" Requires="p14">
          <p:contentPart p14:bwMode="auto" r:id="rId127">
            <p14:nvContentPartPr>
              <p14:cNvPr id="1049168" name=""/>
              <p14:cNvContentPartPr/>
              <p14:nvPr/>
            </p14:nvContentPartPr>
            <p14:xfrm>
              <a:off x="11288685" y="2385627"/>
              <a:ext cx="7128" cy="68317"/>
            </p14:xfrm>
          </p:contentPart>
        </mc:Choice>
        <mc:Fallback>
          <p:sp>
            <p:nvSpPr>
              <p:cNvPr id="1049168" name=""/>
              <p:cNvSpPr/>
              <p:nvPr/>
            </p:nvSpPr>
            <p:spPr>
              <a:xfrm>
                <a:off x="11288685" y="2385627"/>
                <a:ext cx="7128" cy="68317"/>
              </a:xfrm>
            </p:spPr>
          </p:sp>
        </mc:Fallback>
      </mc:AlternateContent>
      <mc:AlternateContent xmlns:mc="http://schemas.openxmlformats.org/markup-compatibility/2006">
        <mc:Choice xmlns:p14="http://schemas.microsoft.com/office/powerpoint/2010/main" Requires="p14">
          <p:contentPart p14:bwMode="auto" r:id="rId128">
            <p14:nvContentPartPr>
              <p14:cNvPr id="1049169" name=""/>
              <p14:cNvContentPartPr/>
              <p14:nvPr/>
            </p14:nvContentPartPr>
            <p14:xfrm>
              <a:off x="11360166" y="2291559"/>
              <a:ext cx="155224" cy="158081"/>
            </p14:xfrm>
          </p:contentPart>
        </mc:Choice>
        <mc:Fallback>
          <p:sp>
            <p:nvSpPr>
              <p:cNvPr id="1049169" name=""/>
              <p:cNvSpPr/>
              <p:nvPr/>
            </p:nvSpPr>
            <p:spPr>
              <a:xfrm>
                <a:off x="11360166" y="2291559"/>
                <a:ext cx="155224" cy="158081"/>
              </a:xfrm>
            </p:spPr>
          </p:sp>
        </mc:Fallback>
      </mc:AlternateContent>
      <mc:AlternateContent xmlns:mc="http://schemas.openxmlformats.org/markup-compatibility/2006">
        <mc:Choice xmlns:p14="http://schemas.microsoft.com/office/powerpoint/2010/main" Requires="p14">
          <p:contentPart p14:bwMode="auto" r:id="rId129">
            <p14:nvContentPartPr>
              <p14:cNvPr id="1049170" name=""/>
              <p14:cNvContentPartPr/>
              <p14:nvPr/>
            </p14:nvContentPartPr>
            <p14:xfrm>
              <a:off x="11554504" y="2279025"/>
              <a:ext cx="170760" cy="224628"/>
            </p14:xfrm>
          </p:contentPart>
        </mc:Choice>
        <mc:Fallback>
          <p:sp>
            <p:nvSpPr>
              <p:cNvPr id="1049170" name=""/>
              <p:cNvSpPr/>
              <p:nvPr/>
            </p:nvSpPr>
            <p:spPr>
              <a:xfrm>
                <a:off x="11554504" y="2279025"/>
                <a:ext cx="170760" cy="224628"/>
              </a:xfrm>
            </p:spPr>
          </p:sp>
        </mc:Fallback>
      </mc:AlternateContent>
      <mc:AlternateContent xmlns:mc="http://schemas.openxmlformats.org/markup-compatibility/2006">
        <mc:Choice xmlns:p14="http://schemas.microsoft.com/office/powerpoint/2010/main" Requires="p14">
          <p:contentPart p14:bwMode="auto" r:id="rId130">
            <p14:nvContentPartPr>
              <p14:cNvPr id="1049171" name=""/>
              <p14:cNvContentPartPr/>
              <p14:nvPr/>
            </p14:nvContentPartPr>
            <p14:xfrm>
              <a:off x="10931276" y="2552666"/>
              <a:ext cx="774097" cy="26210"/>
            </p14:xfrm>
          </p:contentPart>
        </mc:Choice>
        <mc:Fallback>
          <p:sp>
            <p:nvSpPr>
              <p:cNvPr id="1049171" name=""/>
              <p:cNvSpPr/>
              <p:nvPr/>
            </p:nvSpPr>
            <p:spPr>
              <a:xfrm>
                <a:off x="10931276" y="2552666"/>
                <a:ext cx="774097" cy="26210"/>
              </a:xfrm>
            </p:spPr>
          </p:sp>
        </mc:Fallback>
      </mc:AlternateContent>
      <mc:AlternateContent xmlns:mc="http://schemas.openxmlformats.org/markup-compatibility/2006">
        <mc:Choice xmlns:p14="http://schemas.microsoft.com/office/powerpoint/2010/main" Requires="p14">
          <p:contentPart p14:bwMode="auto" r:id="rId131">
            <p14:nvContentPartPr>
              <p14:cNvPr id="1049172" name=""/>
              <p14:cNvContentPartPr/>
              <p14:nvPr/>
            </p14:nvContentPartPr>
            <p14:xfrm>
              <a:off x="10970716" y="2682723"/>
              <a:ext cx="172392" cy="226243"/>
            </p14:xfrm>
          </p:contentPart>
        </mc:Choice>
        <mc:Fallback>
          <p:sp>
            <p:nvSpPr>
              <p:cNvPr id="1049172" name=""/>
              <p:cNvSpPr/>
              <p:nvPr/>
            </p:nvSpPr>
            <p:spPr>
              <a:xfrm>
                <a:off x="10970716" y="2682723"/>
                <a:ext cx="172392" cy="226243"/>
              </a:xfrm>
            </p:spPr>
          </p:sp>
        </mc:Fallback>
      </mc:AlternateContent>
      <mc:AlternateContent xmlns:mc="http://schemas.openxmlformats.org/markup-compatibility/2006">
        <mc:Choice xmlns:p14="http://schemas.microsoft.com/office/powerpoint/2010/main" Requires="p14">
          <p:contentPart p14:bwMode="auto" r:id="rId132">
            <p14:nvContentPartPr>
              <p14:cNvPr id="1049173" name=""/>
              <p14:cNvContentPartPr/>
              <p14:nvPr/>
            </p14:nvContentPartPr>
            <p14:xfrm>
              <a:off x="11188522" y="2806078"/>
              <a:ext cx="11639" cy="122888"/>
            </p14:xfrm>
          </p:contentPart>
        </mc:Choice>
        <mc:Fallback>
          <p:sp>
            <p:nvSpPr>
              <p:cNvPr id="1049173" name=""/>
              <p:cNvSpPr/>
              <p:nvPr/>
            </p:nvSpPr>
            <p:spPr>
              <a:xfrm>
                <a:off x="11188522" y="2806078"/>
                <a:ext cx="11639" cy="122888"/>
              </a:xfrm>
            </p:spPr>
          </p:sp>
        </mc:Fallback>
      </mc:AlternateContent>
      <mc:AlternateContent xmlns:mc="http://schemas.openxmlformats.org/markup-compatibility/2006">
        <mc:Choice xmlns:p14="http://schemas.microsoft.com/office/powerpoint/2010/main" Requires="p14">
          <p:contentPart p14:bwMode="auto" r:id="rId133">
            <p14:nvContentPartPr>
              <p14:cNvPr id="1049174" name=""/>
              <p14:cNvContentPartPr/>
              <p14:nvPr/>
            </p14:nvContentPartPr>
            <p14:xfrm>
              <a:off x="11230016" y="2813028"/>
              <a:ext cx="2043" cy="115006"/>
            </p14:xfrm>
          </p:contentPart>
        </mc:Choice>
        <mc:Fallback>
          <p:sp>
            <p:nvSpPr>
              <p:cNvPr id="1049174" name=""/>
              <p:cNvSpPr/>
              <p:nvPr/>
            </p:nvSpPr>
            <p:spPr>
              <a:xfrm>
                <a:off x="11230016" y="2813028"/>
                <a:ext cx="2043" cy="115006"/>
              </a:xfrm>
            </p:spPr>
          </p:sp>
        </mc:Fallback>
      </mc:AlternateContent>
      <mc:AlternateContent xmlns:mc="http://schemas.openxmlformats.org/markup-compatibility/2006">
        <mc:Choice xmlns:p14="http://schemas.microsoft.com/office/powerpoint/2010/main" Requires="p14">
          <p:contentPart p14:bwMode="auto" r:id="rId134">
            <p14:nvContentPartPr>
              <p14:cNvPr id="1049175" name=""/>
              <p14:cNvContentPartPr/>
              <p14:nvPr/>
            </p14:nvContentPartPr>
            <p14:xfrm>
              <a:off x="11131160" y="2855168"/>
              <a:ext cx="122816" cy="15938"/>
            </p14:xfrm>
          </p:contentPart>
        </mc:Choice>
        <mc:Fallback>
          <p:sp>
            <p:nvSpPr>
              <p:cNvPr id="1049175" name=""/>
              <p:cNvSpPr/>
              <p:nvPr/>
            </p:nvSpPr>
            <p:spPr>
              <a:xfrm>
                <a:off x="11131160" y="2855168"/>
                <a:ext cx="122816" cy="15938"/>
              </a:xfrm>
            </p:spPr>
          </p:sp>
        </mc:Fallback>
      </mc:AlternateContent>
      <mc:AlternateContent xmlns:mc="http://schemas.openxmlformats.org/markup-compatibility/2006">
        <mc:Choice xmlns:p14="http://schemas.microsoft.com/office/powerpoint/2010/main" Requires="p14">
          <p:contentPart p14:bwMode="auto" r:id="rId135">
            <p14:nvContentPartPr>
              <p14:cNvPr id="1049176" name=""/>
              <p14:cNvContentPartPr/>
              <p14:nvPr/>
            </p14:nvContentPartPr>
            <p14:xfrm>
              <a:off x="11317365" y="2827920"/>
              <a:ext cx="125102" cy="5626"/>
            </p14:xfrm>
          </p:contentPart>
        </mc:Choice>
        <mc:Fallback>
          <p:sp>
            <p:nvSpPr>
              <p:cNvPr id="1049176" name=""/>
              <p:cNvSpPr/>
              <p:nvPr/>
            </p:nvSpPr>
            <p:spPr>
              <a:xfrm>
                <a:off x="11317365" y="2827920"/>
                <a:ext cx="125102" cy="5626"/>
              </a:xfrm>
            </p:spPr>
          </p:sp>
        </mc:Fallback>
      </mc:AlternateContent>
      <mc:AlternateContent xmlns:mc="http://schemas.openxmlformats.org/markup-compatibility/2006">
        <mc:Choice xmlns:p14="http://schemas.microsoft.com/office/powerpoint/2010/main" Requires="p14">
          <p:contentPart p14:bwMode="auto" r:id="rId136">
            <p14:nvContentPartPr>
              <p14:cNvPr id="1049177" name=""/>
              <p14:cNvContentPartPr/>
              <p14:nvPr/>
            </p14:nvContentPartPr>
            <p14:xfrm>
              <a:off x="11353106" y="2776790"/>
              <a:ext cx="11990" cy="120928"/>
            </p14:xfrm>
          </p:contentPart>
        </mc:Choice>
        <mc:Fallback>
          <p:sp>
            <p:nvSpPr>
              <p:cNvPr id="1049177" name=""/>
              <p:cNvSpPr/>
              <p:nvPr/>
            </p:nvSpPr>
            <p:spPr>
              <a:xfrm>
                <a:off x="11353106" y="2776790"/>
                <a:ext cx="11990" cy="120928"/>
              </a:xfrm>
            </p:spPr>
          </p:sp>
        </mc:Fallback>
      </mc:AlternateContent>
      <mc:AlternateContent xmlns:mc="http://schemas.openxmlformats.org/markup-compatibility/2006">
        <mc:Choice xmlns:p14="http://schemas.microsoft.com/office/powerpoint/2010/main" Requires="p14">
          <p:contentPart p14:bwMode="auto" r:id="rId137">
            <p14:nvContentPartPr>
              <p14:cNvPr id="1049178" name=""/>
              <p14:cNvContentPartPr/>
              <p14:nvPr/>
            </p14:nvContentPartPr>
            <p14:xfrm>
              <a:off x="11453269" y="2740553"/>
              <a:ext cx="117902" cy="138961"/>
            </p14:xfrm>
          </p:contentPart>
        </mc:Choice>
        <mc:Fallback>
          <p:sp>
            <p:nvSpPr>
              <p:cNvPr id="1049178" name=""/>
              <p:cNvSpPr/>
              <p:nvPr/>
            </p:nvSpPr>
            <p:spPr>
              <a:xfrm>
                <a:off x="11453269" y="2740553"/>
                <a:ext cx="117902" cy="138961"/>
              </a:xfrm>
            </p:spPr>
          </p:sp>
        </mc:Fallback>
      </mc:AlternateContent>
      <mc:AlternateContent xmlns:mc="http://schemas.openxmlformats.org/markup-compatibility/2006">
        <mc:Choice xmlns:p14="http://schemas.microsoft.com/office/powerpoint/2010/main" Requires="p14">
          <p:contentPart p14:bwMode="auto" r:id="rId138">
            <p14:nvContentPartPr>
              <p14:cNvPr id="1049179" name=""/>
              <p14:cNvContentPartPr/>
              <p14:nvPr/>
            </p14:nvContentPartPr>
            <p14:xfrm>
              <a:off x="11585453" y="2726720"/>
              <a:ext cx="118787" cy="260296"/>
            </p14:xfrm>
          </p:contentPart>
        </mc:Choice>
        <mc:Fallback>
          <p:sp>
            <p:nvSpPr>
              <p:cNvPr id="1049179" name=""/>
              <p:cNvSpPr/>
              <p:nvPr/>
            </p:nvSpPr>
            <p:spPr>
              <a:xfrm>
                <a:off x="11585453" y="2726720"/>
                <a:ext cx="118787" cy="260296"/>
              </a:xfrm>
            </p:spPr>
          </p:sp>
        </mc:Fallback>
      </mc:AlternateContent>
      <mc:AlternateContent xmlns:mc="http://schemas.openxmlformats.org/markup-compatibility/2006">
        <mc:Choice xmlns:p14="http://schemas.microsoft.com/office/powerpoint/2010/main" Requires="p14">
          <p:contentPart p14:bwMode="auto" r:id="rId139">
            <p14:nvContentPartPr>
              <p14:cNvPr id="1049180" name=""/>
              <p14:cNvContentPartPr/>
              <p14:nvPr/>
            </p14:nvContentPartPr>
            <p14:xfrm>
              <a:off x="7773997" y="3774044"/>
              <a:ext cx="210647" cy="337996"/>
            </p14:xfrm>
          </p:contentPart>
        </mc:Choice>
        <mc:Fallback>
          <p:sp>
            <p:nvSpPr>
              <p:cNvPr id="1049180" name=""/>
              <p:cNvSpPr/>
              <p:nvPr/>
            </p:nvSpPr>
            <p:spPr>
              <a:xfrm>
                <a:off x="7773997" y="3774044"/>
                <a:ext cx="210647" cy="337996"/>
              </a:xfrm>
            </p:spPr>
          </p:sp>
        </mc:Fallback>
      </mc:AlternateContent>
      <mc:AlternateContent xmlns:mc="http://schemas.openxmlformats.org/markup-compatibility/2006">
        <mc:Choice xmlns:p14="http://schemas.microsoft.com/office/powerpoint/2010/main" Requires="p14">
          <p:contentPart p14:bwMode="auto" r:id="rId140">
            <p14:nvContentPartPr>
              <p14:cNvPr id="1049181" name=""/>
              <p14:cNvContentPartPr/>
              <p14:nvPr/>
            </p14:nvContentPartPr>
            <p14:xfrm>
              <a:off x="7855149" y="3392823"/>
              <a:ext cx="36393" cy="182589"/>
            </p14:xfrm>
          </p:contentPart>
        </mc:Choice>
        <mc:Fallback>
          <p:sp>
            <p:nvSpPr>
              <p:cNvPr id="1049181" name=""/>
              <p:cNvSpPr/>
              <p:nvPr/>
            </p:nvSpPr>
            <p:spPr>
              <a:xfrm>
                <a:off x="7855149" y="3392823"/>
                <a:ext cx="36393" cy="182589"/>
              </a:xfrm>
            </p:spPr>
          </p:sp>
        </mc:Fallback>
      </mc:AlternateContent>
      <mc:AlternateContent xmlns:mc="http://schemas.openxmlformats.org/markup-compatibility/2006">
        <mc:Choice xmlns:p14="http://schemas.microsoft.com/office/powerpoint/2010/main" Requires="p14">
          <p:contentPart p14:bwMode="auto" r:id="rId141">
            <p14:nvContentPartPr>
              <p14:cNvPr id="1049182" name=""/>
              <p14:cNvContentPartPr/>
              <p14:nvPr/>
            </p14:nvContentPartPr>
            <p14:xfrm>
              <a:off x="7455592" y="4022755"/>
              <a:ext cx="165965" cy="15058"/>
            </p14:xfrm>
          </p:contentPart>
        </mc:Choice>
        <mc:Fallback>
          <p:sp>
            <p:nvSpPr>
              <p:cNvPr id="1049182" name=""/>
              <p:cNvSpPr/>
              <p:nvPr/>
            </p:nvSpPr>
            <p:spPr>
              <a:xfrm>
                <a:off x="7455592" y="4022755"/>
                <a:ext cx="165965" cy="15058"/>
              </a:xfrm>
            </p:spPr>
          </p:sp>
        </mc:Fallback>
      </mc:AlternateContent>
      <mc:AlternateContent xmlns:mc="http://schemas.openxmlformats.org/markup-compatibility/2006">
        <mc:Choice xmlns:p14="http://schemas.microsoft.com/office/powerpoint/2010/main" Requires="p14">
          <p:contentPart p14:bwMode="auto" r:id="rId142">
            <p14:nvContentPartPr>
              <p14:cNvPr id="1049183" name=""/>
              <p14:cNvContentPartPr/>
              <p14:nvPr/>
            </p14:nvContentPartPr>
            <p14:xfrm>
              <a:off x="7825515" y="3059738"/>
              <a:ext cx="37345" cy="183856"/>
            </p14:xfrm>
          </p:contentPart>
        </mc:Choice>
        <mc:Fallback>
          <p:sp>
            <p:nvSpPr>
              <p:cNvPr id="1049183" name=""/>
              <p:cNvSpPr/>
              <p:nvPr/>
            </p:nvSpPr>
            <p:spPr>
              <a:xfrm>
                <a:off x="7825515" y="3059738"/>
                <a:ext cx="37345" cy="183856"/>
              </a:xfrm>
            </p:spPr>
          </p:sp>
        </mc:Fallback>
      </mc:AlternateContent>
      <mc:AlternateContent xmlns:mc="http://schemas.openxmlformats.org/markup-compatibility/2006">
        <mc:Choice xmlns:p14="http://schemas.microsoft.com/office/powerpoint/2010/main" Requires="p14">
          <p:contentPart p14:bwMode="auto" r:id="rId143">
            <p14:nvContentPartPr>
              <p14:cNvPr id="1049184" name=""/>
              <p14:cNvContentPartPr/>
              <p14:nvPr/>
            </p14:nvContentPartPr>
            <p14:xfrm>
              <a:off x="7916037" y="3095479"/>
              <a:ext cx="25806" cy="181032"/>
            </p14:xfrm>
          </p:contentPart>
        </mc:Choice>
        <mc:Fallback>
          <p:sp>
            <p:nvSpPr>
              <p:cNvPr id="1049184" name=""/>
              <p:cNvSpPr/>
              <p:nvPr/>
            </p:nvSpPr>
            <p:spPr>
              <a:xfrm>
                <a:off x="7916037" y="3095479"/>
                <a:ext cx="25806" cy="181032"/>
              </a:xfrm>
            </p:spPr>
          </p:sp>
        </mc:Fallback>
      </mc:AlternateContent>
      <mc:AlternateContent xmlns:mc="http://schemas.openxmlformats.org/markup-compatibility/2006">
        <mc:Choice xmlns:p14="http://schemas.microsoft.com/office/powerpoint/2010/main" Requires="p14">
          <p:contentPart p14:bwMode="auto" r:id="rId144">
            <p14:nvContentPartPr>
              <p14:cNvPr id="1049185" name=""/>
              <p14:cNvContentPartPr/>
              <p14:nvPr/>
            </p14:nvContentPartPr>
            <p14:xfrm>
              <a:off x="7791379" y="3189795"/>
              <a:ext cx="173399" cy="22118"/>
            </p14:xfrm>
          </p:contentPart>
        </mc:Choice>
        <mc:Fallback>
          <p:sp>
            <p:nvSpPr>
              <p:cNvPr id="1049185" name=""/>
              <p:cNvSpPr/>
              <p:nvPr/>
            </p:nvSpPr>
            <p:spPr>
              <a:xfrm>
                <a:off x="7791379" y="3189795"/>
                <a:ext cx="173399" cy="22118"/>
              </a:xfrm>
            </p:spPr>
          </p:sp>
        </mc:Fallback>
      </mc:AlternateContent>
      <mc:AlternateContent xmlns:mc="http://schemas.openxmlformats.org/markup-compatibility/2006">
        <mc:Choice xmlns:p14="http://schemas.microsoft.com/office/powerpoint/2010/main" Requires="p14">
          <p:contentPart p14:bwMode="auto" r:id="rId145">
            <p14:nvContentPartPr>
              <p14:cNvPr id="1049186" name=""/>
              <p14:cNvContentPartPr/>
              <p14:nvPr/>
            </p14:nvContentPartPr>
            <p14:xfrm>
              <a:off x="7274743" y="3911810"/>
              <a:ext cx="59507" cy="246335"/>
            </p14:xfrm>
          </p:contentPart>
        </mc:Choice>
        <mc:Fallback>
          <p:sp>
            <p:nvSpPr>
              <p:cNvPr id="1049186" name=""/>
              <p:cNvSpPr/>
              <p:nvPr/>
            </p:nvSpPr>
            <p:spPr>
              <a:xfrm>
                <a:off x="7274743" y="3911810"/>
                <a:ext cx="59507" cy="246335"/>
              </a:xfrm>
            </p:spPr>
          </p:sp>
        </mc:Fallback>
      </mc:AlternateContent>
      <mc:AlternateContent xmlns:mc="http://schemas.openxmlformats.org/markup-compatibility/2006">
        <mc:Choice xmlns:p14="http://schemas.microsoft.com/office/powerpoint/2010/main" Requires="p14">
          <p:contentPart p14:bwMode="auto" r:id="rId146">
            <p14:nvContentPartPr>
              <p14:cNvPr id="1049187" name=""/>
              <p14:cNvContentPartPr/>
              <p14:nvPr/>
            </p14:nvContentPartPr>
            <p14:xfrm>
              <a:off x="7157640" y="4005952"/>
              <a:ext cx="162048" cy="28331"/>
            </p14:xfrm>
          </p:contentPart>
        </mc:Choice>
        <mc:Fallback>
          <p:sp>
            <p:nvSpPr>
              <p:cNvPr id="1049187" name=""/>
              <p:cNvSpPr/>
              <p:nvPr/>
            </p:nvSpPr>
            <p:spPr>
              <a:xfrm>
                <a:off x="7157640" y="4005952"/>
                <a:ext cx="162048" cy="28331"/>
              </a:xfrm>
            </p:spPr>
          </p:sp>
        </mc:Fallback>
      </mc:AlternateContent>
      <mc:AlternateContent xmlns:mc="http://schemas.openxmlformats.org/markup-compatibility/2006">
        <mc:Choice xmlns:p14="http://schemas.microsoft.com/office/powerpoint/2010/main" Requires="p14">
          <p:contentPart p14:bwMode="auto" r:id="rId147">
            <p14:nvContentPartPr>
              <p14:cNvPr id="1049188" name=""/>
              <p14:cNvContentPartPr/>
              <p14:nvPr/>
            </p14:nvContentPartPr>
            <p14:xfrm>
              <a:off x="7115968" y="3928687"/>
              <a:ext cx="96057" cy="254191"/>
            </p14:xfrm>
          </p:contentPart>
        </mc:Choice>
        <mc:Fallback>
          <p:sp>
            <p:nvSpPr>
              <p:cNvPr id="1049188" name=""/>
              <p:cNvSpPr/>
              <p:nvPr/>
            </p:nvSpPr>
            <p:spPr>
              <a:xfrm>
                <a:off x="7115968" y="3928687"/>
                <a:ext cx="96057" cy="254191"/>
              </a:xfrm>
            </p:spPr>
          </p:sp>
        </mc:Fallback>
      </mc:AlternateContent>
      <mc:AlternateContent xmlns:mc="http://schemas.openxmlformats.org/markup-compatibility/2006">
        <mc:Choice xmlns:p14="http://schemas.microsoft.com/office/powerpoint/2010/main" Requires="p14">
          <p:contentPart p14:bwMode="auto" r:id="rId148">
            <p14:nvContentPartPr>
              <p14:cNvPr id="1049189" name=""/>
              <p14:cNvContentPartPr/>
              <p14:nvPr/>
            </p14:nvContentPartPr>
            <p14:xfrm>
              <a:off x="7817494" y="4257801"/>
              <a:ext cx="29924" cy="228232"/>
            </p14:xfrm>
          </p:contentPart>
        </mc:Choice>
        <mc:Fallback>
          <p:sp>
            <p:nvSpPr>
              <p:cNvPr id="1049189" name=""/>
              <p:cNvSpPr/>
              <p:nvPr/>
            </p:nvSpPr>
            <p:spPr>
              <a:xfrm>
                <a:off x="7817494" y="4257801"/>
                <a:ext cx="29924" cy="228232"/>
              </a:xfrm>
            </p:spPr>
          </p:sp>
        </mc:Fallback>
      </mc:AlternateContent>
      <mc:AlternateContent xmlns:mc="http://schemas.openxmlformats.org/markup-compatibility/2006">
        <mc:Choice xmlns:p14="http://schemas.microsoft.com/office/powerpoint/2010/main" Requires="p14">
          <p:contentPart p14:bwMode="auto" r:id="rId149">
            <p14:nvContentPartPr>
              <p14:cNvPr id="1049190" name=""/>
              <p14:cNvContentPartPr/>
              <p14:nvPr/>
            </p14:nvContentPartPr>
            <p14:xfrm>
              <a:off x="7731260" y="4607515"/>
              <a:ext cx="44676" cy="250509"/>
            </p14:xfrm>
          </p:contentPart>
        </mc:Choice>
        <mc:Fallback>
          <p:sp>
            <p:nvSpPr>
              <p:cNvPr id="1049190" name=""/>
              <p:cNvSpPr/>
              <p:nvPr/>
            </p:nvSpPr>
            <p:spPr>
              <a:xfrm>
                <a:off x="7731260" y="4607515"/>
                <a:ext cx="44676" cy="250509"/>
              </a:xfrm>
            </p:spPr>
          </p:sp>
        </mc:Fallback>
      </mc:AlternateContent>
      <mc:AlternateContent xmlns:mc="http://schemas.openxmlformats.org/markup-compatibility/2006">
        <mc:Choice xmlns:p14="http://schemas.microsoft.com/office/powerpoint/2010/main" Requires="p14">
          <p:contentPart p14:bwMode="auto" r:id="rId150">
            <p14:nvContentPartPr>
              <p14:cNvPr id="1049191" name=""/>
              <p14:cNvContentPartPr/>
              <p14:nvPr/>
            </p14:nvContentPartPr>
            <p14:xfrm>
              <a:off x="7850183" y="4631342"/>
              <a:ext cx="27958" cy="236059"/>
            </p14:xfrm>
          </p:contentPart>
        </mc:Choice>
        <mc:Fallback>
          <p:sp>
            <p:nvSpPr>
              <p:cNvPr id="1049191" name=""/>
              <p:cNvSpPr/>
              <p:nvPr/>
            </p:nvSpPr>
            <p:spPr>
              <a:xfrm>
                <a:off x="7850183" y="4631342"/>
                <a:ext cx="27958" cy="236059"/>
              </a:xfrm>
            </p:spPr>
          </p:sp>
        </mc:Fallback>
      </mc:AlternateContent>
      <mc:AlternateContent xmlns:mc="http://schemas.openxmlformats.org/markup-compatibility/2006">
        <mc:Choice xmlns:p14="http://schemas.microsoft.com/office/powerpoint/2010/main" Requires="p14">
          <p:contentPart p14:bwMode="auto" r:id="rId151">
            <p14:nvContentPartPr>
              <p14:cNvPr id="1049192" name=""/>
              <p14:cNvContentPartPr/>
              <p14:nvPr/>
            </p14:nvContentPartPr>
            <p14:xfrm>
              <a:off x="7755639" y="4718212"/>
              <a:ext cx="161646" cy="44387"/>
            </p14:xfrm>
          </p:contentPart>
        </mc:Choice>
        <mc:Fallback>
          <p:sp>
            <p:nvSpPr>
              <p:cNvPr id="1049192" name=""/>
              <p:cNvSpPr/>
              <p:nvPr/>
            </p:nvSpPr>
            <p:spPr>
              <a:xfrm>
                <a:off x="7755639" y="4718212"/>
                <a:ext cx="161646" cy="44387"/>
              </a:xfrm>
            </p:spPr>
          </p:sp>
        </mc:Fallback>
      </mc:AlternateContent>
      <mc:AlternateContent xmlns:mc="http://schemas.openxmlformats.org/markup-compatibility/2006">
        <mc:Choice xmlns:p14="http://schemas.microsoft.com/office/powerpoint/2010/main" Requires="p14">
          <p:contentPart p14:bwMode="auto" r:id="rId152">
            <p14:nvContentPartPr>
              <p14:cNvPr id="1049193" name=""/>
              <p14:cNvContentPartPr/>
              <p14:nvPr/>
            </p14:nvContentPartPr>
            <p14:xfrm>
              <a:off x="8039800" y="4022755"/>
              <a:ext cx="289670" cy="9901"/>
            </p14:xfrm>
          </p:contentPart>
        </mc:Choice>
        <mc:Fallback>
          <p:sp>
            <p:nvSpPr>
              <p:cNvPr id="1049193" name=""/>
              <p:cNvSpPr/>
              <p:nvPr/>
            </p:nvSpPr>
            <p:spPr>
              <a:xfrm>
                <a:off x="8039800" y="4022755"/>
                <a:ext cx="289670" cy="9901"/>
              </a:xfrm>
            </p:spPr>
          </p:sp>
        </mc:Fallback>
      </mc:AlternateContent>
      <mc:AlternateContent xmlns:mc="http://schemas.openxmlformats.org/markup-compatibility/2006">
        <mc:Choice xmlns:p14="http://schemas.microsoft.com/office/powerpoint/2010/main" Requires="p14">
          <p:contentPart p14:bwMode="auto" r:id="rId153">
            <p14:nvContentPartPr>
              <p14:cNvPr id="1049194" name=""/>
              <p14:cNvContentPartPr/>
              <p14:nvPr/>
            </p14:nvContentPartPr>
            <p14:xfrm>
              <a:off x="8448276" y="3921738"/>
              <a:ext cx="265746" cy="257774"/>
            </p14:xfrm>
          </p:contentPart>
        </mc:Choice>
        <mc:Fallback>
          <p:sp>
            <p:nvSpPr>
              <p:cNvPr id="1049194" name=""/>
              <p:cNvSpPr/>
              <p:nvPr/>
            </p:nvSpPr>
            <p:spPr>
              <a:xfrm>
                <a:off x="8448276" y="3921738"/>
                <a:ext cx="265746" cy="257774"/>
              </a:xfrm>
            </p:spPr>
          </p:sp>
        </mc:Fallback>
      </mc:AlternateContent>
      <mc:AlternateContent xmlns:mc="http://schemas.openxmlformats.org/markup-compatibility/2006">
        <mc:Choice xmlns:p14="http://schemas.microsoft.com/office/powerpoint/2010/main" Requires="p14">
          <p:contentPart p14:bwMode="auto" r:id="rId154">
            <p14:nvContentPartPr>
              <p14:cNvPr id="1049195" name=""/>
              <p14:cNvContentPartPr/>
              <p14:nvPr/>
            </p14:nvContentPartPr>
            <p14:xfrm>
              <a:off x="8756823" y="3770551"/>
              <a:ext cx="227743" cy="122146"/>
            </p14:xfrm>
          </p:contentPart>
        </mc:Choice>
        <mc:Fallback>
          <p:sp>
            <p:nvSpPr>
              <p:cNvPr id="1049195" name=""/>
              <p:cNvSpPr/>
              <p:nvPr/>
            </p:nvSpPr>
            <p:spPr>
              <a:xfrm>
                <a:off x="8756823" y="3770551"/>
                <a:ext cx="227743" cy="122146"/>
              </a:xfrm>
            </p:spPr>
          </p:sp>
        </mc:Fallback>
      </mc:AlternateContent>
      <mc:AlternateContent xmlns:mc="http://schemas.openxmlformats.org/markup-compatibility/2006">
        <mc:Choice xmlns:p14="http://schemas.microsoft.com/office/powerpoint/2010/main" Requires="p14">
          <p:contentPart p14:bwMode="auto" r:id="rId155">
            <p14:nvContentPartPr>
              <p14:cNvPr id="1049196" name=""/>
              <p14:cNvContentPartPr/>
              <p14:nvPr/>
            </p14:nvContentPartPr>
            <p14:xfrm>
              <a:off x="8800065" y="3851739"/>
              <a:ext cx="275818" cy="149671"/>
            </p14:xfrm>
          </p:contentPart>
        </mc:Choice>
        <mc:Fallback>
          <p:sp>
            <p:nvSpPr>
              <p:cNvPr id="1049196" name=""/>
              <p:cNvSpPr/>
              <p:nvPr/>
            </p:nvSpPr>
            <p:spPr>
              <a:xfrm>
                <a:off x="8800065" y="3851739"/>
                <a:ext cx="275818" cy="149671"/>
              </a:xfrm>
            </p:spPr>
          </p:sp>
        </mc:Fallback>
      </mc:AlternateContent>
      <mc:AlternateContent xmlns:mc="http://schemas.openxmlformats.org/markup-compatibility/2006">
        <mc:Choice xmlns:p14="http://schemas.microsoft.com/office/powerpoint/2010/main" Requires="p14">
          <p:contentPart p14:bwMode="auto" r:id="rId156">
            <p14:nvContentPartPr>
              <p14:cNvPr id="1049197" name=""/>
              <p14:cNvContentPartPr/>
              <p14:nvPr/>
            </p14:nvContentPartPr>
            <p14:xfrm>
              <a:off x="9113778" y="3653256"/>
              <a:ext cx="220919" cy="164957"/>
            </p14:xfrm>
          </p:contentPart>
        </mc:Choice>
        <mc:Fallback>
          <p:sp>
            <p:nvSpPr>
              <p:cNvPr id="1049197" name=""/>
              <p:cNvSpPr/>
              <p:nvPr/>
            </p:nvSpPr>
            <p:spPr>
              <a:xfrm>
                <a:off x="9113778" y="3653256"/>
                <a:ext cx="220919" cy="164957"/>
              </a:xfrm>
            </p:spPr>
          </p:sp>
        </mc:Fallback>
      </mc:AlternateContent>
      <mc:AlternateContent xmlns:mc="http://schemas.openxmlformats.org/markup-compatibility/2006">
        <mc:Choice xmlns:p14="http://schemas.microsoft.com/office/powerpoint/2010/main" Requires="p14">
          <p:contentPart p14:bwMode="auto" r:id="rId157">
            <p14:nvContentPartPr>
              <p14:cNvPr id="1049198" name=""/>
              <p14:cNvContentPartPr/>
              <p14:nvPr/>
            </p14:nvContentPartPr>
            <p14:xfrm>
              <a:off x="8735643" y="4196992"/>
              <a:ext cx="232426" cy="346515"/>
            </p14:xfrm>
          </p:contentPart>
        </mc:Choice>
        <mc:Fallback>
          <p:sp>
            <p:nvSpPr>
              <p:cNvPr id="1049198" name=""/>
              <p:cNvSpPr/>
              <p:nvPr/>
            </p:nvSpPr>
            <p:spPr>
              <a:xfrm>
                <a:off x="8735643" y="4196992"/>
                <a:ext cx="232426" cy="346515"/>
              </a:xfrm>
            </p:spPr>
          </p:sp>
        </mc:Fallback>
      </mc:AlternateContent>
      <mc:AlternateContent xmlns:mc="http://schemas.openxmlformats.org/markup-compatibility/2006">
        <mc:Choice xmlns:p14="http://schemas.microsoft.com/office/powerpoint/2010/main" Requires="p14">
          <p:contentPart p14:bwMode="auto" r:id="rId158">
            <p14:nvContentPartPr>
              <p14:cNvPr id="1049199" name=""/>
              <p14:cNvContentPartPr/>
              <p14:nvPr/>
            </p14:nvContentPartPr>
            <p14:xfrm>
              <a:off x="9024059" y="4611380"/>
              <a:ext cx="172344" cy="179256"/>
            </p14:xfrm>
          </p:contentPart>
        </mc:Choice>
        <mc:Fallback>
          <p:sp>
            <p:nvSpPr>
              <p:cNvPr id="1049199" name=""/>
              <p:cNvSpPr/>
              <p:nvPr/>
            </p:nvSpPr>
            <p:spPr>
              <a:xfrm>
                <a:off x="9024059" y="4611380"/>
                <a:ext cx="172344" cy="179256"/>
              </a:xfrm>
            </p:spPr>
          </p:sp>
        </mc:Fallback>
      </mc:AlternateContent>
      <mc:AlternateContent xmlns:mc="http://schemas.openxmlformats.org/markup-compatibility/2006">
        <mc:Choice xmlns:p14="http://schemas.microsoft.com/office/powerpoint/2010/main" Requires="p14">
          <p:contentPart p14:bwMode="auto" r:id="rId159">
            <p14:nvContentPartPr>
              <p14:cNvPr id="1049200" name=""/>
              <p14:cNvContentPartPr/>
              <p14:nvPr/>
            </p14:nvContentPartPr>
            <p14:xfrm>
              <a:off x="9193214" y="4812776"/>
              <a:ext cx="243126" cy="209729"/>
            </p14:xfrm>
          </p:contentPart>
        </mc:Choice>
        <mc:Fallback>
          <p:sp>
            <p:nvSpPr>
              <p:cNvPr id="1049200" name=""/>
              <p:cNvSpPr/>
              <p:nvPr/>
            </p:nvSpPr>
            <p:spPr>
              <a:xfrm>
                <a:off x="9193214" y="4812776"/>
                <a:ext cx="243126" cy="209729"/>
              </a:xfrm>
            </p:spPr>
          </p:sp>
        </mc:Fallback>
      </mc:AlternateContent>
      <mc:AlternateContent xmlns:mc="http://schemas.openxmlformats.org/markup-compatibility/2006">
        <mc:Choice xmlns:p14="http://schemas.microsoft.com/office/powerpoint/2010/main" Requires="p14">
          <p:contentPart p14:bwMode="auto" r:id="rId160">
            <p14:nvContentPartPr>
              <p14:cNvPr id="1049201" name=""/>
              <p14:cNvContentPartPr/>
              <p14:nvPr/>
            </p14:nvContentPartPr>
            <p14:xfrm>
              <a:off x="9495682" y="4989991"/>
              <a:ext cx="66412" cy="229904"/>
            </p14:xfrm>
          </p:contentPart>
        </mc:Choice>
        <mc:Fallback>
          <p:sp>
            <p:nvSpPr>
              <p:cNvPr id="1049201" name=""/>
              <p:cNvSpPr/>
              <p:nvPr/>
            </p:nvSpPr>
            <p:spPr>
              <a:xfrm>
                <a:off x="9495682" y="4989991"/>
                <a:ext cx="66412" cy="229904"/>
              </a:xfrm>
            </p:spPr>
          </p:sp>
        </mc:Fallback>
      </mc:AlternateContent>
      <mc:AlternateContent xmlns:mc="http://schemas.openxmlformats.org/markup-compatibility/2006">
        <mc:Choice xmlns:p14="http://schemas.microsoft.com/office/powerpoint/2010/main" Requires="p14">
          <p:contentPart p14:bwMode="auto" r:id="rId161">
            <p14:nvContentPartPr>
              <p14:cNvPr id="1049202" name=""/>
              <p14:cNvContentPartPr/>
              <p14:nvPr/>
            </p14:nvContentPartPr>
            <p14:xfrm>
              <a:off x="9588300" y="5044099"/>
              <a:ext cx="55425" cy="197929"/>
            </p14:xfrm>
          </p:contentPart>
        </mc:Choice>
        <mc:Fallback>
          <p:sp>
            <p:nvSpPr>
              <p:cNvPr id="1049202" name=""/>
              <p:cNvSpPr/>
              <p:nvPr/>
            </p:nvSpPr>
            <p:spPr>
              <a:xfrm>
                <a:off x="9588300" y="5044099"/>
                <a:ext cx="55425" cy="197929"/>
              </a:xfrm>
            </p:spPr>
          </p:sp>
        </mc:Fallback>
      </mc:AlternateContent>
      <mc:AlternateContent xmlns:mc="http://schemas.openxmlformats.org/markup-compatibility/2006">
        <mc:Choice xmlns:p14="http://schemas.microsoft.com/office/powerpoint/2010/main" Requires="p14">
          <p:contentPart p14:bwMode="auto" r:id="rId162">
            <p14:nvContentPartPr>
              <p14:cNvPr id="1049203" name=""/>
              <p14:cNvContentPartPr/>
              <p14:nvPr/>
            </p14:nvContentPartPr>
            <p14:xfrm>
              <a:off x="9486642" y="5116821"/>
              <a:ext cx="169138" cy="59923"/>
            </p14:xfrm>
          </p:contentPart>
        </mc:Choice>
        <mc:Fallback>
          <p:sp>
            <p:nvSpPr>
              <p:cNvPr id="1049203" name=""/>
              <p:cNvSpPr/>
              <p:nvPr/>
            </p:nvSpPr>
            <p:spPr>
              <a:xfrm>
                <a:off x="9486642" y="5116821"/>
                <a:ext cx="169138" cy="59923"/>
              </a:xfrm>
            </p:spPr>
          </p:sp>
        </mc:Fallback>
      </mc:AlternateContent>
      <mc:AlternateContent xmlns:mc="http://schemas.openxmlformats.org/markup-compatibility/2006">
        <mc:Choice xmlns:p14="http://schemas.microsoft.com/office/powerpoint/2010/main" Requires="p14">
          <p:contentPart p14:bwMode="auto" r:id="rId163">
            <p14:nvContentPartPr>
              <p14:cNvPr id="1049204" name=""/>
              <p14:cNvContentPartPr/>
              <p14:nvPr/>
            </p14:nvContentPartPr>
            <p14:xfrm>
              <a:off x="7719898" y="4732607"/>
              <a:ext cx="14561" cy="36237"/>
            </p14:xfrm>
          </p:contentPart>
        </mc:Choice>
        <mc:Fallback>
          <p:sp>
            <p:nvSpPr>
              <p:cNvPr id="1049204" name=""/>
              <p:cNvSpPr/>
              <p:nvPr/>
            </p:nvSpPr>
            <p:spPr>
              <a:xfrm>
                <a:off x="7719898" y="4732607"/>
                <a:ext cx="14561" cy="36237"/>
              </a:xfrm>
            </p:spPr>
          </p:sp>
        </mc:Fallback>
      </mc:AlternateContent>
      <mc:AlternateContent xmlns:mc="http://schemas.openxmlformats.org/markup-compatibility/2006">
        <mc:Choice xmlns:p14="http://schemas.microsoft.com/office/powerpoint/2010/main" Requires="p14">
          <p:contentPart p14:bwMode="auto" r:id="rId164">
            <p14:nvContentPartPr>
              <p14:cNvPr id="1049251" name=""/>
              <p14:cNvContentPartPr/>
              <p14:nvPr/>
            </p14:nvContentPartPr>
            <p14:xfrm>
              <a:off x="4623243" y="4854432"/>
              <a:ext cx="6026942" cy="465281"/>
            </p14:xfrm>
          </p:contentPart>
        </mc:Choice>
        <mc:Fallback>
          <p:sp>
            <p:nvSpPr>
              <p:cNvPr id="1049251" name=""/>
              <p:cNvSpPr/>
              <p:nvPr/>
            </p:nvSpPr>
            <p:spPr>
              <a:xfrm>
                <a:off x="4623243" y="4854432"/>
                <a:ext cx="6026942" cy="465281"/>
              </a:xfrm>
            </p:spPr>
          </p:sp>
        </mc:Fallback>
      </mc:AlternateContent>
      <mc:AlternateContent xmlns:mc="http://schemas.openxmlformats.org/markup-compatibility/2006">
        <mc:Choice xmlns:p14="http://schemas.microsoft.com/office/powerpoint/2010/main" Requires="p14">
          <p:contentPart p14:bwMode="auto" r:id="rId165">
            <p14:nvContentPartPr>
              <p14:cNvPr id="1049252" name=""/>
              <p14:cNvContentPartPr/>
              <p14:nvPr/>
            </p14:nvContentPartPr>
            <p14:xfrm>
              <a:off x="3373414" y="4855017"/>
              <a:ext cx="1292629" cy="1554750"/>
            </p14:xfrm>
          </p:contentPart>
        </mc:Choice>
        <mc:Fallback>
          <p:sp>
            <p:nvSpPr>
              <p:cNvPr id="1049252" name=""/>
              <p:cNvSpPr/>
              <p:nvPr/>
            </p:nvSpPr>
            <p:spPr>
              <a:xfrm>
                <a:off x="3373414" y="4855017"/>
                <a:ext cx="1292629" cy="1554750"/>
              </a:xfrm>
            </p:spPr>
          </p:sp>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07" name=""/>
        <p:cNvGrpSpPr/>
        <p:nvPr/>
      </p:nvGrpSpPr>
      <p:grpSpPr>
        <a:xfrm>
          <a:off x="0" y="0"/>
          <a:ext cx="0" cy="0"/>
          <a:chOff x="0" y="0"/>
          <a:chExt cx="0" cy="0"/>
        </a:xfrm>
      </p:grpSpPr>
      <p:sp>
        <p:nvSpPr>
          <p:cNvPr id="1049255" name=""/>
          <p:cNvSpPr>
            <a:spLocks noGrp="1"/>
          </p:cNvSpPr>
          <p:nvPr>
            <p:ph type="dt" sz="half" idx="10"/>
          </p:nvPr>
        </p:nvSpPr>
        <p:spPr/>
        <p:txBody>
          <a:bodyPr/>
          <a:p>
            <a:fld id="{AF63D5A4-9645-46DC-A3D4-D6D5FC8DBE9A}" type="datetime1">
              <a:rPr lang="fr-MA" smtClean="0"/>
              <a:t>2/26/2026</a:t>
            </a:fld>
            <a:endParaRPr lang="fr-MA"/>
          </a:p>
        </p:txBody>
      </p:sp>
      <p:sp>
        <p:nvSpPr>
          <p:cNvPr id="1049256" name=""/>
          <p:cNvSpPr>
            <a:spLocks noGrp="1"/>
          </p:cNvSpPr>
          <p:nvPr>
            <p:ph type="ftr" sz="quarter" idx="11"/>
          </p:nvPr>
        </p:nvSpPr>
        <p:spPr/>
        <p:txBody>
          <a:bodyPr/>
          <a:p>
            <a:r>
              <a:rPr lang="fr-MA"/>
              <a:t>Azagrouze</a:t>
            </a:r>
          </a:p>
        </p:txBody>
      </p:sp>
      <p:sp>
        <p:nvSpPr>
          <p:cNvPr id="1049257" name=""/>
          <p:cNvSpPr>
            <a:spLocks noGrp="1"/>
          </p:cNvSpPr>
          <p:nvPr>
            <p:ph type="sldNum" sz="quarter" idx="12"/>
          </p:nvPr>
        </p:nvSpPr>
        <p:spPr/>
        <p:txBody>
          <a:bodyPr/>
          <a:p>
            <a:fld id="{FF4E3B11-ADB7-4E0C-98DE-03B52B014AC4}" type="slidenum">
              <a:rPr lang="fr-MA" smtClean="0"/>
              <a:t>8</a:t>
            </a:fld>
            <a:endParaRPr lang="fr-MA"/>
          </a:p>
        </p:txBody>
      </p:sp>
      <mc:AlternateContent xmlns:mc="http://schemas.openxmlformats.org/markup-compatibility/2006">
        <mc:Choice xmlns:p14="http://schemas.microsoft.com/office/powerpoint/2010/main" Requires="p14">
          <p:contentPart p14:bwMode="auto" r:id="rId1">
            <p14:nvContentPartPr>
              <p14:cNvPr id="1049258" name=""/>
              <p14:cNvContentPartPr/>
              <p14:nvPr/>
            </p14:nvContentPartPr>
            <p14:xfrm>
              <a:off x="1123751" y="879331"/>
              <a:ext cx="3844804" cy="2757155"/>
            </p14:xfrm>
          </p:contentPart>
        </mc:Choice>
        <mc:Fallback>
          <p:sp>
            <p:nvSpPr>
              <p:cNvPr id="1049258" name=""/>
              <p:cNvSpPr/>
              <p:nvPr/>
            </p:nvSpPr>
            <p:spPr>
              <a:xfrm>
                <a:off x="1123751" y="879331"/>
                <a:ext cx="3844804" cy="2757155"/>
              </a:xfrm>
            </p:spPr>
          </p:sp>
        </mc:Fallback>
      </mc:AlternateContent>
      <mc:AlternateContent xmlns:mc="http://schemas.openxmlformats.org/markup-compatibility/2006">
        <mc:Choice xmlns:p14="http://schemas.microsoft.com/office/powerpoint/2010/main" Requires="p14">
          <p:contentPart p14:bwMode="auto" r:id="rId2">
            <p14:nvContentPartPr>
              <p14:cNvPr id="1049259" name=""/>
              <p14:cNvContentPartPr/>
              <p14:nvPr/>
            </p14:nvContentPartPr>
            <p14:xfrm>
              <a:off x="1283462" y="437008"/>
              <a:ext cx="17568" cy="295990"/>
            </p14:xfrm>
          </p:contentPart>
        </mc:Choice>
        <mc:Fallback>
          <p:sp>
            <p:nvSpPr>
              <p:cNvPr id="1049259" name=""/>
              <p:cNvSpPr/>
              <p:nvPr/>
            </p:nvSpPr>
            <p:spPr>
              <a:xfrm>
                <a:off x="1283462" y="437008"/>
                <a:ext cx="17568" cy="295990"/>
              </a:xfrm>
            </p:spPr>
          </p:sp>
        </mc:Fallback>
      </mc:AlternateContent>
      <mc:AlternateContent xmlns:mc="http://schemas.openxmlformats.org/markup-compatibility/2006">
        <mc:Choice xmlns:p14="http://schemas.microsoft.com/office/powerpoint/2010/main" Requires="p14">
          <p:contentPart p14:bwMode="auto" r:id="rId3">
            <p14:nvContentPartPr>
              <p14:cNvPr id="1049260" name=""/>
              <p14:cNvContentPartPr/>
              <p14:nvPr/>
            </p14:nvContentPartPr>
            <p14:xfrm>
              <a:off x="1176240" y="437008"/>
              <a:ext cx="224806" cy="14089"/>
            </p14:xfrm>
          </p:contentPart>
        </mc:Choice>
        <mc:Fallback>
          <p:sp>
            <p:nvSpPr>
              <p:cNvPr id="1049260" name=""/>
              <p:cNvSpPr/>
              <p:nvPr/>
            </p:nvSpPr>
            <p:spPr>
              <a:xfrm>
                <a:off x="1176240" y="437008"/>
                <a:ext cx="224806" cy="14089"/>
              </a:xfrm>
            </p:spPr>
          </p:sp>
        </mc:Fallback>
      </mc:AlternateContent>
      <mc:AlternateContent xmlns:mc="http://schemas.openxmlformats.org/markup-compatibility/2006">
        <mc:Choice xmlns:p14="http://schemas.microsoft.com/office/powerpoint/2010/main" Requires="p14">
          <p:contentPart p14:bwMode="auto" r:id="rId4">
            <p14:nvContentPartPr>
              <p14:cNvPr id="1049261" name=""/>
              <p14:cNvContentPartPr/>
              <p14:nvPr/>
            </p14:nvContentPartPr>
            <p14:xfrm>
              <a:off x="1395193" y="559867"/>
              <a:ext cx="209937" cy="154632"/>
            </p14:xfrm>
          </p:contentPart>
        </mc:Choice>
        <mc:Fallback>
          <p:sp>
            <p:nvSpPr>
              <p:cNvPr id="1049261" name=""/>
              <p:cNvSpPr/>
              <p:nvPr/>
            </p:nvSpPr>
            <p:spPr>
              <a:xfrm>
                <a:off x="1395193" y="559867"/>
                <a:ext cx="209937" cy="154632"/>
              </a:xfrm>
            </p:spPr>
          </p:sp>
        </mc:Fallback>
      </mc:AlternateContent>
      <mc:AlternateContent xmlns:mc="http://schemas.openxmlformats.org/markup-compatibility/2006">
        <mc:Choice xmlns:p14="http://schemas.microsoft.com/office/powerpoint/2010/main" Requires="p14">
          <p:contentPart p14:bwMode="auto" r:id="rId5">
            <p14:nvContentPartPr>
              <p14:cNvPr id="1049262" name=""/>
              <p14:cNvContentPartPr/>
              <p14:nvPr/>
            </p14:nvContentPartPr>
            <p14:xfrm>
              <a:off x="1638794" y="335991"/>
              <a:ext cx="105031" cy="364509"/>
            </p14:xfrm>
          </p:contentPart>
        </mc:Choice>
        <mc:Fallback>
          <p:sp>
            <p:nvSpPr>
              <p:cNvPr id="1049262" name=""/>
              <p:cNvSpPr/>
              <p:nvPr/>
            </p:nvSpPr>
            <p:spPr>
              <a:xfrm>
                <a:off x="1638794" y="335991"/>
                <a:ext cx="105031" cy="364509"/>
              </a:xfrm>
            </p:spPr>
          </p:sp>
        </mc:Fallback>
      </mc:AlternateContent>
      <mc:AlternateContent xmlns:mc="http://schemas.openxmlformats.org/markup-compatibility/2006">
        <mc:Choice xmlns:p14="http://schemas.microsoft.com/office/powerpoint/2010/main" Requires="p14">
          <p:contentPart p14:bwMode="auto" r:id="rId6">
            <p14:nvContentPartPr>
              <p14:cNvPr id="1049263" name=""/>
              <p14:cNvContentPartPr/>
              <p14:nvPr/>
            </p14:nvContentPartPr>
            <p14:xfrm>
              <a:off x="1790009" y="328793"/>
              <a:ext cx="15445" cy="371384"/>
            </p14:xfrm>
          </p:contentPart>
        </mc:Choice>
        <mc:Fallback>
          <p:sp>
            <p:nvSpPr>
              <p:cNvPr id="1049263" name=""/>
              <p:cNvSpPr/>
              <p:nvPr/>
            </p:nvSpPr>
            <p:spPr>
              <a:xfrm>
                <a:off x="1790009" y="328793"/>
                <a:ext cx="15445" cy="371384"/>
              </a:xfrm>
            </p:spPr>
          </p:sp>
        </mc:Fallback>
      </mc:AlternateContent>
      <mc:AlternateContent xmlns:mc="http://schemas.openxmlformats.org/markup-compatibility/2006">
        <mc:Choice xmlns:p14="http://schemas.microsoft.com/office/powerpoint/2010/main" Requires="p14">
          <p:contentPart p14:bwMode="auto" r:id="rId7">
            <p14:nvContentPartPr>
              <p14:cNvPr id="1049264" name=""/>
              <p14:cNvContentPartPr/>
              <p14:nvPr/>
            </p14:nvContentPartPr>
            <p14:xfrm>
              <a:off x="1841196" y="527650"/>
              <a:ext cx="169907" cy="166613"/>
            </p14:xfrm>
          </p:contentPart>
        </mc:Choice>
        <mc:Fallback>
          <p:sp>
            <p:nvSpPr>
              <p:cNvPr id="1049264" name=""/>
              <p:cNvSpPr/>
              <p:nvPr/>
            </p:nvSpPr>
            <p:spPr>
              <a:xfrm>
                <a:off x="1841196" y="527650"/>
                <a:ext cx="169907" cy="166613"/>
              </a:xfrm>
            </p:spPr>
          </p:sp>
        </mc:Fallback>
      </mc:AlternateContent>
      <mc:AlternateContent xmlns:mc="http://schemas.openxmlformats.org/markup-compatibility/2006">
        <mc:Choice xmlns:p14="http://schemas.microsoft.com/office/powerpoint/2010/main" Requires="p14">
          <p:contentPart p14:bwMode="auto" r:id="rId8">
            <p14:nvContentPartPr>
              <p14:cNvPr id="1049265" name=""/>
              <p14:cNvContentPartPr/>
              <p14:nvPr/>
            </p14:nvContentPartPr>
            <p14:xfrm>
              <a:off x="1965971" y="531324"/>
              <a:ext cx="359172" cy="142564"/>
            </p14:xfrm>
          </p:contentPart>
        </mc:Choice>
        <mc:Fallback>
          <p:sp>
            <p:nvSpPr>
              <p:cNvPr id="1049265" name=""/>
              <p:cNvSpPr/>
              <p:nvPr/>
            </p:nvSpPr>
            <p:spPr>
              <a:xfrm>
                <a:off x="1965971" y="531324"/>
                <a:ext cx="359172" cy="142564"/>
              </a:xfrm>
            </p:spPr>
          </p:sp>
        </mc:Fallback>
      </mc:AlternateContent>
      <mc:AlternateContent xmlns:mc="http://schemas.openxmlformats.org/markup-compatibility/2006">
        <mc:Choice xmlns:p14="http://schemas.microsoft.com/office/powerpoint/2010/main" Requires="p14">
          <p:contentPart p14:bwMode="auto" r:id="rId9">
            <p14:nvContentPartPr>
              <p14:cNvPr id="1049266" name=""/>
              <p14:cNvContentPartPr/>
              <p14:nvPr/>
            </p14:nvContentPartPr>
            <p14:xfrm>
              <a:off x="2467434" y="509482"/>
              <a:ext cx="244182" cy="349295"/>
            </p14:xfrm>
          </p:contentPart>
        </mc:Choice>
        <mc:Fallback>
          <p:sp>
            <p:nvSpPr>
              <p:cNvPr id="1049266" name=""/>
              <p:cNvSpPr/>
              <p:nvPr/>
            </p:nvSpPr>
            <p:spPr>
              <a:xfrm>
                <a:off x="2467434" y="509482"/>
                <a:ext cx="244182" cy="349295"/>
              </a:xfrm>
            </p:spPr>
          </p:sp>
        </mc:Fallback>
      </mc:AlternateContent>
      <mc:AlternateContent xmlns:mc="http://schemas.openxmlformats.org/markup-compatibility/2006">
        <mc:Choice xmlns:p14="http://schemas.microsoft.com/office/powerpoint/2010/main" Requires="p14">
          <p:contentPart p14:bwMode="auto" r:id="rId10">
            <p14:nvContentPartPr>
              <p14:cNvPr id="1049267" name=""/>
              <p14:cNvContentPartPr/>
              <p14:nvPr/>
            </p14:nvContentPartPr>
            <p14:xfrm>
              <a:off x="2582662" y="393573"/>
              <a:ext cx="59834" cy="113139"/>
            </p14:xfrm>
          </p:contentPart>
        </mc:Choice>
        <mc:Fallback>
          <p:sp>
            <p:nvSpPr>
              <p:cNvPr id="1049267" name=""/>
              <p:cNvSpPr/>
              <p:nvPr/>
            </p:nvSpPr>
            <p:spPr>
              <a:xfrm>
                <a:off x="2582662" y="393573"/>
                <a:ext cx="59834" cy="113139"/>
              </a:xfrm>
            </p:spPr>
          </p:sp>
        </mc:Fallback>
      </mc:AlternateContent>
      <mc:AlternateContent xmlns:mc="http://schemas.openxmlformats.org/markup-compatibility/2006">
        <mc:Choice xmlns:p14="http://schemas.microsoft.com/office/powerpoint/2010/main" Requires="p14">
          <p:contentPart p14:bwMode="auto" r:id="rId11">
            <p14:nvContentPartPr>
              <p14:cNvPr id="1049268" name=""/>
              <p14:cNvContentPartPr/>
              <p14:nvPr/>
            </p14:nvContentPartPr>
            <p14:xfrm>
              <a:off x="2695887" y="554407"/>
              <a:ext cx="10831" cy="95988"/>
            </p14:xfrm>
          </p:contentPart>
        </mc:Choice>
        <mc:Fallback>
          <p:sp>
            <p:nvSpPr>
              <p:cNvPr id="1049268" name=""/>
              <p:cNvSpPr/>
              <p:nvPr/>
            </p:nvSpPr>
            <p:spPr>
              <a:xfrm>
                <a:off x="2695887" y="554407"/>
                <a:ext cx="10831" cy="95988"/>
              </a:xfrm>
            </p:spPr>
          </p:sp>
        </mc:Fallback>
      </mc:AlternateContent>
      <mc:AlternateContent xmlns:mc="http://schemas.openxmlformats.org/markup-compatibility/2006">
        <mc:Choice xmlns:p14="http://schemas.microsoft.com/office/powerpoint/2010/main" Requires="p14">
          <p:contentPart p14:bwMode="auto" r:id="rId12">
            <p14:nvContentPartPr>
              <p14:cNvPr id="1049269" name=""/>
              <p14:cNvContentPartPr/>
              <p14:nvPr/>
            </p14:nvContentPartPr>
            <p14:xfrm>
              <a:off x="2692357" y="527849"/>
              <a:ext cx="125313" cy="97542"/>
            </p14:xfrm>
          </p:contentPart>
        </mc:Choice>
        <mc:Fallback>
          <p:sp>
            <p:nvSpPr>
              <p:cNvPr id="1049269" name=""/>
              <p:cNvSpPr/>
              <p:nvPr/>
            </p:nvSpPr>
            <p:spPr>
              <a:xfrm>
                <a:off x="2692357" y="527849"/>
                <a:ext cx="125313" cy="97542"/>
              </a:xfrm>
            </p:spPr>
          </p:sp>
        </mc:Fallback>
      </mc:AlternateContent>
      <mc:AlternateContent xmlns:mc="http://schemas.openxmlformats.org/markup-compatibility/2006">
        <mc:Choice xmlns:p14="http://schemas.microsoft.com/office/powerpoint/2010/main" Requires="p14">
          <p:contentPart p14:bwMode="auto" r:id="rId13">
            <p14:nvContentPartPr>
              <p14:cNvPr id="1049270" name=""/>
              <p14:cNvContentPartPr/>
              <p14:nvPr/>
            </p14:nvContentPartPr>
            <p14:xfrm>
              <a:off x="2829096" y="531324"/>
              <a:ext cx="13283" cy="111849"/>
            </p14:xfrm>
          </p:contentPart>
        </mc:Choice>
        <mc:Fallback>
          <p:sp>
            <p:nvSpPr>
              <p:cNvPr id="1049270" name=""/>
              <p:cNvSpPr/>
              <p:nvPr/>
            </p:nvSpPr>
            <p:spPr>
              <a:xfrm>
                <a:off x="2829096" y="531324"/>
                <a:ext cx="13283" cy="111849"/>
              </a:xfrm>
            </p:spPr>
          </p:sp>
        </mc:Fallback>
      </mc:AlternateContent>
      <mc:AlternateContent xmlns:mc="http://schemas.openxmlformats.org/markup-compatibility/2006">
        <mc:Choice xmlns:p14="http://schemas.microsoft.com/office/powerpoint/2010/main" Requires="p14">
          <p:contentPart p14:bwMode="auto" r:id="rId14">
            <p14:nvContentPartPr>
              <p14:cNvPr id="1049271" name=""/>
              <p14:cNvContentPartPr/>
              <p14:nvPr/>
            </p14:nvContentPartPr>
            <p14:xfrm>
              <a:off x="2834854" y="429810"/>
              <a:ext cx="7525" cy="67371"/>
            </p14:xfrm>
          </p:contentPart>
        </mc:Choice>
        <mc:Fallback>
          <p:sp>
            <p:nvSpPr>
              <p:cNvPr id="1049271" name=""/>
              <p:cNvSpPr/>
              <p:nvPr/>
            </p:nvSpPr>
            <p:spPr>
              <a:xfrm>
                <a:off x="2834854" y="429810"/>
                <a:ext cx="7525" cy="67371"/>
              </a:xfrm>
            </p:spPr>
          </p:sp>
        </mc:Fallback>
      </mc:AlternateContent>
      <mc:AlternateContent xmlns:mc="http://schemas.openxmlformats.org/markup-compatibility/2006">
        <mc:Choice xmlns:p14="http://schemas.microsoft.com/office/powerpoint/2010/main" Requires="p14">
          <p:contentPart p14:bwMode="auto" r:id="rId15">
            <p14:nvContentPartPr>
              <p14:cNvPr id="1049272" name=""/>
              <p14:cNvContentPartPr/>
              <p14:nvPr/>
            </p14:nvContentPartPr>
            <p14:xfrm>
              <a:off x="2906647" y="567891"/>
              <a:ext cx="106826" cy="68720"/>
            </p14:xfrm>
          </p:contentPart>
        </mc:Choice>
        <mc:Fallback>
          <p:sp>
            <p:nvSpPr>
              <p:cNvPr id="1049272" name=""/>
              <p:cNvSpPr/>
              <p:nvPr/>
            </p:nvSpPr>
            <p:spPr>
              <a:xfrm>
                <a:off x="2906647" y="567891"/>
                <a:ext cx="106826" cy="68720"/>
              </a:xfrm>
            </p:spPr>
          </p:sp>
        </mc:Fallback>
      </mc:AlternateContent>
      <mc:AlternateContent xmlns:mc="http://schemas.openxmlformats.org/markup-compatibility/2006">
        <mc:Choice xmlns:p14="http://schemas.microsoft.com/office/powerpoint/2010/main" Requires="p14">
          <p:contentPart p14:bwMode="auto" r:id="rId16">
            <p14:nvContentPartPr>
              <p14:cNvPr id="1049273" name=""/>
              <p14:cNvContentPartPr/>
              <p14:nvPr/>
            </p14:nvContentPartPr>
            <p14:xfrm>
              <a:off x="3037354" y="483451"/>
              <a:ext cx="131292" cy="156243"/>
            </p14:xfrm>
          </p:contentPart>
        </mc:Choice>
        <mc:Fallback>
          <p:sp>
            <p:nvSpPr>
              <p:cNvPr id="1049273" name=""/>
              <p:cNvSpPr/>
              <p:nvPr/>
            </p:nvSpPr>
            <p:spPr>
              <a:xfrm>
                <a:off x="3037354" y="483451"/>
                <a:ext cx="131292" cy="156243"/>
              </a:xfrm>
            </p:spPr>
          </p:sp>
        </mc:Fallback>
      </mc:AlternateContent>
      <mc:AlternateContent xmlns:mc="http://schemas.openxmlformats.org/markup-compatibility/2006">
        <mc:Choice xmlns:p14="http://schemas.microsoft.com/office/powerpoint/2010/main" Requires="p14">
          <p:contentPart p14:bwMode="auto" r:id="rId17">
            <p14:nvContentPartPr>
              <p14:cNvPr id="1049274" name=""/>
              <p14:cNvContentPartPr/>
              <p14:nvPr/>
            </p14:nvContentPartPr>
            <p14:xfrm>
              <a:off x="3143795" y="364285"/>
              <a:ext cx="83342" cy="246500"/>
            </p14:xfrm>
          </p:contentPart>
        </mc:Choice>
        <mc:Fallback>
          <p:sp>
            <p:nvSpPr>
              <p:cNvPr id="1049274" name=""/>
              <p:cNvSpPr/>
              <p:nvPr/>
            </p:nvSpPr>
            <p:spPr>
              <a:xfrm>
                <a:off x="3143795" y="364285"/>
                <a:ext cx="83342" cy="246500"/>
              </a:xfrm>
            </p:spPr>
          </p:sp>
        </mc:Fallback>
      </mc:AlternateContent>
      <mc:AlternateContent xmlns:mc="http://schemas.openxmlformats.org/markup-compatibility/2006">
        <mc:Choice xmlns:p14="http://schemas.microsoft.com/office/powerpoint/2010/main" Requires="p14">
          <p:contentPart p14:bwMode="auto" r:id="rId18">
            <p14:nvContentPartPr>
              <p14:cNvPr id="1049275" name=""/>
              <p14:cNvContentPartPr/>
              <p14:nvPr/>
            </p14:nvContentPartPr>
            <p14:xfrm>
              <a:off x="3245647" y="495335"/>
              <a:ext cx="26063" cy="73363"/>
            </p14:xfrm>
          </p:contentPart>
        </mc:Choice>
        <mc:Fallback>
          <p:sp>
            <p:nvSpPr>
              <p:cNvPr id="1049275" name=""/>
              <p:cNvSpPr/>
              <p:nvPr/>
            </p:nvSpPr>
            <p:spPr>
              <a:xfrm>
                <a:off x="3245647" y="495335"/>
                <a:ext cx="26063" cy="73363"/>
              </a:xfrm>
            </p:spPr>
          </p:sp>
        </mc:Fallback>
      </mc:AlternateContent>
      <mc:AlternateContent xmlns:mc="http://schemas.openxmlformats.org/markup-compatibility/2006">
        <mc:Choice xmlns:p14="http://schemas.microsoft.com/office/powerpoint/2010/main" Requires="p14">
          <p:contentPart p14:bwMode="auto" r:id="rId19">
            <p14:nvContentPartPr>
              <p14:cNvPr id="1049276" name=""/>
              <p14:cNvContentPartPr/>
              <p14:nvPr/>
            </p14:nvContentPartPr>
            <p14:xfrm>
              <a:off x="3242626" y="415663"/>
              <a:ext cx="7464" cy="74088"/>
            </p14:xfrm>
          </p:contentPart>
        </mc:Choice>
        <mc:Fallback>
          <p:sp>
            <p:nvSpPr>
              <p:cNvPr id="1049276" name=""/>
              <p:cNvSpPr/>
              <p:nvPr/>
            </p:nvSpPr>
            <p:spPr>
              <a:xfrm>
                <a:off x="3242626" y="415663"/>
                <a:ext cx="7464" cy="74088"/>
              </a:xfrm>
            </p:spPr>
          </p:sp>
        </mc:Fallback>
      </mc:AlternateContent>
      <mc:AlternateContent xmlns:mc="http://schemas.openxmlformats.org/markup-compatibility/2006">
        <mc:Choice xmlns:p14="http://schemas.microsoft.com/office/powerpoint/2010/main" Requires="p14">
          <p:contentPart p14:bwMode="auto" r:id="rId20">
            <p14:nvContentPartPr>
              <p14:cNvPr id="1049277" name=""/>
              <p14:cNvContentPartPr/>
              <p14:nvPr/>
            </p14:nvContentPartPr>
            <p14:xfrm>
              <a:off x="3339255" y="454888"/>
              <a:ext cx="100427" cy="339144"/>
            </p14:xfrm>
          </p:contentPart>
        </mc:Choice>
        <mc:Fallback>
          <p:sp>
            <p:nvSpPr>
              <p:cNvPr id="1049277" name=""/>
              <p:cNvSpPr/>
              <p:nvPr/>
            </p:nvSpPr>
            <p:spPr>
              <a:xfrm>
                <a:off x="3339255" y="454888"/>
                <a:ext cx="100427" cy="339144"/>
              </a:xfrm>
            </p:spPr>
          </p:sp>
        </mc:Fallback>
      </mc:AlternateContent>
      <mc:AlternateContent xmlns:mc="http://schemas.openxmlformats.org/markup-compatibility/2006">
        <mc:Choice xmlns:p14="http://schemas.microsoft.com/office/powerpoint/2010/main" Requires="p14">
          <p:contentPart p14:bwMode="auto" r:id="rId21">
            <p14:nvContentPartPr>
              <p14:cNvPr id="1049278" name=""/>
              <p14:cNvContentPartPr/>
              <p14:nvPr/>
            </p14:nvContentPartPr>
            <p14:xfrm>
              <a:off x="3438149" y="490112"/>
              <a:ext cx="244397" cy="117135"/>
            </p14:xfrm>
          </p:contentPart>
        </mc:Choice>
        <mc:Fallback>
          <p:sp>
            <p:nvSpPr>
              <p:cNvPr id="1049278" name=""/>
              <p:cNvSpPr/>
              <p:nvPr/>
            </p:nvSpPr>
            <p:spPr>
              <a:xfrm>
                <a:off x="3438149" y="490112"/>
                <a:ext cx="244397" cy="117135"/>
              </a:xfrm>
            </p:spPr>
          </p:sp>
        </mc:Fallback>
      </mc:AlternateContent>
      <mc:AlternateContent xmlns:mc="http://schemas.openxmlformats.org/markup-compatibility/2006">
        <mc:Choice xmlns:p14="http://schemas.microsoft.com/office/powerpoint/2010/main" Requires="p14">
          <p:contentPart p14:bwMode="auto" r:id="rId22">
            <p14:nvContentPartPr>
              <p14:cNvPr id="1049279" name=""/>
              <p14:cNvContentPartPr/>
              <p14:nvPr/>
            </p14:nvContentPartPr>
            <p14:xfrm>
              <a:off x="3228910" y="552917"/>
              <a:ext cx="0" cy="94316"/>
            </p14:xfrm>
          </p:contentPart>
        </mc:Choice>
        <mc:Fallback>
          <p:sp>
            <p:nvSpPr>
              <p:cNvPr id="1049279" name=""/>
              <p:cNvSpPr/>
              <p:nvPr/>
            </p:nvSpPr>
            <p:spPr>
              <a:xfrm>
                <a:off x="3228910" y="552917"/>
                <a:ext cx="0" cy="94316"/>
              </a:xfrm>
            </p:spPr>
          </p:sp>
        </mc:Fallback>
      </mc:AlternateContent>
      <mc:AlternateContent xmlns:mc="http://schemas.openxmlformats.org/markup-compatibility/2006">
        <mc:Choice xmlns:p14="http://schemas.microsoft.com/office/powerpoint/2010/main" Requires="p14">
          <p:contentPart p14:bwMode="auto" r:id="rId23">
            <p14:nvContentPartPr>
              <p14:cNvPr id="1049280" name=""/>
              <p14:cNvContentPartPr/>
              <p14:nvPr/>
            </p14:nvContentPartPr>
            <p14:xfrm>
              <a:off x="4434233" y="936883"/>
              <a:ext cx="53106" cy="2668474"/>
            </p14:xfrm>
          </p:contentPart>
        </mc:Choice>
        <mc:Fallback>
          <p:sp>
            <p:nvSpPr>
              <p:cNvPr id="1049280" name=""/>
              <p:cNvSpPr/>
              <p:nvPr/>
            </p:nvSpPr>
            <p:spPr>
              <a:xfrm>
                <a:off x="4434233" y="936883"/>
                <a:ext cx="53106" cy="2668474"/>
              </a:xfrm>
            </p:spPr>
          </p:sp>
        </mc:Fallback>
      </mc:AlternateContent>
      <mc:AlternateContent xmlns:mc="http://schemas.openxmlformats.org/markup-compatibility/2006">
        <mc:Choice xmlns:p14="http://schemas.microsoft.com/office/powerpoint/2010/main" Requires="p14">
          <p:contentPart p14:bwMode="auto" r:id="rId24">
            <p14:nvContentPartPr>
              <p14:cNvPr id="1049281" name=""/>
              <p14:cNvContentPartPr/>
              <p14:nvPr/>
            </p14:nvContentPartPr>
            <p14:xfrm>
              <a:off x="4473220" y="1314580"/>
              <a:ext cx="438192" cy="13466"/>
            </p14:xfrm>
          </p:contentPart>
        </mc:Choice>
        <mc:Fallback>
          <p:sp>
            <p:nvSpPr>
              <p:cNvPr id="1049281" name=""/>
              <p:cNvSpPr/>
              <p:nvPr/>
            </p:nvSpPr>
            <p:spPr>
              <a:xfrm>
                <a:off x="4473220" y="1314580"/>
                <a:ext cx="438192" cy="13466"/>
              </a:xfrm>
            </p:spPr>
          </p:sp>
        </mc:Fallback>
      </mc:AlternateContent>
      <mc:AlternateContent xmlns:mc="http://schemas.openxmlformats.org/markup-compatibility/2006">
        <mc:Choice xmlns:p14="http://schemas.microsoft.com/office/powerpoint/2010/main" Requires="p14">
          <p:contentPart p14:bwMode="auto" r:id="rId25">
            <p14:nvContentPartPr>
              <p14:cNvPr id="1049282" name=""/>
              <p14:cNvContentPartPr/>
              <p14:nvPr/>
            </p14:nvContentPartPr>
            <p14:xfrm>
              <a:off x="4668390" y="1023753"/>
              <a:ext cx="33395" cy="181287"/>
            </p14:xfrm>
          </p:contentPart>
        </mc:Choice>
        <mc:Fallback>
          <p:sp>
            <p:nvSpPr>
              <p:cNvPr id="1049282" name=""/>
              <p:cNvSpPr/>
              <p:nvPr/>
            </p:nvSpPr>
            <p:spPr>
              <a:xfrm>
                <a:off x="4668390" y="1023753"/>
                <a:ext cx="33395" cy="181287"/>
              </a:xfrm>
            </p:spPr>
          </p:sp>
        </mc:Fallback>
      </mc:AlternateContent>
      <mc:AlternateContent xmlns:mc="http://schemas.openxmlformats.org/markup-compatibility/2006">
        <mc:Choice xmlns:p14="http://schemas.microsoft.com/office/powerpoint/2010/main" Requires="p14">
          <p:contentPart p14:bwMode="auto" r:id="rId26">
            <p14:nvContentPartPr>
              <p14:cNvPr id="1049283" name=""/>
              <p14:cNvContentPartPr/>
              <p14:nvPr/>
            </p14:nvContentPartPr>
            <p14:xfrm>
              <a:off x="4680605" y="1027977"/>
              <a:ext cx="118575" cy="10419"/>
            </p14:xfrm>
          </p:contentPart>
        </mc:Choice>
        <mc:Fallback>
          <p:sp>
            <p:nvSpPr>
              <p:cNvPr id="1049283" name=""/>
              <p:cNvSpPr/>
              <p:nvPr/>
            </p:nvSpPr>
            <p:spPr>
              <a:xfrm>
                <a:off x="4680605" y="1027977"/>
                <a:ext cx="118575" cy="10419"/>
              </a:xfrm>
            </p:spPr>
          </p:sp>
        </mc:Fallback>
      </mc:AlternateContent>
      <mc:AlternateContent xmlns:mc="http://schemas.openxmlformats.org/markup-compatibility/2006">
        <mc:Choice xmlns:p14="http://schemas.microsoft.com/office/powerpoint/2010/main" Requires="p14">
          <p:contentPart p14:bwMode="auto" r:id="rId27">
            <p14:nvContentPartPr>
              <p14:cNvPr id="1049284" name=""/>
              <p14:cNvContentPartPr/>
              <p14:nvPr/>
            </p14:nvContentPartPr>
            <p14:xfrm>
              <a:off x="4651924" y="1125677"/>
              <a:ext cx="118738" cy="6787"/>
            </p14:xfrm>
          </p:contentPart>
        </mc:Choice>
        <mc:Fallback>
          <p:sp>
            <p:nvSpPr>
              <p:cNvPr id="1049284" name=""/>
              <p:cNvSpPr/>
              <p:nvPr/>
            </p:nvSpPr>
            <p:spPr>
              <a:xfrm>
                <a:off x="4651924" y="1125677"/>
                <a:ext cx="118738" cy="6787"/>
              </a:xfrm>
            </p:spPr>
          </p:sp>
        </mc:Fallback>
      </mc:AlternateContent>
      <mc:AlternateContent xmlns:mc="http://schemas.openxmlformats.org/markup-compatibility/2006">
        <mc:Choice xmlns:p14="http://schemas.microsoft.com/office/powerpoint/2010/main" Requires="p14">
          <p:contentPart p14:bwMode="auto" r:id="rId28">
            <p14:nvContentPartPr>
              <p14:cNvPr id="1049285" name=""/>
              <p14:cNvContentPartPr/>
              <p14:nvPr/>
            </p14:nvContentPartPr>
            <p14:xfrm>
              <a:off x="4563529" y="1447181"/>
              <a:ext cx="203714" cy="391897"/>
            </p14:xfrm>
          </p:contentPart>
        </mc:Choice>
        <mc:Fallback>
          <p:sp>
            <p:nvSpPr>
              <p:cNvPr id="1049285" name=""/>
              <p:cNvSpPr/>
              <p:nvPr/>
            </p:nvSpPr>
            <p:spPr>
              <a:xfrm>
                <a:off x="4563529" y="1447181"/>
                <a:ext cx="203714" cy="391897"/>
              </a:xfrm>
            </p:spPr>
          </p:sp>
        </mc:Fallback>
      </mc:AlternateContent>
      <mc:AlternateContent xmlns:mc="http://schemas.openxmlformats.org/markup-compatibility/2006">
        <mc:Choice xmlns:p14="http://schemas.microsoft.com/office/powerpoint/2010/main" Requires="p14">
          <p:contentPart p14:bwMode="auto" r:id="rId29">
            <p14:nvContentPartPr>
              <p14:cNvPr id="1049286" name=""/>
              <p14:cNvContentPartPr/>
              <p14:nvPr/>
            </p14:nvContentPartPr>
            <p14:xfrm>
              <a:off x="4430419" y="2016305"/>
              <a:ext cx="404261" cy="7202"/>
            </p14:xfrm>
          </p:contentPart>
        </mc:Choice>
        <mc:Fallback>
          <p:sp>
            <p:nvSpPr>
              <p:cNvPr id="1049286" name=""/>
              <p:cNvSpPr/>
              <p:nvPr/>
            </p:nvSpPr>
            <p:spPr>
              <a:xfrm>
                <a:off x="4430419" y="2016305"/>
                <a:ext cx="404261" cy="7202"/>
              </a:xfrm>
            </p:spPr>
          </p:sp>
        </mc:Fallback>
      </mc:AlternateContent>
      <mc:AlternateContent xmlns:mc="http://schemas.openxmlformats.org/markup-compatibility/2006">
        <mc:Choice xmlns:p14="http://schemas.microsoft.com/office/powerpoint/2010/main" Requires="p14">
          <p:contentPart p14:bwMode="auto" r:id="rId30">
            <p14:nvContentPartPr>
              <p14:cNvPr id="1049287" name=""/>
              <p14:cNvContentPartPr/>
              <p14:nvPr/>
            </p14:nvContentPartPr>
            <p14:xfrm>
              <a:off x="4566467" y="2263761"/>
              <a:ext cx="17947" cy="263049"/>
            </p14:xfrm>
          </p:contentPart>
        </mc:Choice>
        <mc:Fallback>
          <p:sp>
            <p:nvSpPr>
              <p:cNvPr id="1049287" name=""/>
              <p:cNvSpPr/>
              <p:nvPr/>
            </p:nvSpPr>
            <p:spPr>
              <a:xfrm>
                <a:off x="4566467" y="2263761"/>
                <a:ext cx="17947" cy="263049"/>
              </a:xfrm>
            </p:spPr>
          </p:sp>
        </mc:Fallback>
      </mc:AlternateContent>
      <mc:AlternateContent xmlns:mc="http://schemas.openxmlformats.org/markup-compatibility/2006">
        <mc:Choice xmlns:p14="http://schemas.microsoft.com/office/powerpoint/2010/main" Requires="p14">
          <p:contentPart p14:bwMode="auto" r:id="rId31">
            <p14:nvContentPartPr>
              <p14:cNvPr id="1049288" name=""/>
              <p14:cNvContentPartPr/>
              <p14:nvPr/>
            </p14:nvContentPartPr>
            <p14:xfrm>
              <a:off x="4537642" y="2226994"/>
              <a:ext cx="264305" cy="332831"/>
            </p14:xfrm>
          </p:contentPart>
        </mc:Choice>
        <mc:Fallback>
          <p:sp>
            <p:nvSpPr>
              <p:cNvPr id="1049288" name=""/>
              <p:cNvSpPr/>
              <p:nvPr/>
            </p:nvSpPr>
            <p:spPr>
              <a:xfrm>
                <a:off x="4537642" y="2226994"/>
                <a:ext cx="264305" cy="332831"/>
              </a:xfrm>
            </p:spPr>
          </p:sp>
        </mc:Fallback>
      </mc:AlternateContent>
      <mc:AlternateContent xmlns:mc="http://schemas.openxmlformats.org/markup-compatibility/2006">
        <mc:Choice xmlns:p14="http://schemas.microsoft.com/office/powerpoint/2010/main" Requires="p14">
          <p:contentPart p14:bwMode="auto" r:id="rId32">
            <p14:nvContentPartPr>
              <p14:cNvPr id="1049289" name=""/>
              <p14:cNvContentPartPr/>
              <p14:nvPr/>
            </p14:nvContentPartPr>
            <p14:xfrm>
              <a:off x="4473220" y="2726620"/>
              <a:ext cx="379029" cy="6735"/>
            </p14:xfrm>
          </p:contentPart>
        </mc:Choice>
        <mc:Fallback>
          <p:sp>
            <p:nvSpPr>
              <p:cNvPr id="1049289" name=""/>
              <p:cNvSpPr/>
              <p:nvPr/>
            </p:nvSpPr>
            <p:spPr>
              <a:xfrm>
                <a:off x="4473220" y="2726620"/>
                <a:ext cx="379029" cy="6735"/>
              </a:xfrm>
            </p:spPr>
          </p:sp>
        </mc:Fallback>
      </mc:AlternateContent>
      <mc:AlternateContent xmlns:mc="http://schemas.openxmlformats.org/markup-compatibility/2006">
        <mc:Choice xmlns:p14="http://schemas.microsoft.com/office/powerpoint/2010/main" Requires="p14">
          <p:contentPart p14:bwMode="auto" r:id="rId33">
            <p14:nvContentPartPr>
              <p14:cNvPr id="1049290" name=""/>
              <p14:cNvContentPartPr/>
              <p14:nvPr/>
            </p14:nvContentPartPr>
            <p14:xfrm>
              <a:off x="4644864" y="2868873"/>
              <a:ext cx="0" cy="176511"/>
            </p14:xfrm>
          </p:contentPart>
        </mc:Choice>
        <mc:Fallback>
          <p:sp>
            <p:nvSpPr>
              <p:cNvPr id="1049290" name=""/>
              <p:cNvSpPr/>
              <p:nvPr/>
            </p:nvSpPr>
            <p:spPr>
              <a:xfrm>
                <a:off x="4644864" y="2868873"/>
                <a:ext cx="0" cy="176511"/>
              </a:xfrm>
            </p:spPr>
          </p:sp>
        </mc:Fallback>
      </mc:AlternateContent>
      <mc:AlternateContent xmlns:mc="http://schemas.openxmlformats.org/markup-compatibility/2006">
        <mc:Choice xmlns:p14="http://schemas.microsoft.com/office/powerpoint/2010/main" Requires="p14">
          <p:contentPart p14:bwMode="auto" r:id="rId34">
            <p14:nvContentPartPr>
              <p14:cNvPr id="1049291" name=""/>
              <p14:cNvContentPartPr/>
              <p14:nvPr/>
            </p14:nvContentPartPr>
            <p14:xfrm>
              <a:off x="4558821" y="2849265"/>
              <a:ext cx="196710" cy="35950"/>
            </p14:xfrm>
          </p:contentPart>
        </mc:Choice>
        <mc:Fallback>
          <p:sp>
            <p:nvSpPr>
              <p:cNvPr id="1049291" name=""/>
              <p:cNvSpPr/>
              <p:nvPr/>
            </p:nvSpPr>
            <p:spPr>
              <a:xfrm>
                <a:off x="4558821" y="2849265"/>
                <a:ext cx="196710" cy="35950"/>
              </a:xfrm>
            </p:spPr>
          </p:sp>
        </mc:Fallback>
      </mc:AlternateContent>
      <mc:AlternateContent xmlns:mc="http://schemas.openxmlformats.org/markup-compatibility/2006">
        <mc:Choice xmlns:p14="http://schemas.microsoft.com/office/powerpoint/2010/main" Requires="p14">
          <p:contentPart p14:bwMode="auto" r:id="rId35">
            <p14:nvContentPartPr>
              <p14:cNvPr id="1049292" name=""/>
              <p14:cNvContentPartPr/>
              <p14:nvPr/>
            </p14:nvContentPartPr>
            <p14:xfrm>
              <a:off x="4566323" y="3030699"/>
              <a:ext cx="158688" cy="32158"/>
            </p14:xfrm>
          </p:contentPart>
        </mc:Choice>
        <mc:Fallback>
          <p:sp>
            <p:nvSpPr>
              <p:cNvPr id="1049292" name=""/>
              <p:cNvSpPr/>
              <p:nvPr/>
            </p:nvSpPr>
            <p:spPr>
              <a:xfrm>
                <a:off x="4566323" y="3030699"/>
                <a:ext cx="158688" cy="32158"/>
              </a:xfrm>
            </p:spPr>
          </p:sp>
        </mc:Fallback>
      </mc:AlternateContent>
      <mc:AlternateContent xmlns:mc="http://schemas.openxmlformats.org/markup-compatibility/2006">
        <mc:Choice xmlns:p14="http://schemas.microsoft.com/office/powerpoint/2010/main" Requires="p14">
          <p:contentPart p14:bwMode="auto" r:id="rId36">
            <p14:nvContentPartPr>
              <p14:cNvPr id="1049293" name=""/>
              <p14:cNvContentPartPr/>
              <p14:nvPr/>
            </p14:nvContentPartPr>
            <p14:xfrm>
              <a:off x="4451599" y="3145065"/>
              <a:ext cx="404425" cy="21876"/>
            </p14:xfrm>
          </p:contentPart>
        </mc:Choice>
        <mc:Fallback>
          <p:sp>
            <p:nvSpPr>
              <p:cNvPr id="1049293" name=""/>
              <p:cNvSpPr/>
              <p:nvPr/>
            </p:nvSpPr>
            <p:spPr>
              <a:xfrm>
                <a:off x="4451599" y="3145065"/>
                <a:ext cx="404425" cy="21876"/>
              </a:xfrm>
            </p:spPr>
          </p:sp>
        </mc:Fallback>
      </mc:AlternateContent>
      <mc:AlternateContent xmlns:mc="http://schemas.openxmlformats.org/markup-compatibility/2006">
        <mc:Choice xmlns:p14="http://schemas.microsoft.com/office/powerpoint/2010/main" Requires="p14">
          <p:contentPart p14:bwMode="auto" r:id="rId37">
            <p14:nvContentPartPr>
              <p14:cNvPr id="1049294" name=""/>
              <p14:cNvContentPartPr/>
              <p14:nvPr/>
            </p14:nvContentPartPr>
            <p14:xfrm>
              <a:off x="3284295" y="1323677"/>
              <a:ext cx="1210104" cy="105048"/>
            </p14:xfrm>
          </p:contentPart>
        </mc:Choice>
        <mc:Fallback>
          <p:sp>
            <p:nvSpPr>
              <p:cNvPr id="1049294" name=""/>
              <p:cNvSpPr/>
              <p:nvPr/>
            </p:nvSpPr>
            <p:spPr>
              <a:xfrm>
                <a:off x="3284295" y="1323677"/>
                <a:ext cx="1210104" cy="105048"/>
              </a:xfrm>
            </p:spPr>
          </p:sp>
        </mc:Fallback>
      </mc:AlternateContent>
      <mc:AlternateContent xmlns:mc="http://schemas.openxmlformats.org/markup-compatibility/2006">
        <mc:Choice xmlns:p14="http://schemas.microsoft.com/office/powerpoint/2010/main" Requires="p14">
          <p:contentPart p14:bwMode="auto" r:id="rId38">
            <p14:nvContentPartPr>
              <p14:cNvPr id="1049295" name=""/>
              <p14:cNvContentPartPr/>
              <p14:nvPr/>
            </p14:nvContentPartPr>
            <p14:xfrm>
              <a:off x="4163296" y="1059108"/>
              <a:ext cx="167572" cy="137475"/>
            </p14:xfrm>
          </p:contentPart>
        </mc:Choice>
        <mc:Fallback>
          <p:sp>
            <p:nvSpPr>
              <p:cNvPr id="1049295" name=""/>
              <p:cNvSpPr/>
              <p:nvPr/>
            </p:nvSpPr>
            <p:spPr>
              <a:xfrm>
                <a:off x="4163296" y="1059108"/>
                <a:ext cx="167572" cy="137475"/>
              </a:xfrm>
            </p:spPr>
          </p:sp>
        </mc:Fallback>
      </mc:AlternateContent>
      <mc:AlternateContent xmlns:mc="http://schemas.openxmlformats.org/markup-compatibility/2006">
        <mc:Choice xmlns:p14="http://schemas.microsoft.com/office/powerpoint/2010/main" Requires="p14">
          <p:contentPart p14:bwMode="auto" r:id="rId39">
            <p14:nvContentPartPr>
              <p14:cNvPr id="1049296" name=""/>
              <p14:cNvContentPartPr/>
              <p14:nvPr/>
            </p14:nvContentPartPr>
            <p14:xfrm>
              <a:off x="3922366" y="915538"/>
              <a:ext cx="42981" cy="352965"/>
            </p14:xfrm>
          </p:contentPart>
        </mc:Choice>
        <mc:Fallback>
          <p:sp>
            <p:nvSpPr>
              <p:cNvPr id="1049296" name=""/>
              <p:cNvSpPr/>
              <p:nvPr/>
            </p:nvSpPr>
            <p:spPr>
              <a:xfrm>
                <a:off x="3922366" y="915538"/>
                <a:ext cx="42981" cy="352965"/>
              </a:xfrm>
            </p:spPr>
          </p:sp>
        </mc:Fallback>
      </mc:AlternateContent>
      <mc:AlternateContent xmlns:mc="http://schemas.openxmlformats.org/markup-compatibility/2006">
        <mc:Choice xmlns:p14="http://schemas.microsoft.com/office/powerpoint/2010/main" Requires="p14">
          <p:contentPart p14:bwMode="auto" r:id="rId40">
            <p14:nvContentPartPr>
              <p14:cNvPr id="1049297" name=""/>
              <p14:cNvContentPartPr/>
              <p14:nvPr/>
            </p14:nvContentPartPr>
            <p14:xfrm>
              <a:off x="3565630" y="1052792"/>
              <a:ext cx="42309" cy="198442"/>
            </p14:xfrm>
          </p:contentPart>
        </mc:Choice>
        <mc:Fallback>
          <p:sp>
            <p:nvSpPr>
              <p:cNvPr id="1049297" name=""/>
              <p:cNvSpPr/>
              <p:nvPr/>
            </p:nvSpPr>
            <p:spPr>
              <a:xfrm>
                <a:off x="3565630" y="1052792"/>
                <a:ext cx="42309" cy="198442"/>
              </a:xfrm>
            </p:spPr>
          </p:sp>
        </mc:Fallback>
      </mc:AlternateContent>
      <mc:AlternateContent xmlns:mc="http://schemas.openxmlformats.org/markup-compatibility/2006">
        <mc:Choice xmlns:p14="http://schemas.microsoft.com/office/powerpoint/2010/main" Requires="p14">
          <p:contentPart p14:bwMode="auto" r:id="rId41">
            <p14:nvContentPartPr>
              <p14:cNvPr id="1049298" name=""/>
              <p14:cNvContentPartPr/>
              <p14:nvPr/>
            </p14:nvContentPartPr>
            <p14:xfrm>
              <a:off x="3600438" y="962218"/>
              <a:ext cx="181157" cy="222822"/>
            </p14:xfrm>
          </p:contentPart>
        </mc:Choice>
        <mc:Fallback>
          <p:sp>
            <p:nvSpPr>
              <p:cNvPr id="1049298" name=""/>
              <p:cNvSpPr/>
              <p:nvPr/>
            </p:nvSpPr>
            <p:spPr>
              <a:xfrm>
                <a:off x="3600438" y="962218"/>
                <a:ext cx="181157" cy="222822"/>
              </a:xfrm>
            </p:spPr>
          </p:sp>
        </mc:Fallback>
      </mc:AlternateContent>
      <mc:AlternateContent xmlns:mc="http://schemas.openxmlformats.org/markup-compatibility/2006">
        <mc:Choice xmlns:p14="http://schemas.microsoft.com/office/powerpoint/2010/main" Requires="p14">
          <p:contentPart p14:bwMode="auto" r:id="rId42">
            <p14:nvContentPartPr>
              <p14:cNvPr id="1049299" name=""/>
              <p14:cNvContentPartPr/>
              <p14:nvPr/>
            </p14:nvContentPartPr>
            <p14:xfrm>
              <a:off x="3428793" y="944081"/>
              <a:ext cx="43242" cy="413005"/>
            </p14:xfrm>
          </p:contentPart>
        </mc:Choice>
        <mc:Fallback>
          <p:sp>
            <p:nvSpPr>
              <p:cNvPr id="1049299" name=""/>
              <p:cNvSpPr/>
              <p:nvPr/>
            </p:nvSpPr>
            <p:spPr>
              <a:xfrm>
                <a:off x="3428793" y="944081"/>
                <a:ext cx="43242" cy="413005"/>
              </a:xfrm>
            </p:spPr>
          </p:sp>
        </mc:Fallback>
      </mc:AlternateContent>
      <mc:AlternateContent xmlns:mc="http://schemas.openxmlformats.org/markup-compatibility/2006">
        <mc:Choice xmlns:p14="http://schemas.microsoft.com/office/powerpoint/2010/main" Requires="p14">
          <p:contentPart p14:bwMode="auto" r:id="rId43">
            <p14:nvContentPartPr>
              <p14:cNvPr id="1049300" name=""/>
              <p14:cNvContentPartPr/>
              <p14:nvPr/>
            </p14:nvContentPartPr>
            <p14:xfrm>
              <a:off x="3108367" y="1016555"/>
              <a:ext cx="127281" cy="198258"/>
            </p14:xfrm>
          </p:contentPart>
        </mc:Choice>
        <mc:Fallback>
          <p:sp>
            <p:nvSpPr>
              <p:cNvPr id="1049300" name=""/>
              <p:cNvSpPr/>
              <p:nvPr/>
            </p:nvSpPr>
            <p:spPr>
              <a:xfrm>
                <a:off x="3108367" y="1016555"/>
                <a:ext cx="127281" cy="198258"/>
              </a:xfrm>
            </p:spPr>
          </p:sp>
        </mc:Fallback>
      </mc:AlternateContent>
      <mc:AlternateContent xmlns:mc="http://schemas.openxmlformats.org/markup-compatibility/2006">
        <mc:Choice xmlns:p14="http://schemas.microsoft.com/office/powerpoint/2010/main" Requires="p14">
          <p:contentPart p14:bwMode="auto" r:id="rId44">
            <p14:nvContentPartPr>
              <p14:cNvPr id="1049301" name=""/>
              <p14:cNvContentPartPr/>
              <p14:nvPr/>
            </p14:nvContentPartPr>
            <p14:xfrm>
              <a:off x="2985784" y="1429560"/>
              <a:ext cx="350348" cy="33209"/>
            </p14:xfrm>
          </p:contentPart>
        </mc:Choice>
        <mc:Fallback>
          <p:sp>
            <p:nvSpPr>
              <p:cNvPr id="1049301" name=""/>
              <p:cNvSpPr/>
              <p:nvPr/>
            </p:nvSpPr>
            <p:spPr>
              <a:xfrm>
                <a:off x="2985784" y="1429560"/>
                <a:ext cx="350348" cy="33209"/>
              </a:xfrm>
            </p:spPr>
          </p:sp>
        </mc:Fallback>
      </mc:AlternateContent>
      <mc:AlternateContent xmlns:mc="http://schemas.openxmlformats.org/markup-compatibility/2006">
        <mc:Choice xmlns:p14="http://schemas.microsoft.com/office/powerpoint/2010/main" Requires="p14">
          <p:contentPart p14:bwMode="auto" r:id="rId45">
            <p14:nvContentPartPr>
              <p14:cNvPr id="1049302" name=""/>
              <p14:cNvContentPartPr/>
              <p14:nvPr/>
            </p14:nvContentPartPr>
            <p14:xfrm>
              <a:off x="3021525" y="965922"/>
              <a:ext cx="18032" cy="470835"/>
            </p14:xfrm>
          </p:contentPart>
        </mc:Choice>
        <mc:Fallback>
          <p:sp>
            <p:nvSpPr>
              <p:cNvPr id="1049302" name=""/>
              <p:cNvSpPr/>
              <p:nvPr/>
            </p:nvSpPr>
            <p:spPr>
              <a:xfrm>
                <a:off x="3021525" y="965922"/>
                <a:ext cx="18032" cy="470835"/>
              </a:xfrm>
            </p:spPr>
          </p:sp>
        </mc:Fallback>
      </mc:AlternateContent>
      <mc:AlternateContent xmlns:mc="http://schemas.openxmlformats.org/markup-compatibility/2006">
        <mc:Choice xmlns:p14="http://schemas.microsoft.com/office/powerpoint/2010/main" Requires="p14">
          <p:contentPart p14:bwMode="auto" r:id="rId46">
            <p14:nvContentPartPr>
              <p14:cNvPr id="1049303" name=""/>
              <p14:cNvContentPartPr/>
              <p14:nvPr/>
            </p14:nvContentPartPr>
            <p14:xfrm>
              <a:off x="1190360" y="1523384"/>
              <a:ext cx="663255" cy="15812"/>
            </p14:xfrm>
          </p:contentPart>
        </mc:Choice>
        <mc:Fallback>
          <p:sp>
            <p:nvSpPr>
              <p:cNvPr id="1049303" name=""/>
              <p:cNvSpPr/>
              <p:nvPr/>
            </p:nvSpPr>
            <p:spPr>
              <a:xfrm>
                <a:off x="1190360" y="1523384"/>
                <a:ext cx="663255" cy="15812"/>
              </a:xfrm>
            </p:spPr>
          </p:sp>
        </mc:Fallback>
      </mc:AlternateContent>
      <mc:AlternateContent xmlns:mc="http://schemas.openxmlformats.org/markup-compatibility/2006">
        <mc:Choice xmlns:p14="http://schemas.microsoft.com/office/powerpoint/2010/main" Requires="p14">
          <p:contentPart p14:bwMode="auto" r:id="rId47">
            <p14:nvContentPartPr>
              <p14:cNvPr id="1049306" name=""/>
              <p14:cNvContentPartPr/>
              <p14:nvPr/>
            </p14:nvContentPartPr>
            <p14:xfrm>
              <a:off x="1533648" y="1378679"/>
              <a:ext cx="16441" cy="30871"/>
            </p14:xfrm>
          </p:contentPart>
        </mc:Choice>
        <mc:Fallback>
          <p:sp>
            <p:nvSpPr>
              <p:cNvPr id="1049306" name=""/>
              <p:cNvSpPr/>
              <p:nvPr/>
            </p:nvSpPr>
            <p:spPr>
              <a:xfrm>
                <a:off x="1533648" y="1378679"/>
                <a:ext cx="16441" cy="30871"/>
              </a:xfrm>
            </p:spPr>
          </p:sp>
        </mc:Fallback>
      </mc:AlternateContent>
      <mc:AlternateContent xmlns:mc="http://schemas.openxmlformats.org/markup-compatibility/2006">
        <mc:Choice xmlns:p14="http://schemas.microsoft.com/office/powerpoint/2010/main" Requires="p14">
          <p:contentPart p14:bwMode="auto" r:id="rId48">
            <p14:nvContentPartPr>
              <p14:cNvPr id="1049307" name=""/>
              <p14:cNvContentPartPr/>
              <p14:nvPr/>
            </p14:nvContentPartPr>
            <p14:xfrm>
              <a:off x="1562433" y="1016555"/>
              <a:ext cx="18598" cy="478929"/>
            </p14:xfrm>
          </p:contentPart>
        </mc:Choice>
        <mc:Fallback>
          <p:sp>
            <p:nvSpPr>
              <p:cNvPr id="1049307" name=""/>
              <p:cNvSpPr/>
              <p:nvPr/>
            </p:nvSpPr>
            <p:spPr>
              <a:xfrm>
                <a:off x="1562433" y="1016555"/>
                <a:ext cx="18598" cy="478929"/>
              </a:xfrm>
            </p:spPr>
          </p:sp>
        </mc:Fallback>
      </mc:AlternateContent>
      <mc:AlternateContent xmlns:mc="http://schemas.openxmlformats.org/markup-compatibility/2006">
        <mc:Choice xmlns:p14="http://schemas.microsoft.com/office/powerpoint/2010/main" Requires="p14">
          <p:contentPart p14:bwMode="auto" r:id="rId49">
            <p14:nvContentPartPr>
              <p14:cNvPr id="1049308" name=""/>
              <p14:cNvContentPartPr/>
              <p14:nvPr/>
            </p14:nvContentPartPr>
            <p14:xfrm>
              <a:off x="1669046" y="1197989"/>
              <a:ext cx="9322" cy="179330"/>
            </p14:xfrm>
          </p:contentPart>
        </mc:Choice>
        <mc:Fallback>
          <p:sp>
            <p:nvSpPr>
              <p:cNvPr id="1049308" name=""/>
              <p:cNvSpPr/>
              <p:nvPr/>
            </p:nvSpPr>
            <p:spPr>
              <a:xfrm>
                <a:off x="1669046" y="1197989"/>
                <a:ext cx="9322" cy="179330"/>
              </a:xfrm>
            </p:spPr>
          </p:sp>
        </mc:Fallback>
      </mc:AlternateContent>
      <mc:AlternateContent xmlns:mc="http://schemas.openxmlformats.org/markup-compatibility/2006">
        <mc:Choice xmlns:p14="http://schemas.microsoft.com/office/powerpoint/2010/main" Requires="p14">
          <p:contentPart p14:bwMode="auto" r:id="rId50">
            <p14:nvContentPartPr>
              <p14:cNvPr id="1049309" name=""/>
              <p14:cNvContentPartPr/>
              <p14:nvPr/>
            </p14:nvContentPartPr>
            <p14:xfrm>
              <a:off x="1684113" y="1140938"/>
              <a:ext cx="130261" cy="232252"/>
            </p14:xfrm>
          </p:contentPart>
        </mc:Choice>
        <mc:Fallback>
          <p:sp>
            <p:nvSpPr>
              <p:cNvPr id="1049309" name=""/>
              <p:cNvSpPr/>
              <p:nvPr/>
            </p:nvSpPr>
            <p:spPr>
              <a:xfrm>
                <a:off x="1684113" y="1140938"/>
                <a:ext cx="130261" cy="232252"/>
              </a:xfrm>
            </p:spPr>
          </p:sp>
        </mc:Fallback>
      </mc:AlternateContent>
      <mc:AlternateContent xmlns:mc="http://schemas.openxmlformats.org/markup-compatibility/2006">
        <mc:Choice xmlns:p14="http://schemas.microsoft.com/office/powerpoint/2010/main" Requires="p14">
          <p:contentPart p14:bwMode="auto" r:id="rId51">
            <p14:nvContentPartPr>
              <p14:cNvPr id="1049310" name=""/>
              <p14:cNvContentPartPr/>
              <p14:nvPr/>
            </p14:nvContentPartPr>
            <p14:xfrm>
              <a:off x="1924390" y="1042969"/>
              <a:ext cx="2848" cy="31912"/>
            </p14:xfrm>
          </p:contentPart>
        </mc:Choice>
        <mc:Fallback>
          <p:sp>
            <p:nvSpPr>
              <p:cNvPr id="1049310" name=""/>
              <p:cNvSpPr/>
              <p:nvPr/>
            </p:nvSpPr>
            <p:spPr>
              <a:xfrm>
                <a:off x="1924390" y="1042969"/>
                <a:ext cx="2848" cy="31912"/>
              </a:xfrm>
            </p:spPr>
          </p:sp>
        </mc:Fallback>
      </mc:AlternateContent>
      <mc:AlternateContent xmlns:mc="http://schemas.openxmlformats.org/markup-compatibility/2006">
        <mc:Choice xmlns:p14="http://schemas.microsoft.com/office/powerpoint/2010/main" Requires="p14">
          <p:contentPart p14:bwMode="auto" r:id="rId52">
            <p14:nvContentPartPr>
              <p14:cNvPr id="1049311" name=""/>
              <p14:cNvContentPartPr/>
              <p14:nvPr/>
            </p14:nvContentPartPr>
            <p14:xfrm>
              <a:off x="1912677" y="980318"/>
              <a:ext cx="13365" cy="511917"/>
            </p14:xfrm>
          </p:contentPart>
        </mc:Choice>
        <mc:Fallback>
          <p:sp>
            <p:nvSpPr>
              <p:cNvPr id="1049311" name=""/>
              <p:cNvSpPr/>
              <p:nvPr/>
            </p:nvSpPr>
            <p:spPr>
              <a:xfrm>
                <a:off x="1912677" y="980318"/>
                <a:ext cx="13365" cy="511917"/>
              </a:xfrm>
            </p:spPr>
          </p:sp>
        </mc:Fallback>
      </mc:AlternateContent>
      <mc:AlternateContent xmlns:mc="http://schemas.openxmlformats.org/markup-compatibility/2006">
        <mc:Choice xmlns:p14="http://schemas.microsoft.com/office/powerpoint/2010/main" Requires="p14">
          <p:contentPart p14:bwMode="auto" r:id="rId53">
            <p14:nvContentPartPr>
              <p14:cNvPr id="1049312" name=""/>
              <p14:cNvContentPartPr/>
              <p14:nvPr/>
            </p14:nvContentPartPr>
            <p14:xfrm>
              <a:off x="1541149" y="1480193"/>
              <a:ext cx="9510" cy="67763"/>
            </p14:xfrm>
          </p:contentPart>
        </mc:Choice>
        <mc:Fallback>
          <p:sp>
            <p:nvSpPr>
              <p:cNvPr id="1049312" name=""/>
              <p:cNvSpPr/>
              <p:nvPr/>
            </p:nvSpPr>
            <p:spPr>
              <a:xfrm>
                <a:off x="1541149" y="1480193"/>
                <a:ext cx="9510" cy="67763"/>
              </a:xfrm>
            </p:spPr>
          </p:sp>
        </mc:Fallback>
      </mc:AlternateContent>
      <mc:AlternateContent xmlns:mc="http://schemas.openxmlformats.org/markup-compatibility/2006">
        <mc:Choice xmlns:p14="http://schemas.microsoft.com/office/powerpoint/2010/main" Requires="p14">
          <p:contentPart p14:bwMode="auto" r:id="rId54">
            <p14:nvContentPartPr>
              <p14:cNvPr id="1049313" name=""/>
              <p14:cNvContentPartPr/>
              <p14:nvPr/>
            </p14:nvContentPartPr>
            <p14:xfrm>
              <a:off x="1562329" y="1531918"/>
              <a:ext cx="351322" cy="19164"/>
            </p14:xfrm>
          </p:contentPart>
        </mc:Choice>
        <mc:Fallback>
          <p:sp>
            <p:nvSpPr>
              <p:cNvPr id="1049313" name=""/>
              <p:cNvSpPr/>
              <p:nvPr/>
            </p:nvSpPr>
            <p:spPr>
              <a:xfrm>
                <a:off x="1562329" y="1531918"/>
                <a:ext cx="351322" cy="19164"/>
              </a:xfrm>
            </p:spPr>
          </p:sp>
        </mc:Fallback>
      </mc:AlternateContent>
      <mc:AlternateContent xmlns:mc="http://schemas.openxmlformats.org/markup-compatibility/2006">
        <mc:Choice xmlns:p14="http://schemas.microsoft.com/office/powerpoint/2010/main" Requires="p14">
          <p:contentPart p14:bwMode="auto" r:id="rId55">
            <p14:nvContentPartPr>
              <p14:cNvPr id="1049314" name=""/>
              <p14:cNvContentPartPr/>
              <p14:nvPr/>
            </p14:nvContentPartPr>
            <p14:xfrm>
              <a:off x="1892117" y="1474749"/>
              <a:ext cx="20560" cy="63522"/>
            </p14:xfrm>
          </p:contentPart>
        </mc:Choice>
        <mc:Fallback>
          <p:sp>
            <p:nvSpPr>
              <p:cNvPr id="1049314" name=""/>
              <p:cNvSpPr/>
              <p:nvPr/>
            </p:nvSpPr>
            <p:spPr>
              <a:xfrm>
                <a:off x="1892117" y="1474749"/>
                <a:ext cx="20560" cy="63522"/>
              </a:xfrm>
            </p:spPr>
          </p:sp>
        </mc:Fallback>
      </mc:AlternateContent>
      <mc:AlternateContent xmlns:mc="http://schemas.openxmlformats.org/markup-compatibility/2006">
        <mc:Choice xmlns:p14="http://schemas.microsoft.com/office/powerpoint/2010/main" Requires="p14">
          <p:contentPart p14:bwMode="auto" r:id="rId56">
            <p14:nvContentPartPr>
              <p14:cNvPr id="1049315" name=""/>
              <p14:cNvContentPartPr/>
              <p14:nvPr/>
            </p14:nvContentPartPr>
            <p14:xfrm>
              <a:off x="1862817" y="1453372"/>
              <a:ext cx="1187810" cy="113691"/>
            </p14:xfrm>
          </p:contentPart>
        </mc:Choice>
        <mc:Fallback>
          <p:sp>
            <p:nvSpPr>
              <p:cNvPr id="1049315" name=""/>
              <p:cNvSpPr/>
              <p:nvPr/>
            </p:nvSpPr>
            <p:spPr>
              <a:xfrm>
                <a:off x="1862817" y="1453372"/>
                <a:ext cx="1187810" cy="113691"/>
              </a:xfrm>
            </p:spPr>
          </p:sp>
        </mc:Fallback>
      </mc:AlternateContent>
      <mc:AlternateContent xmlns:mc="http://schemas.openxmlformats.org/markup-compatibility/2006">
        <mc:Choice xmlns:p14="http://schemas.microsoft.com/office/powerpoint/2010/main" Requires="p14">
          <p:contentPart p14:bwMode="auto" r:id="rId57">
            <p14:nvContentPartPr>
              <p14:cNvPr id="1049316" name=""/>
              <p14:cNvContentPartPr/>
              <p14:nvPr/>
            </p14:nvContentPartPr>
            <p14:xfrm>
              <a:off x="1462167" y="664775"/>
              <a:ext cx="3340274" cy="231688"/>
            </p14:xfrm>
          </p:contentPart>
        </mc:Choice>
        <mc:Fallback>
          <p:sp>
            <p:nvSpPr>
              <p:cNvPr id="1049316" name=""/>
              <p:cNvSpPr/>
              <p:nvPr/>
            </p:nvSpPr>
            <p:spPr>
              <a:xfrm>
                <a:off x="1462167" y="664775"/>
                <a:ext cx="3340274" cy="231688"/>
              </a:xfrm>
            </p:spPr>
          </p:sp>
        </mc:Fallback>
      </mc:AlternateContent>
      <mc:AlternateContent xmlns:mc="http://schemas.openxmlformats.org/markup-compatibility/2006">
        <mc:Choice xmlns:p14="http://schemas.microsoft.com/office/powerpoint/2010/main" Requires="p14">
          <p:contentPart p14:bwMode="auto" r:id="rId58">
            <p14:nvContentPartPr>
              <p14:cNvPr id="1049317" name=""/>
              <p14:cNvContentPartPr/>
              <p14:nvPr/>
            </p14:nvContentPartPr>
            <p14:xfrm>
              <a:off x="4616183" y="567561"/>
              <a:ext cx="271635" cy="218112"/>
            </p14:xfrm>
          </p:contentPart>
        </mc:Choice>
        <mc:Fallback>
          <p:sp>
            <p:nvSpPr>
              <p:cNvPr id="1049317" name=""/>
              <p:cNvSpPr/>
              <p:nvPr/>
            </p:nvSpPr>
            <p:spPr>
              <a:xfrm>
                <a:off x="4616183" y="567561"/>
                <a:ext cx="271635" cy="218112"/>
              </a:xfrm>
            </p:spPr>
          </p:sp>
        </mc:Fallback>
      </mc:AlternateContent>
      <mc:AlternateContent xmlns:mc="http://schemas.openxmlformats.org/markup-compatibility/2006">
        <mc:Choice xmlns:p14="http://schemas.microsoft.com/office/powerpoint/2010/main" Requires="p14">
          <p:contentPart p14:bwMode="auto" r:id="rId59">
            <p14:nvContentPartPr>
              <p14:cNvPr id="1049318" name=""/>
              <p14:cNvContentPartPr/>
              <p14:nvPr/>
            </p14:nvContentPartPr>
            <p14:xfrm>
              <a:off x="5087048" y="1051658"/>
              <a:ext cx="180157" cy="2261244"/>
            </p14:xfrm>
          </p:contentPart>
        </mc:Choice>
        <mc:Fallback>
          <p:sp>
            <p:nvSpPr>
              <p:cNvPr id="1049318" name=""/>
              <p:cNvSpPr/>
              <p:nvPr/>
            </p:nvSpPr>
            <p:spPr>
              <a:xfrm>
                <a:off x="5087048" y="1051658"/>
                <a:ext cx="180157" cy="2261244"/>
              </a:xfrm>
            </p:spPr>
          </p:sp>
        </mc:Fallback>
      </mc:AlternateContent>
      <mc:AlternateContent xmlns:mc="http://schemas.openxmlformats.org/markup-compatibility/2006">
        <mc:Choice xmlns:p14="http://schemas.microsoft.com/office/powerpoint/2010/main" Requires="p14">
          <p:contentPart p14:bwMode="auto" r:id="rId60">
            <p14:nvContentPartPr>
              <p14:cNvPr id="1049319" name=""/>
              <p14:cNvContentPartPr/>
              <p14:nvPr/>
            </p14:nvContentPartPr>
            <p14:xfrm>
              <a:off x="1469226" y="1537619"/>
              <a:ext cx="2796947" cy="1210627"/>
            </p14:xfrm>
          </p:contentPart>
        </mc:Choice>
        <mc:Fallback>
          <p:sp>
            <p:nvSpPr>
              <p:cNvPr id="1049319" name=""/>
              <p:cNvSpPr/>
              <p:nvPr/>
            </p:nvSpPr>
            <p:spPr>
              <a:xfrm>
                <a:off x="1469226" y="1537619"/>
                <a:ext cx="2796947" cy="1210627"/>
              </a:xfrm>
            </p:spPr>
          </p:sp>
        </mc:Fallback>
      </mc:AlternateContent>
      <mc:AlternateContent xmlns:mc="http://schemas.openxmlformats.org/markup-compatibility/2006">
        <mc:Choice xmlns:p14="http://schemas.microsoft.com/office/powerpoint/2010/main" Requires="p14">
          <p:contentPart p14:bwMode="auto" r:id="rId61">
            <p14:nvContentPartPr>
              <p14:cNvPr id="1049320" name=""/>
              <p14:cNvContentPartPr/>
              <p14:nvPr/>
            </p14:nvContentPartPr>
            <p14:xfrm>
              <a:off x="3979467" y="1516777"/>
              <a:ext cx="289866" cy="192072"/>
            </p14:xfrm>
          </p:contentPart>
        </mc:Choice>
        <mc:Fallback>
          <p:sp>
            <p:nvSpPr>
              <p:cNvPr id="1049320" name=""/>
              <p:cNvSpPr/>
              <p:nvPr/>
            </p:nvSpPr>
            <p:spPr>
              <a:xfrm>
                <a:off x="3979467" y="1516777"/>
                <a:ext cx="289866" cy="192072"/>
              </a:xfrm>
            </p:spPr>
          </p:sp>
        </mc:Fallback>
      </mc:AlternateContent>
      <mc:AlternateContent xmlns:mc="http://schemas.openxmlformats.org/markup-compatibility/2006">
        <mc:Choice xmlns:p14="http://schemas.microsoft.com/office/powerpoint/2010/main" Requires="p14">
          <p:contentPart p14:bwMode="auto" r:id="rId62">
            <p14:nvContentPartPr>
              <p14:cNvPr id="1049321" name=""/>
              <p14:cNvContentPartPr/>
              <p14:nvPr/>
            </p14:nvContentPartPr>
            <p14:xfrm>
              <a:off x="4444188" y="861695"/>
              <a:ext cx="562091" cy="506051"/>
            </p14:xfrm>
          </p:contentPart>
        </mc:Choice>
        <mc:Fallback>
          <p:sp>
            <p:nvSpPr>
              <p:cNvPr id="1049321" name=""/>
              <p:cNvSpPr/>
              <p:nvPr/>
            </p:nvSpPr>
            <p:spPr>
              <a:xfrm>
                <a:off x="4444188" y="861695"/>
                <a:ext cx="562091" cy="506051"/>
              </a:xfrm>
            </p:spPr>
          </p:sp>
        </mc:Fallback>
      </mc:AlternateContent>
      <mc:AlternateContent xmlns:mc="http://schemas.openxmlformats.org/markup-compatibility/2006">
        <mc:Choice xmlns:p14="http://schemas.microsoft.com/office/powerpoint/2010/main" Requires="p14">
          <p:contentPart p14:bwMode="auto" r:id="rId63">
            <p14:nvContentPartPr>
              <p14:cNvPr id="1049322" name=""/>
              <p14:cNvContentPartPr/>
              <p14:nvPr/>
            </p14:nvContentPartPr>
            <p14:xfrm>
              <a:off x="4895050" y="886247"/>
              <a:ext cx="630930" cy="159348"/>
            </p14:xfrm>
          </p:contentPart>
        </mc:Choice>
        <mc:Fallback>
          <p:sp>
            <p:nvSpPr>
              <p:cNvPr id="1049322" name=""/>
              <p:cNvSpPr/>
              <p:nvPr/>
            </p:nvSpPr>
            <p:spPr>
              <a:xfrm>
                <a:off x="4895050" y="886247"/>
                <a:ext cx="630930" cy="159348"/>
              </a:xfrm>
            </p:spPr>
          </p:sp>
        </mc:Fallback>
      </mc:AlternateContent>
      <mc:AlternateContent xmlns:mc="http://schemas.openxmlformats.org/markup-compatibility/2006">
        <mc:Choice xmlns:p14="http://schemas.microsoft.com/office/powerpoint/2010/main" Requires="p14">
          <p:contentPart p14:bwMode="auto" r:id="rId64">
            <p14:nvContentPartPr>
              <p14:cNvPr id="1049323" name=""/>
              <p14:cNvContentPartPr/>
              <p14:nvPr/>
            </p14:nvContentPartPr>
            <p14:xfrm>
              <a:off x="5646048" y="831165"/>
              <a:ext cx="52144" cy="373990"/>
            </p14:xfrm>
          </p:contentPart>
        </mc:Choice>
        <mc:Fallback>
          <p:sp>
            <p:nvSpPr>
              <p:cNvPr id="1049323" name=""/>
              <p:cNvSpPr/>
              <p:nvPr/>
            </p:nvSpPr>
            <p:spPr>
              <a:xfrm>
                <a:off x="5646048" y="831165"/>
                <a:ext cx="52144" cy="373990"/>
              </a:xfrm>
            </p:spPr>
          </p:sp>
        </mc:Fallback>
      </mc:AlternateContent>
      <mc:AlternateContent xmlns:mc="http://schemas.openxmlformats.org/markup-compatibility/2006">
        <mc:Choice xmlns:p14="http://schemas.microsoft.com/office/powerpoint/2010/main" Requires="p14">
          <p:contentPart p14:bwMode="auto" r:id="rId65">
            <p14:nvContentPartPr>
              <p14:cNvPr id="1049324" name=""/>
              <p14:cNvContentPartPr/>
              <p14:nvPr/>
            </p14:nvContentPartPr>
            <p14:xfrm>
              <a:off x="5674729" y="622866"/>
              <a:ext cx="639713" cy="393688"/>
            </p14:xfrm>
          </p:contentPart>
        </mc:Choice>
        <mc:Fallback>
          <p:sp>
            <p:nvSpPr>
              <p:cNvPr id="1049324" name=""/>
              <p:cNvSpPr/>
              <p:nvPr/>
            </p:nvSpPr>
            <p:spPr>
              <a:xfrm>
                <a:off x="5674729" y="622866"/>
                <a:ext cx="639713" cy="393688"/>
              </a:xfrm>
            </p:spPr>
          </p:sp>
        </mc:Fallback>
      </mc:AlternateContent>
      <mc:AlternateContent xmlns:mc="http://schemas.openxmlformats.org/markup-compatibility/2006">
        <mc:Choice xmlns:p14="http://schemas.microsoft.com/office/powerpoint/2010/main" Requires="p14">
          <p:contentPart p14:bwMode="auto" r:id="rId66">
            <p14:nvContentPartPr>
              <p14:cNvPr id="1049325" name=""/>
              <p14:cNvContentPartPr/>
              <p14:nvPr/>
            </p14:nvContentPartPr>
            <p14:xfrm>
              <a:off x="5757628" y="1373058"/>
              <a:ext cx="138606" cy="121348"/>
            </p14:xfrm>
          </p:contentPart>
        </mc:Choice>
        <mc:Fallback>
          <p:sp>
            <p:nvSpPr>
              <p:cNvPr id="1049325" name=""/>
              <p:cNvSpPr/>
              <p:nvPr/>
            </p:nvSpPr>
            <p:spPr>
              <a:xfrm>
                <a:off x="5757628" y="1373058"/>
                <a:ext cx="138606" cy="121348"/>
              </a:xfrm>
            </p:spPr>
          </p:sp>
        </mc:Fallback>
      </mc:AlternateContent>
      <mc:AlternateContent xmlns:mc="http://schemas.openxmlformats.org/markup-compatibility/2006">
        <mc:Choice xmlns:p14="http://schemas.microsoft.com/office/powerpoint/2010/main" Requires="p14">
          <p:contentPart p14:bwMode="auto" r:id="rId67">
            <p14:nvContentPartPr>
              <p14:cNvPr id="1049326" name=""/>
              <p14:cNvContentPartPr/>
              <p14:nvPr/>
            </p14:nvContentPartPr>
            <p14:xfrm>
              <a:off x="5767390" y="1231891"/>
              <a:ext cx="89098" cy="38572"/>
            </p14:xfrm>
          </p:contentPart>
        </mc:Choice>
        <mc:Fallback>
          <p:sp>
            <p:nvSpPr>
              <p:cNvPr id="1049326" name=""/>
              <p:cNvSpPr/>
              <p:nvPr/>
            </p:nvSpPr>
            <p:spPr>
              <a:xfrm>
                <a:off x="5767390" y="1231891"/>
                <a:ext cx="89098" cy="38572"/>
              </a:xfrm>
            </p:spPr>
          </p:sp>
        </mc:Fallback>
      </mc:AlternateContent>
      <mc:AlternateContent xmlns:mc="http://schemas.openxmlformats.org/markup-compatibility/2006">
        <mc:Choice xmlns:p14="http://schemas.microsoft.com/office/powerpoint/2010/main" Requires="p14">
          <p:contentPart p14:bwMode="auto" r:id="rId68">
            <p14:nvContentPartPr>
              <p14:cNvPr id="1049327" name=""/>
              <p14:cNvContentPartPr/>
              <p14:nvPr/>
            </p14:nvContentPartPr>
            <p14:xfrm>
              <a:off x="5934112" y="1170191"/>
              <a:ext cx="23454" cy="311300"/>
            </p14:xfrm>
          </p:contentPart>
        </mc:Choice>
        <mc:Fallback>
          <p:sp>
            <p:nvSpPr>
              <p:cNvPr id="1049327" name=""/>
              <p:cNvSpPr/>
              <p:nvPr/>
            </p:nvSpPr>
            <p:spPr>
              <a:xfrm>
                <a:off x="5934112" y="1170191"/>
                <a:ext cx="23454" cy="311300"/>
              </a:xfrm>
            </p:spPr>
          </p:sp>
        </mc:Fallback>
      </mc:AlternateContent>
      <mc:AlternateContent xmlns:mc="http://schemas.openxmlformats.org/markup-compatibility/2006">
        <mc:Choice xmlns:p14="http://schemas.microsoft.com/office/powerpoint/2010/main" Requires="p14">
          <p:contentPart p14:bwMode="auto" r:id="rId69">
            <p14:nvContentPartPr>
              <p14:cNvPr id="1049328" name=""/>
              <p14:cNvContentPartPr/>
              <p14:nvPr/>
            </p14:nvContentPartPr>
            <p14:xfrm>
              <a:off x="5983905" y="1321904"/>
              <a:ext cx="99566" cy="131705"/>
            </p14:xfrm>
          </p:contentPart>
        </mc:Choice>
        <mc:Fallback>
          <p:sp>
            <p:nvSpPr>
              <p:cNvPr id="1049328" name=""/>
              <p:cNvSpPr/>
              <p:nvPr/>
            </p:nvSpPr>
            <p:spPr>
              <a:xfrm>
                <a:off x="5983905" y="1321904"/>
                <a:ext cx="99566" cy="131705"/>
              </a:xfrm>
            </p:spPr>
          </p:sp>
        </mc:Fallback>
      </mc:AlternateContent>
      <mc:AlternateContent xmlns:mc="http://schemas.openxmlformats.org/markup-compatibility/2006">
        <mc:Choice xmlns:p14="http://schemas.microsoft.com/office/powerpoint/2010/main" Requires="p14">
          <p:contentPart p14:bwMode="auto" r:id="rId70">
            <p14:nvContentPartPr>
              <p14:cNvPr id="1049329" name=""/>
              <p14:cNvContentPartPr/>
              <p14:nvPr/>
            </p14:nvContentPartPr>
            <p14:xfrm>
              <a:off x="6100468" y="1313651"/>
              <a:ext cx="153615" cy="178674"/>
            </p14:xfrm>
          </p:contentPart>
        </mc:Choice>
        <mc:Fallback>
          <p:sp>
            <p:nvSpPr>
              <p:cNvPr id="1049329" name=""/>
              <p:cNvSpPr/>
              <p:nvPr/>
            </p:nvSpPr>
            <p:spPr>
              <a:xfrm>
                <a:off x="6100468" y="1313651"/>
                <a:ext cx="153615" cy="178674"/>
              </a:xfrm>
            </p:spPr>
          </p:sp>
        </mc:Fallback>
      </mc:AlternateContent>
      <mc:AlternateContent xmlns:mc="http://schemas.openxmlformats.org/markup-compatibility/2006">
        <mc:Choice xmlns:p14="http://schemas.microsoft.com/office/powerpoint/2010/main" Requires="p14">
          <p:contentPart p14:bwMode="auto" r:id="rId71">
            <p14:nvContentPartPr>
              <p14:cNvPr id="1049330" name=""/>
              <p14:cNvContentPartPr/>
              <p14:nvPr/>
            </p14:nvContentPartPr>
            <p14:xfrm>
              <a:off x="6259092" y="1118069"/>
              <a:ext cx="37791" cy="368060"/>
            </p14:xfrm>
          </p:contentPart>
        </mc:Choice>
        <mc:Fallback>
          <p:sp>
            <p:nvSpPr>
              <p:cNvPr id="1049330" name=""/>
              <p:cNvSpPr/>
              <p:nvPr/>
            </p:nvSpPr>
            <p:spPr>
              <a:xfrm>
                <a:off x="6259092" y="1118069"/>
                <a:ext cx="37791" cy="368060"/>
              </a:xfrm>
            </p:spPr>
          </p:sp>
        </mc:Fallback>
      </mc:AlternateContent>
      <mc:AlternateContent xmlns:mc="http://schemas.openxmlformats.org/markup-compatibility/2006">
        <mc:Choice xmlns:p14="http://schemas.microsoft.com/office/powerpoint/2010/main" Requires="p14">
          <p:contentPart p14:bwMode="auto" r:id="rId72">
            <p14:nvContentPartPr>
              <p14:cNvPr id="1049331" name=""/>
              <p14:cNvContentPartPr/>
              <p14:nvPr/>
            </p14:nvContentPartPr>
            <p14:xfrm>
              <a:off x="6284088" y="1268572"/>
              <a:ext cx="661228" cy="143147"/>
            </p14:xfrm>
          </p:contentPart>
        </mc:Choice>
        <mc:Fallback>
          <p:sp>
            <p:nvSpPr>
              <p:cNvPr id="1049331" name=""/>
              <p:cNvSpPr/>
              <p:nvPr/>
            </p:nvSpPr>
            <p:spPr>
              <a:xfrm>
                <a:off x="6284088" y="1268572"/>
                <a:ext cx="661228" cy="143147"/>
              </a:xfrm>
            </p:spPr>
          </p:sp>
        </mc:Fallback>
      </mc:AlternateContent>
      <mc:AlternateContent xmlns:mc="http://schemas.openxmlformats.org/markup-compatibility/2006">
        <mc:Choice xmlns:p14="http://schemas.microsoft.com/office/powerpoint/2010/main" Requires="p14">
          <p:contentPart p14:bwMode="auto" r:id="rId73">
            <p14:nvContentPartPr>
              <p14:cNvPr id="1049332" name=""/>
              <p14:cNvContentPartPr/>
              <p14:nvPr/>
            </p14:nvContentPartPr>
            <p14:xfrm>
              <a:off x="6837849" y="1096227"/>
              <a:ext cx="95309" cy="125601"/>
            </p14:xfrm>
          </p:contentPart>
        </mc:Choice>
        <mc:Fallback>
          <p:sp>
            <p:nvSpPr>
              <p:cNvPr id="1049332" name=""/>
              <p:cNvSpPr/>
              <p:nvPr/>
            </p:nvSpPr>
            <p:spPr>
              <a:xfrm>
                <a:off x="6837849" y="1096227"/>
                <a:ext cx="95309" cy="125601"/>
              </a:xfrm>
            </p:spPr>
          </p:sp>
        </mc:Fallback>
      </mc:AlternateContent>
      <mc:AlternateContent xmlns:mc="http://schemas.openxmlformats.org/markup-compatibility/2006">
        <mc:Choice xmlns:p14="http://schemas.microsoft.com/office/powerpoint/2010/main" Requires="p14">
          <p:contentPart p14:bwMode="auto" r:id="rId74">
            <p14:nvContentPartPr>
              <p14:cNvPr id="1049333" name=""/>
              <p14:cNvContentPartPr/>
              <p14:nvPr/>
            </p14:nvContentPartPr>
            <p14:xfrm>
              <a:off x="6888701" y="1248374"/>
              <a:ext cx="180361" cy="337946"/>
            </p14:xfrm>
          </p:contentPart>
        </mc:Choice>
        <mc:Fallback>
          <p:sp>
            <p:nvSpPr>
              <p:cNvPr id="1049333" name=""/>
              <p:cNvSpPr/>
              <p:nvPr/>
            </p:nvSpPr>
            <p:spPr>
              <a:xfrm>
                <a:off x="6888701" y="1248374"/>
                <a:ext cx="180361" cy="337946"/>
              </a:xfrm>
            </p:spPr>
          </p:sp>
        </mc:Fallback>
      </mc:AlternateContent>
      <mc:AlternateContent xmlns:mc="http://schemas.openxmlformats.org/markup-compatibility/2006">
        <mc:Choice xmlns:p14="http://schemas.microsoft.com/office/powerpoint/2010/main" Requires="p14">
          <p:contentPart p14:bwMode="auto" r:id="rId75">
            <p14:nvContentPartPr>
              <p14:cNvPr id="1049334" name=""/>
              <p14:cNvContentPartPr/>
              <p14:nvPr/>
            </p14:nvContentPartPr>
            <p14:xfrm>
              <a:off x="7095391" y="1120816"/>
              <a:ext cx="396070" cy="434145"/>
            </p14:xfrm>
          </p:contentPart>
        </mc:Choice>
        <mc:Fallback>
          <p:sp>
            <p:nvSpPr>
              <p:cNvPr id="1049334" name=""/>
              <p:cNvSpPr/>
              <p:nvPr/>
            </p:nvSpPr>
            <p:spPr>
              <a:xfrm>
                <a:off x="7095391" y="1120816"/>
                <a:ext cx="396070" cy="434145"/>
              </a:xfrm>
            </p:spPr>
          </p:sp>
        </mc:Fallback>
      </mc:AlternateContent>
      <mc:AlternateContent xmlns:mc="http://schemas.openxmlformats.org/markup-compatibility/2006">
        <mc:Choice xmlns:p14="http://schemas.microsoft.com/office/powerpoint/2010/main" Requires="p14">
          <p:contentPart p14:bwMode="auto" r:id="rId76">
            <p14:nvContentPartPr>
              <p14:cNvPr id="1049335" name=""/>
              <p14:cNvContentPartPr/>
              <p14:nvPr/>
            </p14:nvContentPartPr>
            <p14:xfrm>
              <a:off x="7344779" y="1114098"/>
              <a:ext cx="17710" cy="68777"/>
            </p14:xfrm>
          </p:contentPart>
        </mc:Choice>
        <mc:Fallback>
          <p:sp>
            <p:nvSpPr>
              <p:cNvPr id="1049335" name=""/>
              <p:cNvSpPr/>
              <p:nvPr/>
            </p:nvSpPr>
            <p:spPr>
              <a:xfrm>
                <a:off x="7344779" y="1114098"/>
                <a:ext cx="17710" cy="68777"/>
              </a:xfrm>
            </p:spPr>
          </p:sp>
        </mc:Fallback>
      </mc:AlternateContent>
      <mc:AlternateContent xmlns:mc="http://schemas.openxmlformats.org/markup-compatibility/2006">
        <mc:Choice xmlns:p14="http://schemas.microsoft.com/office/powerpoint/2010/main" Requires="p14">
          <p:contentPart p14:bwMode="auto" r:id="rId77">
            <p14:nvContentPartPr>
              <p14:cNvPr id="1049336" name=""/>
              <p14:cNvContentPartPr/>
              <p14:nvPr/>
            </p14:nvContentPartPr>
            <p14:xfrm>
              <a:off x="7235318" y="1085555"/>
              <a:ext cx="45100" cy="162195"/>
            </p14:xfrm>
          </p:contentPart>
        </mc:Choice>
        <mc:Fallback>
          <p:sp>
            <p:nvSpPr>
              <p:cNvPr id="1049336" name=""/>
              <p:cNvSpPr/>
              <p:nvPr/>
            </p:nvSpPr>
            <p:spPr>
              <a:xfrm>
                <a:off x="7235318" y="1085555"/>
                <a:ext cx="45100" cy="162195"/>
              </a:xfrm>
            </p:spPr>
          </p:sp>
        </mc:Fallback>
      </mc:AlternateContent>
      <mc:AlternateContent xmlns:mc="http://schemas.openxmlformats.org/markup-compatibility/2006">
        <mc:Choice xmlns:p14="http://schemas.microsoft.com/office/powerpoint/2010/main" Requires="p14">
          <p:contentPart p14:bwMode="auto" r:id="rId78">
            <p14:nvContentPartPr>
              <p14:cNvPr id="1049337" name=""/>
              <p14:cNvContentPartPr/>
              <p14:nvPr/>
            </p14:nvContentPartPr>
            <p14:xfrm>
              <a:off x="7190846" y="1185981"/>
              <a:ext cx="89637" cy="26155"/>
            </p14:xfrm>
          </p:contentPart>
        </mc:Choice>
        <mc:Fallback>
          <p:sp>
            <p:nvSpPr>
              <p:cNvPr id="1049337" name=""/>
              <p:cNvSpPr/>
              <p:nvPr/>
            </p:nvSpPr>
            <p:spPr>
              <a:xfrm>
                <a:off x="7190846" y="1185981"/>
                <a:ext cx="89637" cy="26155"/>
              </a:xfrm>
            </p:spPr>
          </p:sp>
        </mc:Fallback>
      </mc:AlternateContent>
      <mc:AlternateContent xmlns:mc="http://schemas.openxmlformats.org/markup-compatibility/2006">
        <mc:Choice xmlns:p14="http://schemas.microsoft.com/office/powerpoint/2010/main" Requires="p14">
          <p:contentPart p14:bwMode="auto" r:id="rId79">
            <p14:nvContentPartPr>
              <p14:cNvPr id="1049338" name=""/>
              <p14:cNvContentPartPr/>
              <p14:nvPr/>
            </p14:nvContentPartPr>
            <p14:xfrm>
              <a:off x="7077521" y="1284611"/>
              <a:ext cx="77583" cy="79561"/>
            </p14:xfrm>
          </p:contentPart>
        </mc:Choice>
        <mc:Fallback>
          <p:sp>
            <p:nvSpPr>
              <p:cNvPr id="1049338" name=""/>
              <p:cNvSpPr/>
              <p:nvPr/>
            </p:nvSpPr>
            <p:spPr>
              <a:xfrm>
                <a:off x="7077521" y="1284611"/>
                <a:ext cx="77583" cy="79561"/>
              </a:xfrm>
            </p:spPr>
          </p:sp>
        </mc:Fallback>
      </mc:AlternateContent>
      <mc:AlternateContent xmlns:mc="http://schemas.openxmlformats.org/markup-compatibility/2006">
        <mc:Choice xmlns:p14="http://schemas.microsoft.com/office/powerpoint/2010/main" Requires="p14">
          <p:contentPart p14:bwMode="auto" r:id="rId80">
            <p14:nvContentPartPr>
              <p14:cNvPr id="1049339" name=""/>
              <p14:cNvContentPartPr/>
              <p14:nvPr/>
            </p14:nvContentPartPr>
            <p14:xfrm>
              <a:off x="5851227" y="1490392"/>
              <a:ext cx="1530992" cy="89825"/>
            </p14:xfrm>
          </p:contentPart>
        </mc:Choice>
        <mc:Fallback>
          <p:sp>
            <p:nvSpPr>
              <p:cNvPr id="1049339" name=""/>
              <p:cNvSpPr/>
              <p:nvPr/>
            </p:nvSpPr>
            <p:spPr>
              <a:xfrm>
                <a:off x="5851227" y="1490392"/>
                <a:ext cx="1530992" cy="89825"/>
              </a:xfrm>
            </p:spPr>
          </p:sp>
        </mc:Fallback>
      </mc:AlternateContent>
      <mc:AlternateContent xmlns:mc="http://schemas.openxmlformats.org/markup-compatibility/2006">
        <mc:Choice xmlns:p14="http://schemas.microsoft.com/office/powerpoint/2010/main" Requires="p14">
          <p:contentPart p14:bwMode="auto" r:id="rId81">
            <p14:nvContentPartPr>
              <p14:cNvPr id="1049340" name=""/>
              <p14:cNvContentPartPr/>
              <p14:nvPr/>
            </p14:nvContentPartPr>
            <p14:xfrm>
              <a:off x="1009829" y="2643562"/>
              <a:ext cx="446295" cy="343993"/>
            </p14:xfrm>
          </p:contentPart>
        </mc:Choice>
        <mc:Fallback>
          <p:sp>
            <p:nvSpPr>
              <p:cNvPr id="1049340" name=""/>
              <p:cNvSpPr/>
              <p:nvPr/>
            </p:nvSpPr>
            <p:spPr>
              <a:xfrm>
                <a:off x="1009829" y="2643562"/>
                <a:ext cx="446295" cy="343993"/>
              </a:xfrm>
            </p:spPr>
          </p:sp>
        </mc:Fallback>
      </mc:AlternateContent>
      <mc:AlternateContent xmlns:mc="http://schemas.openxmlformats.org/markup-compatibility/2006">
        <mc:Choice xmlns:p14="http://schemas.microsoft.com/office/powerpoint/2010/main" Requires="p14">
          <p:contentPart p14:bwMode="auto" r:id="rId82">
            <p14:nvContentPartPr>
              <p14:cNvPr id="1049341" name=""/>
              <p14:cNvContentPartPr/>
              <p14:nvPr/>
            </p14:nvContentPartPr>
            <p14:xfrm>
              <a:off x="1476728" y="1022858"/>
              <a:ext cx="75622" cy="102408"/>
            </p14:xfrm>
          </p:contentPart>
        </mc:Choice>
        <mc:Fallback>
          <p:sp>
            <p:nvSpPr>
              <p:cNvPr id="1049341" name=""/>
              <p:cNvSpPr/>
              <p:nvPr/>
            </p:nvSpPr>
            <p:spPr>
              <a:xfrm>
                <a:off x="1476728" y="1022858"/>
                <a:ext cx="75622" cy="102408"/>
              </a:xfrm>
            </p:spPr>
          </p:sp>
        </mc:Fallback>
      </mc:AlternateContent>
      <mc:AlternateContent xmlns:mc="http://schemas.openxmlformats.org/markup-compatibility/2006">
        <mc:Choice xmlns:p14="http://schemas.microsoft.com/office/powerpoint/2010/main" Requires="p14">
          <p:contentPart p14:bwMode="auto" r:id="rId83">
            <p14:nvContentPartPr>
              <p14:cNvPr id="1049342" name=""/>
              <p14:cNvContentPartPr/>
              <p14:nvPr/>
            </p14:nvContentPartPr>
            <p14:xfrm>
              <a:off x="1250446" y="1157301"/>
              <a:ext cx="123345" cy="271000"/>
            </p14:xfrm>
          </p:contentPart>
        </mc:Choice>
        <mc:Fallback>
          <p:sp>
            <p:nvSpPr>
              <p:cNvPr id="1049342" name=""/>
              <p:cNvSpPr/>
              <p:nvPr/>
            </p:nvSpPr>
            <p:spPr>
              <a:xfrm>
                <a:off x="1250446" y="1157301"/>
                <a:ext cx="123345" cy="271000"/>
              </a:xfrm>
            </p:spPr>
          </p:sp>
        </mc:Fallback>
      </mc:AlternateContent>
      <mc:AlternateContent xmlns:mc="http://schemas.openxmlformats.org/markup-compatibility/2006">
        <mc:Choice xmlns:p14="http://schemas.microsoft.com/office/powerpoint/2010/main" Requires="p14">
          <p:contentPart p14:bwMode="auto" r:id="rId84">
            <p14:nvContentPartPr>
              <p14:cNvPr id="1049343" name=""/>
              <p14:cNvContentPartPr/>
              <p14:nvPr/>
            </p14:nvContentPartPr>
            <p14:xfrm>
              <a:off x="1362650" y="1226781"/>
              <a:ext cx="6855" cy="64949"/>
            </p14:xfrm>
          </p:contentPart>
        </mc:Choice>
        <mc:Fallback>
          <p:sp>
            <p:nvSpPr>
              <p:cNvPr id="1049343" name=""/>
              <p:cNvSpPr/>
              <p:nvPr/>
            </p:nvSpPr>
            <p:spPr>
              <a:xfrm>
                <a:off x="1362650" y="1226781"/>
                <a:ext cx="6855" cy="64949"/>
              </a:xfrm>
            </p:spPr>
          </p:sp>
        </mc:Fallback>
      </mc:AlternateContent>
      <mc:AlternateContent xmlns:mc="http://schemas.openxmlformats.org/markup-compatibility/2006">
        <mc:Choice xmlns:p14="http://schemas.microsoft.com/office/powerpoint/2010/main" Requires="p14">
          <p:contentPart p14:bwMode="auto" r:id="rId85">
            <p14:nvContentPartPr>
              <p14:cNvPr id="1049344" name=""/>
              <p14:cNvContentPartPr/>
              <p14:nvPr/>
            </p14:nvContentPartPr>
            <p14:xfrm>
              <a:off x="1494142" y="1527579"/>
              <a:ext cx="54839" cy="1140996"/>
            </p14:xfrm>
          </p:contentPart>
        </mc:Choice>
        <mc:Fallback>
          <p:sp>
            <p:nvSpPr>
              <p:cNvPr id="1049344" name=""/>
              <p:cNvSpPr/>
              <p:nvPr/>
            </p:nvSpPr>
            <p:spPr>
              <a:xfrm>
                <a:off x="1494142" y="1527579"/>
                <a:ext cx="54839" cy="1140996"/>
              </a:xfrm>
            </p:spPr>
          </p:sp>
        </mc:Fallback>
      </mc:AlternateContent>
      <mc:AlternateContent xmlns:mc="http://schemas.openxmlformats.org/markup-compatibility/2006">
        <mc:Choice xmlns:p14="http://schemas.microsoft.com/office/powerpoint/2010/main" Requires="p14">
          <p:contentPart p14:bwMode="auto" r:id="rId86">
            <p14:nvContentPartPr>
              <p14:cNvPr id="1049345" name=""/>
              <p14:cNvContentPartPr/>
              <p14:nvPr/>
            </p14:nvContentPartPr>
            <p14:xfrm>
              <a:off x="1248643" y="1617944"/>
              <a:ext cx="13198" cy="287197"/>
            </p14:xfrm>
          </p:contentPart>
        </mc:Choice>
        <mc:Fallback>
          <p:sp>
            <p:nvSpPr>
              <p:cNvPr id="1049345" name=""/>
              <p:cNvSpPr/>
              <p:nvPr/>
            </p:nvSpPr>
            <p:spPr>
              <a:xfrm>
                <a:off x="1248643" y="1617944"/>
                <a:ext cx="13198" cy="287197"/>
              </a:xfrm>
            </p:spPr>
          </p:sp>
        </mc:Fallback>
      </mc:AlternateContent>
      <mc:AlternateContent xmlns:mc="http://schemas.openxmlformats.org/markup-compatibility/2006">
        <mc:Choice xmlns:p14="http://schemas.microsoft.com/office/powerpoint/2010/main" Requires="p14">
          <p:contentPart p14:bwMode="auto" r:id="rId87">
            <p14:nvContentPartPr>
              <p14:cNvPr id="1049346" name=""/>
              <p14:cNvContentPartPr/>
              <p14:nvPr/>
            </p14:nvContentPartPr>
            <p14:xfrm>
              <a:off x="1240662" y="1626474"/>
              <a:ext cx="136317" cy="215905"/>
            </p14:xfrm>
          </p:contentPart>
        </mc:Choice>
        <mc:Fallback>
          <p:sp>
            <p:nvSpPr>
              <p:cNvPr id="1049346" name=""/>
              <p:cNvSpPr/>
              <p:nvPr/>
            </p:nvSpPr>
            <p:spPr>
              <a:xfrm>
                <a:off x="1240662" y="1626474"/>
                <a:ext cx="136317" cy="215905"/>
              </a:xfrm>
            </p:spPr>
          </p:sp>
        </mc:Fallback>
      </mc:AlternateContent>
      <mc:AlternateContent xmlns:mc="http://schemas.openxmlformats.org/markup-compatibility/2006">
        <mc:Choice xmlns:p14="http://schemas.microsoft.com/office/powerpoint/2010/main" Requires="p14">
          <p:contentPart p14:bwMode="auto" r:id="rId88">
            <p14:nvContentPartPr>
              <p14:cNvPr id="1049347" name=""/>
              <p14:cNvContentPartPr/>
              <p14:nvPr/>
            </p14:nvContentPartPr>
            <p14:xfrm>
              <a:off x="1380977" y="1770339"/>
              <a:ext cx="46640" cy="115517"/>
            </p14:xfrm>
          </p:contentPart>
        </mc:Choice>
        <mc:Fallback>
          <p:sp>
            <p:nvSpPr>
              <p:cNvPr id="1049347" name=""/>
              <p:cNvSpPr/>
              <p:nvPr/>
            </p:nvSpPr>
            <p:spPr>
              <a:xfrm>
                <a:off x="1380977" y="1770339"/>
                <a:ext cx="46640" cy="115517"/>
              </a:xfrm>
            </p:spPr>
          </p:sp>
        </mc:Fallback>
      </mc:AlternateContent>
      <mc:AlternateContent xmlns:mc="http://schemas.openxmlformats.org/markup-compatibility/2006">
        <mc:Choice xmlns:p14="http://schemas.microsoft.com/office/powerpoint/2010/main" Requires="p14">
          <p:contentPart p14:bwMode="auto" r:id="rId89">
            <p14:nvContentPartPr>
              <p14:cNvPr id="1049348" name=""/>
              <p14:cNvContentPartPr/>
              <p14:nvPr/>
            </p14:nvContentPartPr>
            <p14:xfrm>
              <a:off x="1183300" y="1994316"/>
              <a:ext cx="320170" cy="8728"/>
            </p14:xfrm>
          </p:contentPart>
        </mc:Choice>
        <mc:Fallback>
          <p:sp>
            <p:nvSpPr>
              <p:cNvPr id="1049348" name=""/>
              <p:cNvSpPr/>
              <p:nvPr/>
            </p:nvSpPr>
            <p:spPr>
              <a:xfrm>
                <a:off x="1183300" y="1994316"/>
                <a:ext cx="320170" cy="8728"/>
              </a:xfrm>
            </p:spPr>
          </p:sp>
        </mc:Fallback>
      </mc:AlternateContent>
      <mc:AlternateContent xmlns:mc="http://schemas.openxmlformats.org/markup-compatibility/2006">
        <mc:Choice xmlns:p14="http://schemas.microsoft.com/office/powerpoint/2010/main" Requires="p14">
          <p:contentPart p14:bwMode="auto" r:id="rId90">
            <p14:nvContentPartPr>
              <p14:cNvPr id="1049349" name=""/>
              <p14:cNvContentPartPr/>
              <p14:nvPr/>
            </p14:nvContentPartPr>
            <p14:xfrm>
              <a:off x="1241025" y="2074136"/>
              <a:ext cx="6697" cy="268861"/>
            </p14:xfrm>
          </p:contentPart>
        </mc:Choice>
        <mc:Fallback>
          <p:sp>
            <p:nvSpPr>
              <p:cNvPr id="1049349" name=""/>
              <p:cNvSpPr/>
              <p:nvPr/>
            </p:nvSpPr>
            <p:spPr>
              <a:xfrm>
                <a:off x="1241025" y="2074136"/>
                <a:ext cx="6697" cy="268861"/>
              </a:xfrm>
            </p:spPr>
          </p:sp>
        </mc:Fallback>
      </mc:AlternateContent>
      <mc:AlternateContent xmlns:mc="http://schemas.openxmlformats.org/markup-compatibility/2006">
        <mc:Choice xmlns:p14="http://schemas.microsoft.com/office/powerpoint/2010/main" Requires="p14">
          <p:contentPart p14:bwMode="auto" r:id="rId91">
            <p14:nvContentPartPr>
              <p14:cNvPr id="1049350" name=""/>
              <p14:cNvContentPartPr/>
              <p14:nvPr/>
            </p14:nvContentPartPr>
            <p14:xfrm>
              <a:off x="1275814" y="2117571"/>
              <a:ext cx="114871" cy="203747"/>
            </p14:xfrm>
          </p:contentPart>
        </mc:Choice>
        <mc:Fallback>
          <p:sp>
            <p:nvSpPr>
              <p:cNvPr id="1049350" name=""/>
              <p:cNvSpPr/>
              <p:nvPr/>
            </p:nvSpPr>
            <p:spPr>
              <a:xfrm>
                <a:off x="1275814" y="2117571"/>
                <a:ext cx="114871" cy="203747"/>
              </a:xfrm>
            </p:spPr>
          </p:sp>
        </mc:Fallback>
      </mc:AlternateContent>
      <mc:AlternateContent xmlns:mc="http://schemas.openxmlformats.org/markup-compatibility/2006">
        <mc:Choice xmlns:p14="http://schemas.microsoft.com/office/powerpoint/2010/main" Requires="p14">
          <p:contentPart p14:bwMode="auto" r:id="rId92">
            <p14:nvContentPartPr>
              <p14:cNvPr id="1049351" name=""/>
              <p14:cNvContentPartPr/>
              <p14:nvPr/>
            </p14:nvContentPartPr>
            <p14:xfrm>
              <a:off x="1169180" y="2383113"/>
              <a:ext cx="292986" cy="12639"/>
            </p14:xfrm>
          </p:contentPart>
        </mc:Choice>
        <mc:Fallback>
          <p:sp>
            <p:nvSpPr>
              <p:cNvPr id="1049351" name=""/>
              <p:cNvSpPr/>
              <p:nvPr/>
            </p:nvSpPr>
            <p:spPr>
              <a:xfrm>
                <a:off x="1169180" y="2383113"/>
                <a:ext cx="292986" cy="12639"/>
              </a:xfrm>
            </p:spPr>
          </p:sp>
        </mc:Fallback>
      </mc:AlternateContent>
      <mc:AlternateContent xmlns:mc="http://schemas.openxmlformats.org/markup-compatibility/2006">
        <mc:Choice xmlns:p14="http://schemas.microsoft.com/office/powerpoint/2010/main" Requires="p14">
          <p:contentPart p14:bwMode="auto" r:id="rId93">
            <p14:nvContentPartPr>
              <p14:cNvPr id="1049352" name=""/>
              <p14:cNvContentPartPr/>
              <p14:nvPr/>
            </p14:nvContentPartPr>
            <p14:xfrm>
              <a:off x="1316642" y="2443954"/>
              <a:ext cx="2561" cy="62404"/>
            </p14:xfrm>
          </p:contentPart>
        </mc:Choice>
        <mc:Fallback>
          <p:sp>
            <p:nvSpPr>
              <p:cNvPr id="1049352" name=""/>
              <p:cNvSpPr/>
              <p:nvPr/>
            </p:nvSpPr>
            <p:spPr>
              <a:xfrm>
                <a:off x="1316642" y="2443954"/>
                <a:ext cx="2561" cy="62404"/>
              </a:xfrm>
            </p:spPr>
          </p:sp>
        </mc:Fallback>
      </mc:AlternateContent>
      <mc:AlternateContent xmlns:mc="http://schemas.openxmlformats.org/markup-compatibility/2006">
        <mc:Choice xmlns:p14="http://schemas.microsoft.com/office/powerpoint/2010/main" Requires="p14">
          <p:contentPart p14:bwMode="auto" r:id="rId94">
            <p14:nvContentPartPr>
              <p14:cNvPr id="1049353" name=""/>
              <p14:cNvContentPartPr/>
              <p14:nvPr/>
            </p14:nvContentPartPr>
            <p14:xfrm>
              <a:off x="1309845" y="2523626"/>
              <a:ext cx="9357" cy="30684"/>
            </p14:xfrm>
          </p:contentPart>
        </mc:Choice>
        <mc:Fallback>
          <p:sp>
            <p:nvSpPr>
              <p:cNvPr id="1049353" name=""/>
              <p:cNvSpPr/>
              <p:nvPr/>
            </p:nvSpPr>
            <p:spPr>
              <a:xfrm>
                <a:off x="1309845" y="2523626"/>
                <a:ext cx="9357" cy="30684"/>
              </a:xfrm>
            </p:spPr>
          </p:sp>
        </mc:Fallback>
      </mc:AlternateContent>
      <mc:AlternateContent xmlns:mc="http://schemas.openxmlformats.org/markup-compatibility/2006">
        <mc:Choice xmlns:p14="http://schemas.microsoft.com/office/powerpoint/2010/main" Requires="p14">
          <p:contentPart p14:bwMode="auto" r:id="rId95">
            <p14:nvContentPartPr>
              <p14:cNvPr id="1049354" name=""/>
              <p14:cNvContentPartPr/>
              <p14:nvPr/>
            </p14:nvContentPartPr>
            <p14:xfrm>
              <a:off x="1254303" y="2443954"/>
              <a:ext cx="111231" cy="180741"/>
            </p14:xfrm>
          </p:contentPart>
        </mc:Choice>
        <mc:Fallback>
          <p:sp>
            <p:nvSpPr>
              <p:cNvPr id="1049354" name=""/>
              <p:cNvSpPr/>
              <p:nvPr/>
            </p:nvSpPr>
            <p:spPr>
              <a:xfrm>
                <a:off x="1254303" y="2443954"/>
                <a:ext cx="111231" cy="180741"/>
              </a:xfrm>
            </p:spPr>
          </p:sp>
        </mc:Fallback>
      </mc:AlternateContent>
      <mc:AlternateContent xmlns:mc="http://schemas.openxmlformats.org/markup-compatibility/2006">
        <mc:Choice xmlns:p14="http://schemas.microsoft.com/office/powerpoint/2010/main" Requires="p14">
          <p:contentPart p14:bwMode="auto" r:id="rId96">
            <p14:nvContentPartPr>
              <p14:cNvPr id="1049355" name=""/>
              <p14:cNvContentPartPr/>
              <p14:nvPr/>
            </p14:nvContentPartPr>
            <p14:xfrm>
              <a:off x="1311910" y="2537774"/>
              <a:ext cx="78774" cy="93872"/>
            </p14:xfrm>
          </p:contentPart>
        </mc:Choice>
        <mc:Fallback>
          <p:sp>
            <p:nvSpPr>
              <p:cNvPr id="1049355" name=""/>
              <p:cNvSpPr/>
              <p:nvPr/>
            </p:nvSpPr>
            <p:spPr>
              <a:xfrm>
                <a:off x="1311910" y="2537774"/>
                <a:ext cx="78774" cy="93872"/>
              </a:xfrm>
            </p:spPr>
          </p:sp>
        </mc:Fallback>
      </mc:AlternateContent>
      <mc:AlternateContent xmlns:mc="http://schemas.openxmlformats.org/markup-compatibility/2006">
        <mc:Choice xmlns:p14="http://schemas.microsoft.com/office/powerpoint/2010/main" Requires="p14">
          <p:contentPart p14:bwMode="auto" r:id="rId97">
            <p14:nvContentPartPr>
              <p14:cNvPr id="1049356" name=""/>
              <p14:cNvContentPartPr/>
              <p14:nvPr/>
            </p14:nvContentPartPr>
            <p14:xfrm>
              <a:off x="1476225" y="2603536"/>
              <a:ext cx="43303" cy="63431"/>
            </p14:xfrm>
          </p:contentPart>
        </mc:Choice>
        <mc:Fallback>
          <p:sp>
            <p:nvSpPr>
              <p:cNvPr id="1049356" name=""/>
              <p:cNvSpPr/>
              <p:nvPr/>
            </p:nvSpPr>
            <p:spPr>
              <a:xfrm>
                <a:off x="1476225" y="2603536"/>
                <a:ext cx="43303" cy="63431"/>
              </a:xfrm>
            </p:spPr>
          </p:sp>
        </mc:Fallback>
      </mc:AlternateContent>
      <mc:AlternateContent xmlns:mc="http://schemas.openxmlformats.org/markup-compatibility/2006">
        <mc:Choice xmlns:p14="http://schemas.microsoft.com/office/powerpoint/2010/main" Requires="p14">
          <p:contentPart p14:bwMode="auto" r:id="rId98">
            <p14:nvContentPartPr>
              <p14:cNvPr id="1049357" name=""/>
              <p14:cNvContentPartPr/>
              <p14:nvPr/>
            </p14:nvContentPartPr>
            <p14:xfrm>
              <a:off x="1497907" y="2791434"/>
              <a:ext cx="1050" cy="79672"/>
            </p14:xfrm>
          </p:contentPart>
        </mc:Choice>
        <mc:Fallback>
          <p:sp>
            <p:nvSpPr>
              <p:cNvPr id="1049357" name=""/>
              <p:cNvSpPr/>
              <p:nvPr/>
            </p:nvSpPr>
            <p:spPr>
              <a:xfrm>
                <a:off x="1497907" y="2791434"/>
                <a:ext cx="1050" cy="79672"/>
              </a:xfrm>
            </p:spPr>
          </p:sp>
        </mc:Fallback>
      </mc:AlternateContent>
      <mc:AlternateContent xmlns:mc="http://schemas.openxmlformats.org/markup-compatibility/2006">
        <mc:Choice xmlns:p14="http://schemas.microsoft.com/office/powerpoint/2010/main" Requires="p14">
          <p:contentPart p14:bwMode="auto" r:id="rId99">
            <p14:nvContentPartPr>
              <p14:cNvPr id="1049358" name=""/>
              <p14:cNvContentPartPr/>
              <p14:nvPr/>
            </p14:nvContentPartPr>
            <p14:xfrm>
              <a:off x="1504963" y="1037663"/>
              <a:ext cx="76813" cy="1784958"/>
            </p14:xfrm>
          </p:contentPart>
        </mc:Choice>
        <mc:Fallback>
          <p:sp>
            <p:nvSpPr>
              <p:cNvPr id="1049358" name=""/>
              <p:cNvSpPr/>
              <p:nvPr/>
            </p:nvSpPr>
            <p:spPr>
              <a:xfrm>
                <a:off x="1504963" y="1037663"/>
                <a:ext cx="76813" cy="1784958"/>
              </a:xfrm>
            </p:spPr>
          </p:sp>
        </mc:Fallback>
      </mc:AlternateContent>
      <mc:AlternateContent xmlns:mc="http://schemas.openxmlformats.org/markup-compatibility/2006">
        <mc:Choice xmlns:p14="http://schemas.microsoft.com/office/powerpoint/2010/main" Requires="p14">
          <p:contentPart p14:bwMode="auto" r:id="rId100">
            <p14:nvContentPartPr>
              <p14:cNvPr id="1049359" name=""/>
              <p14:cNvContentPartPr/>
              <p14:nvPr/>
            </p14:nvContentPartPr>
            <p14:xfrm>
              <a:off x="1162067" y="2811208"/>
              <a:ext cx="335840" cy="18094"/>
            </p14:xfrm>
          </p:contentPart>
        </mc:Choice>
        <mc:Fallback>
          <p:sp>
            <p:nvSpPr>
              <p:cNvPr id="1049359" name=""/>
              <p:cNvSpPr/>
              <p:nvPr/>
            </p:nvSpPr>
            <p:spPr>
              <a:xfrm>
                <a:off x="1162067" y="2811208"/>
                <a:ext cx="335840" cy="18094"/>
              </a:xfrm>
            </p:spPr>
          </p:sp>
        </mc:Fallback>
      </mc:AlternateContent>
      <mc:AlternateContent xmlns:mc="http://schemas.openxmlformats.org/markup-compatibility/2006">
        <mc:Choice xmlns:p14="http://schemas.microsoft.com/office/powerpoint/2010/main" Requires="p14">
          <p:contentPart p14:bwMode="auto" r:id="rId101">
            <p14:nvContentPartPr>
              <p14:cNvPr id="1049360" name=""/>
              <p14:cNvContentPartPr/>
              <p14:nvPr/>
            </p14:nvContentPartPr>
            <p14:xfrm>
              <a:off x="7708866" y="980916"/>
              <a:ext cx="232914" cy="21491"/>
            </p14:xfrm>
          </p:contentPart>
        </mc:Choice>
        <mc:Fallback>
          <p:sp>
            <p:nvSpPr>
              <p:cNvPr id="1049360" name=""/>
              <p:cNvSpPr/>
              <p:nvPr/>
            </p:nvSpPr>
            <p:spPr>
              <a:xfrm>
                <a:off x="7708866" y="980916"/>
                <a:ext cx="232914" cy="21491"/>
              </a:xfrm>
            </p:spPr>
          </p:sp>
        </mc:Fallback>
      </mc:AlternateContent>
      <mc:AlternateContent xmlns:mc="http://schemas.openxmlformats.org/markup-compatibility/2006">
        <mc:Choice xmlns:p14="http://schemas.microsoft.com/office/powerpoint/2010/main" Requires="p14">
          <p:contentPart p14:bwMode="auto" r:id="rId102">
            <p14:nvContentPartPr>
              <p14:cNvPr id="1049361" name=""/>
              <p14:cNvContentPartPr/>
              <p14:nvPr/>
            </p14:nvContentPartPr>
            <p14:xfrm>
              <a:off x="7719898" y="1074705"/>
              <a:ext cx="210891" cy="36414"/>
            </p14:xfrm>
          </p:contentPart>
        </mc:Choice>
        <mc:Fallback>
          <p:sp>
            <p:nvSpPr>
              <p:cNvPr id="1049361" name=""/>
              <p:cNvSpPr/>
              <p:nvPr/>
            </p:nvSpPr>
            <p:spPr>
              <a:xfrm>
                <a:off x="7719898" y="1074705"/>
                <a:ext cx="210891" cy="36414"/>
              </a:xfrm>
            </p:spPr>
          </p:sp>
        </mc:Fallback>
      </mc:AlternateContent>
      <mc:AlternateContent xmlns:mc="http://schemas.openxmlformats.org/markup-compatibility/2006">
        <mc:Choice xmlns:p14="http://schemas.microsoft.com/office/powerpoint/2010/main" Requires="p14">
          <p:contentPart p14:bwMode="auto" r:id="rId103">
            <p14:nvContentPartPr>
              <p14:cNvPr id="1049362" name=""/>
              <p14:cNvContentPartPr/>
              <p14:nvPr/>
            </p14:nvContentPartPr>
            <p14:xfrm>
              <a:off x="7848742" y="907844"/>
              <a:ext cx="153677" cy="287211"/>
            </p14:xfrm>
          </p:contentPart>
        </mc:Choice>
        <mc:Fallback>
          <p:sp>
            <p:nvSpPr>
              <p:cNvPr id="1049362" name=""/>
              <p:cNvSpPr/>
              <p:nvPr/>
            </p:nvSpPr>
            <p:spPr>
              <a:xfrm>
                <a:off x="7848742" y="907844"/>
                <a:ext cx="153677" cy="287211"/>
              </a:xfrm>
            </p:spPr>
          </p:sp>
        </mc:Fallback>
      </mc:AlternateContent>
      <mc:AlternateContent xmlns:mc="http://schemas.openxmlformats.org/markup-compatibility/2006">
        <mc:Choice xmlns:p14="http://schemas.microsoft.com/office/powerpoint/2010/main" Requires="p14">
          <p:contentPart p14:bwMode="auto" r:id="rId104">
            <p14:nvContentPartPr>
              <p14:cNvPr id="1049363" name=""/>
              <p14:cNvContentPartPr/>
              <p14:nvPr/>
            </p14:nvContentPartPr>
            <p14:xfrm>
              <a:off x="8271532" y="771151"/>
              <a:ext cx="206423" cy="476695"/>
            </p14:xfrm>
          </p:contentPart>
        </mc:Choice>
        <mc:Fallback>
          <p:sp>
            <p:nvSpPr>
              <p:cNvPr id="1049363" name=""/>
              <p:cNvSpPr/>
              <p:nvPr/>
            </p:nvSpPr>
            <p:spPr>
              <a:xfrm>
                <a:off x="8271532" y="771151"/>
                <a:ext cx="206423" cy="476695"/>
              </a:xfrm>
            </p:spPr>
          </p:sp>
        </mc:Fallback>
      </mc:AlternateContent>
      <mc:AlternateContent xmlns:mc="http://schemas.openxmlformats.org/markup-compatibility/2006">
        <mc:Choice xmlns:p14="http://schemas.microsoft.com/office/powerpoint/2010/main" Requires="p14">
          <p:contentPart p14:bwMode="auto" r:id="rId105">
            <p14:nvContentPartPr>
              <p14:cNvPr id="1049364" name=""/>
              <p14:cNvContentPartPr/>
              <p14:nvPr/>
            </p14:nvContentPartPr>
            <p14:xfrm>
              <a:off x="8451813" y="795682"/>
              <a:ext cx="463679" cy="425897"/>
            </p14:xfrm>
          </p:contentPart>
        </mc:Choice>
        <mc:Fallback>
          <p:sp>
            <p:nvSpPr>
              <p:cNvPr id="1049364" name=""/>
              <p:cNvSpPr/>
              <p:nvPr/>
            </p:nvSpPr>
            <p:spPr>
              <a:xfrm>
                <a:off x="8451813" y="795682"/>
                <a:ext cx="463679" cy="425897"/>
              </a:xfrm>
            </p:spPr>
          </p:sp>
        </mc:Fallback>
      </mc:AlternateContent>
      <mc:AlternateContent xmlns:mc="http://schemas.openxmlformats.org/markup-compatibility/2006">
        <mc:Choice xmlns:p14="http://schemas.microsoft.com/office/powerpoint/2010/main" Requires="p14">
          <p:contentPart p14:bwMode="auto" r:id="rId106">
            <p14:nvContentPartPr>
              <p14:cNvPr id="1049365" name=""/>
              <p14:cNvContentPartPr/>
              <p14:nvPr/>
            </p14:nvContentPartPr>
            <p14:xfrm>
              <a:off x="8929813" y="784736"/>
              <a:ext cx="27335" cy="414307"/>
            </p14:xfrm>
          </p:contentPart>
        </mc:Choice>
        <mc:Fallback>
          <p:sp>
            <p:nvSpPr>
              <p:cNvPr id="1049365" name=""/>
              <p:cNvSpPr/>
              <p:nvPr/>
            </p:nvSpPr>
            <p:spPr>
              <a:xfrm>
                <a:off x="8929813" y="784736"/>
                <a:ext cx="27335" cy="414307"/>
              </a:xfrm>
            </p:spPr>
          </p:sp>
        </mc:Fallback>
      </mc:AlternateContent>
      <mc:AlternateContent xmlns:mc="http://schemas.openxmlformats.org/markup-compatibility/2006">
        <mc:Choice xmlns:p14="http://schemas.microsoft.com/office/powerpoint/2010/main" Requires="p14">
          <p:contentPart p14:bwMode="auto" r:id="rId107">
            <p14:nvContentPartPr>
              <p14:cNvPr id="1049366" name=""/>
              <p14:cNvContentPartPr/>
              <p14:nvPr/>
            </p14:nvContentPartPr>
            <p14:xfrm>
              <a:off x="9017252" y="838844"/>
              <a:ext cx="125966" cy="337055"/>
            </p14:xfrm>
          </p:contentPart>
        </mc:Choice>
        <mc:Fallback>
          <p:sp>
            <p:nvSpPr>
              <p:cNvPr id="1049366" name=""/>
              <p:cNvSpPr/>
              <p:nvPr/>
            </p:nvSpPr>
            <p:spPr>
              <a:xfrm>
                <a:off x="9017252" y="838844"/>
                <a:ext cx="125966" cy="337055"/>
              </a:xfrm>
            </p:spPr>
          </p:sp>
        </mc:Fallback>
      </mc:AlternateContent>
      <mc:AlternateContent xmlns:mc="http://schemas.openxmlformats.org/markup-compatibility/2006">
        <mc:Choice xmlns:p14="http://schemas.microsoft.com/office/powerpoint/2010/main" Requires="p14">
          <p:contentPart p14:bwMode="auto" r:id="rId108">
            <p14:nvContentPartPr>
              <p14:cNvPr id="1049367" name=""/>
              <p14:cNvContentPartPr/>
              <p14:nvPr/>
            </p14:nvContentPartPr>
            <p14:xfrm>
              <a:off x="9310810" y="1035709"/>
              <a:ext cx="112416" cy="127588"/>
            </p14:xfrm>
          </p:contentPart>
        </mc:Choice>
        <mc:Fallback>
          <p:sp>
            <p:nvSpPr>
              <p:cNvPr id="1049367" name=""/>
              <p:cNvSpPr/>
              <p:nvPr/>
            </p:nvSpPr>
            <p:spPr>
              <a:xfrm>
                <a:off x="9310810" y="1035709"/>
                <a:ext cx="112416" cy="127588"/>
              </a:xfrm>
            </p:spPr>
          </p:sp>
        </mc:Fallback>
      </mc:AlternateContent>
      <mc:AlternateContent xmlns:mc="http://schemas.openxmlformats.org/markup-compatibility/2006">
        <mc:Choice xmlns:p14="http://schemas.microsoft.com/office/powerpoint/2010/main" Requires="p14">
          <p:contentPart p14:bwMode="auto" r:id="rId109">
            <p14:nvContentPartPr>
              <p14:cNvPr id="1049368" name=""/>
              <p14:cNvContentPartPr/>
              <p14:nvPr/>
            </p14:nvContentPartPr>
            <p14:xfrm>
              <a:off x="9407659" y="817499"/>
              <a:ext cx="41918" cy="336807"/>
            </p14:xfrm>
          </p:contentPart>
        </mc:Choice>
        <mc:Fallback>
          <p:sp>
            <p:nvSpPr>
              <p:cNvPr id="1049368" name=""/>
              <p:cNvSpPr/>
              <p:nvPr/>
            </p:nvSpPr>
            <p:spPr>
              <a:xfrm>
                <a:off x="9407659" y="817499"/>
                <a:ext cx="41918" cy="336807"/>
              </a:xfrm>
            </p:spPr>
          </p:sp>
        </mc:Fallback>
      </mc:AlternateContent>
      <mc:AlternateContent xmlns:mc="http://schemas.openxmlformats.org/markup-compatibility/2006">
        <mc:Choice xmlns:p14="http://schemas.microsoft.com/office/powerpoint/2010/main" Requires="p14">
          <p:contentPart p14:bwMode="auto" r:id="rId110">
            <p14:nvContentPartPr>
              <p14:cNvPr id="1049369" name=""/>
              <p14:cNvContentPartPr/>
              <p14:nvPr/>
            </p14:nvContentPartPr>
            <p14:xfrm>
              <a:off x="9560821" y="773815"/>
              <a:ext cx="25983" cy="120252"/>
            </p14:xfrm>
          </p:contentPart>
        </mc:Choice>
        <mc:Fallback>
          <p:sp>
            <p:nvSpPr>
              <p:cNvPr id="1049369" name=""/>
              <p:cNvSpPr/>
              <p:nvPr/>
            </p:nvSpPr>
            <p:spPr>
              <a:xfrm>
                <a:off x="9560821" y="773815"/>
                <a:ext cx="25983" cy="120252"/>
              </a:xfrm>
            </p:spPr>
          </p:sp>
        </mc:Fallback>
      </mc:AlternateContent>
      <mc:AlternateContent xmlns:mc="http://schemas.openxmlformats.org/markup-compatibility/2006">
        <mc:Choice xmlns:p14="http://schemas.microsoft.com/office/powerpoint/2010/main" Requires="p14">
          <p:contentPart p14:bwMode="auto" r:id="rId111">
            <p14:nvContentPartPr>
              <p14:cNvPr id="1049370" name=""/>
              <p14:cNvContentPartPr/>
              <p14:nvPr/>
            </p14:nvContentPartPr>
            <p14:xfrm>
              <a:off x="9594063" y="846892"/>
              <a:ext cx="178505" cy="304641"/>
            </p14:xfrm>
          </p:contentPart>
        </mc:Choice>
        <mc:Fallback>
          <p:sp>
            <p:nvSpPr>
              <p:cNvPr id="1049370" name=""/>
              <p:cNvSpPr/>
              <p:nvPr/>
            </p:nvSpPr>
            <p:spPr>
              <a:xfrm>
                <a:off x="9594063" y="846892"/>
                <a:ext cx="178505" cy="304641"/>
              </a:xfrm>
            </p:spPr>
          </p:sp>
        </mc:Fallback>
      </mc:AlternateContent>
      <mc:AlternateContent xmlns:mc="http://schemas.openxmlformats.org/markup-compatibility/2006">
        <mc:Choice xmlns:p14="http://schemas.microsoft.com/office/powerpoint/2010/main" Requires="p14">
          <p:contentPart p14:bwMode="auto" r:id="rId112">
            <p14:nvContentPartPr>
              <p14:cNvPr id="1049371" name=""/>
              <p14:cNvContentPartPr/>
              <p14:nvPr/>
            </p14:nvContentPartPr>
            <p14:xfrm>
              <a:off x="9572243" y="1037891"/>
              <a:ext cx="130625" cy="44189"/>
            </p14:xfrm>
          </p:contentPart>
        </mc:Choice>
        <mc:Fallback>
          <p:sp>
            <p:nvSpPr>
              <p:cNvPr id="1049371" name=""/>
              <p:cNvSpPr/>
              <p:nvPr/>
            </p:nvSpPr>
            <p:spPr>
              <a:xfrm>
                <a:off x="9572243" y="1037891"/>
                <a:ext cx="130625" cy="44189"/>
              </a:xfrm>
            </p:spPr>
          </p:sp>
        </mc:Fallback>
      </mc:AlternateContent>
      <mc:AlternateContent xmlns:mc="http://schemas.openxmlformats.org/markup-compatibility/2006">
        <mc:Choice xmlns:p14="http://schemas.microsoft.com/office/powerpoint/2010/main" Requires="p14">
          <p:contentPart p14:bwMode="auto" r:id="rId113">
            <p14:nvContentPartPr>
              <p14:cNvPr id="1049372" name=""/>
              <p14:cNvContentPartPr/>
              <p14:nvPr/>
            </p14:nvContentPartPr>
            <p14:xfrm>
              <a:off x="9082124" y="1038397"/>
              <a:ext cx="146831" cy="181938"/>
            </p14:xfrm>
          </p:contentPart>
        </mc:Choice>
        <mc:Fallback>
          <p:sp>
            <p:nvSpPr>
              <p:cNvPr id="1049372" name=""/>
              <p:cNvSpPr/>
              <p:nvPr/>
            </p:nvSpPr>
            <p:spPr>
              <a:xfrm>
                <a:off x="9082124" y="1038397"/>
                <a:ext cx="146831" cy="181938"/>
              </a:xfrm>
            </p:spPr>
          </p:sp>
        </mc:Fallback>
      </mc:AlternateContent>
      <mc:AlternateContent xmlns:mc="http://schemas.openxmlformats.org/markup-compatibility/2006">
        <mc:Choice xmlns:p14="http://schemas.microsoft.com/office/powerpoint/2010/main" Requires="p14">
          <p:contentPart p14:bwMode="auto" r:id="rId114">
            <p14:nvContentPartPr>
              <p14:cNvPr id="1049373" name=""/>
              <p14:cNvContentPartPr/>
              <p14:nvPr/>
            </p14:nvContentPartPr>
            <p14:xfrm>
              <a:off x="9743887" y="852435"/>
              <a:ext cx="252143" cy="262213"/>
            </p14:xfrm>
          </p:contentPart>
        </mc:Choice>
        <mc:Fallback>
          <p:sp>
            <p:nvSpPr>
              <p:cNvPr id="1049373" name=""/>
              <p:cNvSpPr/>
              <p:nvPr/>
            </p:nvSpPr>
            <p:spPr>
              <a:xfrm>
                <a:off x="9743887" y="852435"/>
                <a:ext cx="252143" cy="262213"/>
              </a:xfrm>
            </p:spPr>
          </p:sp>
        </mc:Fallback>
      </mc:AlternateContent>
      <mc:AlternateContent xmlns:mc="http://schemas.openxmlformats.org/markup-compatibility/2006">
        <mc:Choice xmlns:p14="http://schemas.microsoft.com/office/powerpoint/2010/main" Requires="p14">
          <p:contentPart p14:bwMode="auto" r:id="rId115">
            <p14:nvContentPartPr>
              <p14:cNvPr id="1049374" name=""/>
              <p14:cNvContentPartPr/>
              <p14:nvPr/>
            </p14:nvContentPartPr>
            <p14:xfrm>
              <a:off x="9962473" y="1038397"/>
              <a:ext cx="147341" cy="102787"/>
            </p14:xfrm>
          </p:contentPart>
        </mc:Choice>
        <mc:Fallback>
          <p:sp>
            <p:nvSpPr>
              <p:cNvPr id="1049374" name=""/>
              <p:cNvSpPr/>
              <p:nvPr/>
            </p:nvSpPr>
            <p:spPr>
              <a:xfrm>
                <a:off x="9962473" y="1038397"/>
                <a:ext cx="147341" cy="102787"/>
              </a:xfrm>
            </p:spPr>
          </p:sp>
        </mc:Fallback>
      </mc:AlternateContent>
      <mc:AlternateContent xmlns:mc="http://schemas.openxmlformats.org/markup-compatibility/2006">
        <mc:Choice xmlns:p14="http://schemas.microsoft.com/office/powerpoint/2010/main" Requires="p14">
          <p:contentPart p14:bwMode="auto" r:id="rId116">
            <p14:nvContentPartPr>
              <p14:cNvPr id="1049375" name=""/>
              <p14:cNvContentPartPr/>
              <p14:nvPr/>
            </p14:nvContentPartPr>
            <p14:xfrm>
              <a:off x="10132391" y="791934"/>
              <a:ext cx="47887" cy="328969"/>
            </p14:xfrm>
          </p:contentPart>
        </mc:Choice>
        <mc:Fallback>
          <p:sp>
            <p:nvSpPr>
              <p:cNvPr id="1049375" name=""/>
              <p:cNvSpPr/>
              <p:nvPr/>
            </p:nvSpPr>
            <p:spPr>
              <a:xfrm>
                <a:off x="10132391" y="791934"/>
                <a:ext cx="47887" cy="328969"/>
              </a:xfrm>
            </p:spPr>
          </p:sp>
        </mc:Fallback>
      </mc:AlternateContent>
      <mc:AlternateContent xmlns:mc="http://schemas.openxmlformats.org/markup-compatibility/2006">
        <mc:Choice xmlns:p14="http://schemas.microsoft.com/office/powerpoint/2010/main" Requires="p14">
          <p:contentPart p14:bwMode="auto" r:id="rId117">
            <p14:nvContentPartPr>
              <p14:cNvPr id="1049376" name=""/>
              <p14:cNvContentPartPr/>
              <p14:nvPr/>
            </p14:nvContentPartPr>
            <p14:xfrm>
              <a:off x="10087175" y="981310"/>
              <a:ext cx="277502" cy="133299"/>
            </p14:xfrm>
          </p:contentPart>
        </mc:Choice>
        <mc:Fallback>
          <p:sp>
            <p:nvSpPr>
              <p:cNvPr id="1049376" name=""/>
              <p:cNvSpPr/>
              <p:nvPr/>
            </p:nvSpPr>
            <p:spPr>
              <a:xfrm>
                <a:off x="10087175" y="981310"/>
                <a:ext cx="277502" cy="133299"/>
              </a:xfrm>
            </p:spPr>
          </p:sp>
        </mc:Fallback>
      </mc:AlternateContent>
      <mc:AlternateContent xmlns:mc="http://schemas.openxmlformats.org/markup-compatibility/2006">
        <mc:Choice xmlns:p14="http://schemas.microsoft.com/office/powerpoint/2010/main" Requires="p14">
          <p:contentPart p14:bwMode="auto" r:id="rId118">
            <p14:nvContentPartPr>
              <p14:cNvPr id="1049377" name=""/>
              <p14:cNvContentPartPr/>
              <p14:nvPr/>
            </p14:nvContentPartPr>
            <p14:xfrm>
              <a:off x="10338046" y="982965"/>
              <a:ext cx="440075" cy="118676"/>
            </p14:xfrm>
          </p:contentPart>
        </mc:Choice>
        <mc:Fallback>
          <p:sp>
            <p:nvSpPr>
              <p:cNvPr id="1049377" name=""/>
              <p:cNvSpPr/>
              <p:nvPr/>
            </p:nvSpPr>
            <p:spPr>
              <a:xfrm>
                <a:off x="10338046" y="982965"/>
                <a:ext cx="440075" cy="118676"/>
              </a:xfrm>
            </p:spPr>
          </p:sp>
        </mc:Fallback>
      </mc:AlternateContent>
      <mc:AlternateContent xmlns:mc="http://schemas.openxmlformats.org/markup-compatibility/2006">
        <mc:Choice xmlns:p14="http://schemas.microsoft.com/office/powerpoint/2010/main" Requires="p14">
          <p:contentPart p14:bwMode="auto" r:id="rId119">
            <p14:nvContentPartPr>
              <p14:cNvPr id="1049378" name=""/>
              <p14:cNvContentPartPr/>
              <p14:nvPr/>
            </p14:nvContentPartPr>
            <p14:xfrm>
              <a:off x="10653051" y="820974"/>
              <a:ext cx="49219" cy="103862"/>
            </p14:xfrm>
          </p:contentPart>
        </mc:Choice>
        <mc:Fallback>
          <p:sp>
            <p:nvSpPr>
              <p:cNvPr id="1049378" name=""/>
              <p:cNvSpPr/>
              <p:nvPr/>
            </p:nvSpPr>
            <p:spPr>
              <a:xfrm>
                <a:off x="10653051" y="820974"/>
                <a:ext cx="49219" cy="103862"/>
              </a:xfrm>
            </p:spPr>
          </p:sp>
        </mc:Fallback>
      </mc:AlternateContent>
      <mc:AlternateContent xmlns:mc="http://schemas.openxmlformats.org/markup-compatibility/2006">
        <mc:Choice xmlns:p14="http://schemas.microsoft.com/office/powerpoint/2010/main" Requires="p14">
          <p:contentPart p14:bwMode="auto" r:id="rId120">
            <p14:nvContentPartPr>
              <p14:cNvPr id="1049379" name=""/>
              <p14:cNvContentPartPr/>
              <p14:nvPr/>
            </p14:nvContentPartPr>
            <p14:xfrm>
              <a:off x="10652410" y="942730"/>
              <a:ext cx="215073" cy="403074"/>
            </p14:xfrm>
          </p:contentPart>
        </mc:Choice>
        <mc:Fallback>
          <p:sp>
            <p:nvSpPr>
              <p:cNvPr id="1049379" name=""/>
              <p:cNvSpPr/>
              <p:nvPr/>
            </p:nvSpPr>
            <p:spPr>
              <a:xfrm>
                <a:off x="10652410" y="942730"/>
                <a:ext cx="215073" cy="403074"/>
              </a:xfrm>
            </p:spPr>
          </p:sp>
        </mc:Fallback>
      </mc:AlternateContent>
      <mc:AlternateContent xmlns:mc="http://schemas.openxmlformats.org/markup-compatibility/2006">
        <mc:Choice xmlns:p14="http://schemas.microsoft.com/office/powerpoint/2010/main" Requires="p14">
          <p:contentPart p14:bwMode="auto" r:id="rId121">
            <p14:nvContentPartPr>
              <p14:cNvPr id="1049380" name=""/>
              <p14:cNvContentPartPr/>
              <p14:nvPr/>
            </p14:nvContentPartPr>
            <p14:xfrm>
              <a:off x="10873295" y="965170"/>
              <a:ext cx="214681" cy="107078"/>
            </p14:xfrm>
          </p:contentPart>
        </mc:Choice>
        <mc:Fallback>
          <p:sp>
            <p:nvSpPr>
              <p:cNvPr id="1049380" name=""/>
              <p:cNvSpPr/>
              <p:nvPr/>
            </p:nvSpPr>
            <p:spPr>
              <a:xfrm>
                <a:off x="10873295" y="965170"/>
                <a:ext cx="214681" cy="107078"/>
              </a:xfrm>
            </p:spPr>
          </p:sp>
        </mc:Fallback>
      </mc:AlternateContent>
      <mc:AlternateContent xmlns:mc="http://schemas.openxmlformats.org/markup-compatibility/2006">
        <mc:Choice xmlns:p14="http://schemas.microsoft.com/office/powerpoint/2010/main" Requires="p14">
          <p:contentPart p14:bwMode="auto" r:id="rId122">
            <p14:nvContentPartPr>
              <p14:cNvPr id="1049381" name=""/>
              <p14:cNvContentPartPr/>
              <p14:nvPr/>
            </p14:nvContentPartPr>
            <p14:xfrm>
              <a:off x="11049089" y="806330"/>
              <a:ext cx="52508" cy="308264"/>
            </p14:xfrm>
          </p:contentPart>
        </mc:Choice>
        <mc:Fallback>
          <p:sp>
            <p:nvSpPr>
              <p:cNvPr id="1049381" name=""/>
              <p:cNvSpPr/>
              <p:nvPr/>
            </p:nvSpPr>
            <p:spPr>
              <a:xfrm>
                <a:off x="11049089" y="806330"/>
                <a:ext cx="52508" cy="308264"/>
              </a:xfrm>
            </p:spPr>
          </p:sp>
        </mc:Fallback>
      </mc:AlternateContent>
      <mc:AlternateContent xmlns:mc="http://schemas.openxmlformats.org/markup-compatibility/2006">
        <mc:Choice xmlns:p14="http://schemas.microsoft.com/office/powerpoint/2010/main" Requires="p14">
          <p:contentPart p14:bwMode="auto" r:id="rId123">
            <p14:nvContentPartPr>
              <p14:cNvPr id="1049382" name=""/>
              <p14:cNvContentPartPr/>
              <p14:nvPr/>
            </p14:nvContentPartPr>
            <p14:xfrm>
              <a:off x="11002758" y="979448"/>
              <a:ext cx="142792" cy="99873"/>
            </p14:xfrm>
          </p:contentPart>
        </mc:Choice>
        <mc:Fallback>
          <p:sp>
            <p:nvSpPr>
              <p:cNvPr id="1049382" name=""/>
              <p:cNvSpPr/>
              <p:nvPr/>
            </p:nvSpPr>
            <p:spPr>
              <a:xfrm>
                <a:off x="11002758" y="979448"/>
                <a:ext cx="142792" cy="99873"/>
              </a:xfrm>
            </p:spPr>
          </p:sp>
        </mc:Fallback>
      </mc:AlternateContent>
      <mc:AlternateContent xmlns:mc="http://schemas.openxmlformats.org/markup-compatibility/2006">
        <mc:Choice xmlns:p14="http://schemas.microsoft.com/office/powerpoint/2010/main" Requires="p14">
          <p:contentPart p14:bwMode="auto" r:id="rId124">
            <p14:nvContentPartPr>
              <p14:cNvPr id="1049383" name=""/>
              <p14:cNvContentPartPr/>
              <p14:nvPr/>
            </p14:nvContentPartPr>
            <p14:xfrm>
              <a:off x="11129874" y="879052"/>
              <a:ext cx="1286" cy="31736"/>
            </p14:xfrm>
          </p:contentPart>
        </mc:Choice>
        <mc:Fallback>
          <p:sp>
            <p:nvSpPr>
              <p:cNvPr id="1049383" name=""/>
              <p:cNvSpPr/>
              <p:nvPr/>
            </p:nvSpPr>
            <p:spPr>
              <a:xfrm>
                <a:off x="11129874" y="879052"/>
                <a:ext cx="1286" cy="31736"/>
              </a:xfrm>
            </p:spPr>
          </p:sp>
        </mc:Fallback>
      </mc:AlternateContent>
      <mc:AlternateContent xmlns:mc="http://schemas.openxmlformats.org/markup-compatibility/2006">
        <mc:Choice xmlns:p14="http://schemas.microsoft.com/office/powerpoint/2010/main" Requires="p14">
          <p:contentPart p14:bwMode="auto" r:id="rId125">
            <p14:nvContentPartPr>
              <p14:cNvPr id="1049384" name=""/>
              <p14:cNvContentPartPr/>
              <p14:nvPr/>
            </p14:nvContentPartPr>
            <p14:xfrm>
              <a:off x="11181462" y="980318"/>
              <a:ext cx="221505" cy="96074"/>
            </p14:xfrm>
          </p:contentPart>
        </mc:Choice>
        <mc:Fallback>
          <p:sp>
            <p:nvSpPr>
              <p:cNvPr id="1049384" name=""/>
              <p:cNvSpPr/>
              <p:nvPr/>
            </p:nvSpPr>
            <p:spPr>
              <a:xfrm>
                <a:off x="11181462" y="980318"/>
                <a:ext cx="221505" cy="96074"/>
              </a:xfrm>
            </p:spPr>
          </p:sp>
        </mc:Fallback>
      </mc:AlternateContent>
      <mc:AlternateContent xmlns:mc="http://schemas.openxmlformats.org/markup-compatibility/2006">
        <mc:Choice xmlns:p14="http://schemas.microsoft.com/office/powerpoint/2010/main" Requires="p14">
          <p:contentPart p14:bwMode="auto" r:id="rId126">
            <p14:nvContentPartPr>
              <p14:cNvPr id="1049385" name=""/>
              <p14:cNvContentPartPr/>
              <p14:nvPr/>
            </p14:nvContentPartPr>
            <p14:xfrm>
              <a:off x="11357923" y="791934"/>
              <a:ext cx="207179" cy="308927"/>
            </p14:xfrm>
          </p:contentPart>
        </mc:Choice>
        <mc:Fallback>
          <p:sp>
            <p:nvSpPr>
              <p:cNvPr id="1049385" name=""/>
              <p:cNvSpPr/>
              <p:nvPr/>
            </p:nvSpPr>
            <p:spPr>
              <a:xfrm>
                <a:off x="11357923" y="791934"/>
                <a:ext cx="207179" cy="308927"/>
              </a:xfrm>
            </p:spPr>
          </p:sp>
        </mc:Fallback>
      </mc:AlternateContent>
      <mc:AlternateContent xmlns:mc="http://schemas.openxmlformats.org/markup-compatibility/2006">
        <mc:Choice xmlns:p14="http://schemas.microsoft.com/office/powerpoint/2010/main" Requires="p14">
          <p:contentPart p14:bwMode="auto" r:id="rId127">
            <p14:nvContentPartPr>
              <p14:cNvPr id="1049386" name=""/>
              <p14:cNvContentPartPr/>
              <p14:nvPr/>
            </p14:nvContentPartPr>
            <p14:xfrm>
              <a:off x="11473717" y="868132"/>
              <a:ext cx="65594" cy="100915"/>
            </p14:xfrm>
          </p:contentPart>
        </mc:Choice>
        <mc:Fallback>
          <p:sp>
            <p:nvSpPr>
              <p:cNvPr id="1049386" name=""/>
              <p:cNvSpPr/>
              <p:nvPr/>
            </p:nvSpPr>
            <p:spPr>
              <a:xfrm>
                <a:off x="11473717" y="868132"/>
                <a:ext cx="65594" cy="100915"/>
              </a:xfrm>
            </p:spPr>
          </p:sp>
        </mc:Fallback>
      </mc:AlternateContent>
      <mc:AlternateContent xmlns:mc="http://schemas.openxmlformats.org/markup-compatibility/2006">
        <mc:Choice xmlns:p14="http://schemas.microsoft.com/office/powerpoint/2010/main" Requires="p14">
          <p:contentPart p14:bwMode="auto" r:id="rId128">
            <p14:nvContentPartPr>
              <p14:cNvPr id="1049387" name=""/>
              <p14:cNvContentPartPr/>
              <p14:nvPr/>
            </p14:nvContentPartPr>
            <p14:xfrm>
              <a:off x="11346046" y="955250"/>
              <a:ext cx="85602" cy="25068"/>
            </p14:xfrm>
          </p:contentPart>
        </mc:Choice>
        <mc:Fallback>
          <p:sp>
            <p:nvSpPr>
              <p:cNvPr id="1049387" name=""/>
              <p:cNvSpPr/>
              <p:nvPr/>
            </p:nvSpPr>
            <p:spPr>
              <a:xfrm>
                <a:off x="11346046" y="955250"/>
                <a:ext cx="85602" cy="25068"/>
              </a:xfrm>
            </p:spPr>
          </p:sp>
        </mc:Fallback>
      </mc:AlternateContent>
      <mc:AlternateContent xmlns:mc="http://schemas.openxmlformats.org/markup-compatibility/2006">
        <mc:Choice xmlns:p14="http://schemas.microsoft.com/office/powerpoint/2010/main" Requires="p14">
          <p:contentPart p14:bwMode="auto" r:id="rId129">
            <p14:nvContentPartPr>
              <p14:cNvPr id="1049388" name=""/>
              <p14:cNvContentPartPr/>
              <p14:nvPr/>
            </p14:nvContentPartPr>
            <p14:xfrm>
              <a:off x="11288685" y="893448"/>
              <a:ext cx="14119" cy="36237"/>
            </p14:xfrm>
          </p:contentPart>
        </mc:Choice>
        <mc:Fallback>
          <p:sp>
            <p:nvSpPr>
              <p:cNvPr id="1049388" name=""/>
              <p:cNvSpPr/>
              <p:nvPr/>
            </p:nvSpPr>
            <p:spPr>
              <a:xfrm>
                <a:off x="11288685" y="893448"/>
                <a:ext cx="14119" cy="36237"/>
              </a:xfrm>
            </p:spPr>
          </p:sp>
        </mc:Fallback>
      </mc:AlternateContent>
      <mc:AlternateContent xmlns:mc="http://schemas.openxmlformats.org/markup-compatibility/2006">
        <mc:Choice xmlns:p14="http://schemas.microsoft.com/office/powerpoint/2010/main" Requires="p14">
          <p:contentPart p14:bwMode="auto" r:id="rId130">
            <p14:nvContentPartPr>
              <p14:cNvPr id="1049389" name=""/>
              <p14:cNvContentPartPr/>
              <p14:nvPr/>
            </p14:nvContentPartPr>
            <p14:xfrm>
              <a:off x="10847478" y="1045595"/>
              <a:ext cx="110328" cy="53157"/>
            </p14:xfrm>
          </p:contentPart>
        </mc:Choice>
        <mc:Fallback>
          <p:sp>
            <p:nvSpPr>
              <p:cNvPr id="1049389" name=""/>
              <p:cNvSpPr/>
              <p:nvPr/>
            </p:nvSpPr>
            <p:spPr>
              <a:xfrm>
                <a:off x="10847478" y="1045595"/>
                <a:ext cx="110328" cy="53157"/>
              </a:xfrm>
            </p:spPr>
          </p:sp>
        </mc:Fallback>
      </mc:AlternateContent>
      <mc:AlternateContent xmlns:mc="http://schemas.openxmlformats.org/markup-compatibility/2006">
        <mc:Choice xmlns:p14="http://schemas.microsoft.com/office/powerpoint/2010/main" Requires="p14">
          <p:contentPart p14:bwMode="auto" r:id="rId131">
            <p14:nvContentPartPr>
              <p14:cNvPr id="1049390" name=""/>
              <p14:cNvContentPartPr/>
              <p14:nvPr/>
            </p14:nvContentPartPr>
            <p14:xfrm>
              <a:off x="7877422" y="1835367"/>
              <a:ext cx="309210" cy="6949"/>
            </p14:xfrm>
          </p:contentPart>
        </mc:Choice>
        <mc:Fallback>
          <p:sp>
            <p:nvSpPr>
              <p:cNvPr id="1049390" name=""/>
              <p:cNvSpPr/>
              <p:nvPr/>
            </p:nvSpPr>
            <p:spPr>
              <a:xfrm>
                <a:off x="7877422" y="1835367"/>
                <a:ext cx="309210" cy="6949"/>
              </a:xfrm>
            </p:spPr>
          </p:sp>
        </mc:Fallback>
      </mc:AlternateContent>
      <mc:AlternateContent xmlns:mc="http://schemas.openxmlformats.org/markup-compatibility/2006">
        <mc:Choice xmlns:p14="http://schemas.microsoft.com/office/powerpoint/2010/main" Requires="p14">
          <p:contentPart p14:bwMode="auto" r:id="rId132">
            <p14:nvContentPartPr>
              <p14:cNvPr id="1049391" name=""/>
              <p14:cNvContentPartPr/>
              <p14:nvPr/>
            </p14:nvContentPartPr>
            <p14:xfrm>
              <a:off x="8188638" y="1777537"/>
              <a:ext cx="70534" cy="203743"/>
            </p14:xfrm>
          </p:contentPart>
        </mc:Choice>
        <mc:Fallback>
          <p:sp>
            <p:nvSpPr>
              <p:cNvPr id="1049391" name=""/>
              <p:cNvSpPr/>
              <p:nvPr/>
            </p:nvSpPr>
            <p:spPr>
              <a:xfrm>
                <a:off x="8188638" y="1777537"/>
                <a:ext cx="70534" cy="203743"/>
              </a:xfrm>
            </p:spPr>
          </p:sp>
        </mc:Fallback>
      </mc:AlternateContent>
      <mc:AlternateContent xmlns:mc="http://schemas.openxmlformats.org/markup-compatibility/2006">
        <mc:Choice xmlns:p14="http://schemas.microsoft.com/office/powerpoint/2010/main" Requires="p14">
          <p:contentPart p14:bwMode="auto" r:id="rId133">
            <p14:nvContentPartPr>
              <p14:cNvPr id="1049392" name=""/>
              <p14:cNvContentPartPr/>
              <p14:nvPr/>
            </p14:nvContentPartPr>
            <p14:xfrm>
              <a:off x="8444502" y="1541614"/>
              <a:ext cx="126557" cy="392701"/>
            </p14:xfrm>
          </p:contentPart>
        </mc:Choice>
        <mc:Fallback>
          <p:sp>
            <p:nvSpPr>
              <p:cNvPr id="1049392" name=""/>
              <p:cNvSpPr/>
              <p:nvPr/>
            </p:nvSpPr>
            <p:spPr>
              <a:xfrm>
                <a:off x="8444502" y="1541614"/>
                <a:ext cx="126557" cy="392701"/>
              </a:xfrm>
            </p:spPr>
          </p:sp>
        </mc:Fallback>
      </mc:AlternateContent>
      <mc:AlternateContent xmlns:mc="http://schemas.openxmlformats.org/markup-compatibility/2006">
        <mc:Choice xmlns:p14="http://schemas.microsoft.com/office/powerpoint/2010/main" Requires="p14">
          <p:contentPart p14:bwMode="auto" r:id="rId134">
            <p14:nvContentPartPr>
              <p14:cNvPr id="1049393" name=""/>
              <p14:cNvContentPartPr/>
              <p14:nvPr/>
            </p14:nvContentPartPr>
            <p14:xfrm>
              <a:off x="8610890" y="1530485"/>
              <a:ext cx="488446" cy="402930"/>
            </p14:xfrm>
          </p:contentPart>
        </mc:Choice>
        <mc:Fallback>
          <p:sp>
            <p:nvSpPr>
              <p:cNvPr id="1049393" name=""/>
              <p:cNvSpPr/>
              <p:nvPr/>
            </p:nvSpPr>
            <p:spPr>
              <a:xfrm>
                <a:off x="8610890" y="1530485"/>
                <a:ext cx="488446" cy="402930"/>
              </a:xfrm>
            </p:spPr>
          </p:sp>
        </mc:Fallback>
      </mc:AlternateContent>
      <mc:AlternateContent xmlns:mc="http://schemas.openxmlformats.org/markup-compatibility/2006">
        <mc:Choice xmlns:p14="http://schemas.microsoft.com/office/powerpoint/2010/main" Requires="p14">
          <p:contentPart p14:bwMode="auto" r:id="rId135">
            <p14:nvContentPartPr>
              <p14:cNvPr id="1049394" name=""/>
              <p14:cNvContentPartPr/>
              <p14:nvPr/>
            </p14:nvContentPartPr>
            <p14:xfrm>
              <a:off x="9129810" y="1567063"/>
              <a:ext cx="27663" cy="330295"/>
            </p14:xfrm>
          </p:contentPart>
        </mc:Choice>
        <mc:Fallback>
          <p:sp>
            <p:nvSpPr>
              <p:cNvPr id="1049394" name=""/>
              <p:cNvSpPr/>
              <p:nvPr/>
            </p:nvSpPr>
            <p:spPr>
              <a:xfrm>
                <a:off x="9129810" y="1567063"/>
                <a:ext cx="27663" cy="330295"/>
              </a:xfrm>
            </p:spPr>
          </p:sp>
        </mc:Fallback>
      </mc:AlternateContent>
      <mc:AlternateContent xmlns:mc="http://schemas.openxmlformats.org/markup-compatibility/2006">
        <mc:Choice xmlns:p14="http://schemas.microsoft.com/office/powerpoint/2010/main" Requires="p14">
          <p:contentPart p14:bwMode="auto" r:id="rId136">
            <p14:nvContentPartPr>
              <p14:cNvPr id="1049395" name=""/>
              <p14:cNvContentPartPr/>
              <p14:nvPr/>
            </p14:nvContentPartPr>
            <p14:xfrm>
              <a:off x="9196998" y="1588905"/>
              <a:ext cx="234938" cy="320709"/>
            </p14:xfrm>
          </p:contentPart>
        </mc:Choice>
        <mc:Fallback>
          <p:sp>
            <p:nvSpPr>
              <p:cNvPr id="1049395" name=""/>
              <p:cNvSpPr/>
              <p:nvPr/>
            </p:nvSpPr>
            <p:spPr>
              <a:xfrm>
                <a:off x="9196998" y="1588905"/>
                <a:ext cx="234938" cy="320709"/>
              </a:xfrm>
            </p:spPr>
          </p:sp>
        </mc:Fallback>
      </mc:AlternateContent>
      <mc:AlternateContent xmlns:mc="http://schemas.openxmlformats.org/markup-compatibility/2006">
        <mc:Choice xmlns:p14="http://schemas.microsoft.com/office/powerpoint/2010/main" Requires="p14">
          <p:contentPart p14:bwMode="auto" r:id="rId137">
            <p14:nvContentPartPr>
              <p14:cNvPr id="1049396" name=""/>
              <p14:cNvContentPartPr/>
              <p14:nvPr/>
            </p14:nvContentPartPr>
            <p14:xfrm>
              <a:off x="9559299" y="1611491"/>
              <a:ext cx="292360" cy="321378"/>
            </p14:xfrm>
          </p:contentPart>
        </mc:Choice>
        <mc:Fallback>
          <p:sp>
            <p:nvSpPr>
              <p:cNvPr id="1049396" name=""/>
              <p:cNvSpPr/>
              <p:nvPr/>
            </p:nvSpPr>
            <p:spPr>
              <a:xfrm>
                <a:off x="9559299" y="1611491"/>
                <a:ext cx="292360" cy="321378"/>
              </a:xfrm>
            </p:spPr>
          </p:sp>
        </mc:Fallback>
      </mc:AlternateContent>
      <mc:AlternateContent xmlns:mc="http://schemas.openxmlformats.org/markup-compatibility/2006">
        <mc:Choice xmlns:p14="http://schemas.microsoft.com/office/powerpoint/2010/main" Requires="p14">
          <p:contentPart p14:bwMode="auto" r:id="rId138">
            <p14:nvContentPartPr>
              <p14:cNvPr id="1049397" name=""/>
              <p14:cNvContentPartPr/>
              <p14:nvPr/>
            </p14:nvContentPartPr>
            <p14:xfrm>
              <a:off x="10032737" y="1633829"/>
              <a:ext cx="58410" cy="202184"/>
            </p14:xfrm>
          </p:contentPart>
        </mc:Choice>
        <mc:Fallback>
          <p:sp>
            <p:nvSpPr>
              <p:cNvPr id="1049397" name=""/>
              <p:cNvSpPr/>
              <p:nvPr/>
            </p:nvSpPr>
            <p:spPr>
              <a:xfrm>
                <a:off x="10032737" y="1633829"/>
                <a:ext cx="58410" cy="202184"/>
              </a:xfrm>
            </p:spPr>
          </p:sp>
        </mc:Fallback>
      </mc:AlternateContent>
      <mc:AlternateContent xmlns:mc="http://schemas.openxmlformats.org/markup-compatibility/2006">
        <mc:Choice xmlns:p14="http://schemas.microsoft.com/office/powerpoint/2010/main" Requires="p14">
          <p:contentPart p14:bwMode="auto" r:id="rId139">
            <p14:nvContentPartPr>
              <p14:cNvPr id="1049398" name=""/>
              <p14:cNvContentPartPr/>
              <p14:nvPr/>
            </p14:nvContentPartPr>
            <p14:xfrm>
              <a:off x="10051435" y="1507019"/>
              <a:ext cx="290757" cy="353952"/>
            </p14:xfrm>
          </p:contentPart>
        </mc:Choice>
        <mc:Fallback>
          <p:sp>
            <p:nvSpPr>
              <p:cNvPr id="1049398" name=""/>
              <p:cNvSpPr/>
              <p:nvPr/>
            </p:nvSpPr>
            <p:spPr>
              <a:xfrm>
                <a:off x="10051435" y="1507019"/>
                <a:ext cx="290757" cy="353952"/>
              </a:xfrm>
            </p:spPr>
          </p:sp>
        </mc:Fallback>
      </mc:AlternateContent>
      <mc:AlternateContent xmlns:mc="http://schemas.openxmlformats.org/markup-compatibility/2006">
        <mc:Choice xmlns:p14="http://schemas.microsoft.com/office/powerpoint/2010/main" Requires="p14">
          <p:contentPart p14:bwMode="auto" r:id="rId140">
            <p14:nvContentPartPr>
              <p14:cNvPr id="1049399" name=""/>
              <p14:cNvContentPartPr/>
              <p14:nvPr/>
            </p14:nvContentPartPr>
            <p14:xfrm>
              <a:off x="10372039" y="1712012"/>
              <a:ext cx="15624" cy="103728"/>
            </p14:xfrm>
          </p:contentPart>
        </mc:Choice>
        <mc:Fallback>
          <p:sp>
            <p:nvSpPr>
              <p:cNvPr id="1049399" name=""/>
              <p:cNvSpPr/>
              <p:nvPr/>
            </p:nvSpPr>
            <p:spPr>
              <a:xfrm>
                <a:off x="10372039" y="1712012"/>
                <a:ext cx="15624" cy="103728"/>
              </a:xfrm>
            </p:spPr>
          </p:sp>
        </mc:Fallback>
      </mc:AlternateContent>
      <mc:AlternateContent xmlns:mc="http://schemas.openxmlformats.org/markup-compatibility/2006">
        <mc:Choice xmlns:p14="http://schemas.microsoft.com/office/powerpoint/2010/main" Requires="p14">
          <p:contentPart p14:bwMode="auto" r:id="rId141">
            <p14:nvContentPartPr>
              <p14:cNvPr id="1049400" name=""/>
              <p14:cNvContentPartPr/>
              <p14:nvPr/>
            </p14:nvContentPartPr>
            <p14:xfrm>
              <a:off x="10378070" y="1574261"/>
              <a:ext cx="2533" cy="69892"/>
            </p14:xfrm>
          </p:contentPart>
        </mc:Choice>
        <mc:Fallback>
          <p:sp>
            <p:nvSpPr>
              <p:cNvPr id="1049400" name=""/>
              <p:cNvSpPr/>
              <p:nvPr/>
            </p:nvSpPr>
            <p:spPr>
              <a:xfrm>
                <a:off x="10378070" y="1574261"/>
                <a:ext cx="2533" cy="69892"/>
              </a:xfrm>
            </p:spPr>
          </p:sp>
        </mc:Fallback>
      </mc:AlternateContent>
      <mc:AlternateContent xmlns:mc="http://schemas.openxmlformats.org/markup-compatibility/2006">
        <mc:Choice xmlns:p14="http://schemas.microsoft.com/office/powerpoint/2010/main" Requires="p14">
          <p:contentPart p14:bwMode="auto" r:id="rId142">
            <p14:nvContentPartPr>
              <p14:cNvPr id="1049401" name=""/>
              <p14:cNvContentPartPr/>
              <p14:nvPr/>
            </p14:nvContentPartPr>
            <p14:xfrm>
              <a:off x="10485379" y="1513948"/>
              <a:ext cx="77899" cy="384129"/>
            </p14:xfrm>
          </p:contentPart>
        </mc:Choice>
        <mc:Fallback>
          <p:sp>
            <p:nvSpPr>
              <p:cNvPr id="1049401" name=""/>
              <p:cNvSpPr/>
              <p:nvPr/>
            </p:nvSpPr>
            <p:spPr>
              <a:xfrm>
                <a:off x="10485379" y="1513948"/>
                <a:ext cx="77899" cy="384129"/>
              </a:xfrm>
            </p:spPr>
          </p:sp>
        </mc:Fallback>
      </mc:AlternateContent>
      <mc:AlternateContent xmlns:mc="http://schemas.openxmlformats.org/markup-compatibility/2006">
        <mc:Choice xmlns:p14="http://schemas.microsoft.com/office/powerpoint/2010/main" Requires="p14">
          <p:contentPart p14:bwMode="auto" r:id="rId143">
            <p14:nvContentPartPr>
              <p14:cNvPr id="1049402" name=""/>
              <p14:cNvContentPartPr/>
              <p14:nvPr/>
            </p14:nvContentPartPr>
            <p14:xfrm>
              <a:off x="10581660" y="1550682"/>
              <a:ext cx="74721" cy="355027"/>
            </p14:xfrm>
          </p:contentPart>
        </mc:Choice>
        <mc:Fallback>
          <p:sp>
            <p:nvSpPr>
              <p:cNvPr id="1049402" name=""/>
              <p:cNvSpPr/>
              <p:nvPr/>
            </p:nvSpPr>
            <p:spPr>
              <a:xfrm>
                <a:off x="10581660" y="1550682"/>
                <a:ext cx="74721" cy="355027"/>
              </a:xfrm>
            </p:spPr>
          </p:sp>
        </mc:Fallback>
      </mc:AlternateContent>
      <mc:AlternateContent xmlns:mc="http://schemas.openxmlformats.org/markup-compatibility/2006">
        <mc:Choice xmlns:p14="http://schemas.microsoft.com/office/powerpoint/2010/main" Requires="p14">
          <p:contentPart p14:bwMode="auto" r:id="rId144">
            <p14:nvContentPartPr>
              <p14:cNvPr id="1049403" name=""/>
              <p14:cNvContentPartPr/>
              <p14:nvPr/>
            </p14:nvContentPartPr>
            <p14:xfrm>
              <a:off x="10692559" y="1746015"/>
              <a:ext cx="20743" cy="131441"/>
            </p14:xfrm>
          </p:contentPart>
        </mc:Choice>
        <mc:Fallback>
          <p:sp>
            <p:nvSpPr>
              <p:cNvPr id="1049403" name=""/>
              <p:cNvSpPr/>
              <p:nvPr/>
            </p:nvSpPr>
            <p:spPr>
              <a:xfrm>
                <a:off x="10692559" y="1746015"/>
                <a:ext cx="20743" cy="131441"/>
              </a:xfrm>
            </p:spPr>
          </p:sp>
        </mc:Fallback>
      </mc:AlternateContent>
      <mc:AlternateContent xmlns:mc="http://schemas.openxmlformats.org/markup-compatibility/2006">
        <mc:Choice xmlns:p14="http://schemas.microsoft.com/office/powerpoint/2010/main" Requires="p14">
          <p:contentPart p14:bwMode="auto" r:id="rId145">
            <p14:nvContentPartPr>
              <p14:cNvPr id="1049404" name=""/>
              <p14:cNvContentPartPr/>
              <p14:nvPr/>
            </p14:nvContentPartPr>
            <p14:xfrm>
              <a:off x="10750626" y="1603300"/>
              <a:ext cx="9006" cy="63844"/>
            </p14:xfrm>
          </p:contentPart>
        </mc:Choice>
        <mc:Fallback>
          <p:sp>
            <p:nvSpPr>
              <p:cNvPr id="1049404" name=""/>
              <p:cNvSpPr/>
              <p:nvPr/>
            </p:nvSpPr>
            <p:spPr>
              <a:xfrm>
                <a:off x="10750626" y="1603300"/>
                <a:ext cx="9006" cy="63844"/>
              </a:xfrm>
            </p:spPr>
          </p:sp>
        </mc:Fallback>
      </mc:AlternateContent>
      <mc:AlternateContent xmlns:mc="http://schemas.openxmlformats.org/markup-compatibility/2006">
        <mc:Choice xmlns:p14="http://schemas.microsoft.com/office/powerpoint/2010/main" Requires="p14">
          <p:contentPart p14:bwMode="auto" r:id="rId146">
            <p14:nvContentPartPr>
              <p14:cNvPr id="1049405" name=""/>
              <p14:cNvContentPartPr/>
              <p14:nvPr/>
            </p14:nvContentPartPr>
            <p14:xfrm>
              <a:off x="10831341" y="1494589"/>
              <a:ext cx="200775" cy="379987"/>
            </p14:xfrm>
          </p:contentPart>
        </mc:Choice>
        <mc:Fallback>
          <p:sp>
            <p:nvSpPr>
              <p:cNvPr id="1049405" name=""/>
              <p:cNvSpPr/>
              <p:nvPr/>
            </p:nvSpPr>
            <p:spPr>
              <a:xfrm>
                <a:off x="10831341" y="1494589"/>
                <a:ext cx="200775" cy="379987"/>
              </a:xfrm>
            </p:spPr>
          </p:sp>
        </mc:Fallback>
      </mc:AlternateContent>
      <mc:AlternateContent xmlns:mc="http://schemas.openxmlformats.org/markup-compatibility/2006">
        <mc:Choice xmlns:p14="http://schemas.microsoft.com/office/powerpoint/2010/main" Requires="p14">
          <p:contentPart p14:bwMode="auto" r:id="rId147">
            <p14:nvContentPartPr>
              <p14:cNvPr id="1049406" name=""/>
              <p14:cNvContentPartPr/>
              <p14:nvPr/>
            </p14:nvContentPartPr>
            <p14:xfrm>
              <a:off x="11012847" y="1748497"/>
              <a:ext cx="415450" cy="181297"/>
            </p14:xfrm>
          </p:contentPart>
        </mc:Choice>
        <mc:Fallback>
          <p:sp>
            <p:nvSpPr>
              <p:cNvPr id="1049406" name=""/>
              <p:cNvSpPr/>
              <p:nvPr/>
            </p:nvSpPr>
            <p:spPr>
              <a:xfrm>
                <a:off x="11012847" y="1748497"/>
                <a:ext cx="415450" cy="181297"/>
              </a:xfrm>
            </p:spPr>
          </p:sp>
        </mc:Fallback>
      </mc:AlternateContent>
      <mc:AlternateContent xmlns:mc="http://schemas.openxmlformats.org/markup-compatibility/2006">
        <mc:Choice xmlns:p14="http://schemas.microsoft.com/office/powerpoint/2010/main" Requires="p14">
          <p:contentPart p14:bwMode="auto" r:id="rId148">
            <p14:nvContentPartPr>
              <p14:cNvPr id="1049407" name=""/>
              <p14:cNvContentPartPr/>
              <p14:nvPr/>
            </p14:nvContentPartPr>
            <p14:xfrm>
              <a:off x="7891542" y="2373309"/>
              <a:ext cx="270378" cy="70645"/>
            </p14:xfrm>
          </p:contentPart>
        </mc:Choice>
        <mc:Fallback>
          <p:sp>
            <p:nvSpPr>
              <p:cNvPr id="1049407" name=""/>
              <p:cNvSpPr/>
              <p:nvPr/>
            </p:nvSpPr>
            <p:spPr>
              <a:xfrm>
                <a:off x="7891542" y="2373309"/>
                <a:ext cx="270378" cy="70645"/>
              </a:xfrm>
            </p:spPr>
          </p:sp>
        </mc:Fallback>
      </mc:AlternateContent>
      <mc:AlternateContent xmlns:mc="http://schemas.openxmlformats.org/markup-compatibility/2006">
        <mc:Choice xmlns:p14="http://schemas.microsoft.com/office/powerpoint/2010/main" Requires="p14">
          <p:contentPart p14:bwMode="auto" r:id="rId149">
            <p14:nvContentPartPr>
              <p14:cNvPr id="1049408" name=""/>
              <p14:cNvContentPartPr/>
              <p14:nvPr/>
            </p14:nvContentPartPr>
            <p14:xfrm>
              <a:off x="8063186" y="2313153"/>
              <a:ext cx="44403" cy="211469"/>
            </p14:xfrm>
          </p:contentPart>
        </mc:Choice>
        <mc:Fallback>
          <p:sp>
            <p:nvSpPr>
              <p:cNvPr id="1049408" name=""/>
              <p:cNvSpPr/>
              <p:nvPr/>
            </p:nvSpPr>
            <p:spPr>
              <a:xfrm>
                <a:off x="8063186" y="2313153"/>
                <a:ext cx="44403" cy="211469"/>
              </a:xfrm>
            </p:spPr>
          </p:sp>
        </mc:Fallback>
      </mc:AlternateContent>
      <mc:AlternateContent xmlns:mc="http://schemas.openxmlformats.org/markup-compatibility/2006">
        <mc:Choice xmlns:p14="http://schemas.microsoft.com/office/powerpoint/2010/main" Requires="p14">
          <p:contentPart p14:bwMode="auto" r:id="rId150">
            <p14:nvContentPartPr>
              <p14:cNvPr id="1049409" name=""/>
              <p14:cNvContentPartPr/>
              <p14:nvPr/>
            </p14:nvContentPartPr>
            <p14:xfrm>
              <a:off x="8339758" y="2139107"/>
              <a:ext cx="184272" cy="433288"/>
            </p14:xfrm>
          </p:contentPart>
        </mc:Choice>
        <mc:Fallback>
          <p:sp>
            <p:nvSpPr>
              <p:cNvPr id="1049409" name=""/>
              <p:cNvSpPr/>
              <p:nvPr/>
            </p:nvSpPr>
            <p:spPr>
              <a:xfrm>
                <a:off x="8339758" y="2139107"/>
                <a:ext cx="184272" cy="433288"/>
              </a:xfrm>
            </p:spPr>
          </p:sp>
        </mc:Fallback>
      </mc:AlternateContent>
      <mc:AlternateContent xmlns:mc="http://schemas.openxmlformats.org/markup-compatibility/2006">
        <mc:Choice xmlns:p14="http://schemas.microsoft.com/office/powerpoint/2010/main" Requires="p14">
          <p:contentPart p14:bwMode="auto" r:id="rId151">
            <p14:nvContentPartPr>
              <p14:cNvPr id="1049410" name=""/>
              <p14:cNvContentPartPr/>
              <p14:nvPr/>
            </p14:nvContentPartPr>
            <p14:xfrm>
              <a:off x="8590502" y="2133287"/>
              <a:ext cx="851434" cy="406796"/>
            </p14:xfrm>
          </p:contentPart>
        </mc:Choice>
        <mc:Fallback>
          <p:sp>
            <p:nvSpPr>
              <p:cNvPr id="1049410" name=""/>
              <p:cNvSpPr/>
              <p:nvPr/>
            </p:nvSpPr>
            <p:spPr>
              <a:xfrm>
                <a:off x="8590502" y="2133287"/>
                <a:ext cx="851434" cy="406796"/>
              </a:xfrm>
            </p:spPr>
          </p:sp>
        </mc:Fallback>
      </mc:AlternateContent>
      <mc:AlternateContent xmlns:mc="http://schemas.openxmlformats.org/markup-compatibility/2006">
        <mc:Choice xmlns:p14="http://schemas.microsoft.com/office/powerpoint/2010/main" Requires="p14">
          <p:contentPart p14:bwMode="auto" r:id="rId152">
            <p14:nvContentPartPr>
              <p14:cNvPr id="1049411" name=""/>
              <p14:cNvContentPartPr/>
              <p14:nvPr/>
            </p14:nvContentPartPr>
            <p14:xfrm>
              <a:off x="9609049" y="2199175"/>
              <a:ext cx="300587" cy="284853"/>
            </p14:xfrm>
          </p:contentPart>
        </mc:Choice>
        <mc:Fallback>
          <p:sp>
            <p:nvSpPr>
              <p:cNvPr id="1049411" name=""/>
              <p:cNvSpPr/>
              <p:nvPr/>
            </p:nvSpPr>
            <p:spPr>
              <a:xfrm>
                <a:off x="9609049" y="2199175"/>
                <a:ext cx="300587" cy="284853"/>
              </a:xfrm>
            </p:spPr>
          </p:sp>
        </mc:Fallback>
      </mc:AlternateContent>
      <mc:AlternateContent xmlns:mc="http://schemas.openxmlformats.org/markup-compatibility/2006">
        <mc:Choice xmlns:p14="http://schemas.microsoft.com/office/powerpoint/2010/main" Requires="p14">
          <p:contentPart p14:bwMode="auto" r:id="rId153">
            <p14:nvContentPartPr>
              <p14:cNvPr id="1049412" name=""/>
              <p14:cNvContentPartPr/>
              <p14:nvPr/>
            </p14:nvContentPartPr>
            <p14:xfrm>
              <a:off x="10144717" y="2193272"/>
              <a:ext cx="35561" cy="307787"/>
            </p14:xfrm>
          </p:contentPart>
        </mc:Choice>
        <mc:Fallback>
          <p:sp>
            <p:nvSpPr>
              <p:cNvPr id="1049412" name=""/>
              <p:cNvSpPr/>
              <p:nvPr/>
            </p:nvSpPr>
            <p:spPr>
              <a:xfrm>
                <a:off x="10144717" y="2193272"/>
                <a:ext cx="35561" cy="307787"/>
              </a:xfrm>
            </p:spPr>
          </p:sp>
        </mc:Fallback>
      </mc:AlternateContent>
      <mc:AlternateContent xmlns:mc="http://schemas.openxmlformats.org/markup-compatibility/2006">
        <mc:Choice xmlns:p14="http://schemas.microsoft.com/office/powerpoint/2010/main" Requires="p14">
          <p:contentPart p14:bwMode="auto" r:id="rId154">
            <p14:nvContentPartPr>
              <p14:cNvPr id="1049413" name=""/>
              <p14:cNvContentPartPr/>
              <p14:nvPr/>
            </p14:nvContentPartPr>
            <p14:xfrm>
              <a:off x="10105266" y="2091629"/>
              <a:ext cx="217957" cy="224783"/>
            </p14:xfrm>
          </p:contentPart>
        </mc:Choice>
        <mc:Fallback>
          <p:sp>
            <p:nvSpPr>
              <p:cNvPr id="1049413" name=""/>
              <p:cNvSpPr/>
              <p:nvPr/>
            </p:nvSpPr>
            <p:spPr>
              <a:xfrm>
                <a:off x="10105266" y="2091629"/>
                <a:ext cx="217957" cy="224783"/>
              </a:xfrm>
            </p:spPr>
          </p:sp>
        </mc:Fallback>
      </mc:AlternateContent>
      <mc:AlternateContent xmlns:mc="http://schemas.openxmlformats.org/markup-compatibility/2006">
        <mc:Choice xmlns:p14="http://schemas.microsoft.com/office/powerpoint/2010/main" Requires="p14">
          <p:contentPart p14:bwMode="auto" r:id="rId155">
            <p14:nvContentPartPr>
              <p14:cNvPr id="1049414" name=""/>
              <p14:cNvContentPartPr/>
              <p14:nvPr/>
            </p14:nvContentPartPr>
            <p14:xfrm>
              <a:off x="10268928" y="2318396"/>
              <a:ext cx="344727" cy="144545"/>
            </p14:xfrm>
          </p:contentPart>
        </mc:Choice>
        <mc:Fallback>
          <p:sp>
            <p:nvSpPr>
              <p:cNvPr id="1049414" name=""/>
              <p:cNvSpPr/>
              <p:nvPr/>
            </p:nvSpPr>
            <p:spPr>
              <a:xfrm>
                <a:off x="10268928" y="2318396"/>
                <a:ext cx="344727" cy="144545"/>
              </a:xfrm>
            </p:spPr>
          </p:sp>
        </mc:Fallback>
      </mc:AlternateContent>
      <mc:AlternateContent xmlns:mc="http://schemas.openxmlformats.org/markup-compatibility/2006">
        <mc:Choice xmlns:p14="http://schemas.microsoft.com/office/powerpoint/2010/main" Requires="p14">
          <p:contentPart p14:bwMode="auto" r:id="rId156">
            <p14:nvContentPartPr>
              <p14:cNvPr id="1049415" name=""/>
              <p14:cNvContentPartPr/>
              <p14:nvPr/>
            </p14:nvContentPartPr>
            <p14:xfrm>
              <a:off x="10659622" y="2117571"/>
              <a:ext cx="28529" cy="351699"/>
            </p14:xfrm>
          </p:contentPart>
        </mc:Choice>
        <mc:Fallback>
          <p:sp>
            <p:nvSpPr>
              <p:cNvPr id="1049415" name=""/>
              <p:cNvSpPr/>
              <p:nvPr/>
            </p:nvSpPr>
            <p:spPr>
              <a:xfrm>
                <a:off x="10659622" y="2117571"/>
                <a:ext cx="28529" cy="351699"/>
              </a:xfrm>
            </p:spPr>
          </p:sp>
        </mc:Fallback>
      </mc:AlternateContent>
      <mc:AlternateContent xmlns:mc="http://schemas.openxmlformats.org/markup-compatibility/2006">
        <mc:Choice xmlns:p14="http://schemas.microsoft.com/office/powerpoint/2010/main" Requires="p14">
          <p:contentPart p14:bwMode="auto" r:id="rId157">
            <p14:nvContentPartPr>
              <p14:cNvPr id="1049416" name=""/>
              <p14:cNvContentPartPr/>
              <p14:nvPr/>
            </p14:nvContentPartPr>
            <p14:xfrm>
              <a:off x="10755668" y="2305955"/>
              <a:ext cx="18084" cy="94955"/>
            </p14:xfrm>
          </p:contentPart>
        </mc:Choice>
        <mc:Fallback>
          <p:sp>
            <p:nvSpPr>
              <p:cNvPr id="1049416" name=""/>
              <p:cNvSpPr/>
              <p:nvPr/>
            </p:nvSpPr>
            <p:spPr>
              <a:xfrm>
                <a:off x="10755668" y="2305955"/>
                <a:ext cx="18084" cy="94955"/>
              </a:xfrm>
            </p:spPr>
          </p:sp>
        </mc:Fallback>
      </mc:AlternateContent>
      <mc:AlternateContent xmlns:mc="http://schemas.openxmlformats.org/markup-compatibility/2006">
        <mc:Choice xmlns:p14="http://schemas.microsoft.com/office/powerpoint/2010/main" Requires="p14">
          <p:contentPart p14:bwMode="auto" r:id="rId158">
            <p14:nvContentPartPr>
              <p14:cNvPr id="1049417" name=""/>
              <p14:cNvContentPartPr/>
              <p14:nvPr/>
            </p14:nvContentPartPr>
            <p14:xfrm>
              <a:off x="10832859" y="2309462"/>
              <a:ext cx="84134" cy="128418"/>
            </p14:xfrm>
          </p:contentPart>
        </mc:Choice>
        <mc:Fallback>
          <p:sp>
            <p:nvSpPr>
              <p:cNvPr id="1049417" name=""/>
              <p:cNvSpPr/>
              <p:nvPr/>
            </p:nvSpPr>
            <p:spPr>
              <a:xfrm>
                <a:off x="10832859" y="2309462"/>
                <a:ext cx="84134" cy="128418"/>
              </a:xfrm>
            </p:spPr>
          </p:sp>
        </mc:Fallback>
      </mc:AlternateContent>
      <mc:AlternateContent xmlns:mc="http://schemas.openxmlformats.org/markup-compatibility/2006">
        <mc:Choice xmlns:p14="http://schemas.microsoft.com/office/powerpoint/2010/main" Requires="p14">
          <p:contentPart p14:bwMode="auto" r:id="rId159">
            <p14:nvContentPartPr>
              <p14:cNvPr id="1049418" name=""/>
              <p14:cNvContentPartPr/>
              <p14:nvPr/>
            </p14:nvContentPartPr>
            <p14:xfrm>
              <a:off x="10959516" y="2291559"/>
              <a:ext cx="123556" cy="372542"/>
            </p14:xfrm>
          </p:contentPart>
        </mc:Choice>
        <mc:Fallback>
          <p:sp>
            <p:nvSpPr>
              <p:cNvPr id="1049418" name=""/>
              <p:cNvSpPr/>
              <p:nvPr/>
            </p:nvSpPr>
            <p:spPr>
              <a:xfrm>
                <a:off x="10959516" y="2291559"/>
                <a:ext cx="123556" cy="372542"/>
              </a:xfrm>
            </p:spPr>
          </p:sp>
        </mc:Fallback>
      </mc:AlternateContent>
      <mc:AlternateContent xmlns:mc="http://schemas.openxmlformats.org/markup-compatibility/2006">
        <mc:Choice xmlns:p14="http://schemas.microsoft.com/office/powerpoint/2010/main" Requires="p14">
          <p:contentPart p14:bwMode="auto" r:id="rId160">
            <p14:nvContentPartPr>
              <p14:cNvPr id="1049419" name=""/>
              <p14:cNvContentPartPr/>
              <p14:nvPr/>
            </p14:nvContentPartPr>
            <p14:xfrm>
              <a:off x="10787872" y="2186322"/>
              <a:ext cx="6177" cy="32762"/>
            </p14:xfrm>
          </p:contentPart>
        </mc:Choice>
        <mc:Fallback>
          <p:sp>
            <p:nvSpPr>
              <p:cNvPr id="1049419" name=""/>
              <p:cNvSpPr/>
              <p:nvPr/>
            </p:nvSpPr>
            <p:spPr>
              <a:xfrm>
                <a:off x="10787872" y="2186322"/>
                <a:ext cx="6177" cy="32762"/>
              </a:xfrm>
            </p:spPr>
          </p:sp>
        </mc:Fallback>
      </mc:AlternateContent>
      <mc:AlternateContent xmlns:mc="http://schemas.openxmlformats.org/markup-compatibility/2006">
        <mc:Choice xmlns:p14="http://schemas.microsoft.com/office/powerpoint/2010/main" Requires="p14">
          <p:contentPart p14:bwMode="auto" r:id="rId161">
            <p14:nvContentPartPr>
              <p14:cNvPr id="1049420" name=""/>
              <p14:cNvContentPartPr/>
              <p14:nvPr/>
            </p14:nvContentPartPr>
            <p14:xfrm>
              <a:off x="10716326" y="2349390"/>
              <a:ext cx="33786" cy="97722"/>
            </p14:xfrm>
          </p:contentPart>
        </mc:Choice>
        <mc:Fallback>
          <p:sp>
            <p:nvSpPr>
              <p:cNvPr id="1049420" name=""/>
              <p:cNvSpPr/>
              <p:nvPr/>
            </p:nvSpPr>
            <p:spPr>
              <a:xfrm>
                <a:off x="10716326" y="2349390"/>
                <a:ext cx="33786" cy="97722"/>
              </a:xfrm>
            </p:spPr>
          </p:sp>
        </mc:Fallback>
      </mc:AlternateContent>
      <mc:AlternateContent xmlns:mc="http://schemas.openxmlformats.org/markup-compatibility/2006">
        <mc:Choice xmlns:p14="http://schemas.microsoft.com/office/powerpoint/2010/main" Requires="p14">
          <p:contentPart p14:bwMode="auto" r:id="rId162">
            <p14:nvContentPartPr>
              <p14:cNvPr id="1049421" name=""/>
              <p14:cNvContentPartPr/>
              <p14:nvPr/>
            </p14:nvContentPartPr>
            <p14:xfrm>
              <a:off x="7769538" y="1443956"/>
              <a:ext cx="56502" cy="1202896"/>
            </p14:xfrm>
          </p:contentPart>
        </mc:Choice>
        <mc:Fallback>
          <p:sp>
            <p:nvSpPr>
              <p:cNvPr id="1049421" name=""/>
              <p:cNvSpPr/>
              <p:nvPr/>
            </p:nvSpPr>
            <p:spPr>
              <a:xfrm>
                <a:off x="7769538" y="1443956"/>
                <a:ext cx="56502" cy="1202896"/>
              </a:xfrm>
            </p:spPr>
          </p:sp>
        </mc:Fallback>
      </mc:AlternateContent>
      <mc:AlternateContent xmlns:mc="http://schemas.openxmlformats.org/markup-compatibility/2006">
        <mc:Choice xmlns:p14="http://schemas.microsoft.com/office/powerpoint/2010/main" Requires="p14">
          <p:contentPart p14:bwMode="auto" r:id="rId163">
            <p14:nvContentPartPr>
              <p14:cNvPr id="1049435" name=""/>
              <p14:cNvContentPartPr/>
              <p14:nvPr/>
            </p14:nvContentPartPr>
            <p14:xfrm>
              <a:off x="196236" y="3610246"/>
              <a:ext cx="10757371" cy="197679"/>
            </p14:xfrm>
          </p:contentPart>
        </mc:Choice>
        <mc:Fallback>
          <p:sp>
            <p:nvSpPr>
              <p:cNvPr id="1049435" name=""/>
              <p:cNvSpPr/>
              <p:nvPr/>
            </p:nvSpPr>
            <p:spPr>
              <a:xfrm>
                <a:off x="196236" y="3610246"/>
                <a:ext cx="10757371" cy="197679"/>
              </a:xfrm>
            </p:spPr>
          </p:sp>
        </mc:Fallback>
      </mc:AlternateContent>
      <mc:AlternateContent xmlns:mc="http://schemas.openxmlformats.org/markup-compatibility/2006">
        <mc:Choice xmlns:p14="http://schemas.microsoft.com/office/powerpoint/2010/main" Requires="p14">
          <p:contentPart p14:bwMode="auto" r:id="rId164">
            <p14:nvContentPartPr>
              <p14:cNvPr id="1049436" name=""/>
              <p14:cNvContentPartPr/>
              <p14:nvPr/>
            </p14:nvContentPartPr>
            <p14:xfrm>
              <a:off x="804827" y="4198207"/>
              <a:ext cx="591423" cy="706945"/>
            </p14:xfrm>
          </p:contentPart>
        </mc:Choice>
        <mc:Fallback>
          <p:sp>
            <p:nvSpPr>
              <p:cNvPr id="1049436" name=""/>
              <p:cNvSpPr/>
              <p:nvPr/>
            </p:nvSpPr>
            <p:spPr>
              <a:xfrm>
                <a:off x="804827" y="4198207"/>
                <a:ext cx="591423" cy="706945"/>
              </a:xfrm>
            </p:spPr>
          </p:sp>
        </mc:Fallback>
      </mc:AlternateContent>
      <mc:AlternateContent xmlns:mc="http://schemas.openxmlformats.org/markup-compatibility/2006">
        <mc:Choice xmlns:p14="http://schemas.microsoft.com/office/powerpoint/2010/main" Requires="p14">
          <p:contentPart p14:bwMode="auto" r:id="rId165">
            <p14:nvContentPartPr>
              <p14:cNvPr id="1049437" name=""/>
              <p14:cNvContentPartPr/>
              <p14:nvPr/>
            </p14:nvContentPartPr>
            <p14:xfrm>
              <a:off x="961795" y="4499213"/>
              <a:ext cx="230768" cy="10185"/>
            </p14:xfrm>
          </p:contentPart>
        </mc:Choice>
        <mc:Fallback>
          <p:sp>
            <p:nvSpPr>
              <p:cNvPr id="1049437" name=""/>
              <p:cNvSpPr/>
              <p:nvPr/>
            </p:nvSpPr>
            <p:spPr>
              <a:xfrm>
                <a:off x="961795" y="4499213"/>
                <a:ext cx="230768" cy="10185"/>
              </a:xfrm>
            </p:spPr>
          </p:sp>
        </mc:Fallback>
      </mc:AlternateContent>
      <mc:AlternateContent xmlns:mc="http://schemas.openxmlformats.org/markup-compatibility/2006">
        <mc:Choice xmlns:p14="http://schemas.microsoft.com/office/powerpoint/2010/main" Requires="p14">
          <p:contentPart p14:bwMode="auto" r:id="rId166">
            <p14:nvContentPartPr>
              <p14:cNvPr id="1049438" name=""/>
              <p14:cNvContentPartPr/>
              <p14:nvPr/>
            </p14:nvContentPartPr>
            <p14:xfrm>
              <a:off x="1086577" y="4413919"/>
              <a:ext cx="7864" cy="202580"/>
            </p14:xfrm>
          </p:contentPart>
        </mc:Choice>
        <mc:Fallback>
          <p:sp>
            <p:nvSpPr>
              <p:cNvPr id="1049438" name=""/>
              <p:cNvSpPr/>
              <p:nvPr/>
            </p:nvSpPr>
            <p:spPr>
              <a:xfrm>
                <a:off x="1086577" y="4413919"/>
                <a:ext cx="7864" cy="202580"/>
              </a:xfrm>
            </p:spPr>
          </p:sp>
        </mc:Fallback>
      </mc:AlternateContent>
      <mc:AlternateContent xmlns:mc="http://schemas.openxmlformats.org/markup-compatibility/2006">
        <mc:Choice xmlns:p14="http://schemas.microsoft.com/office/powerpoint/2010/main" Requires="p14">
          <p:contentPart p14:bwMode="auto" r:id="rId167">
            <p14:nvContentPartPr>
              <p14:cNvPr id="1049439" name=""/>
              <p14:cNvContentPartPr/>
              <p14:nvPr/>
            </p14:nvContentPartPr>
            <p14:xfrm>
              <a:off x="1500876" y="4496985"/>
              <a:ext cx="65755" cy="32599"/>
            </p14:xfrm>
          </p:contentPart>
        </mc:Choice>
        <mc:Fallback>
          <p:sp>
            <p:nvSpPr>
              <p:cNvPr id="1049439" name=""/>
              <p:cNvSpPr/>
              <p:nvPr/>
            </p:nvSpPr>
            <p:spPr>
              <a:xfrm>
                <a:off x="1500876" y="4496985"/>
                <a:ext cx="65755" cy="32599"/>
              </a:xfrm>
            </p:spPr>
          </p:sp>
        </mc:Fallback>
      </mc:AlternateContent>
      <mc:AlternateContent xmlns:mc="http://schemas.openxmlformats.org/markup-compatibility/2006">
        <mc:Choice xmlns:p14="http://schemas.microsoft.com/office/powerpoint/2010/main" Requires="p14">
          <p:contentPart p14:bwMode="auto" r:id="rId168">
            <p14:nvContentPartPr>
              <p14:cNvPr id="1049440" name=""/>
              <p14:cNvContentPartPr/>
              <p14:nvPr/>
            </p14:nvContentPartPr>
            <p14:xfrm>
              <a:off x="1472111" y="4457297"/>
              <a:ext cx="104570" cy="124946"/>
            </p14:xfrm>
          </p:contentPart>
        </mc:Choice>
        <mc:Fallback>
          <p:sp>
            <p:nvSpPr>
              <p:cNvPr id="1049440" name=""/>
              <p:cNvSpPr/>
              <p:nvPr/>
            </p:nvSpPr>
            <p:spPr>
              <a:xfrm>
                <a:off x="1472111" y="4457297"/>
                <a:ext cx="104570" cy="124946"/>
              </a:xfrm>
            </p:spPr>
          </p:sp>
        </mc:Fallback>
      </mc:AlternateContent>
      <mc:AlternateContent xmlns:mc="http://schemas.openxmlformats.org/markup-compatibility/2006">
        <mc:Choice xmlns:p14="http://schemas.microsoft.com/office/powerpoint/2010/main" Requires="p14">
          <p:contentPart p14:bwMode="auto" r:id="rId169">
            <p14:nvContentPartPr>
              <p14:cNvPr id="1049441" name=""/>
              <p14:cNvContentPartPr/>
              <p14:nvPr/>
            </p14:nvContentPartPr>
            <p14:xfrm>
              <a:off x="2341796" y="4157627"/>
              <a:ext cx="712861" cy="877461"/>
            </p14:xfrm>
          </p:contentPart>
        </mc:Choice>
        <mc:Fallback>
          <p:sp>
            <p:nvSpPr>
              <p:cNvPr id="1049441" name=""/>
              <p:cNvSpPr/>
              <p:nvPr/>
            </p:nvSpPr>
            <p:spPr>
              <a:xfrm>
                <a:off x="2341796" y="4157627"/>
                <a:ext cx="712861" cy="877461"/>
              </a:xfrm>
            </p:spPr>
          </p:sp>
        </mc:Fallback>
      </mc:AlternateContent>
      <mc:AlternateContent xmlns:mc="http://schemas.openxmlformats.org/markup-compatibility/2006">
        <mc:Choice xmlns:p14="http://schemas.microsoft.com/office/powerpoint/2010/main" Requires="p14">
          <p:contentPart p14:bwMode="auto" r:id="rId170">
            <p14:nvContentPartPr>
              <p14:cNvPr id="1049442" name=""/>
              <p14:cNvContentPartPr/>
              <p14:nvPr/>
            </p14:nvContentPartPr>
            <p14:xfrm>
              <a:off x="2792519" y="4196992"/>
              <a:ext cx="361921" cy="804860"/>
            </p14:xfrm>
          </p:contentPart>
        </mc:Choice>
        <mc:Fallback>
          <p:sp>
            <p:nvSpPr>
              <p:cNvPr id="1049442" name=""/>
              <p:cNvSpPr/>
              <p:nvPr/>
            </p:nvSpPr>
            <p:spPr>
              <a:xfrm>
                <a:off x="2792519" y="4196992"/>
                <a:ext cx="361921" cy="804860"/>
              </a:xfrm>
            </p:spPr>
          </p:sp>
        </mc:Fallback>
      </mc:AlternateContent>
      <mc:AlternateContent xmlns:mc="http://schemas.openxmlformats.org/markup-compatibility/2006">
        <mc:Choice xmlns:p14="http://schemas.microsoft.com/office/powerpoint/2010/main" Requires="p14">
          <p:contentPart p14:bwMode="auto" r:id="rId171">
            <p14:nvContentPartPr>
              <p14:cNvPr id="1049443" name=""/>
              <p14:cNvContentPartPr/>
              <p14:nvPr/>
            </p14:nvContentPartPr>
            <p14:xfrm>
              <a:off x="2574544" y="4573759"/>
              <a:ext cx="225034" cy="14396"/>
            </p14:xfrm>
          </p:contentPart>
        </mc:Choice>
        <mc:Fallback>
          <p:sp>
            <p:nvSpPr>
              <p:cNvPr id="1049443" name=""/>
              <p:cNvSpPr/>
              <p:nvPr/>
            </p:nvSpPr>
            <p:spPr>
              <a:xfrm>
                <a:off x="2574544" y="4573759"/>
                <a:ext cx="225034" cy="14396"/>
              </a:xfrm>
            </p:spPr>
          </p:sp>
        </mc:Fallback>
      </mc:AlternateContent>
      <mc:AlternateContent xmlns:mc="http://schemas.openxmlformats.org/markup-compatibility/2006">
        <mc:Choice xmlns:p14="http://schemas.microsoft.com/office/powerpoint/2010/main" Requires="p14">
          <p:contentPart p14:bwMode="auto" r:id="rId172">
            <p14:nvContentPartPr>
              <p14:cNvPr id="1049444" name=""/>
              <p14:cNvContentPartPr/>
              <p14:nvPr/>
            </p14:nvContentPartPr>
            <p14:xfrm>
              <a:off x="2656616" y="4501285"/>
              <a:ext cx="32762" cy="160450"/>
            </p14:xfrm>
          </p:contentPart>
        </mc:Choice>
        <mc:Fallback>
          <p:sp>
            <p:nvSpPr>
              <p:cNvPr id="1049444" name=""/>
              <p:cNvSpPr/>
              <p:nvPr/>
            </p:nvSpPr>
            <p:spPr>
              <a:xfrm>
                <a:off x="2656616" y="4501285"/>
                <a:ext cx="32762" cy="160450"/>
              </a:xfrm>
            </p:spPr>
          </p:sp>
        </mc:Fallback>
      </mc:AlternateContent>
      <mc:AlternateContent xmlns:mc="http://schemas.openxmlformats.org/markup-compatibility/2006">
        <mc:Choice xmlns:p14="http://schemas.microsoft.com/office/powerpoint/2010/main" Requires="p14">
          <p:contentPart p14:bwMode="auto" r:id="rId173">
            <p14:nvContentPartPr>
              <p14:cNvPr id="1049445" name=""/>
              <p14:cNvContentPartPr/>
              <p14:nvPr/>
            </p14:nvContentPartPr>
            <p14:xfrm>
              <a:off x="2020310" y="4501941"/>
              <a:ext cx="92692" cy="74716"/>
            </p14:xfrm>
          </p:contentPart>
        </mc:Choice>
        <mc:Fallback>
          <p:sp>
            <p:nvSpPr>
              <p:cNvPr id="1049445" name=""/>
              <p:cNvSpPr/>
              <p:nvPr/>
            </p:nvSpPr>
            <p:spPr>
              <a:xfrm>
                <a:off x="2020310" y="4501941"/>
                <a:ext cx="92692" cy="74716"/>
              </a:xfrm>
            </p:spPr>
          </p:sp>
        </mc:Fallback>
      </mc:AlternateContent>
      <mc:AlternateContent xmlns:mc="http://schemas.openxmlformats.org/markup-compatibility/2006">
        <mc:Choice xmlns:p14="http://schemas.microsoft.com/office/powerpoint/2010/main" Requires="p14">
          <p:contentPart p14:bwMode="auto" r:id="rId174">
            <p14:nvContentPartPr>
              <p14:cNvPr id="1049446" name=""/>
              <p14:cNvContentPartPr/>
              <p14:nvPr/>
            </p14:nvContentPartPr>
            <p14:xfrm>
              <a:off x="1574826" y="4515432"/>
              <a:ext cx="373592" cy="30998"/>
            </p14:xfrm>
          </p:contentPart>
        </mc:Choice>
        <mc:Fallback>
          <p:sp>
            <p:nvSpPr>
              <p:cNvPr id="1049446" name=""/>
              <p:cNvSpPr/>
              <p:nvPr/>
            </p:nvSpPr>
            <p:spPr>
              <a:xfrm>
                <a:off x="1574826" y="4515432"/>
                <a:ext cx="373592" cy="30998"/>
              </a:xfrm>
            </p:spPr>
          </p:sp>
        </mc:Fallback>
      </mc:AlternateContent>
      <mc:AlternateContent xmlns:mc="http://schemas.openxmlformats.org/markup-compatibility/2006">
        <mc:Choice xmlns:p14="http://schemas.microsoft.com/office/powerpoint/2010/main" Requires="p14">
          <p:contentPart p14:bwMode="auto" r:id="rId175">
            <p14:nvContentPartPr>
              <p14:cNvPr id="1049447" name=""/>
              <p14:cNvContentPartPr/>
              <p14:nvPr/>
            </p14:nvContentPartPr>
            <p14:xfrm>
              <a:off x="1397539" y="4387200"/>
              <a:ext cx="756382" cy="312619"/>
            </p14:xfrm>
          </p:contentPart>
        </mc:Choice>
        <mc:Fallback>
          <p:sp>
            <p:nvSpPr>
              <p:cNvPr id="1049447" name=""/>
              <p:cNvSpPr/>
              <p:nvPr/>
            </p:nvSpPr>
            <p:spPr>
              <a:xfrm>
                <a:off x="1397539" y="4387200"/>
                <a:ext cx="756382" cy="312619"/>
              </a:xfrm>
            </p:spPr>
          </p:sp>
        </mc:Fallback>
      </mc:AlternateContent>
      <mc:AlternateContent xmlns:mc="http://schemas.openxmlformats.org/markup-compatibility/2006">
        <mc:Choice xmlns:p14="http://schemas.microsoft.com/office/powerpoint/2010/main" Requires="p14">
          <p:contentPart p14:bwMode="auto" r:id="rId176">
            <p14:nvContentPartPr>
              <p14:cNvPr id="1049448" name=""/>
              <p14:cNvContentPartPr/>
              <p14:nvPr/>
            </p14:nvContentPartPr>
            <p14:xfrm>
              <a:off x="1123262" y="4667431"/>
              <a:ext cx="38858" cy="7594"/>
            </p14:xfrm>
          </p:contentPart>
        </mc:Choice>
        <mc:Fallback>
          <p:sp>
            <p:nvSpPr>
              <p:cNvPr id="1049448" name=""/>
              <p:cNvSpPr/>
              <p:nvPr/>
            </p:nvSpPr>
            <p:spPr>
              <a:xfrm>
                <a:off x="1123262" y="4667431"/>
                <a:ext cx="38858" cy="7594"/>
              </a:xfrm>
            </p:spPr>
          </p:sp>
        </mc:Fallback>
      </mc:AlternateContent>
      <mc:AlternateContent xmlns:mc="http://schemas.openxmlformats.org/markup-compatibility/2006">
        <mc:Choice xmlns:p14="http://schemas.microsoft.com/office/powerpoint/2010/main" Requires="p14">
          <p:contentPart p14:bwMode="auto" r:id="rId177">
            <p14:nvContentPartPr>
              <p14:cNvPr id="1049449" name=""/>
              <p14:cNvContentPartPr/>
              <p14:nvPr/>
            </p14:nvContentPartPr>
            <p14:xfrm>
              <a:off x="1605130" y="4247376"/>
              <a:ext cx="475661" cy="36808"/>
            </p14:xfrm>
          </p:contentPart>
        </mc:Choice>
        <mc:Fallback>
          <p:sp>
            <p:nvSpPr>
              <p:cNvPr id="1049449" name=""/>
              <p:cNvSpPr/>
              <p:nvPr/>
            </p:nvSpPr>
            <p:spPr>
              <a:xfrm>
                <a:off x="1605130" y="4247376"/>
                <a:ext cx="475661" cy="36808"/>
              </a:xfrm>
            </p:spPr>
          </p:sp>
        </mc:Fallback>
      </mc:AlternateContent>
      <mc:AlternateContent xmlns:mc="http://schemas.openxmlformats.org/markup-compatibility/2006">
        <mc:Choice xmlns:p14="http://schemas.microsoft.com/office/powerpoint/2010/main" Requires="p14">
          <p:contentPart p14:bwMode="auto" r:id="rId178">
            <p14:nvContentPartPr>
              <p14:cNvPr id="1049450" name=""/>
              <p14:cNvContentPartPr/>
              <p14:nvPr/>
            </p14:nvContentPartPr>
            <p14:xfrm>
              <a:off x="1962979" y="4182100"/>
              <a:ext cx="95096" cy="152909"/>
            </p14:xfrm>
          </p:contentPart>
        </mc:Choice>
        <mc:Fallback>
          <p:sp>
            <p:nvSpPr>
              <p:cNvPr id="1049450" name=""/>
              <p:cNvSpPr/>
              <p:nvPr/>
            </p:nvSpPr>
            <p:spPr>
              <a:xfrm>
                <a:off x="1962979" y="4182100"/>
                <a:ext cx="95096" cy="152909"/>
              </a:xfrm>
            </p:spPr>
          </p:sp>
        </mc:Fallback>
      </mc:AlternateContent>
      <mc:AlternateContent xmlns:mc="http://schemas.openxmlformats.org/markup-compatibility/2006">
        <mc:Choice xmlns:p14="http://schemas.microsoft.com/office/powerpoint/2010/main" Requires="p14">
          <p:contentPart p14:bwMode="auto" r:id="rId179">
            <p14:nvContentPartPr>
              <p14:cNvPr id="1049451" name=""/>
              <p14:cNvContentPartPr/>
              <p14:nvPr/>
            </p14:nvContentPartPr>
            <p14:xfrm>
              <a:off x="2077184" y="3904053"/>
              <a:ext cx="95827" cy="238390"/>
            </p14:xfrm>
          </p:contentPart>
        </mc:Choice>
        <mc:Fallback>
          <p:sp>
            <p:nvSpPr>
              <p:cNvPr id="1049451" name=""/>
              <p:cNvSpPr/>
              <p:nvPr/>
            </p:nvSpPr>
            <p:spPr>
              <a:xfrm>
                <a:off x="2077184" y="3904053"/>
                <a:ext cx="95827" cy="238390"/>
              </a:xfrm>
            </p:spPr>
          </p:sp>
        </mc:Fallback>
      </mc:AlternateContent>
      <mc:AlternateContent xmlns:mc="http://schemas.openxmlformats.org/markup-compatibility/2006">
        <mc:Choice xmlns:p14="http://schemas.microsoft.com/office/powerpoint/2010/main" Requires="p14">
          <p:contentPart p14:bwMode="auto" r:id="rId180">
            <p14:nvContentPartPr>
              <p14:cNvPr id="1049452" name=""/>
              <p14:cNvContentPartPr/>
              <p14:nvPr/>
            </p14:nvContentPartPr>
            <p14:xfrm>
              <a:off x="2184484" y="4073884"/>
              <a:ext cx="101127" cy="4238"/>
            </p14:xfrm>
          </p:contentPart>
        </mc:Choice>
        <mc:Fallback>
          <p:sp>
            <p:nvSpPr>
              <p:cNvPr id="1049452" name=""/>
              <p:cNvSpPr/>
              <p:nvPr/>
            </p:nvSpPr>
            <p:spPr>
              <a:xfrm>
                <a:off x="2184484" y="4073884"/>
                <a:ext cx="101127" cy="4238"/>
              </a:xfrm>
            </p:spPr>
          </p:sp>
        </mc:Fallback>
      </mc:AlternateContent>
      <mc:AlternateContent xmlns:mc="http://schemas.openxmlformats.org/markup-compatibility/2006">
        <mc:Choice xmlns:p14="http://schemas.microsoft.com/office/powerpoint/2010/main" Requires="p14">
          <p:contentPart p14:bwMode="auto" r:id="rId181">
            <p14:nvContentPartPr>
              <p14:cNvPr id="1049453" name=""/>
              <p14:cNvContentPartPr/>
              <p14:nvPr/>
            </p14:nvContentPartPr>
            <p14:xfrm>
              <a:off x="2147738" y="4005429"/>
              <a:ext cx="172649" cy="153385"/>
            </p14:xfrm>
          </p:contentPart>
        </mc:Choice>
        <mc:Fallback>
          <p:sp>
            <p:nvSpPr>
              <p:cNvPr id="1049453" name=""/>
              <p:cNvSpPr/>
              <p:nvPr/>
            </p:nvSpPr>
            <p:spPr>
              <a:xfrm>
                <a:off x="2147738" y="4005429"/>
                <a:ext cx="172649" cy="153385"/>
              </a:xfrm>
            </p:spPr>
          </p:sp>
        </mc:Fallback>
      </mc:AlternateContent>
      <mc:AlternateContent xmlns:mc="http://schemas.openxmlformats.org/markup-compatibility/2006">
        <mc:Choice xmlns:p14="http://schemas.microsoft.com/office/powerpoint/2010/main" Requires="p14">
          <p:contentPart p14:bwMode="auto" r:id="rId182">
            <p14:nvContentPartPr>
              <p14:cNvPr id="1049454" name=""/>
              <p14:cNvContentPartPr/>
              <p14:nvPr/>
            </p14:nvContentPartPr>
            <p14:xfrm>
              <a:off x="1910786" y="4086531"/>
              <a:ext cx="109113" cy="2695"/>
            </p14:xfrm>
          </p:contentPart>
        </mc:Choice>
        <mc:Fallback>
          <p:sp>
            <p:nvSpPr>
              <p:cNvPr id="1049454" name=""/>
              <p:cNvSpPr/>
              <p:nvPr/>
            </p:nvSpPr>
            <p:spPr>
              <a:xfrm>
                <a:off x="1910786" y="4086531"/>
                <a:ext cx="109113" cy="2695"/>
              </a:xfrm>
            </p:spPr>
          </p:sp>
        </mc:Fallback>
      </mc:AlternateContent>
      <mc:AlternateContent xmlns:mc="http://schemas.openxmlformats.org/markup-compatibility/2006">
        <mc:Choice xmlns:p14="http://schemas.microsoft.com/office/powerpoint/2010/main" Requires="p14">
          <p:contentPart p14:bwMode="auto" r:id="rId183">
            <p14:nvContentPartPr>
              <p14:cNvPr id="1049455" name=""/>
              <p14:cNvContentPartPr/>
              <p14:nvPr/>
            </p14:nvContentPartPr>
            <p14:xfrm>
              <a:off x="1893723" y="3842746"/>
              <a:ext cx="446504" cy="428409"/>
            </p14:xfrm>
          </p:contentPart>
        </mc:Choice>
        <mc:Fallback>
          <p:sp>
            <p:nvSpPr>
              <p:cNvPr id="1049455" name=""/>
              <p:cNvSpPr/>
              <p:nvPr/>
            </p:nvSpPr>
            <p:spPr>
              <a:xfrm>
                <a:off x="1893723" y="3842746"/>
                <a:ext cx="446504" cy="428409"/>
              </a:xfrm>
            </p:spPr>
          </p:sp>
        </mc:Fallback>
      </mc:AlternateContent>
      <mc:AlternateContent xmlns:mc="http://schemas.openxmlformats.org/markup-compatibility/2006">
        <mc:Choice xmlns:p14="http://schemas.microsoft.com/office/powerpoint/2010/main" Requires="p14">
          <p:contentPart p14:bwMode="auto" r:id="rId184">
            <p14:nvContentPartPr>
              <p14:cNvPr id="1049456" name=""/>
              <p14:cNvContentPartPr/>
              <p14:nvPr/>
            </p14:nvContentPartPr>
            <p14:xfrm>
              <a:off x="1219041" y="4044597"/>
              <a:ext cx="105581" cy="12495"/>
            </p14:xfrm>
          </p:contentPart>
        </mc:Choice>
        <mc:Fallback>
          <p:sp>
            <p:nvSpPr>
              <p:cNvPr id="1049456" name=""/>
              <p:cNvSpPr/>
              <p:nvPr/>
            </p:nvSpPr>
            <p:spPr>
              <a:xfrm>
                <a:off x="1219041" y="4044597"/>
                <a:ext cx="105581" cy="12495"/>
              </a:xfrm>
            </p:spPr>
          </p:sp>
        </mc:Fallback>
      </mc:AlternateContent>
      <mc:AlternateContent xmlns:mc="http://schemas.openxmlformats.org/markup-compatibility/2006">
        <mc:Choice xmlns:p14="http://schemas.microsoft.com/office/powerpoint/2010/main" Requires="p14">
          <p:contentPart p14:bwMode="auto" r:id="rId185">
            <p14:nvContentPartPr>
              <p14:cNvPr id="1049457" name=""/>
              <p14:cNvContentPartPr/>
              <p14:nvPr/>
            </p14:nvContentPartPr>
            <p14:xfrm>
              <a:off x="1237986" y="3986518"/>
              <a:ext cx="4833" cy="155851"/>
            </p14:xfrm>
          </p:contentPart>
        </mc:Choice>
        <mc:Fallback>
          <p:sp>
            <p:nvSpPr>
              <p:cNvPr id="1049457" name=""/>
              <p:cNvSpPr/>
              <p:nvPr/>
            </p:nvSpPr>
            <p:spPr>
              <a:xfrm>
                <a:off x="1237986" y="3986518"/>
                <a:ext cx="4833" cy="155851"/>
              </a:xfrm>
            </p:spPr>
          </p:sp>
        </mc:Fallback>
      </mc:AlternateContent>
      <mc:AlternateContent xmlns:mc="http://schemas.openxmlformats.org/markup-compatibility/2006">
        <mc:Choice xmlns:p14="http://schemas.microsoft.com/office/powerpoint/2010/main" Requires="p14">
          <p:contentPart p14:bwMode="auto" r:id="rId186">
            <p14:nvContentPartPr>
              <p14:cNvPr id="1049458" name=""/>
              <p14:cNvContentPartPr/>
              <p14:nvPr/>
            </p14:nvContentPartPr>
            <p14:xfrm>
              <a:off x="1282376" y="3901448"/>
              <a:ext cx="81585" cy="223167"/>
            </p14:xfrm>
          </p:contentPart>
        </mc:Choice>
        <mc:Fallback>
          <p:sp>
            <p:nvSpPr>
              <p:cNvPr id="1049458" name=""/>
              <p:cNvSpPr/>
              <p:nvPr/>
            </p:nvSpPr>
            <p:spPr>
              <a:xfrm>
                <a:off x="1282376" y="3901448"/>
                <a:ext cx="81585" cy="223167"/>
              </a:xfrm>
            </p:spPr>
          </p:sp>
        </mc:Fallback>
      </mc:AlternateContent>
      <mc:AlternateContent xmlns:mc="http://schemas.openxmlformats.org/markup-compatibility/2006">
        <mc:Choice xmlns:p14="http://schemas.microsoft.com/office/powerpoint/2010/main" Requires="p14">
          <p:contentPart p14:bwMode="auto" r:id="rId187">
            <p14:nvContentPartPr>
              <p14:cNvPr id="1049459" name=""/>
              <p14:cNvContentPartPr/>
              <p14:nvPr/>
            </p14:nvContentPartPr>
            <p14:xfrm>
              <a:off x="1372823" y="4009244"/>
              <a:ext cx="120350" cy="128081"/>
            </p14:xfrm>
          </p:contentPart>
        </mc:Choice>
        <mc:Fallback>
          <p:sp>
            <p:nvSpPr>
              <p:cNvPr id="1049459" name=""/>
              <p:cNvSpPr/>
              <p:nvPr/>
            </p:nvSpPr>
            <p:spPr>
              <a:xfrm>
                <a:off x="1372823" y="4009244"/>
                <a:ext cx="120350" cy="128081"/>
              </a:xfrm>
            </p:spPr>
          </p:sp>
        </mc:Fallback>
      </mc:AlternateContent>
      <mc:AlternateContent xmlns:mc="http://schemas.openxmlformats.org/markup-compatibility/2006">
        <mc:Choice xmlns:p14="http://schemas.microsoft.com/office/powerpoint/2010/main" Requires="p14">
          <p:contentPart p14:bwMode="auto" r:id="rId188">
            <p14:nvContentPartPr>
              <p14:cNvPr id="1049460" name=""/>
              <p14:cNvContentPartPr/>
              <p14:nvPr/>
            </p14:nvContentPartPr>
            <p14:xfrm>
              <a:off x="1133439" y="4050758"/>
              <a:ext cx="121342" cy="4759"/>
            </p14:xfrm>
          </p:contentPart>
        </mc:Choice>
        <mc:Fallback>
          <p:sp>
            <p:nvSpPr>
              <p:cNvPr id="1049460" name=""/>
              <p:cNvSpPr/>
              <p:nvPr/>
            </p:nvSpPr>
            <p:spPr>
              <a:xfrm>
                <a:off x="1133439" y="4050758"/>
                <a:ext cx="121342" cy="4759"/>
              </a:xfrm>
            </p:spPr>
          </p:sp>
        </mc:Fallback>
      </mc:AlternateContent>
      <mc:AlternateContent xmlns:mc="http://schemas.openxmlformats.org/markup-compatibility/2006">
        <mc:Choice xmlns:p14="http://schemas.microsoft.com/office/powerpoint/2010/main" Requires="p14">
          <p:contentPart p14:bwMode="auto" r:id="rId189">
            <p14:nvContentPartPr>
              <p14:cNvPr id="1049461" name=""/>
              <p14:cNvContentPartPr/>
              <p14:nvPr/>
            </p14:nvContentPartPr>
            <p14:xfrm>
              <a:off x="1451731" y="5431787"/>
              <a:ext cx="193256" cy="180199"/>
            </p14:xfrm>
          </p:contentPart>
        </mc:Choice>
        <mc:Fallback>
          <p:sp>
            <p:nvSpPr>
              <p:cNvPr id="1049461" name=""/>
              <p:cNvSpPr/>
              <p:nvPr/>
            </p:nvSpPr>
            <p:spPr>
              <a:xfrm>
                <a:off x="1451731" y="5431787"/>
                <a:ext cx="193256" cy="180199"/>
              </a:xfrm>
            </p:spPr>
          </p:sp>
        </mc:Fallback>
      </mc:AlternateContent>
      <mc:AlternateContent xmlns:mc="http://schemas.openxmlformats.org/markup-compatibility/2006">
        <mc:Choice xmlns:p14="http://schemas.microsoft.com/office/powerpoint/2010/main" Requires="p14">
          <p:contentPart p14:bwMode="auto" r:id="rId190">
            <p14:nvContentPartPr>
              <p14:cNvPr id="1049462" name=""/>
              <p14:cNvContentPartPr/>
              <p14:nvPr/>
            </p14:nvContentPartPr>
            <p14:xfrm>
              <a:off x="1512770" y="5476540"/>
              <a:ext cx="78239" cy="86972"/>
            </p14:xfrm>
          </p:contentPart>
        </mc:Choice>
        <mc:Fallback>
          <p:sp>
            <p:nvSpPr>
              <p:cNvPr id="1049462" name=""/>
              <p:cNvSpPr/>
              <p:nvPr/>
            </p:nvSpPr>
            <p:spPr>
              <a:xfrm>
                <a:off x="1512770" y="5476540"/>
                <a:ext cx="78239" cy="86972"/>
              </a:xfrm>
            </p:spPr>
          </p:sp>
        </mc:Fallback>
      </mc:AlternateContent>
      <mc:AlternateContent xmlns:mc="http://schemas.openxmlformats.org/markup-compatibility/2006">
        <mc:Choice xmlns:p14="http://schemas.microsoft.com/office/powerpoint/2010/main" Requires="p14">
          <p:contentPart p14:bwMode="auto" r:id="rId191">
            <p14:nvContentPartPr>
              <p14:cNvPr id="1049463" name=""/>
              <p14:cNvContentPartPr/>
              <p14:nvPr/>
            </p14:nvContentPartPr>
            <p14:xfrm>
              <a:off x="1515217" y="5493341"/>
              <a:ext cx="75793" cy="5243"/>
            </p14:xfrm>
          </p:contentPart>
        </mc:Choice>
        <mc:Fallback>
          <p:sp>
            <p:nvSpPr>
              <p:cNvPr id="1049463" name=""/>
              <p:cNvSpPr/>
              <p:nvPr/>
            </p:nvSpPr>
            <p:spPr>
              <a:xfrm>
                <a:off x="1515217" y="5493341"/>
                <a:ext cx="75793" cy="5243"/>
              </a:xfrm>
            </p:spPr>
          </p:sp>
        </mc:Fallback>
      </mc:AlternateContent>
      <mc:AlternateContent xmlns:mc="http://schemas.openxmlformats.org/markup-compatibility/2006">
        <mc:Choice xmlns:p14="http://schemas.microsoft.com/office/powerpoint/2010/main" Requires="p14">
          <p:contentPart p14:bwMode="auto" r:id="rId192">
            <p14:nvContentPartPr>
              <p14:cNvPr id="1049464" name=""/>
              <p14:cNvContentPartPr/>
              <p14:nvPr/>
            </p14:nvContentPartPr>
            <p14:xfrm>
              <a:off x="1534357" y="5486143"/>
              <a:ext cx="65495" cy="96681"/>
            </p14:xfrm>
          </p:contentPart>
        </mc:Choice>
        <mc:Fallback>
          <p:sp>
            <p:nvSpPr>
              <p:cNvPr id="1049464" name=""/>
              <p:cNvSpPr/>
              <p:nvPr/>
            </p:nvSpPr>
            <p:spPr>
              <a:xfrm>
                <a:off x="1534357" y="5486143"/>
                <a:ext cx="65495" cy="96681"/>
              </a:xfrm>
            </p:spPr>
          </p:sp>
        </mc:Fallback>
      </mc:AlternateContent>
      <mc:AlternateContent xmlns:mc="http://schemas.openxmlformats.org/markup-compatibility/2006">
        <mc:Choice xmlns:p14="http://schemas.microsoft.com/office/powerpoint/2010/main" Requires="p14">
          <p:contentPart p14:bwMode="auto" r:id="rId193">
            <p14:nvContentPartPr>
              <p14:cNvPr id="1049465" name=""/>
              <p14:cNvContentPartPr/>
              <p14:nvPr/>
            </p14:nvContentPartPr>
            <p14:xfrm>
              <a:off x="1557769" y="5537024"/>
              <a:ext cx="4560" cy="68661"/>
            </p14:xfrm>
          </p:contentPart>
        </mc:Choice>
        <mc:Fallback>
          <p:sp>
            <p:nvSpPr>
              <p:cNvPr id="1049465" name=""/>
              <p:cNvSpPr/>
              <p:nvPr/>
            </p:nvSpPr>
            <p:spPr>
              <a:xfrm>
                <a:off x="1557769" y="5537024"/>
                <a:ext cx="4560" cy="68661"/>
              </a:xfrm>
            </p:spPr>
          </p:sp>
        </mc:Fallback>
      </mc:AlternateContent>
      <mc:AlternateContent xmlns:mc="http://schemas.openxmlformats.org/markup-compatibility/2006">
        <mc:Choice xmlns:p14="http://schemas.microsoft.com/office/powerpoint/2010/main" Requires="p14">
          <p:contentPart p14:bwMode="auto" r:id="rId194">
            <p14:nvContentPartPr>
              <p14:cNvPr id="1049466" name=""/>
              <p14:cNvContentPartPr/>
              <p14:nvPr/>
            </p14:nvContentPartPr>
            <p14:xfrm>
              <a:off x="1506965" y="5702857"/>
              <a:ext cx="105730" cy="296325"/>
            </p14:xfrm>
          </p:contentPart>
        </mc:Choice>
        <mc:Fallback>
          <p:sp>
            <p:nvSpPr>
              <p:cNvPr id="1049466" name=""/>
              <p:cNvSpPr/>
              <p:nvPr/>
            </p:nvSpPr>
            <p:spPr>
              <a:xfrm>
                <a:off x="1506965" y="5702857"/>
                <a:ext cx="105730" cy="296325"/>
              </a:xfrm>
            </p:spPr>
          </p:sp>
        </mc:Fallback>
      </mc:AlternateContent>
      <mc:AlternateContent xmlns:mc="http://schemas.openxmlformats.org/markup-compatibility/2006">
        <mc:Choice xmlns:p14="http://schemas.microsoft.com/office/powerpoint/2010/main" Requires="p14">
          <p:contentPart p14:bwMode="auto" r:id="rId195">
            <p14:nvContentPartPr>
              <p14:cNvPr id="1049467" name=""/>
              <p14:cNvContentPartPr/>
              <p14:nvPr/>
            </p14:nvContentPartPr>
            <p14:xfrm>
              <a:off x="1328934" y="5920990"/>
              <a:ext cx="133232" cy="1898"/>
            </p14:xfrm>
          </p:contentPart>
        </mc:Choice>
        <mc:Fallback>
          <p:sp>
            <p:nvSpPr>
              <p:cNvPr id="1049467" name=""/>
              <p:cNvSpPr/>
              <p:nvPr/>
            </p:nvSpPr>
            <p:spPr>
              <a:xfrm>
                <a:off x="1328934" y="5920990"/>
                <a:ext cx="133232" cy="1898"/>
              </a:xfrm>
            </p:spPr>
          </p:sp>
        </mc:Fallback>
      </mc:AlternateContent>
      <mc:AlternateContent xmlns:mc="http://schemas.openxmlformats.org/markup-compatibility/2006">
        <mc:Choice xmlns:p14="http://schemas.microsoft.com/office/powerpoint/2010/main" Requires="p14">
          <p:contentPart p14:bwMode="auto" r:id="rId196">
            <p14:nvContentPartPr>
              <p14:cNvPr id="1049468" name=""/>
              <p14:cNvContentPartPr/>
              <p14:nvPr/>
            </p14:nvContentPartPr>
            <p14:xfrm>
              <a:off x="1354944" y="5826922"/>
              <a:ext cx="54498" cy="173979"/>
            </p14:xfrm>
          </p:contentPart>
        </mc:Choice>
        <mc:Fallback>
          <p:sp>
            <p:nvSpPr>
              <p:cNvPr id="1049468" name=""/>
              <p:cNvSpPr/>
              <p:nvPr/>
            </p:nvSpPr>
            <p:spPr>
              <a:xfrm>
                <a:off x="1354944" y="5826922"/>
                <a:ext cx="54498" cy="173979"/>
              </a:xfrm>
            </p:spPr>
          </p:sp>
        </mc:Fallback>
      </mc:AlternateContent>
      <mc:AlternateContent xmlns:mc="http://schemas.openxmlformats.org/markup-compatibility/2006">
        <mc:Choice xmlns:p14="http://schemas.microsoft.com/office/powerpoint/2010/main" Requires="p14">
          <p:contentPart p14:bwMode="auto" r:id="rId197">
            <p14:nvContentPartPr>
              <p14:cNvPr id="1049469" name=""/>
              <p14:cNvContentPartPr/>
              <p14:nvPr/>
            </p14:nvContentPartPr>
            <p14:xfrm>
              <a:off x="1655432" y="5873352"/>
              <a:ext cx="122094" cy="125505"/>
            </p14:xfrm>
          </p:contentPart>
        </mc:Choice>
        <mc:Fallback>
          <p:sp>
            <p:nvSpPr>
              <p:cNvPr id="1049469" name=""/>
              <p:cNvSpPr/>
              <p:nvPr/>
            </p:nvSpPr>
            <p:spPr>
              <a:xfrm>
                <a:off x="1655432" y="5873352"/>
                <a:ext cx="122094" cy="125505"/>
              </a:xfrm>
            </p:spPr>
          </p:sp>
        </mc:Fallback>
      </mc:AlternateContent>
      <mc:AlternateContent xmlns:mc="http://schemas.openxmlformats.org/markup-compatibility/2006">
        <mc:Choice xmlns:p14="http://schemas.microsoft.com/office/powerpoint/2010/main" Requires="p14">
          <p:contentPart p14:bwMode="auto" r:id="rId198">
            <p14:nvContentPartPr>
              <p14:cNvPr id="1049470" name=""/>
              <p14:cNvContentPartPr/>
              <p14:nvPr/>
            </p14:nvContentPartPr>
            <p14:xfrm>
              <a:off x="2151515" y="5465150"/>
              <a:ext cx="181505" cy="184071"/>
            </p14:xfrm>
          </p:contentPart>
        </mc:Choice>
        <mc:Fallback>
          <p:sp>
            <p:nvSpPr>
              <p:cNvPr id="1049470" name=""/>
              <p:cNvSpPr/>
              <p:nvPr/>
            </p:nvSpPr>
            <p:spPr>
              <a:xfrm>
                <a:off x="2151515" y="5465150"/>
                <a:ext cx="181505" cy="184071"/>
              </a:xfrm>
            </p:spPr>
          </p:sp>
        </mc:Fallback>
      </mc:AlternateContent>
      <mc:AlternateContent xmlns:mc="http://schemas.openxmlformats.org/markup-compatibility/2006">
        <mc:Choice xmlns:p14="http://schemas.microsoft.com/office/powerpoint/2010/main" Requires="p14">
          <p:contentPart p14:bwMode="auto" r:id="rId199">
            <p14:nvContentPartPr>
              <p14:cNvPr id="1049471" name=""/>
              <p14:cNvContentPartPr/>
              <p14:nvPr/>
            </p14:nvContentPartPr>
            <p14:xfrm>
              <a:off x="2195985" y="5551171"/>
              <a:ext cx="67481" cy="78510"/>
            </p14:xfrm>
          </p:contentPart>
        </mc:Choice>
        <mc:Fallback>
          <p:sp>
            <p:nvSpPr>
              <p:cNvPr id="1049471" name=""/>
              <p:cNvSpPr/>
              <p:nvPr/>
            </p:nvSpPr>
            <p:spPr>
              <a:xfrm>
                <a:off x="2195985" y="5551171"/>
                <a:ext cx="67481" cy="78510"/>
              </a:xfrm>
            </p:spPr>
          </p:sp>
        </mc:Fallback>
      </mc:AlternateContent>
      <mc:AlternateContent xmlns:mc="http://schemas.openxmlformats.org/markup-compatibility/2006">
        <mc:Choice xmlns:p14="http://schemas.microsoft.com/office/powerpoint/2010/main" Requires="p14">
          <p:contentPart p14:bwMode="auto" r:id="rId200">
            <p14:nvContentPartPr>
              <p14:cNvPr id="1049472" name=""/>
              <p14:cNvContentPartPr/>
              <p14:nvPr/>
            </p14:nvContentPartPr>
            <p14:xfrm>
              <a:off x="2191583" y="5543974"/>
              <a:ext cx="64382" cy="27787"/>
            </p14:xfrm>
          </p:contentPart>
        </mc:Choice>
        <mc:Fallback>
          <p:sp>
            <p:nvSpPr>
              <p:cNvPr id="1049472" name=""/>
              <p:cNvSpPr/>
              <p:nvPr/>
            </p:nvSpPr>
            <p:spPr>
              <a:xfrm>
                <a:off x="2191583" y="5543974"/>
                <a:ext cx="64382" cy="27787"/>
              </a:xfrm>
            </p:spPr>
          </p:sp>
        </mc:Fallback>
      </mc:AlternateContent>
      <mc:AlternateContent xmlns:mc="http://schemas.openxmlformats.org/markup-compatibility/2006">
        <mc:Choice xmlns:p14="http://schemas.microsoft.com/office/powerpoint/2010/main" Requires="p14">
          <p:contentPart p14:bwMode="auto" r:id="rId201">
            <p14:nvContentPartPr>
              <p14:cNvPr id="1049473" name=""/>
              <p14:cNvContentPartPr/>
              <p14:nvPr/>
            </p14:nvContentPartPr>
            <p14:xfrm>
              <a:off x="2127172" y="5500787"/>
              <a:ext cx="100554" cy="66742"/>
            </p14:xfrm>
          </p:contentPart>
        </mc:Choice>
        <mc:Fallback>
          <p:sp>
            <p:nvSpPr>
              <p:cNvPr id="1049473" name=""/>
              <p:cNvSpPr/>
              <p:nvPr/>
            </p:nvSpPr>
            <p:spPr>
              <a:xfrm>
                <a:off x="2127172" y="5500787"/>
                <a:ext cx="100554" cy="66742"/>
              </a:xfrm>
            </p:spPr>
          </p:sp>
        </mc:Fallback>
      </mc:AlternateContent>
      <mc:AlternateContent xmlns:mc="http://schemas.openxmlformats.org/markup-compatibility/2006">
        <mc:Choice xmlns:p14="http://schemas.microsoft.com/office/powerpoint/2010/main" Requires="p14">
          <p:contentPart p14:bwMode="auto" r:id="rId202">
            <p14:nvContentPartPr>
              <p14:cNvPr id="1049474" name=""/>
              <p14:cNvContentPartPr/>
              <p14:nvPr/>
            </p14:nvContentPartPr>
            <p14:xfrm>
              <a:off x="2105943" y="5935137"/>
              <a:ext cx="150641" cy="18117"/>
            </p14:xfrm>
          </p:contentPart>
        </mc:Choice>
        <mc:Fallback>
          <p:sp>
            <p:nvSpPr>
              <p:cNvPr id="1049474" name=""/>
              <p:cNvSpPr/>
              <p:nvPr/>
            </p:nvSpPr>
            <p:spPr>
              <a:xfrm>
                <a:off x="2105943" y="5935137"/>
                <a:ext cx="150641" cy="18117"/>
              </a:xfrm>
            </p:spPr>
          </p:sp>
        </mc:Fallback>
      </mc:AlternateContent>
      <mc:AlternateContent xmlns:mc="http://schemas.openxmlformats.org/markup-compatibility/2006">
        <mc:Choice xmlns:p14="http://schemas.microsoft.com/office/powerpoint/2010/main" Requires="p14">
          <p:contentPart p14:bwMode="auto" r:id="rId203">
            <p14:nvContentPartPr>
              <p14:cNvPr id="1049475" name=""/>
              <p14:cNvContentPartPr/>
              <p14:nvPr/>
            </p14:nvContentPartPr>
            <p14:xfrm>
              <a:off x="2308332" y="5771104"/>
              <a:ext cx="122503" cy="320506"/>
            </p14:xfrm>
          </p:contentPart>
        </mc:Choice>
        <mc:Fallback>
          <p:sp>
            <p:nvSpPr>
              <p:cNvPr id="1049475" name=""/>
              <p:cNvSpPr/>
              <p:nvPr/>
            </p:nvSpPr>
            <p:spPr>
              <a:xfrm>
                <a:off x="2308332" y="5771104"/>
                <a:ext cx="122503" cy="320506"/>
              </a:xfrm>
            </p:spPr>
          </p:sp>
        </mc:Fallback>
      </mc:AlternateContent>
      <mc:AlternateContent xmlns:mc="http://schemas.openxmlformats.org/markup-compatibility/2006">
        <mc:Choice xmlns:p14="http://schemas.microsoft.com/office/powerpoint/2010/main" Requires="p14">
          <p:contentPart p14:bwMode="auto" r:id="rId204">
            <p14:nvContentPartPr>
              <p14:cNvPr id="1049476" name=""/>
              <p14:cNvContentPartPr/>
              <p14:nvPr/>
            </p14:nvContentPartPr>
            <p14:xfrm>
              <a:off x="2433630" y="5924792"/>
              <a:ext cx="119978" cy="158836"/>
            </p14:xfrm>
          </p:contentPart>
        </mc:Choice>
        <mc:Fallback>
          <p:sp>
            <p:nvSpPr>
              <p:cNvPr id="1049476" name=""/>
              <p:cNvSpPr/>
              <p:nvPr/>
            </p:nvSpPr>
            <p:spPr>
              <a:xfrm>
                <a:off x="2433630" y="5924792"/>
                <a:ext cx="119978" cy="158836"/>
              </a:xfrm>
            </p:spPr>
          </p:sp>
        </mc:Fallback>
      </mc:AlternateContent>
      <mc:AlternateContent xmlns:mc="http://schemas.openxmlformats.org/markup-compatibility/2006">
        <mc:Choice xmlns:p14="http://schemas.microsoft.com/office/powerpoint/2010/main" Requires="p14">
          <p:contentPart p14:bwMode="auto" r:id="rId205">
            <p14:nvContentPartPr>
              <p14:cNvPr id="1049477" name=""/>
              <p14:cNvContentPartPr/>
              <p14:nvPr/>
            </p14:nvContentPartPr>
            <p14:xfrm>
              <a:off x="1028698" y="5754447"/>
              <a:ext cx="110869" cy="350790"/>
            </p14:xfrm>
          </p:contentPart>
        </mc:Choice>
        <mc:Fallback>
          <p:sp>
            <p:nvSpPr>
              <p:cNvPr id="1049477" name=""/>
              <p:cNvSpPr/>
              <p:nvPr/>
            </p:nvSpPr>
            <p:spPr>
              <a:xfrm>
                <a:off x="1028698" y="5754447"/>
                <a:ext cx="110869" cy="350790"/>
              </a:xfrm>
            </p:spPr>
          </p:sp>
        </mc:Fallback>
      </mc:AlternateContent>
      <mc:AlternateContent xmlns:mc="http://schemas.openxmlformats.org/markup-compatibility/2006">
        <mc:Choice xmlns:p14="http://schemas.microsoft.com/office/powerpoint/2010/main" Requires="p14">
          <p:contentPart p14:bwMode="auto" r:id="rId206">
            <p14:nvContentPartPr>
              <p14:cNvPr id="1049478" name=""/>
              <p14:cNvContentPartPr/>
              <p14:nvPr/>
            </p14:nvContentPartPr>
            <p14:xfrm>
              <a:off x="1204921" y="5870357"/>
              <a:ext cx="30334" cy="5044"/>
            </p14:xfrm>
          </p:contentPart>
        </mc:Choice>
        <mc:Fallback>
          <p:sp>
            <p:nvSpPr>
              <p:cNvPr id="1049478" name=""/>
              <p:cNvSpPr/>
              <p:nvPr/>
            </p:nvSpPr>
            <p:spPr>
              <a:xfrm>
                <a:off x="1204921" y="5870357"/>
                <a:ext cx="30334" cy="5044"/>
              </a:xfrm>
            </p:spPr>
          </p:sp>
        </mc:Fallback>
      </mc:AlternateContent>
      <mc:AlternateContent xmlns:mc="http://schemas.openxmlformats.org/markup-compatibility/2006">
        <mc:Choice xmlns:p14="http://schemas.microsoft.com/office/powerpoint/2010/main" Requires="p14">
          <p:contentPart p14:bwMode="auto" r:id="rId207">
            <p14:nvContentPartPr>
              <p14:cNvPr id="1049479" name=""/>
              <p14:cNvContentPartPr/>
              <p14:nvPr/>
            </p14:nvContentPartPr>
            <p14:xfrm>
              <a:off x="1190360" y="5950029"/>
              <a:ext cx="69920" cy="15794"/>
            </p14:xfrm>
          </p:contentPart>
        </mc:Choice>
        <mc:Fallback>
          <p:sp>
            <p:nvSpPr>
              <p:cNvPr id="1049479" name=""/>
              <p:cNvSpPr/>
              <p:nvPr/>
            </p:nvSpPr>
            <p:spPr>
              <a:xfrm>
                <a:off x="1190360" y="5950029"/>
                <a:ext cx="69920" cy="15794"/>
              </a:xfrm>
            </p:spPr>
          </p:sp>
        </mc:Fallback>
      </mc:AlternateContent>
      <mc:AlternateContent xmlns:mc="http://schemas.openxmlformats.org/markup-compatibility/2006">
        <mc:Choice xmlns:p14="http://schemas.microsoft.com/office/powerpoint/2010/main" Requires="p14">
          <p:contentPart p14:bwMode="auto" r:id="rId208">
            <p14:nvContentPartPr>
              <p14:cNvPr id="1049480" name=""/>
              <p14:cNvContentPartPr/>
              <p14:nvPr/>
            </p14:nvContentPartPr>
            <p14:xfrm>
              <a:off x="1874982" y="5826565"/>
              <a:ext cx="105328" cy="290019"/>
            </p14:xfrm>
          </p:contentPart>
        </mc:Choice>
        <mc:Fallback>
          <p:sp>
            <p:nvSpPr>
              <p:cNvPr id="1049480" name=""/>
              <p:cNvSpPr/>
              <p:nvPr/>
            </p:nvSpPr>
            <p:spPr>
              <a:xfrm>
                <a:off x="1874982" y="5826565"/>
                <a:ext cx="105328" cy="290019"/>
              </a:xfrm>
            </p:spPr>
          </p:sp>
        </mc:Fallback>
      </mc:AlternateContent>
      <mc:AlternateContent xmlns:mc="http://schemas.openxmlformats.org/markup-compatibility/2006">
        <mc:Choice xmlns:p14="http://schemas.microsoft.com/office/powerpoint/2010/main" Requires="p14">
          <p:contentPart p14:bwMode="auto" r:id="rId209">
            <p14:nvContentPartPr>
              <p14:cNvPr id="1049481" name=""/>
              <p14:cNvContentPartPr/>
              <p14:nvPr/>
            </p14:nvContentPartPr>
            <p14:xfrm>
              <a:off x="1967523" y="5681725"/>
              <a:ext cx="31196" cy="115882"/>
            </p14:xfrm>
          </p:contentPart>
        </mc:Choice>
        <mc:Fallback>
          <p:sp>
            <p:nvSpPr>
              <p:cNvPr id="1049481" name=""/>
              <p:cNvSpPr/>
              <p:nvPr/>
            </p:nvSpPr>
            <p:spPr>
              <a:xfrm>
                <a:off x="1967523" y="5681725"/>
                <a:ext cx="31196" cy="115882"/>
              </a:xfrm>
            </p:spPr>
          </p:sp>
        </mc:Fallback>
      </mc:AlternateContent>
      <mc:AlternateContent xmlns:mc="http://schemas.openxmlformats.org/markup-compatibility/2006">
        <mc:Choice xmlns:p14="http://schemas.microsoft.com/office/powerpoint/2010/main" Requires="p14">
          <p:contentPart p14:bwMode="auto" r:id="rId210">
            <p14:nvContentPartPr>
              <p14:cNvPr id="1049482" name=""/>
              <p14:cNvContentPartPr/>
              <p14:nvPr/>
            </p14:nvContentPartPr>
            <p14:xfrm>
              <a:off x="1984159" y="5903023"/>
              <a:ext cx="73759" cy="10769"/>
            </p14:xfrm>
          </p:contentPart>
        </mc:Choice>
        <mc:Fallback>
          <p:sp>
            <p:nvSpPr>
              <p:cNvPr id="1049482" name=""/>
              <p:cNvSpPr/>
              <p:nvPr/>
            </p:nvSpPr>
            <p:spPr>
              <a:xfrm>
                <a:off x="1984159" y="5903023"/>
                <a:ext cx="73759" cy="10769"/>
              </a:xfrm>
            </p:spPr>
          </p:sp>
        </mc:Fallback>
      </mc:AlternateContent>
      <mc:AlternateContent xmlns:mc="http://schemas.openxmlformats.org/markup-compatibility/2006">
        <mc:Choice xmlns:p14="http://schemas.microsoft.com/office/powerpoint/2010/main" Requires="p14">
          <p:contentPart p14:bwMode="auto" r:id="rId211">
            <p14:nvContentPartPr>
              <p14:cNvPr id="1049483" name=""/>
              <p14:cNvContentPartPr/>
              <p14:nvPr/>
            </p14:nvContentPartPr>
            <p14:xfrm>
              <a:off x="2005780" y="5974849"/>
              <a:ext cx="82071" cy="3971"/>
            </p14:xfrm>
          </p:contentPart>
        </mc:Choice>
        <mc:Fallback>
          <p:sp>
            <p:nvSpPr>
              <p:cNvPr id="1049483" name=""/>
              <p:cNvSpPr/>
              <p:nvPr/>
            </p:nvSpPr>
            <p:spPr>
              <a:xfrm>
                <a:off x="2005780" y="5974849"/>
                <a:ext cx="82071" cy="3971"/>
              </a:xfrm>
            </p:spPr>
          </p:sp>
        </mc:Fallback>
      </mc:AlternateContent>
      <mc:AlternateContent xmlns:mc="http://schemas.openxmlformats.org/markup-compatibility/2006">
        <mc:Choice xmlns:p14="http://schemas.microsoft.com/office/powerpoint/2010/main" Requires="p14">
          <p:contentPart p14:bwMode="auto" r:id="rId212">
            <p14:nvContentPartPr>
              <p14:cNvPr id="1049484" name=""/>
              <p14:cNvContentPartPr/>
              <p14:nvPr/>
            </p14:nvContentPartPr>
            <p14:xfrm>
              <a:off x="2534832" y="5970227"/>
              <a:ext cx="131229" cy="8448"/>
            </p14:xfrm>
          </p:contentPart>
        </mc:Choice>
        <mc:Fallback>
          <p:sp>
            <p:nvSpPr>
              <p:cNvPr id="1049484" name=""/>
              <p:cNvSpPr/>
              <p:nvPr/>
            </p:nvSpPr>
            <p:spPr>
              <a:xfrm>
                <a:off x="2534832" y="5970227"/>
                <a:ext cx="131229" cy="8448"/>
              </a:xfrm>
            </p:spPr>
          </p:sp>
        </mc:Fallback>
      </mc:AlternateContent>
      <mc:AlternateContent xmlns:mc="http://schemas.openxmlformats.org/markup-compatibility/2006">
        <mc:Choice xmlns:p14="http://schemas.microsoft.com/office/powerpoint/2010/main" Requires="p14">
          <p:contentPart p14:bwMode="auto" r:id="rId213">
            <p14:nvContentPartPr>
              <p14:cNvPr id="1049485" name=""/>
              <p14:cNvContentPartPr/>
              <p14:nvPr/>
            </p14:nvContentPartPr>
            <p14:xfrm>
              <a:off x="2549393" y="6029341"/>
              <a:ext cx="114561" cy="14508"/>
            </p14:xfrm>
          </p:contentPart>
        </mc:Choice>
        <mc:Fallback>
          <p:sp>
            <p:nvSpPr>
              <p:cNvPr id="1049485" name=""/>
              <p:cNvSpPr/>
              <p:nvPr/>
            </p:nvSpPr>
            <p:spPr>
              <a:xfrm>
                <a:off x="2549393" y="6029341"/>
                <a:ext cx="114561" cy="14508"/>
              </a:xfrm>
            </p:spPr>
          </p:sp>
        </mc:Fallback>
      </mc:AlternateContent>
      <mc:AlternateContent xmlns:mc="http://schemas.openxmlformats.org/markup-compatibility/2006">
        <mc:Choice xmlns:p14="http://schemas.microsoft.com/office/powerpoint/2010/main" Requires="p14">
          <p:contentPart p14:bwMode="auto" r:id="rId214">
            <p14:nvContentPartPr>
              <p14:cNvPr id="1049486" name=""/>
              <p14:cNvContentPartPr/>
              <p14:nvPr/>
            </p14:nvContentPartPr>
            <p14:xfrm>
              <a:off x="2678237" y="6000662"/>
              <a:ext cx="100162" cy="7435"/>
            </p14:xfrm>
          </p:contentPart>
        </mc:Choice>
        <mc:Fallback>
          <p:sp>
            <p:nvSpPr>
              <p:cNvPr id="1049486" name=""/>
              <p:cNvSpPr/>
              <p:nvPr/>
            </p:nvSpPr>
            <p:spPr>
              <a:xfrm>
                <a:off x="2678237" y="6000662"/>
                <a:ext cx="100162" cy="7435"/>
              </a:xfrm>
            </p:spPr>
          </p:sp>
        </mc:Fallback>
      </mc:AlternateContent>
      <mc:AlternateContent xmlns:mc="http://schemas.openxmlformats.org/markup-compatibility/2006">
        <mc:Choice xmlns:p14="http://schemas.microsoft.com/office/powerpoint/2010/main" Requires="p14">
          <p:contentPart p14:bwMode="auto" r:id="rId215">
            <p14:nvContentPartPr>
              <p14:cNvPr id="1049487" name=""/>
              <p14:cNvContentPartPr/>
              <p14:nvPr/>
            </p14:nvContentPartPr>
            <p14:xfrm>
              <a:off x="2830813" y="5939342"/>
              <a:ext cx="93630" cy="341508"/>
            </p14:xfrm>
          </p:contentPart>
        </mc:Choice>
        <mc:Fallback>
          <p:sp>
            <p:nvSpPr>
              <p:cNvPr id="1049487" name=""/>
              <p:cNvSpPr/>
              <p:nvPr/>
            </p:nvSpPr>
            <p:spPr>
              <a:xfrm>
                <a:off x="2830813" y="5939342"/>
                <a:ext cx="93630" cy="341508"/>
              </a:xfrm>
            </p:spPr>
          </p:sp>
        </mc:Fallback>
      </mc:AlternateContent>
      <mc:AlternateContent xmlns:mc="http://schemas.openxmlformats.org/markup-compatibility/2006">
        <mc:Choice xmlns:p14="http://schemas.microsoft.com/office/powerpoint/2010/main" Requires="p14">
          <p:contentPart p14:bwMode="auto" r:id="rId216">
            <p14:nvContentPartPr>
              <p14:cNvPr id="1049488" name=""/>
              <p14:cNvContentPartPr/>
              <p14:nvPr/>
            </p14:nvContentPartPr>
            <p14:xfrm>
              <a:off x="1369505" y="5109375"/>
              <a:ext cx="16271" cy="176552"/>
            </p14:xfrm>
          </p:contentPart>
        </mc:Choice>
        <mc:Fallback>
          <p:sp>
            <p:nvSpPr>
              <p:cNvPr id="1049488" name=""/>
              <p:cNvSpPr/>
              <p:nvPr/>
            </p:nvSpPr>
            <p:spPr>
              <a:xfrm>
                <a:off x="1369505" y="5109375"/>
                <a:ext cx="16271" cy="176552"/>
              </a:xfrm>
            </p:spPr>
          </p:sp>
        </mc:Fallback>
      </mc:AlternateContent>
      <mc:AlternateContent xmlns:mc="http://schemas.openxmlformats.org/markup-compatibility/2006">
        <mc:Choice xmlns:p14="http://schemas.microsoft.com/office/powerpoint/2010/main" Requires="p14">
          <p:contentPart p14:bwMode="auto" r:id="rId217">
            <p14:nvContentPartPr>
              <p14:cNvPr id="1049489" name=""/>
              <p14:cNvContentPartPr/>
              <p14:nvPr/>
            </p14:nvContentPartPr>
            <p14:xfrm>
              <a:off x="1344809" y="5173267"/>
              <a:ext cx="88676" cy="30672"/>
            </p14:xfrm>
          </p:contentPart>
        </mc:Choice>
        <mc:Fallback>
          <p:sp>
            <p:nvSpPr>
              <p:cNvPr id="1049489" name=""/>
              <p:cNvSpPr/>
              <p:nvPr/>
            </p:nvSpPr>
            <p:spPr>
              <a:xfrm>
                <a:off x="1344809" y="5173267"/>
                <a:ext cx="88676" cy="30672"/>
              </a:xfrm>
            </p:spPr>
          </p:sp>
        </mc:Fallback>
      </mc:AlternateContent>
      <mc:AlternateContent xmlns:mc="http://schemas.openxmlformats.org/markup-compatibility/2006">
        <mc:Choice xmlns:p14="http://schemas.microsoft.com/office/powerpoint/2010/main" Requires="p14">
          <p:contentPart p14:bwMode="auto" r:id="rId218">
            <p14:nvContentPartPr>
              <p14:cNvPr id="1049490" name=""/>
              <p14:cNvContentPartPr/>
              <p14:nvPr/>
            </p14:nvContentPartPr>
            <p14:xfrm>
              <a:off x="1262097" y="5072473"/>
              <a:ext cx="186767" cy="212349"/>
            </p14:xfrm>
          </p:contentPart>
        </mc:Choice>
        <mc:Fallback>
          <p:sp>
            <p:nvSpPr>
              <p:cNvPr id="1049490" name=""/>
              <p:cNvSpPr/>
              <p:nvPr/>
            </p:nvSpPr>
            <p:spPr>
              <a:xfrm>
                <a:off x="1262097" y="5072473"/>
                <a:ext cx="186767" cy="212349"/>
              </a:xfrm>
            </p:spPr>
          </p:sp>
        </mc:Fallback>
      </mc:AlternateContent>
      <mc:AlternateContent xmlns:mc="http://schemas.openxmlformats.org/markup-compatibility/2006">
        <mc:Choice xmlns:p14="http://schemas.microsoft.com/office/powerpoint/2010/main" Requires="p14">
          <p:contentPart p14:bwMode="auto" r:id="rId219">
            <p14:nvContentPartPr>
              <p14:cNvPr id="1049491" name=""/>
              <p14:cNvContentPartPr/>
              <p14:nvPr/>
            </p14:nvContentPartPr>
            <p14:xfrm>
              <a:off x="2086009" y="5267723"/>
              <a:ext cx="120096" cy="30036"/>
            </p14:xfrm>
          </p:contentPart>
        </mc:Choice>
        <mc:Fallback>
          <p:sp>
            <p:nvSpPr>
              <p:cNvPr id="1049491" name=""/>
              <p:cNvSpPr/>
              <p:nvPr/>
            </p:nvSpPr>
            <p:spPr>
              <a:xfrm>
                <a:off x="2086009" y="5267723"/>
                <a:ext cx="120096" cy="30036"/>
              </a:xfrm>
            </p:spPr>
          </p:sp>
        </mc:Fallback>
      </mc:AlternateContent>
      <mc:AlternateContent xmlns:mc="http://schemas.openxmlformats.org/markup-compatibility/2006">
        <mc:Choice xmlns:p14="http://schemas.microsoft.com/office/powerpoint/2010/main" Requires="p14">
          <p:contentPart p14:bwMode="auto" r:id="rId220">
            <p14:nvContentPartPr>
              <p14:cNvPr id="1049492" name=""/>
              <p14:cNvContentPartPr/>
              <p14:nvPr/>
            </p14:nvContentPartPr>
            <p14:xfrm>
              <a:off x="2018597" y="5177774"/>
              <a:ext cx="181271" cy="186340"/>
            </p14:xfrm>
          </p:contentPart>
        </mc:Choice>
        <mc:Fallback>
          <p:sp>
            <p:nvSpPr>
              <p:cNvPr id="1049492" name=""/>
              <p:cNvSpPr/>
              <p:nvPr/>
            </p:nvSpPr>
            <p:spPr>
              <a:xfrm>
                <a:off x="2018597" y="5177774"/>
                <a:ext cx="181271" cy="186340"/>
              </a:xfrm>
            </p:spPr>
          </p:sp>
        </mc:Fallback>
      </mc:AlternateContent>
      <mc:AlternateContent xmlns:mc="http://schemas.openxmlformats.org/markup-compatibility/2006">
        <mc:Choice xmlns:p14="http://schemas.microsoft.com/office/powerpoint/2010/main" Requires="p14">
          <p:contentPart p14:bwMode="auto" r:id="rId221">
            <p14:nvContentPartPr>
              <p14:cNvPr id="1049493" name=""/>
              <p14:cNvContentPartPr/>
              <p14:nvPr/>
            </p14:nvContentPartPr>
            <p14:xfrm>
              <a:off x="2873878" y="5400231"/>
              <a:ext cx="190012" cy="343596"/>
            </p14:xfrm>
          </p:contentPart>
        </mc:Choice>
        <mc:Fallback>
          <p:sp>
            <p:nvSpPr>
              <p:cNvPr id="1049493" name=""/>
              <p:cNvSpPr/>
              <p:nvPr/>
            </p:nvSpPr>
            <p:spPr>
              <a:xfrm>
                <a:off x="2873878" y="5400231"/>
                <a:ext cx="190012" cy="343596"/>
              </a:xfrm>
            </p:spPr>
          </p:sp>
        </mc:Fallback>
      </mc:AlternateContent>
      <mc:AlternateContent xmlns:mc="http://schemas.openxmlformats.org/markup-compatibility/2006">
        <mc:Choice xmlns:p14="http://schemas.microsoft.com/office/powerpoint/2010/main" Requires="p14">
          <p:contentPart p14:bwMode="auto" r:id="rId222">
            <p14:nvContentPartPr>
              <p14:cNvPr id="1049494" name=""/>
              <p14:cNvContentPartPr/>
              <p14:nvPr/>
            </p14:nvContentPartPr>
            <p14:xfrm>
              <a:off x="3107127" y="5616696"/>
              <a:ext cx="8246" cy="73981"/>
            </p14:xfrm>
          </p:contentPart>
        </mc:Choice>
        <mc:Fallback>
          <p:sp>
            <p:nvSpPr>
              <p:cNvPr id="1049494" name=""/>
              <p:cNvSpPr/>
              <p:nvPr/>
            </p:nvSpPr>
            <p:spPr>
              <a:xfrm>
                <a:off x="3107127" y="5616696"/>
                <a:ext cx="8246" cy="73981"/>
              </a:xfrm>
            </p:spPr>
          </p:sp>
        </mc:Fallback>
      </mc:AlternateContent>
      <mc:AlternateContent xmlns:mc="http://schemas.openxmlformats.org/markup-compatibility/2006">
        <mc:Choice xmlns:p14="http://schemas.microsoft.com/office/powerpoint/2010/main" Requires="p14">
          <p:contentPart p14:bwMode="auto" r:id="rId223">
            <p14:nvContentPartPr>
              <p14:cNvPr id="1049495" name=""/>
              <p14:cNvContentPartPr/>
              <p14:nvPr/>
            </p14:nvContentPartPr>
            <p14:xfrm>
              <a:off x="3093007" y="5515431"/>
              <a:ext cx="10754" cy="74381"/>
            </p14:xfrm>
          </p:contentPart>
        </mc:Choice>
        <mc:Fallback>
          <p:sp>
            <p:nvSpPr>
              <p:cNvPr id="1049495" name=""/>
              <p:cNvSpPr/>
              <p:nvPr/>
            </p:nvSpPr>
            <p:spPr>
              <a:xfrm>
                <a:off x="3093007" y="5515431"/>
                <a:ext cx="10754" cy="74381"/>
              </a:xfrm>
            </p:spPr>
          </p:sp>
        </mc:Fallback>
      </mc:AlternateContent>
      <mc:AlternateContent xmlns:mc="http://schemas.openxmlformats.org/markup-compatibility/2006">
        <mc:Choice xmlns:p14="http://schemas.microsoft.com/office/powerpoint/2010/main" Requires="p14">
          <p:contentPart p14:bwMode="auto" r:id="rId224">
            <p14:nvContentPartPr>
              <p14:cNvPr id="1049496" name=""/>
              <p14:cNvContentPartPr/>
              <p14:nvPr/>
            </p14:nvContentPartPr>
            <p14:xfrm>
              <a:off x="3149927" y="5381619"/>
              <a:ext cx="382558" cy="496905"/>
            </p14:xfrm>
          </p:contentPart>
        </mc:Choice>
        <mc:Fallback>
          <p:sp>
            <p:nvSpPr>
              <p:cNvPr id="1049496" name=""/>
              <p:cNvSpPr/>
              <p:nvPr/>
            </p:nvSpPr>
            <p:spPr>
              <a:xfrm>
                <a:off x="3149927" y="5381619"/>
                <a:ext cx="382558" cy="496905"/>
              </a:xfrm>
            </p:spPr>
          </p:sp>
        </mc:Fallback>
      </mc:AlternateContent>
      <mc:AlternateContent xmlns:mc="http://schemas.openxmlformats.org/markup-compatibility/2006">
        <mc:Choice xmlns:p14="http://schemas.microsoft.com/office/powerpoint/2010/main" Requires="p14">
          <p:contentPart p14:bwMode="auto" r:id="rId225">
            <p14:nvContentPartPr>
              <p14:cNvPr id="1049497" name=""/>
              <p14:cNvContentPartPr/>
              <p14:nvPr/>
            </p14:nvContentPartPr>
            <p14:xfrm>
              <a:off x="3518596" y="5658199"/>
              <a:ext cx="217744" cy="176979"/>
            </p14:xfrm>
          </p:contentPart>
        </mc:Choice>
        <mc:Fallback>
          <p:sp>
            <p:nvSpPr>
              <p:cNvPr id="1049497" name=""/>
              <p:cNvSpPr/>
              <p:nvPr/>
            </p:nvSpPr>
            <p:spPr>
              <a:xfrm>
                <a:off x="3518596" y="5658199"/>
                <a:ext cx="217744" cy="176979"/>
              </a:xfrm>
            </p:spPr>
          </p:sp>
        </mc:Fallback>
      </mc:AlternateContent>
      <mc:AlternateContent xmlns:mc="http://schemas.openxmlformats.org/markup-compatibility/2006">
        <mc:Choice xmlns:p14="http://schemas.microsoft.com/office/powerpoint/2010/main" Requires="p14">
          <p:contentPart p14:bwMode="auto" r:id="rId226">
            <p14:nvContentPartPr>
              <p14:cNvPr id="1049498" name=""/>
              <p14:cNvContentPartPr/>
              <p14:nvPr/>
            </p14:nvContentPartPr>
            <p14:xfrm>
              <a:off x="2750728" y="5247759"/>
              <a:ext cx="1044878" cy="657779"/>
            </p14:xfrm>
          </p:contentPart>
        </mc:Choice>
        <mc:Fallback>
          <p:sp>
            <p:nvSpPr>
              <p:cNvPr id="1049498" name=""/>
              <p:cNvSpPr/>
              <p:nvPr/>
            </p:nvSpPr>
            <p:spPr>
              <a:xfrm>
                <a:off x="2750728" y="5247759"/>
                <a:ext cx="1044878" cy="657779"/>
              </a:xfrm>
            </p:spPr>
          </p:sp>
        </mc:Fallback>
      </mc:AlternateContent>
      <mc:AlternateContent xmlns:mc="http://schemas.openxmlformats.org/markup-compatibility/2006">
        <mc:Choice xmlns:p14="http://schemas.microsoft.com/office/powerpoint/2010/main" Requires="p14">
          <p:contentPart p14:bwMode="auto" r:id="rId227">
            <p14:nvContentPartPr>
              <p14:cNvPr id="1049499" name=""/>
              <p14:cNvContentPartPr/>
              <p14:nvPr/>
            </p14:nvContentPartPr>
            <p14:xfrm>
              <a:off x="4265835" y="4109625"/>
              <a:ext cx="249302" cy="2145890"/>
            </p14:xfrm>
          </p:contentPart>
        </mc:Choice>
        <mc:Fallback>
          <p:sp>
            <p:nvSpPr>
              <p:cNvPr id="1049499" name=""/>
              <p:cNvSpPr/>
              <p:nvPr/>
            </p:nvSpPr>
            <p:spPr>
              <a:xfrm>
                <a:off x="4265835" y="4109625"/>
                <a:ext cx="249302" cy="2145890"/>
              </a:xfrm>
            </p:spPr>
          </p:sp>
        </mc:Fallback>
      </mc:AlternateContent>
      <mc:AlternateContent xmlns:mc="http://schemas.openxmlformats.org/markup-compatibility/2006">
        <mc:Choice xmlns:p14="http://schemas.microsoft.com/office/powerpoint/2010/main" Requires="p14">
          <p:contentPart p14:bwMode="auto" r:id="rId228">
            <p14:nvContentPartPr>
              <p14:cNvPr id="1049500" name=""/>
              <p14:cNvContentPartPr/>
              <p14:nvPr/>
            </p14:nvContentPartPr>
            <p14:xfrm>
              <a:off x="4964349" y="4015557"/>
              <a:ext cx="9669" cy="555136"/>
            </p14:xfrm>
          </p:contentPart>
        </mc:Choice>
        <mc:Fallback>
          <p:sp>
            <p:nvSpPr>
              <p:cNvPr id="1049500" name=""/>
              <p:cNvSpPr/>
              <p:nvPr/>
            </p:nvSpPr>
            <p:spPr>
              <a:xfrm>
                <a:off x="4964349" y="4015557"/>
                <a:ext cx="9669" cy="555136"/>
              </a:xfrm>
            </p:spPr>
          </p:sp>
        </mc:Fallback>
      </mc:AlternateContent>
      <mc:AlternateContent xmlns:mc="http://schemas.openxmlformats.org/markup-compatibility/2006">
        <mc:Choice xmlns:p14="http://schemas.microsoft.com/office/powerpoint/2010/main" Requires="p14">
          <p:contentPart p14:bwMode="auto" r:id="rId229">
            <p14:nvContentPartPr>
              <p14:cNvPr id="1049501" name=""/>
              <p14:cNvContentPartPr/>
              <p14:nvPr/>
            </p14:nvContentPartPr>
            <p14:xfrm>
              <a:off x="5121350" y="4029953"/>
              <a:ext cx="27475" cy="548022"/>
            </p14:xfrm>
          </p:contentPart>
        </mc:Choice>
        <mc:Fallback>
          <p:sp>
            <p:nvSpPr>
              <p:cNvPr id="1049501" name=""/>
              <p:cNvSpPr/>
              <p:nvPr/>
            </p:nvSpPr>
            <p:spPr>
              <a:xfrm>
                <a:off x="5121350" y="4029953"/>
                <a:ext cx="27475" cy="548022"/>
              </a:xfrm>
            </p:spPr>
          </p:sp>
        </mc:Fallback>
      </mc:AlternateContent>
      <mc:AlternateContent xmlns:mc="http://schemas.openxmlformats.org/markup-compatibility/2006">
        <mc:Choice xmlns:p14="http://schemas.microsoft.com/office/powerpoint/2010/main" Requires="p14">
          <p:contentPart p14:bwMode="auto" r:id="rId230">
            <p14:nvContentPartPr>
              <p14:cNvPr id="1049502" name=""/>
              <p14:cNvContentPartPr/>
              <p14:nvPr/>
            </p14:nvContentPartPr>
            <p14:xfrm>
              <a:off x="4945352" y="4298009"/>
              <a:ext cx="224431" cy="40408"/>
            </p14:xfrm>
          </p:contentPart>
        </mc:Choice>
        <mc:Fallback>
          <p:sp>
            <p:nvSpPr>
              <p:cNvPr id="1049502" name=""/>
              <p:cNvSpPr/>
              <p:nvPr/>
            </p:nvSpPr>
            <p:spPr>
              <a:xfrm>
                <a:off x="4945352" y="4298009"/>
                <a:ext cx="224431" cy="40408"/>
              </a:xfrm>
            </p:spPr>
          </p:sp>
        </mc:Fallback>
      </mc:AlternateContent>
      <mc:AlternateContent xmlns:mc="http://schemas.openxmlformats.org/markup-compatibility/2006">
        <mc:Choice xmlns:p14="http://schemas.microsoft.com/office/powerpoint/2010/main" Requires="p14">
          <p:contentPart p14:bwMode="auto" r:id="rId231">
            <p14:nvContentPartPr>
              <p14:cNvPr id="1049503" name=""/>
              <p14:cNvContentPartPr/>
              <p14:nvPr/>
            </p14:nvContentPartPr>
            <p14:xfrm>
              <a:off x="5288640" y="4363534"/>
              <a:ext cx="393148" cy="17504"/>
            </p14:xfrm>
          </p:contentPart>
        </mc:Choice>
        <mc:Fallback>
          <p:sp>
            <p:nvSpPr>
              <p:cNvPr id="1049503" name=""/>
              <p:cNvSpPr/>
              <p:nvPr/>
            </p:nvSpPr>
            <p:spPr>
              <a:xfrm>
                <a:off x="5288640" y="4363534"/>
                <a:ext cx="393148" cy="17504"/>
              </a:xfrm>
            </p:spPr>
          </p:sp>
        </mc:Fallback>
      </mc:AlternateContent>
      <mc:AlternateContent xmlns:mc="http://schemas.openxmlformats.org/markup-compatibility/2006">
        <mc:Choice xmlns:p14="http://schemas.microsoft.com/office/powerpoint/2010/main" Requires="p14">
          <p:contentPart p14:bwMode="auto" r:id="rId232">
            <p14:nvContentPartPr>
              <p14:cNvPr id="1049504" name=""/>
              <p14:cNvContentPartPr/>
              <p14:nvPr/>
            </p14:nvContentPartPr>
            <p14:xfrm>
              <a:off x="5767390" y="4153309"/>
              <a:ext cx="27761" cy="348512"/>
            </p14:xfrm>
          </p:contentPart>
        </mc:Choice>
        <mc:Fallback>
          <p:sp>
            <p:nvSpPr>
              <p:cNvPr id="1049504" name=""/>
              <p:cNvSpPr/>
              <p:nvPr/>
            </p:nvSpPr>
            <p:spPr>
              <a:xfrm>
                <a:off x="5767390" y="4153309"/>
                <a:ext cx="27761" cy="348512"/>
              </a:xfrm>
            </p:spPr>
          </p:sp>
        </mc:Fallback>
      </mc:AlternateContent>
      <mc:AlternateContent xmlns:mc="http://schemas.openxmlformats.org/markup-compatibility/2006">
        <mc:Choice xmlns:p14="http://schemas.microsoft.com/office/powerpoint/2010/main" Requires="p14">
          <p:contentPart p14:bwMode="auto" r:id="rId233">
            <p14:nvContentPartPr>
              <p14:cNvPr id="1049505" name=""/>
              <p14:cNvContentPartPr/>
              <p14:nvPr/>
            </p14:nvContentPartPr>
            <p14:xfrm>
              <a:off x="5731650" y="4106137"/>
              <a:ext cx="195176" cy="18131"/>
            </p14:xfrm>
          </p:contentPart>
        </mc:Choice>
        <mc:Fallback>
          <p:sp>
            <p:nvSpPr>
              <p:cNvPr id="1049505" name=""/>
              <p:cNvSpPr/>
              <p:nvPr/>
            </p:nvSpPr>
            <p:spPr>
              <a:xfrm>
                <a:off x="5731650" y="4106137"/>
                <a:ext cx="195176" cy="18131"/>
              </a:xfrm>
            </p:spPr>
          </p:sp>
        </mc:Fallback>
      </mc:AlternateContent>
      <mc:AlternateContent xmlns:mc="http://schemas.openxmlformats.org/markup-compatibility/2006">
        <mc:Choice xmlns:p14="http://schemas.microsoft.com/office/powerpoint/2010/main" Requires="p14">
          <p:contentPart p14:bwMode="auto" r:id="rId234">
            <p14:nvContentPartPr>
              <p14:cNvPr id="1049506" name=""/>
              <p14:cNvContentPartPr/>
              <p14:nvPr/>
            </p14:nvContentPartPr>
            <p14:xfrm>
              <a:off x="5774892" y="4276664"/>
              <a:ext cx="166035" cy="13096"/>
            </p14:xfrm>
          </p:contentPart>
        </mc:Choice>
        <mc:Fallback>
          <p:sp>
            <p:nvSpPr>
              <p:cNvPr id="1049506" name=""/>
              <p:cNvSpPr/>
              <p:nvPr/>
            </p:nvSpPr>
            <p:spPr>
              <a:xfrm>
                <a:off x="5774892" y="4276664"/>
                <a:ext cx="166035" cy="13096"/>
              </a:xfrm>
            </p:spPr>
          </p:sp>
        </mc:Fallback>
      </mc:AlternateContent>
      <mc:AlternateContent xmlns:mc="http://schemas.openxmlformats.org/markup-compatibility/2006">
        <mc:Choice xmlns:p14="http://schemas.microsoft.com/office/powerpoint/2010/main" Requires="p14">
          <p:contentPart p14:bwMode="auto" r:id="rId235">
            <p14:nvContentPartPr>
              <p14:cNvPr id="1049507" name=""/>
              <p14:cNvContentPartPr/>
              <p14:nvPr/>
            </p14:nvContentPartPr>
            <p14:xfrm>
              <a:off x="5360122" y="4290811"/>
              <a:ext cx="119796" cy="165196"/>
            </p14:xfrm>
          </p:contentPart>
        </mc:Choice>
        <mc:Fallback>
          <p:sp>
            <p:nvSpPr>
              <p:cNvPr id="1049507" name=""/>
              <p:cNvSpPr/>
              <p:nvPr/>
            </p:nvSpPr>
            <p:spPr>
              <a:xfrm>
                <a:off x="5360122" y="4290811"/>
                <a:ext cx="119796" cy="165196"/>
              </a:xfrm>
            </p:spPr>
          </p:sp>
        </mc:Fallback>
      </mc:AlternateContent>
      <mc:AlternateContent xmlns:mc="http://schemas.openxmlformats.org/markup-compatibility/2006">
        <mc:Choice xmlns:p14="http://schemas.microsoft.com/office/powerpoint/2010/main" Requires="p14">
          <p:contentPart p14:bwMode="auto" r:id="rId236">
            <p14:nvContentPartPr>
              <p14:cNvPr id="1049508" name=""/>
              <p14:cNvContentPartPr/>
              <p14:nvPr/>
            </p14:nvContentPartPr>
            <p14:xfrm>
              <a:off x="5514276" y="3914043"/>
              <a:ext cx="72401" cy="213102"/>
            </p14:xfrm>
          </p:contentPart>
        </mc:Choice>
        <mc:Fallback>
          <p:sp>
            <p:nvSpPr>
              <p:cNvPr id="1049508" name=""/>
              <p:cNvSpPr/>
              <p:nvPr/>
            </p:nvSpPr>
            <p:spPr>
              <a:xfrm>
                <a:off x="5514276" y="3914043"/>
                <a:ext cx="72401" cy="213102"/>
              </a:xfrm>
            </p:spPr>
          </p:sp>
        </mc:Fallback>
      </mc:AlternateContent>
      <mc:AlternateContent xmlns:mc="http://schemas.openxmlformats.org/markup-compatibility/2006">
        <mc:Choice xmlns:p14="http://schemas.microsoft.com/office/powerpoint/2010/main" Requires="p14">
          <p:contentPart p14:bwMode="auto" r:id="rId237">
            <p14:nvContentPartPr>
              <p14:cNvPr id="1049509" name=""/>
              <p14:cNvContentPartPr/>
              <p14:nvPr/>
            </p14:nvContentPartPr>
            <p14:xfrm>
              <a:off x="5600361" y="3974129"/>
              <a:ext cx="84753" cy="103195"/>
            </p14:xfrm>
          </p:contentPart>
        </mc:Choice>
        <mc:Fallback>
          <p:sp>
            <p:nvSpPr>
              <p:cNvPr id="1049509" name=""/>
              <p:cNvSpPr/>
              <p:nvPr/>
            </p:nvSpPr>
            <p:spPr>
              <a:xfrm>
                <a:off x="5600361" y="3974129"/>
                <a:ext cx="84753" cy="103195"/>
              </a:xfrm>
            </p:spPr>
          </p:sp>
        </mc:Fallback>
      </mc:AlternateContent>
      <mc:AlternateContent xmlns:mc="http://schemas.openxmlformats.org/markup-compatibility/2006">
        <mc:Choice xmlns:p14="http://schemas.microsoft.com/office/powerpoint/2010/main" Requires="p14">
          <p:contentPart p14:bwMode="auto" r:id="rId238">
            <p14:nvContentPartPr>
              <p14:cNvPr id="1049510" name=""/>
              <p14:cNvContentPartPr/>
              <p14:nvPr/>
            </p14:nvContentPartPr>
            <p14:xfrm>
              <a:off x="5388361" y="4019257"/>
              <a:ext cx="113158" cy="10695"/>
            </p14:xfrm>
          </p:contentPart>
        </mc:Choice>
        <mc:Fallback>
          <p:sp>
            <p:nvSpPr>
              <p:cNvPr id="1049510" name=""/>
              <p:cNvSpPr/>
              <p:nvPr/>
            </p:nvSpPr>
            <p:spPr>
              <a:xfrm>
                <a:off x="5388361" y="4019257"/>
                <a:ext cx="113158" cy="10695"/>
              </a:xfrm>
            </p:spPr>
          </p:sp>
        </mc:Fallback>
      </mc:AlternateContent>
      <mc:AlternateContent xmlns:mc="http://schemas.openxmlformats.org/markup-compatibility/2006">
        <mc:Choice xmlns:p14="http://schemas.microsoft.com/office/powerpoint/2010/main" Requires="p14">
          <p:contentPart p14:bwMode="auto" r:id="rId239">
            <p14:nvContentPartPr>
              <p14:cNvPr id="1049511" name=""/>
              <p14:cNvContentPartPr/>
              <p14:nvPr/>
            </p14:nvContentPartPr>
            <p14:xfrm>
              <a:off x="5372689" y="3843016"/>
              <a:ext cx="332710" cy="335396"/>
            </p14:xfrm>
          </p:contentPart>
        </mc:Choice>
        <mc:Fallback>
          <p:sp>
            <p:nvSpPr>
              <p:cNvPr id="1049511" name=""/>
              <p:cNvSpPr/>
              <p:nvPr/>
            </p:nvSpPr>
            <p:spPr>
              <a:xfrm>
                <a:off x="5372689" y="3843016"/>
                <a:ext cx="332710" cy="335396"/>
              </a:xfrm>
            </p:spPr>
          </p:sp>
        </mc:Fallback>
      </mc:AlternateContent>
      <mc:AlternateContent xmlns:mc="http://schemas.openxmlformats.org/markup-compatibility/2006">
        <mc:Choice xmlns:p14="http://schemas.microsoft.com/office/powerpoint/2010/main" Requires="p14">
          <p:contentPart p14:bwMode="auto" r:id="rId240">
            <p14:nvContentPartPr>
              <p14:cNvPr id="1049512" name=""/>
              <p14:cNvContentPartPr/>
              <p14:nvPr/>
            </p14:nvContentPartPr>
            <p14:xfrm>
              <a:off x="4973591" y="3957727"/>
              <a:ext cx="104469" cy="6889"/>
            </p14:xfrm>
          </p:contentPart>
        </mc:Choice>
        <mc:Fallback>
          <p:sp>
            <p:nvSpPr>
              <p:cNvPr id="1049512" name=""/>
              <p:cNvSpPr/>
              <p:nvPr/>
            </p:nvSpPr>
            <p:spPr>
              <a:xfrm>
                <a:off x="4973591" y="3957727"/>
                <a:ext cx="104469" cy="6889"/>
              </a:xfrm>
            </p:spPr>
          </p:sp>
        </mc:Fallback>
      </mc:AlternateContent>
      <mc:AlternateContent xmlns:mc="http://schemas.openxmlformats.org/markup-compatibility/2006">
        <mc:Choice xmlns:p14="http://schemas.microsoft.com/office/powerpoint/2010/main" Requires="p14">
          <p:contentPart p14:bwMode="auto" r:id="rId241">
            <p14:nvContentPartPr>
              <p14:cNvPr id="1049513" name=""/>
              <p14:cNvContentPartPr/>
              <p14:nvPr/>
            </p14:nvContentPartPr>
            <p14:xfrm>
              <a:off x="5030479" y="3906846"/>
              <a:ext cx="11650" cy="141920"/>
            </p14:xfrm>
          </p:contentPart>
        </mc:Choice>
        <mc:Fallback>
          <p:sp>
            <p:nvSpPr>
              <p:cNvPr id="1049513" name=""/>
              <p:cNvSpPr/>
              <p:nvPr/>
            </p:nvSpPr>
            <p:spPr>
              <a:xfrm>
                <a:off x="5030479" y="3906846"/>
                <a:ext cx="11650" cy="141920"/>
              </a:xfrm>
            </p:spPr>
          </p:sp>
        </mc:Fallback>
      </mc:AlternateContent>
      <mc:AlternateContent xmlns:mc="http://schemas.openxmlformats.org/markup-compatibility/2006">
        <mc:Choice xmlns:p14="http://schemas.microsoft.com/office/powerpoint/2010/main" Requires="p14">
          <p:contentPart p14:bwMode="auto" r:id="rId242">
            <p14:nvContentPartPr>
              <p14:cNvPr id="1049514" name=""/>
              <p14:cNvContentPartPr/>
              <p14:nvPr/>
            </p14:nvContentPartPr>
            <p14:xfrm>
              <a:off x="5104718" y="3853866"/>
              <a:ext cx="42621" cy="170032"/>
            </p14:xfrm>
          </p:contentPart>
        </mc:Choice>
        <mc:Fallback>
          <p:sp>
            <p:nvSpPr>
              <p:cNvPr id="1049514" name=""/>
              <p:cNvSpPr/>
              <p:nvPr/>
            </p:nvSpPr>
            <p:spPr>
              <a:xfrm>
                <a:off x="5104718" y="3853866"/>
                <a:ext cx="42621" cy="170032"/>
              </a:xfrm>
            </p:spPr>
          </p:sp>
        </mc:Fallback>
      </mc:AlternateContent>
      <mc:AlternateContent xmlns:mc="http://schemas.openxmlformats.org/markup-compatibility/2006">
        <mc:Choice xmlns:p14="http://schemas.microsoft.com/office/powerpoint/2010/main" Requires="p14">
          <p:contentPart p14:bwMode="auto" r:id="rId243">
            <p14:nvContentPartPr>
              <p14:cNvPr id="1049515" name=""/>
              <p14:cNvContentPartPr/>
              <p14:nvPr/>
            </p14:nvContentPartPr>
            <p14:xfrm>
              <a:off x="5137460" y="3912898"/>
              <a:ext cx="68667" cy="117055"/>
            </p14:xfrm>
          </p:contentPart>
        </mc:Choice>
        <mc:Fallback>
          <p:sp>
            <p:nvSpPr>
              <p:cNvPr id="1049515" name=""/>
              <p:cNvSpPr/>
              <p:nvPr/>
            </p:nvSpPr>
            <p:spPr>
              <a:xfrm>
                <a:off x="5137460" y="3912898"/>
                <a:ext cx="68667" cy="117055"/>
              </a:xfrm>
            </p:spPr>
          </p:sp>
        </mc:Fallback>
      </mc:AlternateContent>
      <mc:AlternateContent xmlns:mc="http://schemas.openxmlformats.org/markup-compatibility/2006">
        <mc:Choice xmlns:p14="http://schemas.microsoft.com/office/powerpoint/2010/main" Requires="p14">
          <p:contentPart p14:bwMode="auto" r:id="rId244">
            <p14:nvContentPartPr>
              <p14:cNvPr id="1049516" name=""/>
              <p14:cNvContentPartPr/>
              <p14:nvPr/>
            </p14:nvContentPartPr>
            <p14:xfrm>
              <a:off x="4983042" y="3799951"/>
              <a:ext cx="270015" cy="301643"/>
            </p14:xfrm>
          </p:contentPart>
        </mc:Choice>
        <mc:Fallback>
          <p:sp>
            <p:nvSpPr>
              <p:cNvPr id="1049516" name=""/>
              <p:cNvSpPr/>
              <p:nvPr/>
            </p:nvSpPr>
            <p:spPr>
              <a:xfrm>
                <a:off x="4983042" y="3799951"/>
                <a:ext cx="270015" cy="301643"/>
              </a:xfrm>
            </p:spPr>
          </p:sp>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63" name=""/>
        <p:cNvGrpSpPr/>
        <p:nvPr/>
      </p:nvGrpSpPr>
      <p:grpSpPr>
        <a:xfrm>
          <a:off x="0" y="0"/>
          <a:ext cx="0" cy="0"/>
          <a:chOff x="0" y="0"/>
          <a:chExt cx="0" cy="0"/>
        </a:xfrm>
      </p:grpSpPr>
      <p:sp>
        <p:nvSpPr>
          <p:cNvPr id="1048688" name="Rectangle 3"/>
          <p:cNvSpPr/>
          <p:nvPr/>
        </p:nvSpPr>
        <p:spPr>
          <a:xfrm>
            <a:off x="489395" y="334119"/>
            <a:ext cx="11475075" cy="707886"/>
          </a:xfrm>
          <a:prstGeom prst="rect"/>
        </p:spPr>
        <p:txBody>
          <a:bodyPr wrap="square">
            <a:spAutoFit/>
          </a:bodyPr>
          <a:p>
            <a:pPr algn="just" indent="-285750" marL="285750">
              <a:buFont typeface="Wingdings" panose="05000000000000000000" pitchFamily="2" charset="2"/>
              <a:buChar char="q"/>
            </a:pPr>
            <a:r>
              <a:rPr dirty="0" sz="2000" lang="fr-FR">
                <a:solidFill>
                  <a:srgbClr val="1C1C1C"/>
                </a:solidFill>
              </a:rPr>
              <a:t>Pour deux éléments donnés </a:t>
            </a:r>
            <a:r>
              <a:rPr dirty="0" sz="2000" i="1" lang="fr-FR">
                <a:solidFill>
                  <a:srgbClr val="1C1C1C"/>
                </a:solidFill>
              </a:rPr>
              <a:t>A </a:t>
            </a:r>
            <a:r>
              <a:rPr dirty="0" sz="2000" lang="fr-FR">
                <a:solidFill>
                  <a:srgbClr val="1C1C1C"/>
                </a:solidFill>
              </a:rPr>
              <a:t>et </a:t>
            </a:r>
            <a:r>
              <a:rPr dirty="0" sz="2000" i="1" lang="fr-FR">
                <a:solidFill>
                  <a:srgbClr val="1C1C1C"/>
                </a:solidFill>
              </a:rPr>
              <a:t>B</a:t>
            </a:r>
            <a:r>
              <a:rPr dirty="0" sz="2000" lang="fr-FR">
                <a:solidFill>
                  <a:srgbClr val="1C1C1C"/>
                </a:solidFill>
              </a:rPr>
              <a:t>, la distance est d’autant plus courte que la multiplicité de liaison est grande. Ainsi : </a:t>
            </a:r>
          </a:p>
        </p:txBody>
      </p:sp>
      <p:pic>
        <p:nvPicPr>
          <p:cNvPr id="2097157" name="Image 4"/>
          <p:cNvPicPr>
            <a:picLocks noChangeAspect="1"/>
          </p:cNvPicPr>
          <p:nvPr/>
        </p:nvPicPr>
        <p:blipFill>
          <a:blip xmlns:r="http://schemas.openxmlformats.org/officeDocument/2006/relationships" r:embed="rId1">
            <a:lum bright="-40000" contrast="40000"/>
          </a:blip>
          <a:stretch>
            <a:fillRect/>
          </a:stretch>
        </p:blipFill>
        <p:spPr>
          <a:xfrm>
            <a:off x="4316564" y="920898"/>
            <a:ext cx="3593206" cy="961051"/>
          </a:xfrm>
          <a:prstGeom prst="rect"/>
        </p:spPr>
      </p:pic>
      <p:sp>
        <p:nvSpPr>
          <p:cNvPr id="1048689" name="Rectangle 5"/>
          <p:cNvSpPr/>
          <p:nvPr/>
        </p:nvSpPr>
        <p:spPr>
          <a:xfrm>
            <a:off x="489395" y="2114785"/>
            <a:ext cx="11475075" cy="707886"/>
          </a:xfrm>
          <a:prstGeom prst="rect"/>
        </p:spPr>
        <p:txBody>
          <a:bodyPr wrap="square">
            <a:spAutoFit/>
          </a:bodyPr>
          <a:p>
            <a:pPr algn="just" indent="-285750" marL="285750">
              <a:buFont typeface="Wingdings" panose="05000000000000000000" pitchFamily="2" charset="2"/>
              <a:buChar char="q"/>
            </a:pPr>
            <a:r>
              <a:rPr dirty="0" sz="2000" lang="fr-FR">
                <a:solidFill>
                  <a:srgbClr val="1C1C1C"/>
                </a:solidFill>
              </a:rPr>
              <a:t>La distance </a:t>
            </a:r>
            <a:r>
              <a:rPr dirty="0" sz="2000" i="1" lang="fr-FR" err="1">
                <a:solidFill>
                  <a:srgbClr val="1C1C1C"/>
                </a:solidFill>
              </a:rPr>
              <a:t>d</a:t>
            </a:r>
            <a:r>
              <a:rPr b="1" dirty="0" sz="1200" i="1" lang="fr-FR" err="1">
                <a:solidFill>
                  <a:srgbClr val="1C1C1C"/>
                </a:solidFill>
              </a:rPr>
              <a:t>AB</a:t>
            </a:r>
            <a:r>
              <a:rPr dirty="0" sz="2000" i="1" lang="fr-FR">
                <a:solidFill>
                  <a:srgbClr val="1C1C1C"/>
                </a:solidFill>
              </a:rPr>
              <a:t> </a:t>
            </a:r>
            <a:r>
              <a:rPr dirty="0" sz="2000" lang="fr-FR">
                <a:solidFill>
                  <a:srgbClr val="1C1C1C"/>
                </a:solidFill>
              </a:rPr>
              <a:t>associant un élément </a:t>
            </a:r>
            <a:r>
              <a:rPr dirty="0" sz="2000" i="1" lang="fr-FR">
                <a:solidFill>
                  <a:srgbClr val="1C1C1C"/>
                </a:solidFill>
              </a:rPr>
              <a:t>A </a:t>
            </a:r>
            <a:r>
              <a:rPr dirty="0" sz="2000" lang="fr-FR">
                <a:solidFill>
                  <a:srgbClr val="1C1C1C"/>
                </a:solidFill>
              </a:rPr>
              <a:t>à des homologues d’une même famille augmente en descendant dans leur colonne :</a:t>
            </a:r>
            <a:endParaRPr dirty="0" sz="2000" lang="fr-MA"/>
          </a:p>
        </p:txBody>
      </p:sp>
      <p:pic>
        <p:nvPicPr>
          <p:cNvPr id="2097158" name="Image 6"/>
          <p:cNvPicPr>
            <a:picLocks noChangeAspect="1"/>
          </p:cNvPicPr>
          <p:nvPr/>
        </p:nvPicPr>
        <p:blipFill>
          <a:blip xmlns:r="http://schemas.openxmlformats.org/officeDocument/2006/relationships" r:embed="rId2">
            <a:lum bright="-40000" contrast="40000"/>
          </a:blip>
          <a:stretch>
            <a:fillRect/>
          </a:stretch>
        </p:blipFill>
        <p:spPr>
          <a:xfrm>
            <a:off x="4689025" y="2879600"/>
            <a:ext cx="2848285" cy="661582"/>
          </a:xfrm>
          <a:prstGeom prst="rect"/>
        </p:spPr>
      </p:pic>
      <p:pic>
        <p:nvPicPr>
          <p:cNvPr id="2097159" name="Image 7"/>
          <p:cNvPicPr>
            <a:picLocks noChangeAspect="1"/>
          </p:cNvPicPr>
          <p:nvPr/>
        </p:nvPicPr>
        <p:blipFill>
          <a:blip xmlns:r="http://schemas.openxmlformats.org/officeDocument/2006/relationships" r:embed="rId3">
            <a:lum bright="-40000" contrast="40000"/>
          </a:blip>
          <a:stretch>
            <a:fillRect/>
          </a:stretch>
        </p:blipFill>
        <p:spPr>
          <a:xfrm>
            <a:off x="4916445" y="4371400"/>
            <a:ext cx="2393446" cy="699735"/>
          </a:xfrm>
          <a:prstGeom prst="rect"/>
        </p:spPr>
      </p:pic>
      <p:sp>
        <p:nvSpPr>
          <p:cNvPr id="1048690" name="Rectangle 8"/>
          <p:cNvSpPr/>
          <p:nvPr/>
        </p:nvSpPr>
        <p:spPr>
          <a:xfrm>
            <a:off x="489395" y="3800422"/>
            <a:ext cx="11475075" cy="400110"/>
          </a:xfrm>
          <a:prstGeom prst="rect"/>
        </p:spPr>
        <p:txBody>
          <a:bodyPr wrap="square">
            <a:spAutoFit/>
          </a:bodyPr>
          <a:p>
            <a:pPr algn="just" indent="-285750" marL="285750">
              <a:buFont typeface="Wingdings" panose="05000000000000000000" pitchFamily="2" charset="2"/>
              <a:buChar char="q"/>
            </a:pPr>
            <a:r>
              <a:rPr dirty="0" sz="2000" lang="fr-FR">
                <a:solidFill>
                  <a:srgbClr val="1C1C1C"/>
                </a:solidFill>
              </a:rPr>
              <a:t>Mais, elle diminue en revanche de la gauche vers la droite d’une même période :</a:t>
            </a:r>
            <a:endParaRPr dirty="0" sz="2000" lang="fr-MA"/>
          </a:p>
        </p:txBody>
      </p:sp>
      <p:sp>
        <p:nvSpPr>
          <p:cNvPr id="1048691" name="Rectangle 9"/>
          <p:cNvSpPr/>
          <p:nvPr/>
        </p:nvSpPr>
        <p:spPr>
          <a:xfrm>
            <a:off x="489395" y="5303971"/>
            <a:ext cx="11247546" cy="707886"/>
          </a:xfrm>
          <a:prstGeom prst="rect"/>
        </p:spPr>
        <p:txBody>
          <a:bodyPr wrap="square">
            <a:spAutoFit/>
          </a:bodyPr>
          <a:p>
            <a:pPr algn="just" indent="-285750" marL="285750">
              <a:buFont typeface="Wingdings" panose="05000000000000000000" pitchFamily="2" charset="2"/>
              <a:buChar char="q"/>
            </a:pPr>
            <a:r>
              <a:rPr dirty="0" sz="2000" lang="fr-FR">
                <a:cs typeface="Times New Roman" panose="02020603050405020304" pitchFamily="18" charset="0"/>
              </a:rPr>
              <a:t>Ce point peut s’expliquer à l’aide de l’électronégativité qui traduit la capacité d’un élément à</a:t>
            </a:r>
          </a:p>
          <a:p>
            <a:pPr algn="just"/>
            <a:r>
              <a:rPr dirty="0" sz="2000" lang="fr-FR">
                <a:cs typeface="Times New Roman" panose="02020603050405020304" pitchFamily="18" charset="0"/>
              </a:rPr>
              <a:t>attirer vers lui les électrons dans un doublet de liaison.</a:t>
            </a:r>
            <a:endParaRPr dirty="0" sz="2000" lang="fr-MA">
              <a:cs typeface="Times New Roman" panose="02020603050405020304" pitchFamily="18" charset="0"/>
            </a:endParaRPr>
          </a:p>
        </p:txBody>
      </p:sp>
      <p:sp>
        <p:nvSpPr>
          <p:cNvPr id="1048692" name="Espace réservé de la date 1"/>
          <p:cNvSpPr>
            <a:spLocks noGrp="1"/>
          </p:cNvSpPr>
          <p:nvPr>
            <p:ph type="dt" sz="half" idx="10"/>
          </p:nvPr>
        </p:nvSpPr>
        <p:spPr/>
        <p:txBody>
          <a:bodyPr/>
          <a:p>
            <a:fld id="{0E186F1F-3B10-4249-A51E-BE370B83F6FB}" type="datetime1">
              <a:rPr lang="fr-MA" smtClean="0"/>
              <a:t>2/26/2026</a:t>
            </a:fld>
            <a:endParaRPr lang="fr-MA"/>
          </a:p>
        </p:txBody>
      </p:sp>
      <p:sp>
        <p:nvSpPr>
          <p:cNvPr id="1048693" name="Espace réservé du pied de page 2"/>
          <p:cNvSpPr>
            <a:spLocks noGrp="1"/>
          </p:cNvSpPr>
          <p:nvPr>
            <p:ph type="ftr" sz="quarter" idx="11"/>
          </p:nvPr>
        </p:nvSpPr>
        <p:spPr/>
        <p:txBody>
          <a:bodyPr/>
          <a:p>
            <a:r>
              <a:rPr lang="fr-MA"/>
              <a:t>Azagrouze</a:t>
            </a:r>
          </a:p>
        </p:txBody>
      </p:sp>
      <p:sp>
        <p:nvSpPr>
          <p:cNvPr id="1048694" name="Espace réservé du numéro de diapositive 10"/>
          <p:cNvSpPr>
            <a:spLocks noGrp="1"/>
          </p:cNvSpPr>
          <p:nvPr>
            <p:ph type="sldNum" sz="quarter" idx="12"/>
          </p:nvPr>
        </p:nvSpPr>
        <p:spPr/>
        <p:txBody>
          <a:bodyPr/>
          <a:p>
            <a:fld id="{FF4E3B11-ADB7-4E0C-98DE-03B52B014AC4}" type="slidenum">
              <a:rPr lang="fr-MA" smtClean="0"/>
              <a:t>9</a:t>
            </a:fld>
            <a:endParaRPr lang="fr-MA"/>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64" name=""/>
        <p:cNvGrpSpPr/>
        <p:nvPr/>
      </p:nvGrpSpPr>
      <p:grpSpPr>
        <a:xfrm>
          <a:off x="0" y="0"/>
          <a:ext cx="0" cy="0"/>
          <a:chOff x="0" y="0"/>
          <a:chExt cx="0" cy="0"/>
        </a:xfrm>
      </p:grpSpPr>
      <p:sp>
        <p:nvSpPr>
          <p:cNvPr id="1048695" name="Rectangle 3"/>
          <p:cNvSpPr/>
          <p:nvPr/>
        </p:nvSpPr>
        <p:spPr>
          <a:xfrm>
            <a:off x="679313" y="443701"/>
            <a:ext cx="2456180" cy="396241"/>
          </a:xfrm>
          <a:prstGeom prst="rect"/>
          <a:solidFill>
            <a:schemeClr val="accent4">
              <a:lumMod val="60000"/>
              <a:lumOff val="40000"/>
            </a:schemeClr>
          </a:solidFill>
        </p:spPr>
        <p:txBody>
          <a:bodyPr wrap="none">
            <a:spAutoFit/>
          </a:bodyPr>
          <a:p>
            <a:r>
              <a:rPr dirty="0" sz="2000" lang="fr-MA" u="sng">
                <a:latin typeface="AR BLANCA" panose="02000000000000000000" pitchFamily="2" charset="0"/>
              </a:rPr>
              <a:t>ii) Energie de liaison</a:t>
            </a:r>
          </a:p>
        </p:txBody>
      </p:sp>
      <p:sp>
        <p:nvSpPr>
          <p:cNvPr id="1048696" name="Rectangle 4"/>
          <p:cNvSpPr/>
          <p:nvPr/>
        </p:nvSpPr>
        <p:spPr>
          <a:xfrm>
            <a:off x="596020" y="923342"/>
            <a:ext cx="10860156" cy="707886"/>
          </a:xfrm>
          <a:prstGeom prst="rect"/>
        </p:spPr>
        <p:txBody>
          <a:bodyPr wrap="square">
            <a:spAutoFit/>
          </a:bodyPr>
          <a:p>
            <a:pPr algn="just" indent="-342900" marL="342900">
              <a:buFont typeface="Wingdings" panose="05000000000000000000" pitchFamily="2" charset="2"/>
              <a:buChar char="q"/>
            </a:pPr>
            <a:r>
              <a:rPr dirty="0" sz="2000" lang="fr-FR" u="sng"/>
              <a:t>Définition </a:t>
            </a:r>
            <a:r>
              <a:rPr dirty="0" sz="2000" lang="fr-FR"/>
              <a:t>:L’énergie de la liaison A-B, notée </a:t>
            </a:r>
            <a:r>
              <a:rPr dirty="0" i="1" lang="fr-FR"/>
              <a:t>E</a:t>
            </a:r>
            <a:r>
              <a:rPr dirty="0" sz="1200" i="1" lang="fr-FR"/>
              <a:t>AB</a:t>
            </a:r>
            <a:r>
              <a:rPr dirty="0" sz="2000" lang="fr-FR"/>
              <a:t> , correspond à </a:t>
            </a:r>
            <a:r>
              <a:rPr b="1" dirty="0" sz="2000" lang="fr-FR"/>
              <a:t>l’énergie à fournir à la molécule </a:t>
            </a:r>
            <a:r>
              <a:rPr b="1" dirty="0" sz="2000" i="1" lang="fr-FR" u="sng">
                <a:effectLst>
                  <a:outerShdw algn="tl" blurRad="38100" dir="2700000" dist="38100">
                    <a:srgbClr val="000000">
                      <a:alpha val="43137"/>
                    </a:srgbClr>
                  </a:outerShdw>
                </a:effectLst>
              </a:rPr>
              <a:t>gazeuse</a:t>
            </a:r>
            <a:r>
              <a:rPr b="1" dirty="0" sz="2000" lang="fr-FR"/>
              <a:t> pour la </a:t>
            </a:r>
            <a:r>
              <a:rPr b="1" dirty="0" sz="2000" lang="fr-MA"/>
              <a:t>dissocier en atomes gazeux :  </a:t>
            </a:r>
            <a:endParaRPr dirty="0" sz="2000" lang="fr-MA"/>
          </a:p>
        </p:txBody>
      </p:sp>
      <p:sp>
        <p:nvSpPr>
          <p:cNvPr id="1048697" name="ZoneTexte 5"/>
          <p:cNvSpPr txBox="1">
            <a:spLocks noChangeAspect="1" noMove="1" noResize="1" noRot="1" noAdjustHandles="1" noEditPoints="1" noChangeArrowheads="1" noChangeShapeType="1" noTextEdit="1"/>
          </p:cNvSpPr>
          <p:nvPr/>
        </p:nvSpPr>
        <p:spPr>
          <a:xfrm>
            <a:off x="5176468" y="1657379"/>
            <a:ext cx="2769797" cy="404919"/>
          </a:xfrm>
          <a:prstGeom prst="rect"/>
          <a:blipFill rotWithShape="0">
            <a:blip xmlns:r="http://schemas.openxmlformats.org/officeDocument/2006/relationships" r:embed="rId1"/>
            <a:stretch>
              <a:fillRect l="-1978" r="-1758" b="-25758"/>
            </a:stretch>
          </a:blipFill>
        </p:spPr>
        <p:txBody>
          <a:bodyPr/>
          <a:p>
            <a:r>
              <a:rPr lang="fr-MA">
                <a:noFill/>
              </a:rPr>
              <a:t> </a:t>
            </a:r>
          </a:p>
        </p:txBody>
      </p:sp>
      <p:sp>
        <p:nvSpPr>
          <p:cNvPr id="1048698" name="Rectangle 6"/>
          <p:cNvSpPr>
            <a:spLocks noChangeAspect="1" noMove="1" noResize="1" noRot="1" noAdjustHandles="1" noEditPoints="1" noChangeArrowheads="1" noChangeShapeType="1" noTextEdit="1"/>
          </p:cNvSpPr>
          <p:nvPr/>
        </p:nvSpPr>
        <p:spPr>
          <a:xfrm>
            <a:off x="679312" y="2269933"/>
            <a:ext cx="10448033" cy="400110"/>
          </a:xfrm>
          <a:prstGeom prst="rect"/>
          <a:blipFill rotWithShape="0">
            <a:blip xmlns:r="http://schemas.openxmlformats.org/officeDocument/2006/relationships" r:embed="rId2"/>
            <a:stretch>
              <a:fillRect l="-525" t="-7576" b="-25758"/>
            </a:stretch>
          </a:blipFill>
        </p:spPr>
        <p:txBody>
          <a:bodyPr/>
          <a:p>
            <a:r>
              <a:rPr lang="es-ES">
                <a:noFill/>
              </a:rPr>
              <a:t> </a:t>
            </a:r>
          </a:p>
        </p:txBody>
      </p:sp>
      <p:sp>
        <p:nvSpPr>
          <p:cNvPr id="1048699" name="Rectangle 7"/>
          <p:cNvSpPr/>
          <p:nvPr/>
        </p:nvSpPr>
        <p:spPr>
          <a:xfrm>
            <a:off x="679311" y="2982994"/>
            <a:ext cx="7563167" cy="701040"/>
          </a:xfrm>
          <a:prstGeom prst="rect"/>
        </p:spPr>
        <p:txBody>
          <a:bodyPr wrap="square">
            <a:spAutoFit/>
          </a:bodyPr>
          <a:p>
            <a:pPr algn="just" indent="-285750" marL="285750">
              <a:buFont typeface="Wingdings" panose="05000000000000000000" pitchFamily="2" charset="2"/>
              <a:buChar char="q"/>
            </a:pPr>
            <a:r>
              <a:rPr dirty="0" sz="2000" lang="fr-FR"/>
              <a:t>dans le cas d’une liaison simple où B est plus électronégatif que A :</a:t>
            </a:r>
            <a:endParaRPr dirty="0" sz="2000" lang="fr-MA"/>
          </a:p>
        </p:txBody>
      </p:sp>
      <p:sp>
        <p:nvSpPr>
          <p:cNvPr id="1048700" name="Rectangle 9"/>
          <p:cNvSpPr>
            <a:spLocks noChangeAspect="1" noMove="1" noResize="1" noRot="1" noAdjustHandles="1" noEditPoints="1" noChangeArrowheads="1" noChangeShapeType="1" noTextEdit="1"/>
          </p:cNvSpPr>
          <p:nvPr/>
        </p:nvSpPr>
        <p:spPr>
          <a:xfrm>
            <a:off x="1178836" y="3542166"/>
            <a:ext cx="10277340" cy="707886"/>
          </a:xfrm>
          <a:prstGeom prst="rect"/>
          <a:blipFill rotWithShape="0">
            <a:blip xmlns:r="http://schemas.openxmlformats.org/officeDocument/2006/relationships" r:embed="rId3"/>
            <a:stretch>
              <a:fillRect l="-534" t="-4310" r="-652" b="-14655"/>
            </a:stretch>
          </a:blipFill>
        </p:spPr>
        <p:txBody>
          <a:bodyPr/>
          <a:p>
            <a:r>
              <a:rPr lang="es-ES">
                <a:noFill/>
              </a:rPr>
              <a:t> </a:t>
            </a:r>
          </a:p>
        </p:txBody>
      </p:sp>
      <p:sp>
        <p:nvSpPr>
          <p:cNvPr id="1048701" name="Rectangle 10"/>
          <p:cNvSpPr>
            <a:spLocks noChangeAspect="1" noMove="1" noResize="1" noRot="1" noAdjustHandles="1" noEditPoints="1" noChangeArrowheads="1" noChangeShapeType="1" noTextEdit="1"/>
          </p:cNvSpPr>
          <p:nvPr/>
        </p:nvSpPr>
        <p:spPr>
          <a:xfrm>
            <a:off x="1178836" y="4250052"/>
            <a:ext cx="10277340" cy="769441"/>
          </a:xfrm>
          <a:prstGeom prst="rect"/>
          <a:blipFill rotWithShape="0">
            <a:blip xmlns:r="http://schemas.openxmlformats.org/officeDocument/2006/relationships" r:embed="rId4"/>
            <a:stretch>
              <a:fillRect l="-534" t="-6349" r="-652" b="-13492"/>
            </a:stretch>
          </a:blipFill>
        </p:spPr>
        <p:txBody>
          <a:bodyPr/>
          <a:p>
            <a:r>
              <a:rPr lang="es-ES">
                <a:noFill/>
              </a:rPr>
              <a:t> </a:t>
            </a:r>
          </a:p>
        </p:txBody>
      </p:sp>
      <p:sp>
        <p:nvSpPr>
          <p:cNvPr id="1048702" name="Rectangle 11"/>
          <p:cNvSpPr>
            <a:spLocks noChangeAspect="1" noMove="1" noResize="1" noRot="1" noAdjustHandles="1" noEditPoints="1" noChangeArrowheads="1" noChangeShapeType="1" noTextEdit="1"/>
          </p:cNvSpPr>
          <p:nvPr/>
        </p:nvSpPr>
        <p:spPr>
          <a:xfrm>
            <a:off x="1850265" y="5122174"/>
            <a:ext cx="6096000" cy="1200329"/>
          </a:xfrm>
          <a:prstGeom prst="rect"/>
          <a:blipFill rotWithShape="0">
            <a:blip xmlns:r="http://schemas.openxmlformats.org/officeDocument/2006/relationships" r:embed="rId5"/>
            <a:stretch>
              <a:fillRect l="-1400" t="-1523" b="-10660"/>
            </a:stretch>
          </a:blipFill>
        </p:spPr>
        <p:txBody>
          <a:bodyPr/>
          <a:p>
            <a:r>
              <a:rPr lang="fr-MA">
                <a:noFill/>
              </a:rPr>
              <a:t> </a:t>
            </a:r>
          </a:p>
        </p:txBody>
      </p:sp>
      <p:pic>
        <p:nvPicPr>
          <p:cNvPr id="2097160" name="Image 12"/>
          <p:cNvPicPr>
            <a:picLocks noChangeAspect="1"/>
          </p:cNvPicPr>
          <p:nvPr/>
        </p:nvPicPr>
        <p:blipFill>
          <a:blip xmlns:r="http://schemas.openxmlformats.org/officeDocument/2006/relationships" r:embed="rId6">
            <a:lum bright="-20000" contrast="20000"/>
          </a:blip>
          <a:stretch>
            <a:fillRect/>
          </a:stretch>
        </p:blipFill>
        <p:spPr>
          <a:xfrm>
            <a:off x="7016894" y="5122174"/>
            <a:ext cx="3799267" cy="1200329"/>
          </a:xfrm>
          <a:prstGeom prst="rect"/>
        </p:spPr>
      </p:pic>
      <p:sp>
        <p:nvSpPr>
          <p:cNvPr id="1048703" name="Espace réservé de la date 1"/>
          <p:cNvSpPr>
            <a:spLocks noGrp="1"/>
          </p:cNvSpPr>
          <p:nvPr>
            <p:ph type="dt" sz="half" idx="10"/>
          </p:nvPr>
        </p:nvSpPr>
        <p:spPr/>
        <p:txBody>
          <a:bodyPr/>
          <a:p>
            <a:fld id="{580FFE48-95F0-42D8-9B38-6F79B1E17EC2}" type="datetime1">
              <a:rPr lang="fr-MA" smtClean="0"/>
              <a:t>2/26/2026</a:t>
            </a:fld>
            <a:endParaRPr lang="fr-MA"/>
          </a:p>
        </p:txBody>
      </p:sp>
      <p:sp>
        <p:nvSpPr>
          <p:cNvPr id="1048704" name="Espace réservé du pied de page 2"/>
          <p:cNvSpPr>
            <a:spLocks noGrp="1"/>
          </p:cNvSpPr>
          <p:nvPr>
            <p:ph type="ftr" sz="quarter" idx="11"/>
          </p:nvPr>
        </p:nvSpPr>
        <p:spPr/>
        <p:txBody>
          <a:bodyPr/>
          <a:p>
            <a:r>
              <a:rPr lang="fr-MA"/>
              <a:t>Azagrouze</a:t>
            </a:r>
          </a:p>
        </p:txBody>
      </p:sp>
      <p:sp>
        <p:nvSpPr>
          <p:cNvPr id="1048705" name="Espace réservé du numéro de diapositive 8"/>
          <p:cNvSpPr>
            <a:spLocks noGrp="1"/>
          </p:cNvSpPr>
          <p:nvPr>
            <p:ph type="sldNum" sz="quarter" idx="12"/>
          </p:nvPr>
        </p:nvSpPr>
        <p:spPr/>
        <p:txBody>
          <a:bodyPr/>
          <a:p>
            <a:fld id="{FF4E3B11-ADB7-4E0C-98DE-03B52B014AC4}" type="slidenum">
              <a:rPr lang="fr-MA" smtClean="0"/>
              <a:t>10</a:t>
            </a:fld>
            <a:endParaRPr lang="fr-MA"/>
          </a:p>
        </p:txBody>
      </p:sp>
      <mc:AlternateContent xmlns:mc="http://schemas.openxmlformats.org/markup-compatibility/2006">
        <mc:Choice xmlns:p14="http://schemas.microsoft.com/office/powerpoint/2010/main" Requires="p14">
          <p:contentPart p14:bwMode="auto" r:id="rId7">
            <p14:nvContentPartPr>
              <p14:cNvPr id="1049422" name=""/>
              <p14:cNvContentPartPr/>
              <p14:nvPr/>
            </p14:nvContentPartPr>
            <p14:xfrm>
              <a:off x="6351924" y="4164388"/>
              <a:ext cx="924523" cy="691624"/>
            </p14:xfrm>
          </p:contentPart>
        </mc:Choice>
        <mc:Fallback>
          <p:sp>
            <p:nvSpPr>
              <p:cNvPr id="1049422" name=""/>
              <p:cNvSpPr/>
              <p:nvPr/>
            </p:nvSpPr>
            <p:spPr>
              <a:xfrm>
                <a:off x="6351924" y="4164388"/>
                <a:ext cx="924523" cy="691624"/>
              </a:xfrm>
            </p:spPr>
          </p:sp>
        </mc:Fallback>
      </mc:AlternateContent>
      <mc:AlternateContent xmlns:mc="http://schemas.openxmlformats.org/markup-compatibility/2006">
        <mc:Choice xmlns:p14="http://schemas.microsoft.com/office/powerpoint/2010/main" Requires="p14">
          <p:contentPart p14:bwMode="auto" r:id="rId8">
            <p14:nvContentPartPr>
              <p14:cNvPr id="1049423" name=""/>
              <p14:cNvContentPartPr/>
              <p14:nvPr/>
            </p14:nvContentPartPr>
            <p14:xfrm>
              <a:off x="9463256" y="5496567"/>
              <a:ext cx="30959" cy="78252"/>
            </p14:xfrm>
          </p:contentPart>
        </mc:Choice>
        <mc:Fallback>
          <p:sp>
            <p:nvSpPr>
              <p:cNvPr id="1049423" name=""/>
              <p:cNvSpPr/>
              <p:nvPr/>
            </p:nvSpPr>
            <p:spPr>
              <a:xfrm>
                <a:off x="9463256" y="5496567"/>
                <a:ext cx="30959" cy="78252"/>
              </a:xfrm>
            </p:spPr>
          </p:sp>
        </mc:Fallback>
      </mc:AlternateContent>
      <mc:AlternateContent xmlns:mc="http://schemas.openxmlformats.org/markup-compatibility/2006">
        <mc:Choice xmlns:p14="http://schemas.microsoft.com/office/powerpoint/2010/main" Requires="p14">
          <p:contentPart p14:bwMode="auto" r:id="rId9">
            <p14:nvContentPartPr>
              <p14:cNvPr id="1049424" name=""/>
              <p14:cNvContentPartPr/>
              <p14:nvPr/>
            </p14:nvContentPartPr>
            <p14:xfrm>
              <a:off x="9513960" y="5405888"/>
              <a:ext cx="64359" cy="203610"/>
            </p14:xfrm>
          </p:contentPart>
        </mc:Choice>
        <mc:Fallback>
          <p:sp>
            <p:nvSpPr>
              <p:cNvPr id="1049424" name=""/>
              <p:cNvSpPr/>
              <p:nvPr/>
            </p:nvSpPr>
            <p:spPr>
              <a:xfrm>
                <a:off x="9513960" y="5405888"/>
                <a:ext cx="64359" cy="203610"/>
              </a:xfrm>
            </p:spPr>
          </p:sp>
        </mc:Fallback>
      </mc:AlternateContent>
      <mc:AlternateContent xmlns:mc="http://schemas.openxmlformats.org/markup-compatibility/2006">
        <mc:Choice xmlns:p14="http://schemas.microsoft.com/office/powerpoint/2010/main" Requires="p14">
          <p:contentPart p14:bwMode="auto" r:id="rId10">
            <p14:nvContentPartPr>
              <p14:cNvPr id="1049425" name=""/>
              <p14:cNvContentPartPr/>
              <p14:nvPr/>
            </p14:nvContentPartPr>
            <p14:xfrm>
              <a:off x="9629605" y="4743666"/>
              <a:ext cx="437004" cy="359507"/>
            </p14:xfrm>
          </p:contentPart>
        </mc:Choice>
        <mc:Fallback>
          <p:sp>
            <p:nvSpPr>
              <p:cNvPr id="1049425" name=""/>
              <p:cNvSpPr/>
              <p:nvPr/>
            </p:nvSpPr>
            <p:spPr>
              <a:xfrm>
                <a:off x="9629605" y="4743666"/>
                <a:ext cx="437004" cy="359507"/>
              </a:xfrm>
            </p:spPr>
          </p:sp>
        </mc:Fallback>
      </mc:AlternateContent>
      <mc:AlternateContent xmlns:mc="http://schemas.openxmlformats.org/markup-compatibility/2006">
        <mc:Choice xmlns:p14="http://schemas.microsoft.com/office/powerpoint/2010/main" Requires="p14">
          <p:contentPart p14:bwMode="auto" r:id="rId11">
            <p14:nvContentPartPr>
              <p14:cNvPr id="1049426" name=""/>
              <p14:cNvContentPartPr/>
              <p14:nvPr/>
            </p14:nvContentPartPr>
            <p14:xfrm>
              <a:off x="10059290" y="4928640"/>
              <a:ext cx="460068" cy="190397"/>
            </p14:xfrm>
          </p:contentPart>
        </mc:Choice>
        <mc:Fallback>
          <p:sp>
            <p:nvSpPr>
              <p:cNvPr id="1049426" name=""/>
              <p:cNvSpPr/>
              <p:nvPr/>
            </p:nvSpPr>
            <p:spPr>
              <a:xfrm>
                <a:off x="10059290" y="4928640"/>
                <a:ext cx="460068" cy="190397"/>
              </a:xfrm>
            </p:spPr>
          </p:sp>
        </mc:Fallback>
      </mc:AlternateContent>
      <mc:AlternateContent xmlns:mc="http://schemas.openxmlformats.org/markup-compatibility/2006">
        <mc:Choice xmlns:p14="http://schemas.microsoft.com/office/powerpoint/2010/main" Requires="p14">
          <p:contentPart p14:bwMode="auto" r:id="rId12">
            <p14:nvContentPartPr>
              <p14:cNvPr id="1049427" name=""/>
              <p14:cNvContentPartPr/>
              <p14:nvPr/>
            </p14:nvContentPartPr>
            <p14:xfrm>
              <a:off x="10189196" y="4834370"/>
              <a:ext cx="5202" cy="32280"/>
            </p14:xfrm>
          </p:contentPart>
        </mc:Choice>
        <mc:Fallback>
          <p:sp>
            <p:nvSpPr>
              <p:cNvPr id="1049427" name=""/>
              <p:cNvSpPr/>
              <p:nvPr/>
            </p:nvSpPr>
            <p:spPr>
              <a:xfrm>
                <a:off x="10189196" y="4834370"/>
                <a:ext cx="5202" cy="32280"/>
              </a:xfrm>
            </p:spPr>
          </p:sp>
        </mc:Fallback>
      </mc:AlternateContent>
      <mc:AlternateContent xmlns:mc="http://schemas.openxmlformats.org/markup-compatibility/2006">
        <mc:Choice xmlns:p14="http://schemas.microsoft.com/office/powerpoint/2010/main" Requires="p14">
          <p:contentPart p14:bwMode="auto" r:id="rId13">
            <p14:nvContentPartPr>
              <p14:cNvPr id="1049428" name=""/>
              <p14:cNvContentPartPr/>
              <p14:nvPr/>
            </p14:nvContentPartPr>
            <p14:xfrm>
              <a:off x="9841405" y="4901914"/>
              <a:ext cx="62352" cy="104777"/>
            </p14:xfrm>
          </p:contentPart>
        </mc:Choice>
        <mc:Fallback>
          <p:sp>
            <p:nvSpPr>
              <p:cNvPr id="1049428" name=""/>
              <p:cNvSpPr/>
              <p:nvPr/>
            </p:nvSpPr>
            <p:spPr>
              <a:xfrm>
                <a:off x="9841405" y="4901914"/>
                <a:ext cx="62352" cy="104777"/>
              </a:xfrm>
            </p:spPr>
          </p:sp>
        </mc:Fallback>
      </mc:AlternateContent>
      <mc:AlternateContent xmlns:mc="http://schemas.openxmlformats.org/markup-compatibility/2006">
        <mc:Choice xmlns:p14="http://schemas.microsoft.com/office/powerpoint/2010/main" Requires="p14">
          <p:contentPart p14:bwMode="auto" r:id="rId14">
            <p14:nvContentPartPr>
              <p14:cNvPr id="1049429" name=""/>
              <p14:cNvContentPartPr/>
              <p14:nvPr/>
            </p14:nvContentPartPr>
            <p14:xfrm>
              <a:off x="9681717" y="5024528"/>
              <a:ext cx="627405" cy="84847"/>
            </p14:xfrm>
          </p:contentPart>
        </mc:Choice>
        <mc:Fallback>
          <p:sp>
            <p:nvSpPr>
              <p:cNvPr id="1049429" name=""/>
              <p:cNvSpPr/>
              <p:nvPr/>
            </p:nvSpPr>
            <p:spPr>
              <a:xfrm>
                <a:off x="9681717" y="5024528"/>
                <a:ext cx="627405" cy="84847"/>
              </a:xfrm>
            </p:spPr>
          </p:sp>
        </mc:Fallback>
      </mc:AlternateContent>
      <mc:AlternateContent xmlns:mc="http://schemas.openxmlformats.org/markup-compatibility/2006">
        <mc:Choice xmlns:p14="http://schemas.microsoft.com/office/powerpoint/2010/main" Requires="p14">
          <p:contentPart p14:bwMode="auto" r:id="rId15">
            <p14:nvContentPartPr>
              <p14:cNvPr id="1049430" name=""/>
              <p14:cNvContentPartPr/>
              <p14:nvPr/>
            </p14:nvContentPartPr>
            <p14:xfrm>
              <a:off x="4168761" y="4681975"/>
              <a:ext cx="490222" cy="101761"/>
            </p14:xfrm>
          </p:contentPart>
        </mc:Choice>
        <mc:Fallback>
          <p:sp>
            <p:nvSpPr>
              <p:cNvPr id="1049430" name=""/>
              <p:cNvSpPr/>
              <p:nvPr/>
            </p:nvSpPr>
            <p:spPr>
              <a:xfrm>
                <a:off x="4168761" y="4681975"/>
                <a:ext cx="490222" cy="101761"/>
              </a:xfrm>
            </p:spPr>
          </p:sp>
        </mc:Fallback>
      </mc:AlternateContent>
      <mc:AlternateContent xmlns:mc="http://schemas.openxmlformats.org/markup-compatibility/2006">
        <mc:Choice xmlns:p14="http://schemas.microsoft.com/office/powerpoint/2010/main" Requires="p14">
          <p:contentPart p14:bwMode="auto" r:id="rId16">
            <p14:nvContentPartPr>
              <p14:cNvPr id="1049431" name=""/>
              <p14:cNvContentPartPr/>
              <p14:nvPr/>
            </p14:nvContentPartPr>
            <p14:xfrm>
              <a:off x="2803366" y="5087676"/>
              <a:ext cx="296700" cy="522082"/>
            </p14:xfrm>
          </p:contentPart>
        </mc:Choice>
        <mc:Fallback>
          <p:sp>
            <p:nvSpPr>
              <p:cNvPr id="1049431" name=""/>
              <p:cNvSpPr/>
              <p:nvPr/>
            </p:nvSpPr>
            <p:spPr>
              <a:xfrm>
                <a:off x="2803366" y="5087676"/>
                <a:ext cx="296700" cy="522082"/>
              </a:xfrm>
            </p:spPr>
          </p:sp>
        </mc:Fallback>
      </mc:AlternateContent>
      <mc:AlternateContent xmlns:mc="http://schemas.openxmlformats.org/markup-compatibility/2006">
        <mc:Choice xmlns:p14="http://schemas.microsoft.com/office/powerpoint/2010/main" Requires="p14">
          <p:contentPart p14:bwMode="auto" r:id="rId17">
            <p14:nvContentPartPr>
              <p14:cNvPr id="1049432" name=""/>
              <p14:cNvContentPartPr/>
              <p14:nvPr/>
            </p14:nvContentPartPr>
            <p14:xfrm>
              <a:off x="2607196" y="6347068"/>
              <a:ext cx="65608" cy="15469"/>
            </p14:xfrm>
          </p:contentPart>
        </mc:Choice>
        <mc:Fallback>
          <p:sp>
            <p:nvSpPr>
              <p:cNvPr id="1049432" name=""/>
              <p:cNvSpPr/>
              <p:nvPr/>
            </p:nvSpPr>
            <p:spPr>
              <a:xfrm>
                <a:off x="2607196" y="6347068"/>
                <a:ext cx="65608" cy="15469"/>
              </a:xfrm>
            </p:spPr>
          </p:sp>
        </mc:Fallback>
      </mc:AlternateContent>
      <mc:AlternateContent xmlns:mc="http://schemas.openxmlformats.org/markup-compatibility/2006">
        <mc:Choice xmlns:p14="http://schemas.microsoft.com/office/powerpoint/2010/main" Requires="p14">
          <p:contentPart p14:bwMode="auto" r:id="rId18">
            <p14:nvContentPartPr>
              <p14:cNvPr id="1049433" name=""/>
              <p14:cNvContentPartPr/>
              <p14:nvPr/>
            </p14:nvContentPartPr>
            <p14:xfrm>
              <a:off x="5610307" y="6232481"/>
              <a:ext cx="715257" cy="30458"/>
            </p14:xfrm>
          </p:contentPart>
        </mc:Choice>
        <mc:Fallback>
          <p:sp>
            <p:nvSpPr>
              <p:cNvPr id="1049433" name=""/>
              <p:cNvSpPr/>
              <p:nvPr/>
            </p:nvSpPr>
            <p:spPr>
              <a:xfrm>
                <a:off x="5610307" y="6232481"/>
                <a:ext cx="715257" cy="30458"/>
              </a:xfrm>
            </p:spPr>
          </p:sp>
        </mc:Fallback>
      </mc:AlternateContent>
      <mc:AlternateContent xmlns:mc="http://schemas.openxmlformats.org/markup-compatibility/2006">
        <mc:Choice xmlns:p14="http://schemas.microsoft.com/office/powerpoint/2010/main" Requires="p14">
          <p:contentPart p14:bwMode="auto" r:id="rId19">
            <p14:nvContentPartPr>
              <p14:cNvPr id="1049434" name=""/>
              <p14:cNvContentPartPr/>
              <p14:nvPr/>
            </p14:nvContentPartPr>
            <p14:xfrm>
              <a:off x="5058997" y="3860338"/>
              <a:ext cx="365105" cy="397126"/>
            </p14:xfrm>
          </p:contentPart>
        </mc:Choice>
        <mc:Fallback>
          <p:sp>
            <p:nvSpPr>
              <p:cNvPr id="1049434" name=""/>
              <p:cNvSpPr/>
              <p:nvPr/>
            </p:nvSpPr>
            <p:spPr>
              <a:xfrm>
                <a:off x="5058997" y="3860338"/>
                <a:ext cx="365105" cy="397126"/>
              </a:xfrm>
            </p:spPr>
          </p:sp>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65" name=""/>
        <p:cNvGrpSpPr/>
        <p:nvPr/>
      </p:nvGrpSpPr>
      <p:grpSpPr>
        <a:xfrm>
          <a:off x="0" y="0"/>
          <a:ext cx="0" cy="0"/>
          <a:chOff x="0" y="0"/>
          <a:chExt cx="0" cy="0"/>
        </a:xfrm>
      </p:grpSpPr>
      <p:sp>
        <p:nvSpPr>
          <p:cNvPr id="1048706" name="Rectangle 4"/>
          <p:cNvSpPr>
            <a:spLocks noChangeAspect="1" noMove="1" noResize="1" noRot="1" noAdjustHandles="1" noEditPoints="1" noChangeArrowheads="1" noChangeShapeType="1" noTextEdit="1"/>
          </p:cNvSpPr>
          <p:nvPr/>
        </p:nvSpPr>
        <p:spPr>
          <a:xfrm>
            <a:off x="716923" y="340045"/>
            <a:ext cx="11067245" cy="707886"/>
          </a:xfrm>
          <a:prstGeom prst="rect"/>
          <a:blipFill rotWithShape="0">
            <a:blip xmlns:r="http://schemas.openxmlformats.org/officeDocument/2006/relationships" r:embed="rId1"/>
            <a:stretch>
              <a:fillRect l="-496" t="-10345" r="-551" b="-14655"/>
            </a:stretch>
          </a:blipFill>
        </p:spPr>
        <p:txBody>
          <a:bodyPr/>
          <a:p>
            <a:r>
              <a:rPr lang="fr-MA">
                <a:noFill/>
              </a:rPr>
              <a:t> </a:t>
            </a:r>
          </a:p>
        </p:txBody>
      </p:sp>
      <p:pic>
        <p:nvPicPr>
          <p:cNvPr id="2097161" name="Image 5"/>
          <p:cNvPicPr>
            <a:picLocks noChangeAspect="1"/>
          </p:cNvPicPr>
          <p:nvPr/>
        </p:nvPicPr>
        <p:blipFill>
          <a:blip xmlns:r="http://schemas.openxmlformats.org/officeDocument/2006/relationships" r:embed="rId2"/>
          <a:stretch>
            <a:fillRect/>
          </a:stretch>
        </p:blipFill>
        <p:spPr>
          <a:xfrm>
            <a:off x="1103037" y="1047929"/>
            <a:ext cx="2072752" cy="636225"/>
          </a:xfrm>
          <a:prstGeom prst="rect"/>
        </p:spPr>
      </p:pic>
      <p:pic>
        <p:nvPicPr>
          <p:cNvPr id="2097162" name="Image 6"/>
          <p:cNvPicPr>
            <a:picLocks noChangeAspect="1"/>
          </p:cNvPicPr>
          <p:nvPr/>
        </p:nvPicPr>
        <p:blipFill>
          <a:blip xmlns:r="http://schemas.openxmlformats.org/officeDocument/2006/relationships" r:embed="rId3"/>
          <a:stretch>
            <a:fillRect/>
          </a:stretch>
        </p:blipFill>
        <p:spPr>
          <a:xfrm>
            <a:off x="3953245" y="1023168"/>
            <a:ext cx="1853813" cy="682031"/>
          </a:xfrm>
          <a:prstGeom prst="rect"/>
        </p:spPr>
      </p:pic>
      <p:pic>
        <p:nvPicPr>
          <p:cNvPr id="2097163" name="Image 7"/>
          <p:cNvPicPr>
            <a:picLocks noChangeAspect="1"/>
          </p:cNvPicPr>
          <p:nvPr/>
        </p:nvPicPr>
        <p:blipFill>
          <a:blip xmlns:r="http://schemas.openxmlformats.org/officeDocument/2006/relationships" r:embed="rId4">
            <a:lum bright="-20000" contrast="20000"/>
          </a:blip>
          <a:stretch>
            <a:fillRect/>
          </a:stretch>
        </p:blipFill>
        <p:spPr>
          <a:xfrm>
            <a:off x="3452675" y="1932807"/>
            <a:ext cx="2438106" cy="1912091"/>
          </a:xfrm>
          <a:prstGeom prst="rect"/>
        </p:spPr>
      </p:pic>
      <p:sp>
        <p:nvSpPr>
          <p:cNvPr id="1048707" name="Rectangle 8"/>
          <p:cNvSpPr>
            <a:spLocks noChangeAspect="1" noMove="1" noResize="1" noRot="1" noAdjustHandles="1" noEditPoints="1" noChangeArrowheads="1" noChangeShapeType="1" noTextEdit="1"/>
          </p:cNvSpPr>
          <p:nvPr/>
        </p:nvSpPr>
        <p:spPr>
          <a:xfrm>
            <a:off x="717217" y="4159916"/>
            <a:ext cx="10054108" cy="734240"/>
          </a:xfrm>
          <a:prstGeom prst="rect"/>
          <a:blipFill rotWithShape="0">
            <a:blip xmlns:r="http://schemas.openxmlformats.org/officeDocument/2006/relationships" r:embed="rId5"/>
            <a:stretch>
              <a:fillRect l="-546" t="-4132" b="-9917"/>
            </a:stretch>
          </a:blipFill>
        </p:spPr>
        <p:txBody>
          <a:bodyPr/>
          <a:p>
            <a:r>
              <a:rPr lang="es-ES">
                <a:noFill/>
              </a:rPr>
              <a:t> </a:t>
            </a:r>
          </a:p>
        </p:txBody>
      </p:sp>
      <p:sp>
        <p:nvSpPr>
          <p:cNvPr id="1048708" name="Rectangle 9"/>
          <p:cNvSpPr>
            <a:spLocks noChangeAspect="1" noMove="1" noResize="1" noRot="1" noAdjustHandles="1" noEditPoints="1" noChangeArrowheads="1" noChangeShapeType="1" noTextEdit="1"/>
          </p:cNvSpPr>
          <p:nvPr/>
        </p:nvSpPr>
        <p:spPr>
          <a:xfrm>
            <a:off x="655234" y="4944180"/>
            <a:ext cx="10904113" cy="1171859"/>
          </a:xfrm>
          <a:prstGeom prst="rect"/>
          <a:blipFill rotWithShape="0">
            <a:blip xmlns:r="http://schemas.openxmlformats.org/officeDocument/2006/relationships" r:embed="rId6"/>
            <a:stretch>
              <a:fillRect l="-503" t="-4167" r="-615" b="-8333"/>
            </a:stretch>
          </a:blipFill>
        </p:spPr>
        <p:txBody>
          <a:bodyPr/>
          <a:p>
            <a:r>
              <a:rPr lang="es-ES">
                <a:noFill/>
              </a:rPr>
              <a:t> </a:t>
            </a:r>
          </a:p>
        </p:txBody>
      </p:sp>
      <p:sp>
        <p:nvSpPr>
          <p:cNvPr id="1048709" name="ZoneTexte 10"/>
          <p:cNvSpPr txBox="1">
            <a:spLocks noChangeAspect="1" noMove="1" noResize="1" noRot="1" noAdjustHandles="1" noEditPoints="1" noChangeArrowheads="1" noChangeShapeType="1" noTextEdit="1"/>
          </p:cNvSpPr>
          <p:nvPr/>
        </p:nvSpPr>
        <p:spPr>
          <a:xfrm>
            <a:off x="6759056" y="5731900"/>
            <a:ext cx="2101857" cy="713978"/>
          </a:xfrm>
          <a:prstGeom prst="rect"/>
          <a:blipFill rotWithShape="0">
            <a:blip xmlns:r="http://schemas.openxmlformats.org/officeDocument/2006/relationships" r:embed="rId7"/>
            <a:stretch>
              <a:fillRect/>
            </a:stretch>
          </a:blipFill>
        </p:spPr>
        <p:txBody>
          <a:bodyPr/>
          <a:p>
            <a:r>
              <a:rPr lang="fr-MA">
                <a:noFill/>
              </a:rPr>
              <a:t> </a:t>
            </a:r>
          </a:p>
        </p:txBody>
      </p:sp>
      <p:grpSp>
        <p:nvGrpSpPr>
          <p:cNvPr id="66" name="Groupe 12"/>
          <p:cNvGrpSpPr/>
          <p:nvPr/>
        </p:nvGrpSpPr>
        <p:grpSpPr>
          <a:xfrm>
            <a:off x="7838468" y="693988"/>
            <a:ext cx="3920647" cy="3265512"/>
            <a:chOff x="7490564" y="693988"/>
            <a:chExt cx="3920647" cy="3265512"/>
          </a:xfrm>
        </p:grpSpPr>
        <p:pic>
          <p:nvPicPr>
            <p:cNvPr id="2097164" name="Picture 2" descr="Description de cette image, également commentée ci-après"/>
            <p:cNvPicPr>
              <a:picLocks noChangeAspect="1" noChangeArrowheads="1"/>
            </p:cNvPicPr>
            <p:nvPr/>
          </p:nvPicPr>
          <p:blipFill>
            <a:blip xmlns:r="http://schemas.openxmlformats.org/officeDocument/2006/relationships" r:embed="rId8"/>
            <a:srcRect/>
            <a:stretch>
              <a:fillRect/>
            </a:stretch>
          </p:blipFill>
          <p:spPr bwMode="auto">
            <a:xfrm>
              <a:off x="8585699" y="807577"/>
              <a:ext cx="1509691" cy="2081275"/>
            </a:xfrm>
            <a:prstGeom prst="rect"/>
            <a:noFill/>
          </p:spPr>
        </p:pic>
        <p:sp>
          <p:nvSpPr>
            <p:cNvPr id="1048710" name="Rectangle 1"/>
            <p:cNvSpPr/>
            <p:nvPr/>
          </p:nvSpPr>
          <p:spPr>
            <a:xfrm>
              <a:off x="8628322" y="2831711"/>
              <a:ext cx="1427480" cy="358141"/>
            </a:xfrm>
            <a:prstGeom prst="rect"/>
          </p:spPr>
          <p:txBody>
            <a:bodyPr wrap="none">
              <a:spAutoFit/>
            </a:bodyPr>
            <a:p>
              <a:r>
                <a:rPr dirty="0" lang="en-US" u="sng">
                  <a:solidFill>
                    <a:srgbClr val="FFFFFF"/>
                  </a:solidFill>
                  <a:latin typeface="arial" panose="020B0604020202020204" pitchFamily="34" charset="0"/>
                  <a:hlinkClick r:id="rId9"/>
                </a:rPr>
                <a:t>Peter Debye</a:t>
              </a:r>
              <a:endParaRPr dirty="0" lang="fr-MA"/>
            </a:p>
          </p:txBody>
        </p:sp>
        <p:sp>
          <p:nvSpPr>
            <p:cNvPr id="1048711" name="Rectangle 2"/>
            <p:cNvSpPr/>
            <p:nvPr/>
          </p:nvSpPr>
          <p:spPr>
            <a:xfrm>
              <a:off x="8032039" y="3103259"/>
              <a:ext cx="3291489" cy="646331"/>
            </a:xfrm>
            <a:prstGeom prst="rect"/>
          </p:spPr>
          <p:txBody>
            <a:bodyPr wrap="square">
              <a:spAutoFit/>
            </a:bodyPr>
            <a:p>
              <a:pPr algn="ctr"/>
              <a:r>
                <a:rPr dirty="0" lang="fr-FR">
                  <a:solidFill>
                    <a:srgbClr val="252525"/>
                  </a:solidFill>
                  <a:latin typeface="Arial" panose="020B0604020202020204" pitchFamily="34" charset="0"/>
                </a:rPr>
                <a:t>(1884-1966) est un physicien et chimiste néerlandais.</a:t>
              </a:r>
              <a:endParaRPr dirty="0" lang="fr-MA"/>
            </a:p>
          </p:txBody>
        </p:sp>
        <p:sp>
          <p:nvSpPr>
            <p:cNvPr id="1048712" name="Rectangle 3"/>
            <p:cNvSpPr/>
            <p:nvPr/>
          </p:nvSpPr>
          <p:spPr>
            <a:xfrm>
              <a:off x="8032039" y="3595655"/>
              <a:ext cx="3141980" cy="358140"/>
            </a:xfrm>
            <a:prstGeom prst="rect"/>
          </p:spPr>
          <p:txBody>
            <a:bodyPr wrap="none">
              <a:spAutoFit/>
            </a:bodyPr>
            <a:p>
              <a:r>
                <a:rPr dirty="0" lang="fr-FR">
                  <a:solidFill>
                    <a:srgbClr val="252525"/>
                  </a:solidFill>
                  <a:latin typeface="Arial" panose="020B0604020202020204" pitchFamily="34" charset="0"/>
                </a:rPr>
                <a:t> </a:t>
              </a:r>
              <a:r>
                <a:rPr dirty="0" lang="fr-FR">
                  <a:solidFill>
                    <a:srgbClr val="0B0080"/>
                  </a:solidFill>
                  <a:latin typeface="Arial" panose="020B0604020202020204" pitchFamily="34" charset="0"/>
                  <a:hlinkClick r:id="rId10" tooltip="Prix Nobel de chimie"/>
                </a:rPr>
                <a:t>prix Nobel de chimie</a:t>
              </a:r>
              <a:r>
                <a:rPr dirty="0" lang="fr-FR">
                  <a:solidFill>
                    <a:srgbClr val="252525"/>
                  </a:solidFill>
                  <a:latin typeface="Arial" panose="020B0604020202020204" pitchFamily="34" charset="0"/>
                </a:rPr>
                <a:t> de 1936</a:t>
              </a:r>
              <a:endParaRPr dirty="0" lang="fr-MA"/>
            </a:p>
          </p:txBody>
        </p:sp>
        <p:sp>
          <p:nvSpPr>
            <p:cNvPr id="1048713" name="Rectangle 11"/>
            <p:cNvSpPr/>
            <p:nvPr/>
          </p:nvSpPr>
          <p:spPr>
            <a:xfrm>
              <a:off x="7490564" y="693988"/>
              <a:ext cx="3920647" cy="3265512"/>
            </a:xfrm>
            <a:prstGeom prst="rect"/>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fr-MA"/>
            </a:p>
          </p:txBody>
        </p:sp>
      </p:grpSp>
      <p:sp>
        <p:nvSpPr>
          <p:cNvPr id="1048714" name="Espace réservé de la date 13"/>
          <p:cNvSpPr>
            <a:spLocks noGrp="1"/>
          </p:cNvSpPr>
          <p:nvPr>
            <p:ph type="dt" sz="half" idx="10"/>
          </p:nvPr>
        </p:nvSpPr>
        <p:spPr/>
        <p:txBody>
          <a:bodyPr/>
          <a:p>
            <a:fld id="{62B9A5CC-2D44-47CF-834A-A81802DFAD70}" type="datetime1">
              <a:rPr lang="fr-MA" smtClean="0"/>
              <a:t>2/26/2026</a:t>
            </a:fld>
            <a:endParaRPr lang="fr-MA"/>
          </a:p>
        </p:txBody>
      </p:sp>
      <p:sp>
        <p:nvSpPr>
          <p:cNvPr id="1048715" name="Espace réservé du pied de page 14"/>
          <p:cNvSpPr>
            <a:spLocks noGrp="1"/>
          </p:cNvSpPr>
          <p:nvPr>
            <p:ph type="ftr" sz="quarter" idx="11"/>
          </p:nvPr>
        </p:nvSpPr>
        <p:spPr/>
        <p:txBody>
          <a:bodyPr/>
          <a:p>
            <a:r>
              <a:rPr lang="fr-MA"/>
              <a:t>Azagrouze</a:t>
            </a:r>
          </a:p>
        </p:txBody>
      </p:sp>
      <p:sp>
        <p:nvSpPr>
          <p:cNvPr id="1048716" name="Espace réservé du numéro de diapositive 15"/>
          <p:cNvSpPr>
            <a:spLocks noGrp="1"/>
          </p:cNvSpPr>
          <p:nvPr>
            <p:ph type="sldNum" sz="quarter" idx="12"/>
          </p:nvPr>
        </p:nvSpPr>
        <p:spPr/>
        <p:txBody>
          <a:bodyPr/>
          <a:p>
            <a:fld id="{FF4E3B11-ADB7-4E0C-98DE-03B52B014AC4}" type="slidenum">
              <a:rPr lang="fr-MA" smtClean="0"/>
              <a:t>11</a:t>
            </a:fld>
            <a:endParaRPr lang="fr-MA"/>
          </a:p>
        </p:txBody>
      </p:sp>
      <mc:AlternateContent xmlns:mc="http://schemas.openxmlformats.org/markup-compatibility/2006">
        <mc:Choice xmlns:p14="http://schemas.microsoft.com/office/powerpoint/2010/main" Requires="p14">
          <p:contentPart p14:bwMode="auto" r:id="rId11">
            <p14:nvContentPartPr>
              <p14:cNvPr id="1049517" name=""/>
              <p14:cNvContentPartPr/>
              <p14:nvPr/>
            </p14:nvContentPartPr>
            <p14:xfrm>
              <a:off x="1431039" y="1199923"/>
              <a:ext cx="453630" cy="506262"/>
            </p14:xfrm>
          </p:contentPart>
        </mc:Choice>
        <mc:Fallback>
          <p:sp>
            <p:nvSpPr>
              <p:cNvPr id="1049517" name=""/>
              <p:cNvSpPr/>
              <p:nvPr/>
            </p:nvSpPr>
            <p:spPr>
              <a:xfrm>
                <a:off x="1431039" y="1199923"/>
                <a:ext cx="453630" cy="506262"/>
              </a:xfrm>
            </p:spPr>
          </p:sp>
        </mc:Fallback>
      </mc:AlternateContent>
      <mc:AlternateContent xmlns:mc="http://schemas.openxmlformats.org/markup-compatibility/2006">
        <mc:Choice xmlns:p14="http://schemas.microsoft.com/office/powerpoint/2010/main" Requires="p14">
          <p:contentPart p14:bwMode="auto" r:id="rId12">
            <p14:nvContentPartPr>
              <p14:cNvPr id="1049518" name=""/>
              <p14:cNvContentPartPr/>
              <p14:nvPr/>
            </p14:nvContentPartPr>
            <p14:xfrm>
              <a:off x="1199340" y="1715487"/>
              <a:ext cx="357694" cy="522553"/>
            </p14:xfrm>
          </p:contentPart>
        </mc:Choice>
        <mc:Fallback>
          <p:sp>
            <p:nvSpPr>
              <p:cNvPr id="1049518" name=""/>
              <p:cNvSpPr/>
              <p:nvPr/>
            </p:nvSpPr>
            <p:spPr>
              <a:xfrm>
                <a:off x="1199340" y="1715487"/>
                <a:ext cx="357694" cy="522553"/>
              </a:xfrm>
            </p:spPr>
          </p:sp>
        </mc:Fallback>
      </mc:AlternateContent>
      <mc:AlternateContent xmlns:mc="http://schemas.openxmlformats.org/markup-compatibility/2006">
        <mc:Choice xmlns:p14="http://schemas.microsoft.com/office/powerpoint/2010/main" Requires="p14">
          <p:contentPart p14:bwMode="auto" r:id="rId13">
            <p14:nvContentPartPr>
              <p14:cNvPr id="1049519" name=""/>
              <p14:cNvContentPartPr/>
              <p14:nvPr/>
            </p14:nvContentPartPr>
            <p14:xfrm>
              <a:off x="1369505" y="1737350"/>
              <a:ext cx="209996" cy="148402"/>
            </p14:xfrm>
          </p:contentPart>
        </mc:Choice>
        <mc:Fallback>
          <p:sp>
            <p:nvSpPr>
              <p:cNvPr id="1049519" name=""/>
              <p:cNvSpPr/>
              <p:nvPr/>
            </p:nvSpPr>
            <p:spPr>
              <a:xfrm>
                <a:off x="1369505" y="1737350"/>
                <a:ext cx="209996" cy="148402"/>
              </a:xfrm>
            </p:spPr>
          </p:sp>
        </mc:Fallback>
      </mc:AlternateContent>
      <mc:AlternateContent xmlns:mc="http://schemas.openxmlformats.org/markup-compatibility/2006">
        <mc:Choice xmlns:p14="http://schemas.microsoft.com/office/powerpoint/2010/main" Requires="p14">
          <p:contentPart p14:bwMode="auto" r:id="rId14">
            <p14:nvContentPartPr>
              <p14:cNvPr id="1049520" name=""/>
              <p14:cNvContentPartPr/>
              <p14:nvPr/>
            </p14:nvContentPartPr>
            <p14:xfrm>
              <a:off x="9581049" y="2779214"/>
              <a:ext cx="749573" cy="444414"/>
            </p14:xfrm>
          </p:contentPart>
        </mc:Choice>
        <mc:Fallback>
          <p:sp>
            <p:nvSpPr>
              <p:cNvPr id="1049520" name=""/>
              <p:cNvSpPr/>
              <p:nvPr/>
            </p:nvSpPr>
            <p:spPr>
              <a:xfrm>
                <a:off x="9581049" y="2779214"/>
                <a:ext cx="749573" cy="444414"/>
              </a:xfrm>
            </p:spPr>
          </p:sp>
        </mc:Fallback>
      </mc:AlternateContent>
      <mc:AlternateContent xmlns:mc="http://schemas.openxmlformats.org/markup-compatibility/2006">
        <mc:Choice xmlns:p14="http://schemas.microsoft.com/office/powerpoint/2010/main" Requires="p14">
          <p:contentPart p14:bwMode="auto" r:id="rId15">
            <p14:nvContentPartPr>
              <p14:cNvPr id="1049521" name=""/>
              <p14:cNvContentPartPr/>
              <p14:nvPr/>
            </p14:nvContentPartPr>
            <p14:xfrm>
              <a:off x="6964928" y="4495119"/>
              <a:ext cx="711424" cy="99102"/>
            </p14:xfrm>
          </p:contentPart>
        </mc:Choice>
        <mc:Fallback>
          <p:sp>
            <p:nvSpPr>
              <p:cNvPr id="1049521" name=""/>
              <p:cNvSpPr/>
              <p:nvPr/>
            </p:nvSpPr>
            <p:spPr>
              <a:xfrm>
                <a:off x="6964928" y="4495119"/>
                <a:ext cx="711424" cy="99102"/>
              </a:xfrm>
            </p:spPr>
          </p:sp>
        </mc:Fallback>
      </mc:AlternateContent>
      <mc:AlternateContent xmlns:mc="http://schemas.openxmlformats.org/markup-compatibility/2006">
        <mc:Choice xmlns:p14="http://schemas.microsoft.com/office/powerpoint/2010/main" Requires="p14">
          <p:contentPart p14:bwMode="auto" r:id="rId16">
            <p14:nvContentPartPr>
              <p14:cNvPr id="1049522" name=""/>
              <p14:cNvContentPartPr/>
              <p14:nvPr/>
            </p14:nvContentPartPr>
            <p14:xfrm>
              <a:off x="1916005" y="1617944"/>
              <a:ext cx="211557" cy="457687"/>
            </p14:xfrm>
          </p:contentPart>
        </mc:Choice>
        <mc:Fallback>
          <p:sp>
            <p:nvSpPr>
              <p:cNvPr id="1049522" name=""/>
              <p:cNvSpPr/>
              <p:nvPr/>
            </p:nvSpPr>
            <p:spPr>
              <a:xfrm>
                <a:off x="1916005" y="1617944"/>
                <a:ext cx="211557" cy="457687"/>
              </a:xfrm>
            </p:spPr>
          </p:sp>
        </mc:Fallback>
      </mc:AlternateContent>
      <mc:AlternateContent xmlns:mc="http://schemas.openxmlformats.org/markup-compatibility/2006">
        <mc:Choice xmlns:p14="http://schemas.microsoft.com/office/powerpoint/2010/main" Requires="p14">
          <p:contentPart p14:bwMode="auto" r:id="rId17">
            <p14:nvContentPartPr>
              <p14:cNvPr id="1049523" name=""/>
              <p14:cNvContentPartPr/>
              <p14:nvPr/>
            </p14:nvContentPartPr>
            <p14:xfrm>
              <a:off x="1616440" y="2240716"/>
              <a:ext cx="239316" cy="308621"/>
            </p14:xfrm>
          </p:contentPart>
        </mc:Choice>
        <mc:Fallback>
          <p:sp>
            <p:nvSpPr>
              <p:cNvPr id="1049523" name=""/>
              <p:cNvSpPr/>
              <p:nvPr/>
            </p:nvSpPr>
            <p:spPr>
              <a:xfrm>
                <a:off x="1616440" y="2240716"/>
                <a:ext cx="239316" cy="308621"/>
              </a:xfrm>
            </p:spPr>
          </p:sp>
        </mc:Fallback>
      </mc:AlternateContent>
      <mc:AlternateContent xmlns:mc="http://schemas.openxmlformats.org/markup-compatibility/2006">
        <mc:Choice xmlns:p14="http://schemas.microsoft.com/office/powerpoint/2010/main" Requires="p14">
          <p:contentPart p14:bwMode="auto" r:id="rId18">
            <p14:nvContentPartPr>
              <p14:cNvPr id="1049524" name=""/>
              <p14:cNvContentPartPr/>
              <p14:nvPr/>
            </p14:nvContentPartPr>
            <p14:xfrm>
              <a:off x="2513163" y="1581955"/>
              <a:ext cx="21313" cy="578941"/>
            </p14:xfrm>
          </p:contentPart>
        </mc:Choice>
        <mc:Fallback>
          <p:sp>
            <p:nvSpPr>
              <p:cNvPr id="1049524" name=""/>
              <p:cNvSpPr/>
              <p:nvPr/>
            </p:nvSpPr>
            <p:spPr>
              <a:xfrm>
                <a:off x="2513163" y="1581955"/>
                <a:ext cx="21313" cy="578941"/>
              </a:xfrm>
            </p:spPr>
          </p:sp>
        </mc:Fallback>
      </mc:AlternateContent>
      <mc:AlternateContent xmlns:mc="http://schemas.openxmlformats.org/markup-compatibility/2006">
        <mc:Choice xmlns:p14="http://schemas.microsoft.com/office/powerpoint/2010/main" Requires="p14">
          <p:contentPart p14:bwMode="auto" r:id="rId19">
            <p14:nvContentPartPr>
              <p14:cNvPr id="1049525" name=""/>
              <p14:cNvContentPartPr/>
              <p14:nvPr/>
            </p14:nvContentPartPr>
            <p14:xfrm>
              <a:off x="2470852" y="2296949"/>
              <a:ext cx="307547" cy="139806"/>
            </p14:xfrm>
          </p:contentPart>
        </mc:Choice>
        <mc:Fallback>
          <p:sp>
            <p:nvSpPr>
              <p:cNvPr id="1049525" name=""/>
              <p:cNvSpPr/>
              <p:nvPr/>
            </p:nvSpPr>
            <p:spPr>
              <a:xfrm>
                <a:off x="2470852" y="2296949"/>
                <a:ext cx="307547" cy="139806"/>
              </a:xfrm>
            </p:spPr>
          </p:sp>
        </mc:Fallback>
      </mc:AlternateContent>
      <mc:AlternateContent xmlns:mc="http://schemas.openxmlformats.org/markup-compatibility/2006">
        <mc:Choice xmlns:p14="http://schemas.microsoft.com/office/powerpoint/2010/main" Requires="p14">
          <p:contentPart p14:bwMode="auto" r:id="rId20">
            <p14:nvContentPartPr>
              <p14:cNvPr id="1049526" name=""/>
              <p14:cNvContentPartPr/>
              <p14:nvPr/>
            </p14:nvContentPartPr>
            <p14:xfrm>
              <a:off x="2233143" y="2429062"/>
              <a:ext cx="15763" cy="38047"/>
            </p14:xfrm>
          </p:contentPart>
        </mc:Choice>
        <mc:Fallback>
          <p:sp>
            <p:nvSpPr>
              <p:cNvPr id="1049526" name=""/>
              <p:cNvSpPr/>
              <p:nvPr/>
            </p:nvSpPr>
            <p:spPr>
              <a:xfrm>
                <a:off x="2233143" y="2429062"/>
                <a:ext cx="15763" cy="38047"/>
              </a:xfrm>
            </p:spPr>
          </p:sp>
        </mc:Fallback>
      </mc:AlternateContent>
      <mc:AlternateContent xmlns:mc="http://schemas.openxmlformats.org/markup-compatibility/2006">
        <mc:Choice xmlns:p14="http://schemas.microsoft.com/office/powerpoint/2010/main" Requires="p14">
          <p:contentPart p14:bwMode="auto" r:id="rId21">
            <p14:nvContentPartPr>
              <p14:cNvPr id="1049527" name=""/>
              <p14:cNvContentPartPr/>
              <p14:nvPr/>
            </p14:nvContentPartPr>
            <p14:xfrm>
              <a:off x="1434400" y="4847090"/>
              <a:ext cx="1625513" cy="25974"/>
            </p14:xfrm>
          </p:contentPart>
        </mc:Choice>
        <mc:Fallback>
          <p:sp>
            <p:nvSpPr>
              <p:cNvPr id="1049527" name=""/>
              <p:cNvSpPr/>
              <p:nvPr/>
            </p:nvSpPr>
            <p:spPr>
              <a:xfrm>
                <a:off x="1434400" y="4847090"/>
                <a:ext cx="1625513" cy="25974"/>
              </a:xfrm>
            </p:spPr>
          </p:sp>
        </mc:Fallback>
      </mc:AlternateContent>
      <mc:AlternateContent xmlns:mc="http://schemas.openxmlformats.org/markup-compatibility/2006">
        <mc:Choice xmlns:p14="http://schemas.microsoft.com/office/powerpoint/2010/main" Requires="p14">
          <p:contentPart p14:bwMode="auto" r:id="rId22">
            <p14:nvContentPartPr>
              <p14:cNvPr id="1049528" name=""/>
              <p14:cNvContentPartPr/>
              <p14:nvPr/>
            </p14:nvContentPartPr>
            <p14:xfrm>
              <a:off x="2232061" y="4426559"/>
              <a:ext cx="422384" cy="416419"/>
            </p14:xfrm>
          </p:contentPart>
        </mc:Choice>
        <mc:Fallback>
          <p:sp>
            <p:nvSpPr>
              <p:cNvPr id="1049528" name=""/>
              <p:cNvSpPr/>
              <p:nvPr/>
            </p:nvSpPr>
            <p:spPr>
              <a:xfrm>
                <a:off x="2232061" y="4426559"/>
                <a:ext cx="422384" cy="416419"/>
              </a:xfrm>
            </p:spPr>
          </p:sp>
        </mc:Fallback>
      </mc:AlternateContent>
      <mc:AlternateContent xmlns:mc="http://schemas.openxmlformats.org/markup-compatibility/2006">
        <mc:Choice xmlns:p14="http://schemas.microsoft.com/office/powerpoint/2010/main" Requires="p14">
          <p:contentPart p14:bwMode="auto" r:id="rId23">
            <p14:nvContentPartPr>
              <p14:cNvPr id="1049529" name=""/>
              <p14:cNvContentPartPr/>
              <p14:nvPr/>
            </p14:nvContentPartPr>
            <p14:xfrm>
              <a:off x="661308" y="4225535"/>
              <a:ext cx="17806" cy="647637"/>
            </p14:xfrm>
          </p:contentPart>
        </mc:Choice>
        <mc:Fallback>
          <p:sp>
            <p:nvSpPr>
              <p:cNvPr id="1049529" name=""/>
              <p:cNvSpPr/>
              <p:nvPr/>
            </p:nvSpPr>
            <p:spPr>
              <a:xfrm>
                <a:off x="661308" y="4225535"/>
                <a:ext cx="17806" cy="647637"/>
              </a:xfrm>
            </p:spPr>
          </p:sp>
        </mc:Fallback>
      </mc:AlternateContent>
      <mc:AlternateContent xmlns:mc="http://schemas.openxmlformats.org/markup-compatibility/2006">
        <mc:Choice xmlns:p14="http://schemas.microsoft.com/office/powerpoint/2010/main" Requires="p14">
          <p:contentPart p14:bwMode="auto" r:id="rId24">
            <p14:nvContentPartPr>
              <p14:cNvPr id="1049530" name=""/>
              <p14:cNvContentPartPr/>
              <p14:nvPr/>
            </p14:nvContentPartPr>
            <p14:xfrm>
              <a:off x="3450415" y="5688922"/>
              <a:ext cx="562341" cy="185265"/>
            </p14:xfrm>
          </p:contentPart>
        </mc:Choice>
        <mc:Fallback>
          <p:sp>
            <p:nvSpPr>
              <p:cNvPr id="1049530" name=""/>
              <p:cNvSpPr/>
              <p:nvPr/>
            </p:nvSpPr>
            <p:spPr>
              <a:xfrm>
                <a:off x="3450415" y="5688922"/>
                <a:ext cx="562341" cy="185265"/>
              </a:xfrm>
            </p:spPr>
          </p:sp>
        </mc:Fallback>
      </mc:AlternateContent>
      <mc:AlternateContent xmlns:mc="http://schemas.openxmlformats.org/markup-compatibility/2006">
        <mc:Choice xmlns:p14="http://schemas.microsoft.com/office/powerpoint/2010/main" Requires="p14">
          <p:contentPart p14:bwMode="auto" r:id="rId25">
            <p14:nvContentPartPr>
              <p14:cNvPr id="1049531" name=""/>
              <p14:cNvContentPartPr/>
              <p14:nvPr/>
            </p14:nvContentPartPr>
            <p14:xfrm>
              <a:off x="4698255" y="3005134"/>
              <a:ext cx="70158" cy="120129"/>
            </p14:xfrm>
          </p:contentPart>
        </mc:Choice>
        <mc:Fallback>
          <p:sp>
            <p:nvSpPr>
              <p:cNvPr id="1049531" name=""/>
              <p:cNvSpPr/>
              <p:nvPr/>
            </p:nvSpPr>
            <p:spPr>
              <a:xfrm>
                <a:off x="4698255" y="3005134"/>
                <a:ext cx="70158" cy="120129"/>
              </a:xfrm>
            </p:spPr>
          </p:sp>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68" name=""/>
        <p:cNvGrpSpPr/>
        <p:nvPr/>
      </p:nvGrpSpPr>
      <p:grpSpPr>
        <a:xfrm>
          <a:off x="0" y="0"/>
          <a:ext cx="0" cy="0"/>
          <a:chOff x="0" y="0"/>
          <a:chExt cx="0" cy="0"/>
        </a:xfrm>
      </p:grpSpPr>
      <p:sp>
        <p:nvSpPr>
          <p:cNvPr id="1048729" name="Date Placeholder 1050013"/>
          <p:cNvSpPr>
            <a:spLocks noGrp="1"/>
          </p:cNvSpPr>
          <p:nvPr>
            <p:ph type="dt" sz="half" idx="10"/>
          </p:nvPr>
        </p:nvSpPr>
        <p:spPr/>
        <p:txBody>
          <a:bodyPr/>
          <a:p>
            <a:fld id="{AF63D5A4-9645-46DC-A3D4-D6D5FC8DBE9A}" type="datetime1">
              <a:rPr lang="fr-MA" smtClean="0"/>
              <a:t>2/26/2026</a:t>
            </a:fld>
            <a:endParaRPr lang="fr-MA"/>
          </a:p>
        </p:txBody>
      </p:sp>
      <p:sp>
        <p:nvSpPr>
          <p:cNvPr id="1048730" name="Footer Placeholder 1050014"/>
          <p:cNvSpPr>
            <a:spLocks noGrp="1"/>
          </p:cNvSpPr>
          <p:nvPr>
            <p:ph type="ftr" sz="quarter" idx="11"/>
          </p:nvPr>
        </p:nvSpPr>
        <p:spPr/>
        <p:txBody>
          <a:bodyPr/>
          <a:p>
            <a:r>
              <a:rPr lang="fr-MA"/>
              <a:t>Azagrouze</a:t>
            </a:r>
          </a:p>
        </p:txBody>
      </p:sp>
      <p:sp>
        <p:nvSpPr>
          <p:cNvPr id="1048731" name="Slide Number Placeholder 1050015"/>
          <p:cNvSpPr>
            <a:spLocks noGrp="1"/>
          </p:cNvSpPr>
          <p:nvPr>
            <p:ph type="sldNum" sz="quarter" idx="12"/>
          </p:nvPr>
        </p:nvSpPr>
        <p:spPr/>
        <p:txBody>
          <a:bodyPr/>
          <a:p>
            <a:fld id="{FF4E3B11-ADB7-4E0C-98DE-03B52B014AC4}" type="slidenum">
              <a:rPr lang="fr-MA" smtClean="0"/>
              <a:t>12</a:t>
            </a:fld>
            <a:endParaRPr lang="fr-MA"/>
          </a:p>
        </p:txBody>
      </p:sp>
      <mc:AlternateContent xmlns:mc="http://schemas.openxmlformats.org/markup-compatibility/2006">
        <mc:Choice xmlns:p14="http://schemas.microsoft.com/office/powerpoint/2010/main" Requires="p14">
          <p:contentPart p14:bwMode="auto" r:id="rId1">
            <p14:nvContentPartPr>
              <p14:cNvPr id="1049538" name=""/>
              <p14:cNvContentPartPr/>
              <p14:nvPr/>
            </p14:nvContentPartPr>
            <p14:xfrm>
              <a:off x="1458469" y="656602"/>
              <a:ext cx="455523" cy="413697"/>
            </p14:xfrm>
          </p:contentPart>
        </mc:Choice>
        <mc:Fallback>
          <p:sp>
            <p:nvSpPr>
              <p:cNvPr id="1049538" name=""/>
              <p:cNvSpPr/>
              <p:nvPr/>
            </p:nvSpPr>
            <p:spPr>
              <a:xfrm>
                <a:off x="1458469" y="656602"/>
                <a:ext cx="455523" cy="413697"/>
              </a:xfrm>
            </p:spPr>
          </p:sp>
        </mc:Fallback>
      </mc:AlternateContent>
      <mc:AlternateContent xmlns:mc="http://schemas.openxmlformats.org/markup-compatibility/2006">
        <mc:Choice xmlns:p14="http://schemas.microsoft.com/office/powerpoint/2010/main" Requires="p14">
          <p:contentPart p14:bwMode="auto" r:id="rId2">
            <p14:nvContentPartPr>
              <p14:cNvPr id="1049539" name=""/>
              <p14:cNvContentPartPr/>
              <p14:nvPr/>
            </p14:nvContentPartPr>
            <p14:xfrm>
              <a:off x="1905617" y="936883"/>
              <a:ext cx="555766" cy="584055"/>
            </p14:xfrm>
          </p:contentPart>
        </mc:Choice>
        <mc:Fallback>
          <p:sp>
            <p:nvSpPr>
              <p:cNvPr id="1049539" name=""/>
              <p:cNvSpPr/>
              <p:nvPr/>
            </p:nvSpPr>
            <p:spPr>
              <a:xfrm>
                <a:off x="1905617" y="936883"/>
                <a:ext cx="555766" cy="584055"/>
              </a:xfrm>
            </p:spPr>
          </p:sp>
        </mc:Fallback>
      </mc:AlternateContent>
      <mc:AlternateContent xmlns:mc="http://schemas.openxmlformats.org/markup-compatibility/2006">
        <mc:Choice xmlns:p14="http://schemas.microsoft.com/office/powerpoint/2010/main" Requires="p14">
          <p:contentPart p14:bwMode="auto" r:id="rId3">
            <p14:nvContentPartPr>
              <p14:cNvPr id="1049540" name=""/>
              <p14:cNvContentPartPr/>
              <p14:nvPr/>
            </p14:nvContentPartPr>
            <p14:xfrm>
              <a:off x="2449231" y="1610498"/>
              <a:ext cx="23406" cy="348906"/>
            </p14:xfrm>
          </p:contentPart>
        </mc:Choice>
        <mc:Fallback>
          <p:sp>
            <p:nvSpPr>
              <p:cNvPr id="1049540" name=""/>
              <p:cNvSpPr/>
              <p:nvPr/>
            </p:nvSpPr>
            <p:spPr>
              <a:xfrm>
                <a:off x="2449231" y="1610498"/>
                <a:ext cx="23406" cy="348906"/>
              </a:xfrm>
            </p:spPr>
          </p:sp>
        </mc:Fallback>
      </mc:AlternateContent>
      <mc:AlternateContent xmlns:mc="http://schemas.openxmlformats.org/markup-compatibility/2006">
        <mc:Choice xmlns:p14="http://schemas.microsoft.com/office/powerpoint/2010/main" Requires="p14">
          <p:contentPart p14:bwMode="auto" r:id="rId4">
            <p14:nvContentPartPr>
              <p14:cNvPr id="1049541" name=""/>
              <p14:cNvContentPartPr/>
              <p14:nvPr/>
            </p14:nvContentPartPr>
            <p14:xfrm>
              <a:off x="2442171" y="1765750"/>
              <a:ext cx="306190" cy="31145"/>
            </p14:xfrm>
          </p:contentPart>
        </mc:Choice>
        <mc:Fallback>
          <p:sp>
            <p:nvSpPr>
              <p:cNvPr id="1049541" name=""/>
              <p:cNvSpPr/>
              <p:nvPr/>
            </p:nvSpPr>
            <p:spPr>
              <a:xfrm>
                <a:off x="2442171" y="1765750"/>
                <a:ext cx="306190" cy="31145"/>
              </a:xfrm>
            </p:spPr>
          </p:sp>
        </mc:Fallback>
      </mc:AlternateContent>
      <mc:AlternateContent xmlns:mc="http://schemas.openxmlformats.org/markup-compatibility/2006">
        <mc:Choice xmlns:p14="http://schemas.microsoft.com/office/powerpoint/2010/main" Requires="p14">
          <p:contentPart p14:bwMode="auto" r:id="rId5">
            <p14:nvContentPartPr>
              <p14:cNvPr id="1049542" name=""/>
              <p14:cNvContentPartPr/>
              <p14:nvPr/>
            </p14:nvContentPartPr>
            <p14:xfrm>
              <a:off x="2696924" y="1588905"/>
              <a:ext cx="17054" cy="413358"/>
            </p14:xfrm>
          </p:contentPart>
        </mc:Choice>
        <mc:Fallback>
          <p:sp>
            <p:nvSpPr>
              <p:cNvPr id="1049542" name=""/>
              <p:cNvSpPr/>
              <p:nvPr/>
            </p:nvSpPr>
            <p:spPr>
              <a:xfrm>
                <a:off x="2696924" y="1588905"/>
                <a:ext cx="17054" cy="413358"/>
              </a:xfrm>
            </p:spPr>
          </p:sp>
        </mc:Fallback>
      </mc:AlternateContent>
      <mc:AlternateContent xmlns:mc="http://schemas.openxmlformats.org/markup-compatibility/2006">
        <mc:Choice xmlns:p14="http://schemas.microsoft.com/office/powerpoint/2010/main" Requires="p14">
          <p:contentPart p14:bwMode="auto" r:id="rId6">
            <p14:nvContentPartPr>
              <p14:cNvPr id="1049543" name=""/>
              <p14:cNvContentPartPr/>
              <p14:nvPr/>
            </p14:nvContentPartPr>
            <p14:xfrm>
              <a:off x="816196" y="1111119"/>
              <a:ext cx="596109" cy="734759"/>
            </p14:xfrm>
          </p:contentPart>
        </mc:Choice>
        <mc:Fallback>
          <p:sp>
            <p:nvSpPr>
              <p:cNvPr id="1049543" name=""/>
              <p:cNvSpPr/>
              <p:nvPr/>
            </p:nvSpPr>
            <p:spPr>
              <a:xfrm>
                <a:off x="816196" y="1111119"/>
                <a:ext cx="596109" cy="734759"/>
              </a:xfrm>
            </p:spPr>
          </p:sp>
        </mc:Fallback>
      </mc:AlternateContent>
      <mc:AlternateContent xmlns:mc="http://schemas.openxmlformats.org/markup-compatibility/2006">
        <mc:Choice xmlns:p14="http://schemas.microsoft.com/office/powerpoint/2010/main" Requires="p14">
          <p:contentPart p14:bwMode="auto" r:id="rId7">
            <p14:nvContentPartPr>
              <p14:cNvPr id="1049544" name=""/>
              <p14:cNvContentPartPr/>
              <p14:nvPr/>
            </p14:nvContentPartPr>
            <p14:xfrm>
              <a:off x="554085" y="1798882"/>
              <a:ext cx="49860" cy="552493"/>
            </p14:xfrm>
          </p:contentPart>
        </mc:Choice>
        <mc:Fallback>
          <p:sp>
            <p:nvSpPr>
              <p:cNvPr id="1049544" name=""/>
              <p:cNvSpPr/>
              <p:nvPr/>
            </p:nvSpPr>
            <p:spPr>
              <a:xfrm>
                <a:off x="554085" y="1798882"/>
                <a:ext cx="49860" cy="552493"/>
              </a:xfrm>
            </p:spPr>
          </p:sp>
        </mc:Fallback>
      </mc:AlternateContent>
      <mc:AlternateContent xmlns:mc="http://schemas.openxmlformats.org/markup-compatibility/2006">
        <mc:Choice xmlns:p14="http://schemas.microsoft.com/office/powerpoint/2010/main" Requires="p14">
          <p:contentPart p14:bwMode="auto" r:id="rId8">
            <p14:nvContentPartPr>
              <p14:cNvPr id="1049545" name=""/>
              <p14:cNvContentPartPr/>
              <p14:nvPr/>
            </p14:nvContentPartPr>
            <p14:xfrm>
              <a:off x="674480" y="1878554"/>
              <a:ext cx="38966" cy="438853"/>
            </p14:xfrm>
          </p:contentPart>
        </mc:Choice>
        <mc:Fallback>
          <p:sp>
            <p:nvSpPr>
              <p:cNvPr id="1049545" name=""/>
              <p:cNvSpPr/>
              <p:nvPr/>
            </p:nvSpPr>
            <p:spPr>
              <a:xfrm>
                <a:off x="674480" y="1878554"/>
                <a:ext cx="38966" cy="438853"/>
              </a:xfrm>
            </p:spPr>
          </p:sp>
        </mc:Fallback>
      </mc:AlternateContent>
      <mc:AlternateContent xmlns:mc="http://schemas.openxmlformats.org/markup-compatibility/2006">
        <mc:Choice xmlns:p14="http://schemas.microsoft.com/office/powerpoint/2010/main" Requires="p14">
          <p:contentPart p14:bwMode="auto" r:id="rId9">
            <p14:nvContentPartPr>
              <p14:cNvPr id="1049546" name=""/>
              <p14:cNvContentPartPr/>
              <p14:nvPr/>
            </p14:nvContentPartPr>
            <p14:xfrm>
              <a:off x="568205" y="2103175"/>
              <a:ext cx="196440" cy="4470"/>
            </p14:xfrm>
          </p:contentPart>
        </mc:Choice>
        <mc:Fallback>
          <p:sp>
            <p:nvSpPr>
              <p:cNvPr id="1049546" name=""/>
              <p:cNvSpPr/>
              <p:nvPr/>
            </p:nvSpPr>
            <p:spPr>
              <a:xfrm>
                <a:off x="568205" y="2103175"/>
                <a:ext cx="196440" cy="4470"/>
              </a:xfrm>
            </p:spPr>
          </p:sp>
        </mc:Fallback>
      </mc:AlternateContent>
      <mc:AlternateContent xmlns:mc="http://schemas.openxmlformats.org/markup-compatibility/2006">
        <mc:Choice xmlns:p14="http://schemas.microsoft.com/office/powerpoint/2010/main" Requires="p14">
          <p:contentPart p14:bwMode="auto" r:id="rId10">
            <p14:nvContentPartPr>
              <p14:cNvPr id="1049548" name=""/>
              <p14:cNvContentPartPr/>
              <p14:nvPr/>
            </p14:nvContentPartPr>
            <p14:xfrm>
              <a:off x="1291175" y="554655"/>
              <a:ext cx="255711" cy="262748"/>
            </p14:xfrm>
          </p:contentPart>
        </mc:Choice>
        <mc:Fallback>
          <p:sp>
            <p:nvSpPr>
              <p:cNvPr id="1049548" name=""/>
              <p:cNvSpPr/>
              <p:nvPr/>
            </p:nvSpPr>
            <p:spPr>
              <a:xfrm>
                <a:off x="1291175" y="554655"/>
                <a:ext cx="255711" cy="262748"/>
              </a:xfrm>
            </p:spPr>
          </p:sp>
        </mc:Fallback>
      </mc:AlternateContent>
      <mc:AlternateContent xmlns:mc="http://schemas.openxmlformats.org/markup-compatibility/2006">
        <mc:Choice xmlns:p14="http://schemas.microsoft.com/office/powerpoint/2010/main" Requires="p14">
          <p:contentPart p14:bwMode="auto" r:id="rId11">
            <p14:nvContentPartPr>
              <p14:cNvPr id="1049549" name=""/>
              <p14:cNvContentPartPr/>
              <p14:nvPr/>
            </p14:nvContentPartPr>
            <p14:xfrm>
              <a:off x="1898558" y="495335"/>
              <a:ext cx="196794" cy="216926"/>
            </p14:xfrm>
          </p:contentPart>
        </mc:Choice>
        <mc:Fallback>
          <p:sp>
            <p:nvSpPr>
              <p:cNvPr id="1049549" name=""/>
              <p:cNvSpPr/>
              <p:nvPr/>
            </p:nvSpPr>
            <p:spPr>
              <a:xfrm>
                <a:off x="1898558" y="495335"/>
                <a:ext cx="196794" cy="216926"/>
              </a:xfrm>
            </p:spPr>
          </p:sp>
        </mc:Fallback>
      </mc:AlternateContent>
      <mc:AlternateContent xmlns:mc="http://schemas.openxmlformats.org/markup-compatibility/2006">
        <mc:Choice xmlns:p14="http://schemas.microsoft.com/office/powerpoint/2010/main" Requires="p14">
          <p:contentPart p14:bwMode="auto" r:id="rId12">
            <p14:nvContentPartPr>
              <p14:cNvPr id="1049550" name=""/>
              <p14:cNvContentPartPr/>
              <p14:nvPr/>
            </p14:nvContentPartPr>
            <p14:xfrm>
              <a:off x="1014899" y="1644454"/>
              <a:ext cx="3817" cy="31320"/>
            </p14:xfrm>
          </p:contentPart>
        </mc:Choice>
        <mc:Fallback>
          <p:sp>
            <p:nvSpPr>
              <p:cNvPr id="1049550" name=""/>
              <p:cNvSpPr/>
              <p:nvPr/>
            </p:nvSpPr>
            <p:spPr>
              <a:xfrm>
                <a:off x="1014899" y="1644454"/>
                <a:ext cx="3817" cy="31320"/>
              </a:xfrm>
            </p:spPr>
          </p:sp>
        </mc:Fallback>
      </mc:AlternateContent>
      <mc:AlternateContent xmlns:mc="http://schemas.openxmlformats.org/markup-compatibility/2006">
        <mc:Choice xmlns:p14="http://schemas.microsoft.com/office/powerpoint/2010/main" Requires="p14">
          <p:contentPart p14:bwMode="auto" r:id="rId13">
            <p14:nvContentPartPr>
              <p14:cNvPr id="1049551" name=""/>
              <p14:cNvContentPartPr/>
              <p14:nvPr/>
            </p14:nvContentPartPr>
            <p14:xfrm>
              <a:off x="1018716" y="1398252"/>
              <a:ext cx="182035" cy="174744"/>
            </p14:xfrm>
          </p:contentPart>
        </mc:Choice>
        <mc:Fallback>
          <p:sp>
            <p:nvSpPr>
              <p:cNvPr id="1049551" name=""/>
              <p:cNvSpPr/>
              <p:nvPr/>
            </p:nvSpPr>
            <p:spPr>
              <a:xfrm>
                <a:off x="1018716" y="1398252"/>
                <a:ext cx="182035" cy="174744"/>
              </a:xfrm>
            </p:spPr>
          </p:sp>
        </mc:Fallback>
      </mc:AlternateContent>
      <mc:AlternateContent xmlns:mc="http://schemas.openxmlformats.org/markup-compatibility/2006">
        <mc:Choice xmlns:p14="http://schemas.microsoft.com/office/powerpoint/2010/main" Requires="p14">
          <p:contentPart p14:bwMode="auto" r:id="rId14">
            <p14:nvContentPartPr>
              <p14:cNvPr id="1049552" name=""/>
              <p14:cNvContentPartPr/>
              <p14:nvPr/>
            </p14:nvContentPartPr>
            <p14:xfrm>
              <a:off x="2091823" y="1183097"/>
              <a:ext cx="185246" cy="21285"/>
            </p14:xfrm>
          </p:contentPart>
        </mc:Choice>
        <mc:Fallback>
          <p:sp>
            <p:nvSpPr>
              <p:cNvPr id="1049552" name=""/>
              <p:cNvSpPr/>
              <p:nvPr/>
            </p:nvSpPr>
            <p:spPr>
              <a:xfrm>
                <a:off x="2091823" y="1183097"/>
                <a:ext cx="185246" cy="21285"/>
              </a:xfrm>
            </p:spPr>
          </p:sp>
        </mc:Fallback>
      </mc:AlternateContent>
      <mc:AlternateContent xmlns:mc="http://schemas.openxmlformats.org/markup-compatibility/2006">
        <mc:Choice xmlns:p14="http://schemas.microsoft.com/office/powerpoint/2010/main" Requires="p14">
          <p:contentPart p14:bwMode="auto" r:id="rId15">
            <p14:nvContentPartPr>
              <p14:cNvPr id="1049553" name=""/>
              <p14:cNvContentPartPr/>
              <p14:nvPr/>
            </p14:nvContentPartPr>
            <p14:xfrm>
              <a:off x="2069678" y="1197989"/>
              <a:ext cx="36264" cy="148567"/>
            </p14:xfrm>
          </p:contentPart>
        </mc:Choice>
        <mc:Fallback>
          <p:sp>
            <p:nvSpPr>
              <p:cNvPr id="1049553" name=""/>
              <p:cNvSpPr/>
              <p:nvPr/>
            </p:nvSpPr>
            <p:spPr>
              <a:xfrm>
                <a:off x="2069678" y="1197989"/>
                <a:ext cx="36264" cy="148567"/>
              </a:xfrm>
            </p:spPr>
          </p:sp>
        </mc:Fallback>
      </mc:AlternateContent>
      <mc:AlternateContent xmlns:mc="http://schemas.openxmlformats.org/markup-compatibility/2006">
        <mc:Choice xmlns:p14="http://schemas.microsoft.com/office/powerpoint/2010/main" Requires="p14">
          <p:contentPart p14:bwMode="auto" r:id="rId16">
            <p14:nvContentPartPr>
              <p14:cNvPr id="1049554" name=""/>
              <p14:cNvContentPartPr/>
              <p14:nvPr/>
            </p14:nvContentPartPr>
            <p14:xfrm>
              <a:off x="2163304" y="799628"/>
              <a:ext cx="451193" cy="530532"/>
            </p14:xfrm>
          </p:contentPart>
        </mc:Choice>
        <mc:Fallback>
          <p:sp>
            <p:nvSpPr>
              <p:cNvPr id="1049554" name=""/>
              <p:cNvSpPr/>
              <p:nvPr/>
            </p:nvSpPr>
            <p:spPr>
              <a:xfrm>
                <a:off x="2163304" y="799628"/>
                <a:ext cx="451193" cy="530532"/>
              </a:xfrm>
            </p:spPr>
          </p:sp>
        </mc:Fallback>
      </mc:AlternateContent>
      <mc:AlternateContent xmlns:mc="http://schemas.openxmlformats.org/markup-compatibility/2006">
        <mc:Choice xmlns:p14="http://schemas.microsoft.com/office/powerpoint/2010/main" Requires="p14">
          <p:contentPart p14:bwMode="auto" r:id="rId17">
            <p14:nvContentPartPr>
              <p14:cNvPr id="1049555" name=""/>
              <p14:cNvContentPartPr/>
              <p14:nvPr/>
            </p14:nvContentPartPr>
            <p14:xfrm>
              <a:off x="2477912" y="1284644"/>
              <a:ext cx="154525" cy="86305"/>
            </p14:xfrm>
          </p:contentPart>
        </mc:Choice>
        <mc:Fallback>
          <p:sp>
            <p:nvSpPr>
              <p:cNvPr id="1049555" name=""/>
              <p:cNvSpPr/>
              <p:nvPr/>
            </p:nvSpPr>
            <p:spPr>
              <a:xfrm>
                <a:off x="2477912" y="1284644"/>
                <a:ext cx="154525" cy="86305"/>
              </a:xfrm>
            </p:spPr>
          </p:sp>
        </mc:Fallback>
      </mc:AlternateContent>
      <mc:AlternateContent xmlns:mc="http://schemas.openxmlformats.org/markup-compatibility/2006">
        <mc:Choice xmlns:p14="http://schemas.microsoft.com/office/powerpoint/2010/main" Requires="p14">
          <p:contentPart p14:bwMode="auto" r:id="rId18">
            <p14:nvContentPartPr>
              <p14:cNvPr id="1049556" name=""/>
              <p14:cNvContentPartPr/>
              <p14:nvPr/>
            </p14:nvContentPartPr>
            <p14:xfrm>
              <a:off x="2596154" y="872999"/>
              <a:ext cx="105840" cy="236246"/>
            </p14:xfrm>
          </p:contentPart>
        </mc:Choice>
        <mc:Fallback>
          <p:sp>
            <p:nvSpPr>
              <p:cNvPr id="1049556" name=""/>
              <p:cNvSpPr/>
              <p:nvPr/>
            </p:nvSpPr>
            <p:spPr>
              <a:xfrm>
                <a:off x="2596154" y="872999"/>
                <a:ext cx="105840" cy="236246"/>
              </a:xfrm>
            </p:spPr>
          </p:sp>
        </mc:Fallback>
      </mc:AlternateContent>
      <mc:AlternateContent xmlns:mc="http://schemas.openxmlformats.org/markup-compatibility/2006">
        <mc:Choice xmlns:p14="http://schemas.microsoft.com/office/powerpoint/2010/main" Requires="p14">
          <p:contentPart p14:bwMode="auto" r:id="rId19">
            <p14:nvContentPartPr>
              <p14:cNvPr id="1049557" name=""/>
              <p14:cNvContentPartPr/>
              <p14:nvPr/>
            </p14:nvContentPartPr>
            <p14:xfrm>
              <a:off x="2609209" y="770341"/>
              <a:ext cx="147569" cy="44736"/>
            </p14:xfrm>
          </p:contentPart>
        </mc:Choice>
        <mc:Fallback>
          <p:sp>
            <p:nvSpPr>
              <p:cNvPr id="1049557" name=""/>
              <p:cNvSpPr/>
              <p:nvPr/>
            </p:nvSpPr>
            <p:spPr>
              <a:xfrm>
                <a:off x="2609209" y="770341"/>
                <a:ext cx="147569" cy="44736"/>
              </a:xfrm>
            </p:spPr>
          </p:sp>
        </mc:Fallback>
      </mc:AlternateContent>
      <mc:AlternateContent xmlns:mc="http://schemas.openxmlformats.org/markup-compatibility/2006">
        <mc:Choice xmlns:p14="http://schemas.microsoft.com/office/powerpoint/2010/main" Requires="p14">
          <p:contentPart p14:bwMode="auto" r:id="rId20">
            <p14:nvContentPartPr>
              <p14:cNvPr id="1049558" name=""/>
              <p14:cNvContentPartPr/>
              <p14:nvPr/>
            </p14:nvContentPartPr>
            <p14:xfrm>
              <a:off x="2678237" y="755945"/>
              <a:ext cx="57864" cy="82272"/>
            </p14:xfrm>
          </p:contentPart>
        </mc:Choice>
        <mc:Fallback>
          <p:sp>
            <p:nvSpPr>
              <p:cNvPr id="1049558" name=""/>
              <p:cNvSpPr/>
              <p:nvPr/>
            </p:nvSpPr>
            <p:spPr>
              <a:xfrm>
                <a:off x="2678237" y="755945"/>
                <a:ext cx="57864" cy="82272"/>
              </a:xfrm>
            </p:spPr>
          </p:sp>
        </mc:Fallback>
      </mc:AlternateContent>
      <mc:AlternateContent xmlns:mc="http://schemas.openxmlformats.org/markup-compatibility/2006">
        <mc:Choice xmlns:p14="http://schemas.microsoft.com/office/powerpoint/2010/main" Requires="p14">
          <p:contentPart p14:bwMode="auto" r:id="rId21">
            <p14:nvContentPartPr>
              <p14:cNvPr id="1049559" name=""/>
              <p14:cNvContentPartPr/>
              <p14:nvPr/>
            </p14:nvContentPartPr>
            <p14:xfrm>
              <a:off x="766240" y="1031447"/>
              <a:ext cx="488541" cy="583480"/>
            </p14:xfrm>
          </p:contentPart>
        </mc:Choice>
        <mc:Fallback>
          <p:sp>
            <p:nvSpPr>
              <p:cNvPr id="1049559" name=""/>
              <p:cNvSpPr/>
              <p:nvPr/>
            </p:nvSpPr>
            <p:spPr>
              <a:xfrm>
                <a:off x="766240" y="1031447"/>
                <a:ext cx="488541" cy="583480"/>
              </a:xfrm>
            </p:spPr>
          </p:sp>
        </mc:Fallback>
      </mc:AlternateContent>
      <mc:AlternateContent xmlns:mc="http://schemas.openxmlformats.org/markup-compatibility/2006">
        <mc:Choice xmlns:p14="http://schemas.microsoft.com/office/powerpoint/2010/main" Requires="p14">
          <p:contentPart p14:bwMode="auto" r:id="rId22">
            <p14:nvContentPartPr>
              <p14:cNvPr id="1049560" name=""/>
              <p14:cNvContentPartPr/>
              <p14:nvPr/>
            </p14:nvContentPartPr>
            <p14:xfrm>
              <a:off x="727689" y="1466046"/>
              <a:ext cx="109624" cy="201443"/>
            </p14:xfrm>
          </p:contentPart>
        </mc:Choice>
        <mc:Fallback>
          <p:sp>
            <p:nvSpPr>
              <p:cNvPr id="1049560" name=""/>
              <p:cNvSpPr/>
              <p:nvPr/>
            </p:nvSpPr>
            <p:spPr>
              <a:xfrm>
                <a:off x="727689" y="1466046"/>
                <a:ext cx="109624" cy="201443"/>
              </a:xfrm>
            </p:spPr>
          </p:sp>
        </mc:Fallback>
      </mc:AlternateContent>
      <mc:AlternateContent xmlns:mc="http://schemas.openxmlformats.org/markup-compatibility/2006">
        <mc:Choice xmlns:p14="http://schemas.microsoft.com/office/powerpoint/2010/main" Requires="p14">
          <p:contentPart p14:bwMode="auto" r:id="rId23">
            <p14:nvContentPartPr>
              <p14:cNvPr id="1049561" name=""/>
              <p14:cNvContentPartPr/>
              <p14:nvPr/>
            </p14:nvContentPartPr>
            <p14:xfrm>
              <a:off x="761148" y="1195291"/>
              <a:ext cx="68668" cy="234843"/>
            </p14:xfrm>
          </p:contentPart>
        </mc:Choice>
        <mc:Fallback>
          <p:sp>
            <p:nvSpPr>
              <p:cNvPr id="1049561" name=""/>
              <p:cNvSpPr/>
              <p:nvPr/>
            </p:nvSpPr>
            <p:spPr>
              <a:xfrm>
                <a:off x="761148" y="1195291"/>
                <a:ext cx="68668" cy="234843"/>
              </a:xfrm>
            </p:spPr>
          </p:sp>
        </mc:Fallback>
      </mc:AlternateContent>
      <mc:AlternateContent xmlns:mc="http://schemas.openxmlformats.org/markup-compatibility/2006">
        <mc:Choice xmlns:p14="http://schemas.microsoft.com/office/powerpoint/2010/main" Requires="p14">
          <p:contentPart p14:bwMode="auto" r:id="rId24">
            <p14:nvContentPartPr>
              <p14:cNvPr id="1049562" name=""/>
              <p14:cNvContentPartPr/>
              <p14:nvPr/>
            </p14:nvContentPartPr>
            <p14:xfrm>
              <a:off x="679860" y="1089030"/>
              <a:ext cx="124411" cy="75910"/>
            </p14:xfrm>
          </p:contentPart>
        </mc:Choice>
        <mc:Fallback>
          <p:sp>
            <p:nvSpPr>
              <p:cNvPr id="1049562" name=""/>
              <p:cNvSpPr/>
              <p:nvPr/>
            </p:nvSpPr>
            <p:spPr>
              <a:xfrm>
                <a:off x="679860" y="1089030"/>
                <a:ext cx="124411" cy="75910"/>
              </a:xfrm>
            </p:spPr>
          </p:sp>
        </mc:Fallback>
      </mc:AlternateContent>
      <mc:AlternateContent xmlns:mc="http://schemas.openxmlformats.org/markup-compatibility/2006">
        <mc:Choice xmlns:p14="http://schemas.microsoft.com/office/powerpoint/2010/main" Requires="p14">
          <p:contentPart p14:bwMode="auto" r:id="rId25">
            <p14:nvContentPartPr>
              <p14:cNvPr id="1049563" name=""/>
              <p14:cNvContentPartPr/>
              <p14:nvPr/>
            </p14:nvContentPartPr>
            <p14:xfrm>
              <a:off x="746909" y="1067188"/>
              <a:ext cx="84538" cy="97753"/>
            </p14:xfrm>
          </p:contentPart>
        </mc:Choice>
        <mc:Fallback>
          <p:sp>
            <p:nvSpPr>
              <p:cNvPr id="1049563" name=""/>
              <p:cNvSpPr/>
              <p:nvPr/>
            </p:nvSpPr>
            <p:spPr>
              <a:xfrm>
                <a:off x="746909" y="1067188"/>
                <a:ext cx="84538" cy="97753"/>
              </a:xfrm>
            </p:spPr>
          </p:sp>
        </mc:Fallback>
      </mc:AlternateContent>
      <mc:AlternateContent xmlns:mc="http://schemas.openxmlformats.org/markup-compatibility/2006">
        <mc:Choice xmlns:p14="http://schemas.microsoft.com/office/powerpoint/2010/main" Requires="p14">
          <p:contentPart p14:bwMode="auto" r:id="rId26">
            <p14:nvContentPartPr>
              <p14:cNvPr id="1049564" name=""/>
              <p14:cNvContentPartPr/>
              <p14:nvPr/>
            </p14:nvContentPartPr>
            <p14:xfrm>
              <a:off x="904433" y="2009107"/>
              <a:ext cx="60918" cy="62301"/>
            </p14:xfrm>
          </p:contentPart>
        </mc:Choice>
        <mc:Fallback>
          <p:sp>
            <p:nvSpPr>
              <p:cNvPr id="1049564" name=""/>
              <p:cNvSpPr/>
              <p:nvPr/>
            </p:nvSpPr>
            <p:spPr>
              <a:xfrm>
                <a:off x="904433" y="2009107"/>
                <a:ext cx="60918" cy="62301"/>
              </a:xfrm>
            </p:spPr>
          </p:sp>
        </mc:Fallback>
      </mc:AlternateContent>
      <mc:AlternateContent xmlns:mc="http://schemas.openxmlformats.org/markup-compatibility/2006">
        <mc:Choice xmlns:p14="http://schemas.microsoft.com/office/powerpoint/2010/main" Requires="p14">
          <p:contentPart p14:bwMode="auto" r:id="rId27">
            <p14:nvContentPartPr>
              <p14:cNvPr id="1049565" name=""/>
              <p14:cNvContentPartPr/>
              <p14:nvPr/>
            </p14:nvContentPartPr>
            <p14:xfrm>
              <a:off x="1142264" y="2226531"/>
              <a:ext cx="124581" cy="64218"/>
            </p14:xfrm>
          </p:contentPart>
        </mc:Choice>
        <mc:Fallback>
          <p:sp>
            <p:nvSpPr>
              <p:cNvPr id="1049565" name=""/>
              <p:cNvSpPr/>
              <p:nvPr/>
            </p:nvSpPr>
            <p:spPr>
              <a:xfrm>
                <a:off x="1142264" y="2226531"/>
                <a:ext cx="124581" cy="64218"/>
              </a:xfrm>
            </p:spPr>
          </p:sp>
        </mc:Fallback>
      </mc:AlternateContent>
      <mc:AlternateContent xmlns:mc="http://schemas.openxmlformats.org/markup-compatibility/2006">
        <mc:Choice xmlns:p14="http://schemas.microsoft.com/office/powerpoint/2010/main" Requires="p14">
          <p:contentPart p14:bwMode="auto" r:id="rId28">
            <p14:nvContentPartPr>
              <p14:cNvPr id="1049566" name=""/>
              <p14:cNvContentPartPr/>
              <p14:nvPr/>
            </p14:nvContentPartPr>
            <p14:xfrm>
              <a:off x="1390685" y="2400271"/>
              <a:ext cx="304017" cy="249937"/>
            </p14:xfrm>
          </p:contentPart>
        </mc:Choice>
        <mc:Fallback>
          <p:sp>
            <p:nvSpPr>
              <p:cNvPr id="1049566" name=""/>
              <p:cNvSpPr/>
              <p:nvPr/>
            </p:nvSpPr>
            <p:spPr>
              <a:xfrm>
                <a:off x="1390685" y="2400271"/>
                <a:ext cx="304017" cy="249937"/>
              </a:xfrm>
            </p:spPr>
          </p:sp>
        </mc:Fallback>
      </mc:AlternateContent>
      <mc:AlternateContent xmlns:mc="http://schemas.openxmlformats.org/markup-compatibility/2006">
        <mc:Choice xmlns:p14="http://schemas.microsoft.com/office/powerpoint/2010/main" Requires="p14">
          <p:contentPart p14:bwMode="auto" r:id="rId29">
            <p14:nvContentPartPr>
              <p14:cNvPr id="1049567" name=""/>
              <p14:cNvContentPartPr/>
              <p14:nvPr/>
            </p14:nvContentPartPr>
            <p14:xfrm>
              <a:off x="2477868" y="1502283"/>
              <a:ext cx="114326" cy="98588"/>
            </p14:xfrm>
          </p:contentPart>
        </mc:Choice>
        <mc:Fallback>
          <p:sp>
            <p:nvSpPr>
              <p:cNvPr id="1049567" name=""/>
              <p:cNvSpPr/>
              <p:nvPr/>
            </p:nvSpPr>
            <p:spPr>
              <a:xfrm>
                <a:off x="2477868" y="1502283"/>
                <a:ext cx="114326" cy="98588"/>
              </a:xfrm>
            </p:spPr>
          </p:sp>
        </mc:Fallback>
      </mc:AlternateContent>
      <mc:AlternateContent xmlns:mc="http://schemas.openxmlformats.org/markup-compatibility/2006">
        <mc:Choice xmlns:p14="http://schemas.microsoft.com/office/powerpoint/2010/main" Requires="p14">
          <p:contentPart p14:bwMode="auto" r:id="rId30">
            <p14:nvContentPartPr>
              <p14:cNvPr id="1049568" name=""/>
              <p14:cNvContentPartPr/>
              <p14:nvPr/>
            </p14:nvContentPartPr>
            <p14:xfrm>
              <a:off x="2050921" y="1840083"/>
              <a:ext cx="275202" cy="353438"/>
            </p14:xfrm>
          </p:contentPart>
        </mc:Choice>
        <mc:Fallback>
          <p:sp>
            <p:nvSpPr>
              <p:cNvPr id="1049568" name=""/>
              <p:cNvSpPr/>
              <p:nvPr/>
            </p:nvSpPr>
            <p:spPr>
              <a:xfrm>
                <a:off x="2050921" y="1840083"/>
                <a:ext cx="275202" cy="353438"/>
              </a:xfrm>
            </p:spPr>
          </p:sp>
        </mc:Fallback>
      </mc:AlternateContent>
      <mc:AlternateContent xmlns:mc="http://schemas.openxmlformats.org/markup-compatibility/2006">
        <mc:Choice xmlns:p14="http://schemas.microsoft.com/office/powerpoint/2010/main" Requires="p14">
          <p:contentPart p14:bwMode="auto" r:id="rId31">
            <p14:nvContentPartPr>
              <p14:cNvPr id="1049569" name=""/>
              <p14:cNvContentPartPr/>
              <p14:nvPr/>
            </p14:nvContentPartPr>
            <p14:xfrm>
              <a:off x="1772022" y="2426828"/>
              <a:ext cx="152569" cy="203609"/>
            </p14:xfrm>
          </p:contentPart>
        </mc:Choice>
        <mc:Fallback>
          <p:sp>
            <p:nvSpPr>
              <p:cNvPr id="1049569" name=""/>
              <p:cNvSpPr/>
              <p:nvPr/>
            </p:nvSpPr>
            <p:spPr>
              <a:xfrm>
                <a:off x="1772022" y="2426828"/>
                <a:ext cx="152569" cy="203609"/>
              </a:xfrm>
            </p:spPr>
          </p:sp>
        </mc:Fallback>
      </mc:AlternateContent>
      <mc:AlternateContent xmlns:mc="http://schemas.openxmlformats.org/markup-compatibility/2006">
        <mc:Choice xmlns:p14="http://schemas.microsoft.com/office/powerpoint/2010/main" Requires="p14">
          <p:contentPart p14:bwMode="auto" r:id="rId32">
            <p14:nvContentPartPr>
              <p14:cNvPr id="1049570" name=""/>
              <p14:cNvContentPartPr/>
              <p14:nvPr/>
            </p14:nvContentPartPr>
            <p14:xfrm>
              <a:off x="1698232" y="1089030"/>
              <a:ext cx="18612" cy="1502545"/>
            </p14:xfrm>
          </p:contentPart>
        </mc:Choice>
        <mc:Fallback>
          <p:sp>
            <p:nvSpPr>
              <p:cNvPr id="1049570" name=""/>
              <p:cNvSpPr/>
              <p:nvPr/>
            </p:nvSpPr>
            <p:spPr>
              <a:xfrm>
                <a:off x="1698232" y="1089030"/>
                <a:ext cx="18612" cy="1502545"/>
              </a:xfrm>
            </p:spPr>
          </p:sp>
        </mc:Fallback>
      </mc:AlternateContent>
      <mc:AlternateContent xmlns:mc="http://schemas.openxmlformats.org/markup-compatibility/2006">
        <mc:Choice xmlns:p14="http://schemas.microsoft.com/office/powerpoint/2010/main" Requires="p14">
          <p:contentPart p14:bwMode="auto" r:id="rId33">
            <p14:nvContentPartPr>
              <p14:cNvPr id="1049571" name=""/>
              <p14:cNvContentPartPr/>
              <p14:nvPr/>
            </p14:nvContentPartPr>
            <p14:xfrm>
              <a:off x="1576890" y="2328045"/>
              <a:ext cx="152763" cy="234174"/>
            </p14:xfrm>
          </p:contentPart>
        </mc:Choice>
        <mc:Fallback>
          <p:sp>
            <p:nvSpPr>
              <p:cNvPr id="1049571" name=""/>
              <p:cNvSpPr/>
              <p:nvPr/>
            </p:nvSpPr>
            <p:spPr>
              <a:xfrm>
                <a:off x="1576890" y="2328045"/>
                <a:ext cx="152763" cy="234174"/>
              </a:xfrm>
            </p:spPr>
          </p:sp>
        </mc:Fallback>
      </mc:AlternateContent>
      <mc:AlternateContent xmlns:mc="http://schemas.openxmlformats.org/markup-compatibility/2006">
        <mc:Choice xmlns:p14="http://schemas.microsoft.com/office/powerpoint/2010/main" Requires="p14">
          <p:contentPart p14:bwMode="auto" r:id="rId34">
            <p14:nvContentPartPr>
              <p14:cNvPr id="1049572" name=""/>
              <p14:cNvContentPartPr/>
              <p14:nvPr/>
            </p14:nvContentPartPr>
            <p14:xfrm>
              <a:off x="1689628" y="2342192"/>
              <a:ext cx="80086" cy="217850"/>
            </p14:xfrm>
          </p:contentPart>
        </mc:Choice>
        <mc:Fallback>
          <p:sp>
            <p:nvSpPr>
              <p:cNvPr id="1049572" name=""/>
              <p:cNvSpPr/>
              <p:nvPr/>
            </p:nvSpPr>
            <p:spPr>
              <a:xfrm>
                <a:off x="1689628" y="2342192"/>
                <a:ext cx="80086" cy="217850"/>
              </a:xfrm>
            </p:spPr>
          </p:sp>
        </mc:Fallback>
      </mc:AlternateContent>
      <mc:AlternateContent xmlns:mc="http://schemas.openxmlformats.org/markup-compatibility/2006">
        <mc:Choice xmlns:p14="http://schemas.microsoft.com/office/powerpoint/2010/main" Requires="p14">
          <p:contentPart p14:bwMode="auto" r:id="rId35">
            <p14:nvContentPartPr>
              <p14:cNvPr id="1049573" name=""/>
              <p14:cNvContentPartPr/>
              <p14:nvPr/>
            </p14:nvContentPartPr>
            <p14:xfrm>
              <a:off x="1984159" y="2406872"/>
              <a:ext cx="265424" cy="561994"/>
            </p14:xfrm>
          </p:contentPart>
        </mc:Choice>
        <mc:Fallback>
          <p:sp>
            <p:nvSpPr>
              <p:cNvPr id="1049573" name=""/>
              <p:cNvSpPr/>
              <p:nvPr/>
            </p:nvSpPr>
            <p:spPr>
              <a:xfrm>
                <a:off x="1984159" y="2406872"/>
                <a:ext cx="265424" cy="561994"/>
              </a:xfrm>
            </p:spPr>
          </p:sp>
        </mc:Fallback>
      </mc:AlternateContent>
      <mc:AlternateContent xmlns:mc="http://schemas.openxmlformats.org/markup-compatibility/2006">
        <mc:Choice xmlns:p14="http://schemas.microsoft.com/office/powerpoint/2010/main" Requires="p14">
          <p:contentPart p14:bwMode="auto" r:id="rId36">
            <p14:nvContentPartPr>
              <p14:cNvPr id="1049574" name=""/>
              <p14:cNvContentPartPr/>
              <p14:nvPr/>
            </p14:nvContentPartPr>
            <p14:xfrm>
              <a:off x="1913928" y="2328045"/>
              <a:ext cx="363659" cy="46913"/>
            </p14:xfrm>
          </p:contentPart>
        </mc:Choice>
        <mc:Fallback>
          <p:sp>
            <p:nvSpPr>
              <p:cNvPr id="1049574" name=""/>
              <p:cNvSpPr/>
              <p:nvPr/>
            </p:nvSpPr>
            <p:spPr>
              <a:xfrm>
                <a:off x="1913928" y="2328045"/>
                <a:ext cx="363659" cy="46913"/>
              </a:xfrm>
            </p:spPr>
          </p:sp>
        </mc:Fallback>
      </mc:AlternateContent>
      <mc:AlternateContent xmlns:mc="http://schemas.openxmlformats.org/markup-compatibility/2006">
        <mc:Choice xmlns:p14="http://schemas.microsoft.com/office/powerpoint/2010/main" Requires="p14">
          <p:contentPart p14:bwMode="auto" r:id="rId37">
            <p14:nvContentPartPr>
              <p14:cNvPr id="1049575" name=""/>
              <p14:cNvContentPartPr/>
              <p14:nvPr/>
            </p14:nvContentPartPr>
            <p14:xfrm>
              <a:off x="2113002" y="2291559"/>
              <a:ext cx="199262" cy="109679"/>
            </p14:xfrm>
          </p:contentPart>
        </mc:Choice>
        <mc:Fallback>
          <p:sp>
            <p:nvSpPr>
              <p:cNvPr id="1049575" name=""/>
              <p:cNvSpPr/>
              <p:nvPr/>
            </p:nvSpPr>
            <p:spPr>
              <a:xfrm>
                <a:off x="2113002" y="2291559"/>
                <a:ext cx="199262" cy="109679"/>
              </a:xfrm>
            </p:spPr>
          </p:sp>
        </mc:Fallback>
      </mc:AlternateContent>
      <mc:AlternateContent xmlns:mc="http://schemas.openxmlformats.org/markup-compatibility/2006">
        <mc:Choice xmlns:p14="http://schemas.microsoft.com/office/powerpoint/2010/main" Requires="p14">
          <p:contentPart p14:bwMode="auto" r:id="rId38">
            <p14:nvContentPartPr>
              <p14:cNvPr id="1049576" name=""/>
              <p14:cNvContentPartPr/>
              <p14:nvPr/>
            </p14:nvContentPartPr>
            <p14:xfrm>
              <a:off x="636313" y="3077361"/>
              <a:ext cx="32054" cy="547001"/>
            </p14:xfrm>
          </p:contentPart>
        </mc:Choice>
        <mc:Fallback>
          <p:sp>
            <p:nvSpPr>
              <p:cNvPr id="1049576" name=""/>
              <p:cNvSpPr/>
              <p:nvPr/>
            </p:nvSpPr>
            <p:spPr>
              <a:xfrm>
                <a:off x="636313" y="3077361"/>
                <a:ext cx="32054" cy="547001"/>
              </a:xfrm>
            </p:spPr>
          </p:sp>
        </mc:Fallback>
      </mc:AlternateContent>
      <mc:AlternateContent xmlns:mc="http://schemas.openxmlformats.org/markup-compatibility/2006">
        <mc:Choice xmlns:p14="http://schemas.microsoft.com/office/powerpoint/2010/main" Requires="p14">
          <p:contentPart p14:bwMode="auto" r:id="rId39">
            <p14:nvContentPartPr>
              <p14:cNvPr id="1049577" name=""/>
              <p14:cNvContentPartPr/>
              <p14:nvPr/>
            </p14:nvContentPartPr>
            <p14:xfrm>
              <a:off x="814023" y="3081084"/>
              <a:ext cx="18724" cy="566140"/>
            </p14:xfrm>
          </p:contentPart>
        </mc:Choice>
        <mc:Fallback>
          <p:sp>
            <p:nvSpPr>
              <p:cNvPr id="1049577" name=""/>
              <p:cNvSpPr/>
              <p:nvPr/>
            </p:nvSpPr>
            <p:spPr>
              <a:xfrm>
                <a:off x="814023" y="3081084"/>
                <a:ext cx="18724" cy="566140"/>
              </a:xfrm>
            </p:spPr>
          </p:sp>
        </mc:Fallback>
      </mc:AlternateContent>
      <mc:AlternateContent xmlns:mc="http://schemas.openxmlformats.org/markup-compatibility/2006">
        <mc:Choice xmlns:p14="http://schemas.microsoft.com/office/powerpoint/2010/main" Requires="p14">
          <p:contentPart p14:bwMode="auto" r:id="rId40">
            <p14:nvContentPartPr>
              <p14:cNvPr id="1049578" name=""/>
              <p14:cNvContentPartPr/>
              <p14:nvPr/>
            </p14:nvContentPartPr>
            <p14:xfrm>
              <a:off x="632627" y="3414132"/>
              <a:ext cx="200325" cy="7730"/>
            </p14:xfrm>
          </p:contentPart>
        </mc:Choice>
        <mc:Fallback>
          <p:sp>
            <p:nvSpPr>
              <p:cNvPr id="1049578" name=""/>
              <p:cNvSpPr/>
              <p:nvPr/>
            </p:nvSpPr>
            <p:spPr>
              <a:xfrm>
                <a:off x="632627" y="3414132"/>
                <a:ext cx="200325" cy="7730"/>
              </a:xfrm>
            </p:spPr>
          </p:sp>
        </mc:Fallback>
      </mc:AlternateContent>
      <mc:AlternateContent xmlns:mc="http://schemas.openxmlformats.org/markup-compatibility/2006">
        <mc:Choice xmlns:p14="http://schemas.microsoft.com/office/powerpoint/2010/main" Requires="p14">
          <p:contentPart p14:bwMode="auto" r:id="rId41">
            <p14:nvContentPartPr>
              <p14:cNvPr id="1049579" name=""/>
              <p14:cNvContentPartPr/>
              <p14:nvPr/>
            </p14:nvContentPartPr>
            <p14:xfrm>
              <a:off x="860487" y="3547561"/>
              <a:ext cx="192652" cy="285389"/>
            </p14:xfrm>
          </p:contentPart>
        </mc:Choice>
        <mc:Fallback>
          <p:sp>
            <p:nvSpPr>
              <p:cNvPr id="1049579" name=""/>
              <p:cNvSpPr/>
              <p:nvPr/>
            </p:nvSpPr>
            <p:spPr>
              <a:xfrm>
                <a:off x="860487" y="3547561"/>
                <a:ext cx="192652" cy="285389"/>
              </a:xfrm>
            </p:spPr>
          </p:sp>
        </mc:Fallback>
      </mc:AlternateContent>
      <mc:AlternateContent xmlns:mc="http://schemas.openxmlformats.org/markup-compatibility/2006">
        <mc:Choice xmlns:p14="http://schemas.microsoft.com/office/powerpoint/2010/main" Requires="p14">
          <p:contentPart p14:bwMode="auto" r:id="rId42">
            <p14:nvContentPartPr>
              <p14:cNvPr id="1049580" name=""/>
              <p14:cNvContentPartPr/>
              <p14:nvPr/>
            </p14:nvContentPartPr>
            <p14:xfrm>
              <a:off x="1016727" y="3232786"/>
              <a:ext cx="230482" cy="405287"/>
            </p14:xfrm>
          </p:contentPart>
        </mc:Choice>
        <mc:Fallback>
          <p:sp>
            <p:nvSpPr>
              <p:cNvPr id="1049580" name=""/>
              <p:cNvSpPr/>
              <p:nvPr/>
            </p:nvSpPr>
            <p:spPr>
              <a:xfrm>
                <a:off x="1016727" y="3232786"/>
                <a:ext cx="230482" cy="405287"/>
              </a:xfrm>
            </p:spPr>
          </p:sp>
        </mc:Fallback>
      </mc:AlternateContent>
      <mc:AlternateContent xmlns:mc="http://schemas.openxmlformats.org/markup-compatibility/2006">
        <mc:Choice xmlns:p14="http://schemas.microsoft.com/office/powerpoint/2010/main" Requires="p14">
          <p:contentPart p14:bwMode="auto" r:id="rId43">
            <p14:nvContentPartPr>
              <p14:cNvPr id="1049581" name=""/>
              <p14:cNvContentPartPr/>
              <p14:nvPr/>
            </p14:nvContentPartPr>
            <p14:xfrm>
              <a:off x="1440987" y="3498867"/>
              <a:ext cx="283146" cy="166760"/>
            </p14:xfrm>
          </p:contentPart>
        </mc:Choice>
        <mc:Fallback>
          <p:sp>
            <p:nvSpPr>
              <p:cNvPr id="1049581" name=""/>
              <p:cNvSpPr/>
              <p:nvPr/>
            </p:nvSpPr>
            <p:spPr>
              <a:xfrm>
                <a:off x="1440987" y="3498867"/>
                <a:ext cx="283146" cy="166760"/>
              </a:xfrm>
            </p:spPr>
          </p:sp>
        </mc:Fallback>
      </mc:AlternateContent>
      <mc:AlternateContent xmlns:mc="http://schemas.openxmlformats.org/markup-compatibility/2006">
        <mc:Choice xmlns:p14="http://schemas.microsoft.com/office/powerpoint/2010/main" Requires="p14">
          <p:contentPart p14:bwMode="auto" r:id="rId44">
            <p14:nvContentPartPr>
              <p14:cNvPr id="1049582" name=""/>
              <p14:cNvContentPartPr/>
              <p14:nvPr/>
            </p14:nvContentPartPr>
            <p14:xfrm>
              <a:off x="1764005" y="3255320"/>
              <a:ext cx="102464" cy="370637"/>
            </p14:xfrm>
          </p:contentPart>
        </mc:Choice>
        <mc:Fallback>
          <p:sp>
            <p:nvSpPr>
              <p:cNvPr id="1049582" name=""/>
              <p:cNvSpPr/>
              <p:nvPr/>
            </p:nvSpPr>
            <p:spPr>
              <a:xfrm>
                <a:off x="1764005" y="3255320"/>
                <a:ext cx="102464" cy="370637"/>
              </a:xfrm>
            </p:spPr>
          </p:sp>
        </mc:Fallback>
      </mc:AlternateContent>
      <mc:AlternateContent xmlns:mc="http://schemas.openxmlformats.org/markup-compatibility/2006">
        <mc:Choice xmlns:p14="http://schemas.microsoft.com/office/powerpoint/2010/main" Requires="p14">
          <p:contentPart p14:bwMode="auto" r:id="rId45">
            <p14:nvContentPartPr>
              <p14:cNvPr id="1049583" name=""/>
              <p14:cNvContentPartPr/>
              <p14:nvPr/>
            </p14:nvContentPartPr>
            <p14:xfrm>
              <a:off x="1984159" y="3189939"/>
              <a:ext cx="583768" cy="656395"/>
            </p14:xfrm>
          </p:contentPart>
        </mc:Choice>
        <mc:Fallback>
          <p:sp>
            <p:nvSpPr>
              <p:cNvPr id="1049583" name=""/>
              <p:cNvSpPr/>
              <p:nvPr/>
            </p:nvSpPr>
            <p:spPr>
              <a:xfrm>
                <a:off x="1984159" y="3189939"/>
                <a:ext cx="583768" cy="656395"/>
              </a:xfrm>
            </p:spPr>
          </p:sp>
        </mc:Fallback>
      </mc:AlternateContent>
      <mc:AlternateContent xmlns:mc="http://schemas.openxmlformats.org/markup-compatibility/2006">
        <mc:Choice xmlns:p14="http://schemas.microsoft.com/office/powerpoint/2010/main" Requires="p14">
          <p:contentPart p14:bwMode="auto" r:id="rId46">
            <p14:nvContentPartPr>
              <p14:cNvPr id="1049584" name=""/>
              <p14:cNvContentPartPr/>
              <p14:nvPr/>
            </p14:nvContentPartPr>
            <p14:xfrm>
              <a:off x="2563930" y="3477467"/>
              <a:ext cx="564817" cy="172938"/>
            </p14:xfrm>
          </p:contentPart>
        </mc:Choice>
        <mc:Fallback>
          <p:sp>
            <p:nvSpPr>
              <p:cNvPr id="1049584" name=""/>
              <p:cNvSpPr/>
              <p:nvPr/>
            </p:nvSpPr>
            <p:spPr>
              <a:xfrm>
                <a:off x="2563930" y="3477467"/>
                <a:ext cx="564817" cy="172938"/>
              </a:xfrm>
            </p:spPr>
          </p:sp>
        </mc:Fallback>
      </mc:AlternateContent>
      <mc:AlternateContent xmlns:mc="http://schemas.openxmlformats.org/markup-compatibility/2006">
        <mc:Choice xmlns:p14="http://schemas.microsoft.com/office/powerpoint/2010/main" Requires="p14">
          <p:contentPart p14:bwMode="auto" r:id="rId47">
            <p14:nvContentPartPr>
              <p14:cNvPr id="1049585" name=""/>
              <p14:cNvContentPartPr/>
              <p14:nvPr/>
            </p14:nvContentPartPr>
            <p14:xfrm>
              <a:off x="2237117" y="3484383"/>
              <a:ext cx="111951" cy="135947"/>
            </p14:xfrm>
          </p:contentPart>
        </mc:Choice>
        <mc:Fallback>
          <p:sp>
            <p:nvSpPr>
              <p:cNvPr id="1049585" name=""/>
              <p:cNvSpPr/>
              <p:nvPr/>
            </p:nvSpPr>
            <p:spPr>
              <a:xfrm>
                <a:off x="2237117" y="3484383"/>
                <a:ext cx="111951" cy="135947"/>
              </a:xfrm>
            </p:spPr>
          </p:sp>
        </mc:Fallback>
      </mc:AlternateContent>
      <mc:AlternateContent xmlns:mc="http://schemas.openxmlformats.org/markup-compatibility/2006">
        <mc:Choice xmlns:p14="http://schemas.microsoft.com/office/powerpoint/2010/main" Requires="p14">
          <p:contentPart p14:bwMode="auto" r:id="rId48">
            <p14:nvContentPartPr>
              <p14:cNvPr id="1049586" name=""/>
              <p14:cNvContentPartPr/>
              <p14:nvPr/>
            </p14:nvContentPartPr>
            <p14:xfrm>
              <a:off x="632133" y="3747501"/>
              <a:ext cx="2410571" cy="211540"/>
            </p14:xfrm>
          </p:contentPart>
        </mc:Choice>
        <mc:Fallback>
          <p:sp>
            <p:nvSpPr>
              <p:cNvPr id="1049586" name=""/>
              <p:cNvSpPr/>
              <p:nvPr/>
            </p:nvSpPr>
            <p:spPr>
              <a:xfrm>
                <a:off x="632133" y="3747501"/>
                <a:ext cx="2410571" cy="211540"/>
              </a:xfrm>
            </p:spPr>
          </p:sp>
        </mc:Fallback>
      </mc:AlternateContent>
      <mc:AlternateContent xmlns:mc="http://schemas.openxmlformats.org/markup-compatibility/2006">
        <mc:Choice xmlns:p14="http://schemas.microsoft.com/office/powerpoint/2010/main" Requires="p14">
          <p:contentPart p14:bwMode="auto" r:id="rId49">
            <p14:nvContentPartPr>
              <p14:cNvPr id="1049587" name=""/>
              <p14:cNvContentPartPr/>
              <p14:nvPr/>
            </p14:nvContentPartPr>
            <p14:xfrm>
              <a:off x="682929" y="4312901"/>
              <a:ext cx="85691" cy="448661"/>
            </p14:xfrm>
          </p:contentPart>
        </mc:Choice>
        <mc:Fallback>
          <p:sp>
            <p:nvSpPr>
              <p:cNvPr id="1049587" name=""/>
              <p:cNvSpPr/>
              <p:nvPr/>
            </p:nvSpPr>
            <p:spPr>
              <a:xfrm>
                <a:off x="682929" y="4312901"/>
                <a:ext cx="85691" cy="448661"/>
              </a:xfrm>
            </p:spPr>
          </p:sp>
        </mc:Fallback>
      </mc:AlternateContent>
      <mc:AlternateContent xmlns:mc="http://schemas.openxmlformats.org/markup-compatibility/2006">
        <mc:Choice xmlns:p14="http://schemas.microsoft.com/office/powerpoint/2010/main" Requires="p14">
          <p:contentPart p14:bwMode="auto" r:id="rId50">
            <p14:nvContentPartPr>
              <p14:cNvPr id="1049588" name=""/>
              <p14:cNvContentPartPr/>
              <p14:nvPr/>
            </p14:nvContentPartPr>
            <p14:xfrm>
              <a:off x="797211" y="4370484"/>
              <a:ext cx="46573" cy="330129"/>
            </p14:xfrm>
          </p:contentPart>
        </mc:Choice>
        <mc:Fallback>
          <p:sp>
            <p:nvSpPr>
              <p:cNvPr id="1049588" name=""/>
              <p:cNvSpPr/>
              <p:nvPr/>
            </p:nvSpPr>
            <p:spPr>
              <a:xfrm>
                <a:off x="797211" y="4370484"/>
                <a:ext cx="46573" cy="330129"/>
              </a:xfrm>
            </p:spPr>
          </p:sp>
        </mc:Fallback>
      </mc:AlternateContent>
      <mc:AlternateContent xmlns:mc="http://schemas.openxmlformats.org/markup-compatibility/2006">
        <mc:Choice xmlns:p14="http://schemas.microsoft.com/office/powerpoint/2010/main" Requires="p14">
          <p:contentPart p14:bwMode="auto" r:id="rId51">
            <p14:nvContentPartPr>
              <p14:cNvPr id="1049589" name=""/>
              <p14:cNvContentPartPr/>
              <p14:nvPr/>
            </p14:nvContentPartPr>
            <p14:xfrm>
              <a:off x="675427" y="4588154"/>
              <a:ext cx="207384" cy="6949"/>
            </p14:xfrm>
          </p:contentPart>
        </mc:Choice>
        <mc:Fallback>
          <p:sp>
            <p:nvSpPr>
              <p:cNvPr id="1049589" name=""/>
              <p:cNvSpPr/>
              <p:nvPr/>
            </p:nvSpPr>
            <p:spPr>
              <a:xfrm>
                <a:off x="675427" y="4588154"/>
                <a:ext cx="207384" cy="6949"/>
              </a:xfrm>
            </p:spPr>
          </p:sp>
        </mc:Fallback>
      </mc:AlternateContent>
      <mc:AlternateContent xmlns:mc="http://schemas.openxmlformats.org/markup-compatibility/2006">
        <mc:Choice xmlns:p14="http://schemas.microsoft.com/office/powerpoint/2010/main" Requires="p14">
          <p:contentPart p14:bwMode="auto" r:id="rId52">
            <p14:nvContentPartPr>
              <p14:cNvPr id="1049590" name=""/>
              <p14:cNvContentPartPr/>
              <p14:nvPr/>
            </p14:nvContentPartPr>
            <p14:xfrm>
              <a:off x="878216" y="4678345"/>
              <a:ext cx="160675" cy="238449"/>
            </p14:xfrm>
          </p:contentPart>
        </mc:Choice>
        <mc:Fallback>
          <p:sp>
            <p:nvSpPr>
              <p:cNvPr id="1049590" name=""/>
              <p:cNvSpPr/>
              <p:nvPr/>
            </p:nvSpPr>
            <p:spPr>
              <a:xfrm>
                <a:off x="878216" y="4678345"/>
                <a:ext cx="160675" cy="238449"/>
              </a:xfrm>
            </p:spPr>
          </p:sp>
        </mc:Fallback>
      </mc:AlternateContent>
      <mc:AlternateContent xmlns:mc="http://schemas.openxmlformats.org/markup-compatibility/2006">
        <mc:Choice xmlns:p14="http://schemas.microsoft.com/office/powerpoint/2010/main" Requires="p14">
          <p:contentPart p14:bwMode="auto" r:id="rId53">
            <p14:nvContentPartPr>
              <p14:cNvPr id="1049591" name=""/>
              <p14:cNvContentPartPr/>
              <p14:nvPr/>
            </p14:nvContentPartPr>
            <p14:xfrm>
              <a:off x="1015118" y="4410024"/>
              <a:ext cx="157163" cy="340739"/>
            </p14:xfrm>
          </p:contentPart>
        </mc:Choice>
        <mc:Fallback>
          <p:sp>
            <p:nvSpPr>
              <p:cNvPr id="1049591" name=""/>
              <p:cNvSpPr/>
              <p:nvPr/>
            </p:nvSpPr>
            <p:spPr>
              <a:xfrm>
                <a:off x="1015118" y="4410024"/>
                <a:ext cx="157163" cy="340739"/>
              </a:xfrm>
            </p:spPr>
          </p:sp>
        </mc:Fallback>
      </mc:AlternateContent>
      <mc:AlternateContent xmlns:mc="http://schemas.openxmlformats.org/markup-compatibility/2006">
        <mc:Choice xmlns:p14="http://schemas.microsoft.com/office/powerpoint/2010/main" Requires="p14">
          <p:contentPart p14:bwMode="auto" r:id="rId54">
            <p14:nvContentPartPr>
              <p14:cNvPr id="1049592" name=""/>
              <p14:cNvContentPartPr/>
              <p14:nvPr/>
            </p14:nvContentPartPr>
            <p14:xfrm>
              <a:off x="1312143" y="4563588"/>
              <a:ext cx="293485" cy="207711"/>
            </p14:xfrm>
          </p:contentPart>
        </mc:Choice>
        <mc:Fallback>
          <p:sp>
            <p:nvSpPr>
              <p:cNvPr id="1049592" name=""/>
              <p:cNvSpPr/>
              <p:nvPr/>
            </p:nvSpPr>
            <p:spPr>
              <a:xfrm>
                <a:off x="1312143" y="4563588"/>
                <a:ext cx="293485" cy="207711"/>
              </a:xfrm>
            </p:spPr>
          </p:sp>
        </mc:Fallback>
      </mc:AlternateContent>
      <mc:AlternateContent xmlns:mc="http://schemas.openxmlformats.org/markup-compatibility/2006">
        <mc:Choice xmlns:p14="http://schemas.microsoft.com/office/powerpoint/2010/main" Requires="p14">
          <p:contentPart p14:bwMode="auto" r:id="rId55">
            <p14:nvContentPartPr>
              <p14:cNvPr id="1049593" name=""/>
              <p14:cNvContentPartPr/>
              <p14:nvPr/>
            </p14:nvContentPartPr>
            <p14:xfrm>
              <a:off x="1619691" y="4312901"/>
              <a:ext cx="28527" cy="449225"/>
            </p14:xfrm>
          </p:contentPart>
        </mc:Choice>
        <mc:Fallback>
          <p:sp>
            <p:nvSpPr>
              <p:cNvPr id="1049593" name=""/>
              <p:cNvSpPr/>
              <p:nvPr/>
            </p:nvSpPr>
            <p:spPr>
              <a:xfrm>
                <a:off x="1619691" y="4312901"/>
                <a:ext cx="28527" cy="449225"/>
              </a:xfrm>
            </p:spPr>
          </p:sp>
        </mc:Fallback>
      </mc:AlternateContent>
      <mc:AlternateContent xmlns:mc="http://schemas.openxmlformats.org/markup-compatibility/2006">
        <mc:Choice xmlns:p14="http://schemas.microsoft.com/office/powerpoint/2010/main" Requires="p14">
          <p:contentPart p14:bwMode="auto" r:id="rId56">
            <p14:nvContentPartPr>
              <p14:cNvPr id="1049594" name=""/>
              <p14:cNvContentPartPr/>
              <p14:nvPr/>
            </p14:nvContentPartPr>
            <p14:xfrm>
              <a:off x="1569389" y="4529828"/>
              <a:ext cx="173514" cy="23911"/>
            </p14:xfrm>
          </p:contentPart>
        </mc:Choice>
        <mc:Fallback>
          <p:sp>
            <p:nvSpPr>
              <p:cNvPr id="1049594" name=""/>
              <p:cNvSpPr/>
              <p:nvPr/>
            </p:nvSpPr>
            <p:spPr>
              <a:xfrm>
                <a:off x="1569389" y="4529828"/>
                <a:ext cx="173514" cy="23911"/>
              </a:xfrm>
            </p:spPr>
          </p:sp>
        </mc:Fallback>
      </mc:AlternateContent>
      <mc:AlternateContent xmlns:mc="http://schemas.openxmlformats.org/markup-compatibility/2006">
        <mc:Choice xmlns:p14="http://schemas.microsoft.com/office/powerpoint/2010/main" Requires="p14">
          <p:contentPart p14:bwMode="auto" r:id="rId57">
            <p14:nvContentPartPr>
              <p14:cNvPr id="1049595" name=""/>
              <p14:cNvContentPartPr/>
              <p14:nvPr/>
            </p14:nvContentPartPr>
            <p14:xfrm>
              <a:off x="1834136" y="4280648"/>
              <a:ext cx="1027938" cy="486026"/>
            </p14:xfrm>
          </p:contentPart>
        </mc:Choice>
        <mc:Fallback>
          <p:sp>
            <p:nvSpPr>
              <p:cNvPr id="1049595" name=""/>
              <p:cNvSpPr/>
              <p:nvPr/>
            </p:nvSpPr>
            <p:spPr>
              <a:xfrm>
                <a:off x="1834136" y="4280648"/>
                <a:ext cx="1027938" cy="486026"/>
              </a:xfrm>
            </p:spPr>
          </p:sp>
        </mc:Fallback>
      </mc:AlternateContent>
      <mc:AlternateContent xmlns:mc="http://schemas.openxmlformats.org/markup-compatibility/2006">
        <mc:Choice xmlns:p14="http://schemas.microsoft.com/office/powerpoint/2010/main" Requires="p14">
          <p:contentPart p14:bwMode="auto" r:id="rId58">
            <p14:nvContentPartPr>
              <p14:cNvPr id="1049596" name=""/>
              <p14:cNvContentPartPr/>
              <p14:nvPr/>
            </p14:nvContentPartPr>
            <p14:xfrm>
              <a:off x="2310362" y="4387113"/>
              <a:ext cx="239914" cy="39880"/>
            </p14:xfrm>
          </p:contentPart>
        </mc:Choice>
        <mc:Fallback>
          <p:sp>
            <p:nvSpPr>
              <p:cNvPr id="1049596" name=""/>
              <p:cNvSpPr/>
              <p:nvPr/>
            </p:nvSpPr>
            <p:spPr>
              <a:xfrm>
                <a:off x="2310362" y="4387113"/>
                <a:ext cx="239914" cy="39880"/>
              </a:xfrm>
            </p:spPr>
          </p:sp>
        </mc:Fallback>
      </mc:AlternateContent>
      <mc:AlternateContent xmlns:mc="http://schemas.openxmlformats.org/markup-compatibility/2006">
        <mc:Choice xmlns:p14="http://schemas.microsoft.com/office/powerpoint/2010/main" Requires="p14">
          <p:contentPart p14:bwMode="auto" r:id="rId59">
            <p14:nvContentPartPr>
              <p14:cNvPr id="1049597" name=""/>
              <p14:cNvContentPartPr/>
              <p14:nvPr/>
            </p14:nvContentPartPr>
            <p14:xfrm>
              <a:off x="606166" y="4812776"/>
              <a:ext cx="2229153" cy="158861"/>
            </p14:xfrm>
          </p:contentPart>
        </mc:Choice>
        <mc:Fallback>
          <p:sp>
            <p:nvSpPr>
              <p:cNvPr id="1049597" name=""/>
              <p:cNvSpPr/>
              <p:nvPr/>
            </p:nvSpPr>
            <p:spPr>
              <a:xfrm>
                <a:off x="606166" y="4812776"/>
                <a:ext cx="2229153" cy="158861"/>
              </a:xfrm>
            </p:spPr>
          </p:sp>
        </mc:Fallback>
      </mc:AlternateContent>
      <mc:AlternateContent xmlns:mc="http://schemas.openxmlformats.org/markup-compatibility/2006">
        <mc:Choice xmlns:p14="http://schemas.microsoft.com/office/powerpoint/2010/main" Requires="p14">
          <p:contentPart p14:bwMode="auto" r:id="rId60">
            <p14:nvContentPartPr>
              <p14:cNvPr id="1049598" name=""/>
              <p14:cNvContentPartPr/>
              <p14:nvPr/>
            </p14:nvContentPartPr>
            <p14:xfrm>
              <a:off x="324995" y="1528676"/>
              <a:ext cx="135730" cy="331371"/>
            </p14:xfrm>
          </p:contentPart>
        </mc:Choice>
        <mc:Fallback>
          <p:sp>
            <p:nvSpPr>
              <p:cNvPr id="1049598" name=""/>
              <p:cNvSpPr/>
              <p:nvPr/>
            </p:nvSpPr>
            <p:spPr>
              <a:xfrm>
                <a:off x="324995" y="1528676"/>
                <a:ext cx="135730" cy="331371"/>
              </a:xfrm>
            </p:spPr>
          </p:sp>
        </mc:Fallback>
      </mc:AlternateContent>
      <mc:AlternateContent xmlns:mc="http://schemas.openxmlformats.org/markup-compatibility/2006">
        <mc:Choice xmlns:p14="http://schemas.microsoft.com/office/powerpoint/2010/main" Requires="p14">
          <p:contentPart p14:bwMode="auto" r:id="rId61">
            <p14:nvContentPartPr>
              <p14:cNvPr id="1049599" name=""/>
              <p14:cNvContentPartPr/>
              <p14:nvPr/>
            </p14:nvContentPartPr>
            <p14:xfrm>
              <a:off x="203737" y="1776130"/>
              <a:ext cx="104089" cy="10565"/>
            </p14:xfrm>
          </p:contentPart>
        </mc:Choice>
        <mc:Fallback>
          <p:sp>
            <p:nvSpPr>
              <p:cNvPr id="1049599" name=""/>
              <p:cNvSpPr/>
              <p:nvPr/>
            </p:nvSpPr>
            <p:spPr>
              <a:xfrm>
                <a:off x="203737" y="1776130"/>
                <a:ext cx="104089" cy="10565"/>
              </a:xfrm>
            </p:spPr>
          </p:sp>
        </mc:Fallback>
      </mc:AlternateContent>
      <mc:AlternateContent xmlns:mc="http://schemas.openxmlformats.org/markup-compatibility/2006">
        <mc:Choice xmlns:p14="http://schemas.microsoft.com/office/powerpoint/2010/main" Requires="p14">
          <p:contentPart p14:bwMode="auto" r:id="rId62">
            <p14:nvContentPartPr>
              <p14:cNvPr id="1049600" name=""/>
              <p14:cNvContentPartPr/>
              <p14:nvPr/>
            </p14:nvContentPartPr>
            <p14:xfrm>
              <a:off x="231977" y="1704814"/>
              <a:ext cx="17967" cy="150592"/>
            </p14:xfrm>
          </p:contentPart>
        </mc:Choice>
        <mc:Fallback>
          <p:sp>
            <p:nvSpPr>
              <p:cNvPr id="1049600" name=""/>
              <p:cNvSpPr/>
              <p:nvPr/>
            </p:nvSpPr>
            <p:spPr>
              <a:xfrm>
                <a:off x="231977" y="1704814"/>
                <a:ext cx="17967" cy="150592"/>
              </a:xfrm>
            </p:spPr>
          </p:sp>
        </mc:Fallback>
      </mc:AlternateContent>
      <mc:AlternateContent xmlns:mc="http://schemas.openxmlformats.org/markup-compatibility/2006">
        <mc:Choice xmlns:p14="http://schemas.microsoft.com/office/powerpoint/2010/main" Requires="p14">
          <p:contentPart p14:bwMode="auto" r:id="rId63">
            <p14:nvContentPartPr>
              <p14:cNvPr id="1049601" name=""/>
              <p14:cNvContentPartPr/>
              <p14:nvPr/>
            </p14:nvContentPartPr>
            <p14:xfrm>
              <a:off x="475544" y="1690966"/>
              <a:ext cx="163070" cy="107298"/>
            </p14:xfrm>
          </p:contentPart>
        </mc:Choice>
        <mc:Fallback>
          <p:sp>
            <p:nvSpPr>
              <p:cNvPr id="1049601" name=""/>
              <p:cNvSpPr/>
              <p:nvPr/>
            </p:nvSpPr>
            <p:spPr>
              <a:xfrm>
                <a:off x="475544" y="1690966"/>
                <a:ext cx="163070" cy="107298"/>
              </a:xfrm>
            </p:spPr>
          </p:sp>
        </mc:Fallback>
      </mc:AlternateContent>
      <mc:AlternateContent xmlns:mc="http://schemas.openxmlformats.org/markup-compatibility/2006">
        <mc:Choice xmlns:p14="http://schemas.microsoft.com/office/powerpoint/2010/main" Requires="p14">
          <p:contentPart p14:bwMode="auto" r:id="rId64">
            <p14:nvContentPartPr>
              <p14:cNvPr id="1049602" name=""/>
              <p14:cNvContentPartPr/>
              <p14:nvPr/>
            </p14:nvContentPartPr>
            <p14:xfrm>
              <a:off x="2742217" y="1586946"/>
              <a:ext cx="152112" cy="12763"/>
            </p14:xfrm>
          </p:contentPart>
        </mc:Choice>
        <mc:Fallback>
          <p:sp>
            <p:nvSpPr>
              <p:cNvPr id="1049602" name=""/>
              <p:cNvSpPr/>
              <p:nvPr/>
            </p:nvSpPr>
            <p:spPr>
              <a:xfrm>
                <a:off x="2742217" y="1586946"/>
                <a:ext cx="152112" cy="12763"/>
              </a:xfrm>
            </p:spPr>
          </p:sp>
        </mc:Fallback>
      </mc:AlternateContent>
      <mc:AlternateContent xmlns:mc="http://schemas.openxmlformats.org/markup-compatibility/2006">
        <mc:Choice xmlns:p14="http://schemas.microsoft.com/office/powerpoint/2010/main" Requires="p14">
          <p:contentPart p14:bwMode="auto" r:id="rId65">
            <p14:nvContentPartPr>
              <p14:cNvPr id="1049603" name=""/>
              <p14:cNvContentPartPr/>
              <p14:nvPr/>
            </p14:nvContentPartPr>
            <p14:xfrm>
              <a:off x="2789555" y="1538272"/>
              <a:ext cx="7955" cy="117258"/>
            </p14:xfrm>
          </p:contentPart>
        </mc:Choice>
        <mc:Fallback>
          <p:sp>
            <p:nvSpPr>
              <p:cNvPr id="1049603" name=""/>
              <p:cNvSpPr/>
              <p:nvPr/>
            </p:nvSpPr>
            <p:spPr>
              <a:xfrm>
                <a:off x="2789555" y="1538272"/>
                <a:ext cx="7955" cy="117258"/>
              </a:xfrm>
            </p:spPr>
          </p:sp>
        </mc:Fallback>
      </mc:AlternateContent>
      <mc:AlternateContent xmlns:mc="http://schemas.openxmlformats.org/markup-compatibility/2006">
        <mc:Choice xmlns:p14="http://schemas.microsoft.com/office/powerpoint/2010/main" Requires="p14">
          <p:contentPart p14:bwMode="auto" r:id="rId66">
            <p14:nvContentPartPr>
              <p14:cNvPr id="1049604" name=""/>
              <p14:cNvContentPartPr/>
              <p14:nvPr/>
            </p14:nvContentPartPr>
            <p14:xfrm>
              <a:off x="2934115" y="1399003"/>
              <a:ext cx="94378" cy="228968"/>
            </p14:xfrm>
          </p:contentPart>
        </mc:Choice>
        <mc:Fallback>
          <p:sp>
            <p:nvSpPr>
              <p:cNvPr id="1049604" name=""/>
              <p:cNvSpPr/>
              <p:nvPr/>
            </p:nvSpPr>
            <p:spPr>
              <a:xfrm>
                <a:off x="2934115" y="1399003"/>
                <a:ext cx="94378" cy="228968"/>
              </a:xfrm>
            </p:spPr>
          </p:sp>
        </mc:Fallback>
      </mc:AlternateContent>
      <mc:AlternateContent xmlns:mc="http://schemas.openxmlformats.org/markup-compatibility/2006">
        <mc:Choice xmlns:p14="http://schemas.microsoft.com/office/powerpoint/2010/main" Requires="p14">
          <p:contentPart p14:bwMode="auto" r:id="rId67">
            <p14:nvContentPartPr>
              <p14:cNvPr id="1049605" name=""/>
              <p14:cNvContentPartPr/>
              <p14:nvPr/>
            </p14:nvContentPartPr>
            <p14:xfrm>
              <a:off x="3042603" y="1474199"/>
              <a:ext cx="101552" cy="165321"/>
            </p14:xfrm>
          </p:contentPart>
        </mc:Choice>
        <mc:Fallback>
          <p:sp>
            <p:nvSpPr>
              <p:cNvPr id="1049605" name=""/>
              <p:cNvSpPr/>
              <p:nvPr/>
            </p:nvSpPr>
            <p:spPr>
              <a:xfrm>
                <a:off x="3042603" y="1474199"/>
                <a:ext cx="101552" cy="165321"/>
              </a:xfrm>
            </p:spPr>
          </p:sp>
        </mc:Fallback>
      </mc:AlternateContent>
      <mc:AlternateContent xmlns:mc="http://schemas.openxmlformats.org/markup-compatibility/2006">
        <mc:Choice xmlns:p14="http://schemas.microsoft.com/office/powerpoint/2010/main" Requires="p14">
          <p:contentPart p14:bwMode="auto" r:id="rId68">
            <p14:nvContentPartPr>
              <p14:cNvPr id="1049606" name=""/>
              <p14:cNvContentPartPr/>
              <p14:nvPr/>
            </p14:nvContentPartPr>
            <p14:xfrm>
              <a:off x="1240662" y="477490"/>
              <a:ext cx="160180" cy="17844"/>
            </p14:xfrm>
          </p:contentPart>
        </mc:Choice>
        <mc:Fallback>
          <p:sp>
            <p:nvSpPr>
              <p:cNvPr id="1049606" name=""/>
              <p:cNvSpPr/>
              <p:nvPr/>
            </p:nvSpPr>
            <p:spPr>
              <a:xfrm>
                <a:off x="1240662" y="477490"/>
                <a:ext cx="160180" cy="17844"/>
              </a:xfrm>
            </p:spPr>
          </p:sp>
        </mc:Fallback>
      </mc:AlternateContent>
      <mc:AlternateContent xmlns:mc="http://schemas.openxmlformats.org/markup-compatibility/2006">
        <mc:Choice xmlns:p14="http://schemas.microsoft.com/office/powerpoint/2010/main" Requires="p14">
          <p:contentPart p14:bwMode="auto" r:id="rId69">
            <p14:nvContentPartPr>
              <p14:cNvPr id="1049607" name=""/>
              <p14:cNvContentPartPr/>
              <p14:nvPr/>
            </p14:nvContentPartPr>
            <p14:xfrm>
              <a:off x="1390319" y="280743"/>
              <a:ext cx="167745" cy="287388"/>
            </p14:xfrm>
          </p:contentPart>
        </mc:Choice>
        <mc:Fallback>
          <p:sp>
            <p:nvSpPr>
              <p:cNvPr id="1049607" name=""/>
              <p:cNvSpPr/>
              <p:nvPr/>
            </p:nvSpPr>
            <p:spPr>
              <a:xfrm>
                <a:off x="1390319" y="280743"/>
                <a:ext cx="167745" cy="287388"/>
              </a:xfrm>
            </p:spPr>
          </p:sp>
        </mc:Fallback>
      </mc:AlternateContent>
      <mc:AlternateContent xmlns:mc="http://schemas.openxmlformats.org/markup-compatibility/2006">
        <mc:Choice xmlns:p14="http://schemas.microsoft.com/office/powerpoint/2010/main" Requires="p14">
          <p:contentPart p14:bwMode="auto" r:id="rId70">
            <p14:nvContentPartPr>
              <p14:cNvPr id="1049608" name=""/>
              <p14:cNvContentPartPr/>
              <p14:nvPr/>
            </p14:nvContentPartPr>
            <p14:xfrm>
              <a:off x="1576072" y="242072"/>
              <a:ext cx="119809" cy="286786"/>
            </p14:xfrm>
          </p:contentPart>
        </mc:Choice>
        <mc:Fallback>
          <p:sp>
            <p:nvSpPr>
              <p:cNvPr id="1049608" name=""/>
              <p:cNvSpPr/>
              <p:nvPr/>
            </p:nvSpPr>
            <p:spPr>
              <a:xfrm>
                <a:off x="1576072" y="242072"/>
                <a:ext cx="119809" cy="286786"/>
              </a:xfrm>
            </p:spPr>
          </p:sp>
        </mc:Fallback>
      </mc:AlternateContent>
      <mc:AlternateContent xmlns:mc="http://schemas.openxmlformats.org/markup-compatibility/2006">
        <mc:Choice xmlns:p14="http://schemas.microsoft.com/office/powerpoint/2010/main" Requires="p14">
          <p:contentPart p14:bwMode="auto" r:id="rId71">
            <p14:nvContentPartPr>
              <p14:cNvPr id="1049609" name=""/>
              <p14:cNvContentPartPr/>
              <p14:nvPr/>
            </p14:nvContentPartPr>
            <p14:xfrm>
              <a:off x="1698233" y="354757"/>
              <a:ext cx="107222" cy="133131"/>
            </p14:xfrm>
          </p:contentPart>
        </mc:Choice>
        <mc:Fallback>
          <p:sp>
            <p:nvSpPr>
              <p:cNvPr id="1049609" name=""/>
              <p:cNvSpPr/>
              <p:nvPr/>
            </p:nvSpPr>
            <p:spPr>
              <a:xfrm>
                <a:off x="1698233" y="354757"/>
                <a:ext cx="107222" cy="133131"/>
              </a:xfrm>
            </p:spPr>
          </p:sp>
        </mc:Fallback>
      </mc:AlternateContent>
      <mc:AlternateContent xmlns:mc="http://schemas.openxmlformats.org/markup-compatibility/2006">
        <mc:Choice xmlns:p14="http://schemas.microsoft.com/office/powerpoint/2010/main" Requires="p14">
          <p:contentPart p14:bwMode="auto" r:id="rId72">
            <p14:nvContentPartPr>
              <p14:cNvPr id="1049610" name=""/>
              <p14:cNvContentPartPr/>
              <p14:nvPr/>
            </p14:nvContentPartPr>
            <p14:xfrm>
              <a:off x="1201510" y="150797"/>
              <a:ext cx="756366" cy="530733"/>
            </p14:xfrm>
          </p:contentPart>
        </mc:Choice>
        <mc:Fallback>
          <p:sp>
            <p:nvSpPr>
              <p:cNvPr id="1049610" name=""/>
              <p:cNvSpPr/>
              <p:nvPr/>
            </p:nvSpPr>
            <p:spPr>
              <a:xfrm>
                <a:off x="1201510" y="150797"/>
                <a:ext cx="756366" cy="530733"/>
              </a:xfrm>
            </p:spPr>
          </p:sp>
        </mc:Fallback>
      </mc:AlternateContent>
      <mc:AlternateContent xmlns:mc="http://schemas.openxmlformats.org/markup-compatibility/2006">
        <mc:Choice xmlns:p14="http://schemas.microsoft.com/office/powerpoint/2010/main" Requires="p14">
          <p:contentPart p14:bwMode="auto" r:id="rId73">
            <p14:nvContentPartPr>
              <p14:cNvPr id="1049611" name=""/>
              <p14:cNvContentPartPr/>
              <p14:nvPr/>
            </p14:nvContentPartPr>
            <p14:xfrm>
              <a:off x="2268990" y="3507337"/>
              <a:ext cx="15657" cy="30186"/>
            </p14:xfrm>
          </p:contentPart>
        </mc:Choice>
        <mc:Fallback>
          <p:sp>
            <p:nvSpPr>
              <p:cNvPr id="1049611" name=""/>
              <p:cNvSpPr/>
              <p:nvPr/>
            </p:nvSpPr>
            <p:spPr>
              <a:xfrm>
                <a:off x="2268990" y="3507337"/>
                <a:ext cx="15657" cy="30186"/>
              </a:xfrm>
            </p:spPr>
          </p:sp>
        </mc:Fallback>
      </mc:AlternateContent>
      <mc:AlternateContent xmlns:mc="http://schemas.openxmlformats.org/markup-compatibility/2006">
        <mc:Choice xmlns:p14="http://schemas.microsoft.com/office/powerpoint/2010/main" Requires="p14">
          <p:contentPart p14:bwMode="auto" r:id="rId74">
            <p14:nvContentPartPr>
              <p14:cNvPr id="1049612" name=""/>
              <p14:cNvContentPartPr/>
              <p14:nvPr/>
            </p14:nvContentPartPr>
            <p14:xfrm>
              <a:off x="3736727" y="234228"/>
              <a:ext cx="85657" cy="5845857"/>
            </p14:xfrm>
          </p:contentPart>
        </mc:Choice>
        <mc:Fallback>
          <p:sp>
            <p:nvSpPr>
              <p:cNvPr id="1049612" name=""/>
              <p:cNvSpPr/>
              <p:nvPr/>
            </p:nvSpPr>
            <p:spPr>
              <a:xfrm>
                <a:off x="3736727" y="234228"/>
                <a:ext cx="85657" cy="5845857"/>
              </a:xfrm>
            </p:spPr>
          </p:sp>
        </mc:Fallback>
      </mc:AlternateContent>
      <mc:AlternateContent xmlns:mc="http://schemas.openxmlformats.org/markup-compatibility/2006">
        <mc:Choice xmlns:p14="http://schemas.microsoft.com/office/powerpoint/2010/main" Requires="p14">
          <p:contentPart p14:bwMode="auto" r:id="rId75">
            <p14:nvContentPartPr>
              <p14:cNvPr id="1049613" name=""/>
              <p14:cNvContentPartPr/>
              <p14:nvPr/>
            </p14:nvContentPartPr>
            <p14:xfrm>
              <a:off x="4122872" y="693669"/>
              <a:ext cx="209539" cy="522802"/>
            </p14:xfrm>
          </p:contentPart>
        </mc:Choice>
        <mc:Fallback>
          <p:sp>
            <p:nvSpPr>
              <p:cNvPr id="1049613" name=""/>
              <p:cNvSpPr/>
              <p:nvPr/>
            </p:nvSpPr>
            <p:spPr>
              <a:xfrm>
                <a:off x="4122872" y="693669"/>
                <a:ext cx="209539" cy="522802"/>
              </a:xfrm>
            </p:spPr>
          </p:sp>
        </mc:Fallback>
      </mc:AlternateContent>
      <mc:AlternateContent xmlns:mc="http://schemas.openxmlformats.org/markup-compatibility/2006">
        <mc:Choice xmlns:p14="http://schemas.microsoft.com/office/powerpoint/2010/main" Requires="p14">
          <p:contentPart p14:bwMode="auto" r:id="rId76">
            <p14:nvContentPartPr>
              <p14:cNvPr id="1049614" name=""/>
              <p14:cNvContentPartPr/>
              <p14:nvPr/>
            </p14:nvContentPartPr>
            <p14:xfrm>
              <a:off x="4144051" y="625392"/>
              <a:ext cx="207384" cy="17494"/>
            </p14:xfrm>
          </p:contentPart>
        </mc:Choice>
        <mc:Fallback>
          <p:sp>
            <p:nvSpPr>
              <p:cNvPr id="1049614" name=""/>
              <p:cNvSpPr/>
              <p:nvPr/>
            </p:nvSpPr>
            <p:spPr>
              <a:xfrm>
                <a:off x="4144051" y="625392"/>
                <a:ext cx="207384" cy="17494"/>
              </a:xfrm>
            </p:spPr>
          </p:sp>
        </mc:Fallback>
      </mc:AlternateContent>
      <mc:AlternateContent xmlns:mc="http://schemas.openxmlformats.org/markup-compatibility/2006">
        <mc:Choice xmlns:p14="http://schemas.microsoft.com/office/powerpoint/2010/main" Requires="p14">
          <p:contentPart p14:bwMode="auto" r:id="rId77">
            <p14:nvContentPartPr>
              <p14:cNvPr id="1049615" name=""/>
              <p14:cNvContentPartPr/>
              <p14:nvPr/>
            </p14:nvContentPartPr>
            <p14:xfrm>
              <a:off x="4251274" y="581957"/>
              <a:ext cx="96760" cy="121583"/>
            </p14:xfrm>
          </p:contentPart>
        </mc:Choice>
        <mc:Fallback>
          <p:sp>
            <p:nvSpPr>
              <p:cNvPr id="1049615" name=""/>
              <p:cNvSpPr/>
              <p:nvPr/>
            </p:nvSpPr>
            <p:spPr>
              <a:xfrm>
                <a:off x="4251274" y="581957"/>
                <a:ext cx="96760" cy="121583"/>
              </a:xfrm>
            </p:spPr>
          </p:sp>
        </mc:Fallback>
      </mc:AlternateContent>
      <mc:AlternateContent xmlns:mc="http://schemas.openxmlformats.org/markup-compatibility/2006">
        <mc:Choice xmlns:p14="http://schemas.microsoft.com/office/powerpoint/2010/main" Requires="p14">
          <p:contentPart p14:bwMode="auto" r:id="rId78">
            <p14:nvContentPartPr>
              <p14:cNvPr id="1049616" name=""/>
              <p14:cNvContentPartPr/>
              <p14:nvPr/>
            </p14:nvContentPartPr>
            <p14:xfrm>
              <a:off x="4022709" y="276134"/>
              <a:ext cx="1100580" cy="265298"/>
            </p14:xfrm>
          </p:contentPart>
        </mc:Choice>
        <mc:Fallback>
          <p:sp>
            <p:nvSpPr>
              <p:cNvPr id="1049616" name=""/>
              <p:cNvSpPr/>
              <p:nvPr/>
            </p:nvSpPr>
            <p:spPr>
              <a:xfrm>
                <a:off x="4022709" y="276134"/>
                <a:ext cx="1100580" cy="265298"/>
              </a:xfrm>
            </p:spPr>
          </p:sp>
        </mc:Fallback>
      </mc:AlternateContent>
      <mc:AlternateContent xmlns:mc="http://schemas.openxmlformats.org/markup-compatibility/2006">
        <mc:Choice xmlns:p14="http://schemas.microsoft.com/office/powerpoint/2010/main" Requires="p14">
          <p:contentPart p14:bwMode="auto" r:id="rId79">
            <p14:nvContentPartPr>
              <p14:cNvPr id="1049617" name=""/>
              <p14:cNvContentPartPr/>
              <p14:nvPr/>
            </p14:nvContentPartPr>
            <p14:xfrm>
              <a:off x="4995212" y="778807"/>
              <a:ext cx="366746" cy="29373"/>
            </p14:xfrm>
          </p:contentPart>
        </mc:Choice>
        <mc:Fallback>
          <p:sp>
            <p:nvSpPr>
              <p:cNvPr id="1049617" name=""/>
              <p:cNvSpPr/>
              <p:nvPr/>
            </p:nvSpPr>
            <p:spPr>
              <a:xfrm>
                <a:off x="4995212" y="778807"/>
                <a:ext cx="366746" cy="29373"/>
              </a:xfrm>
            </p:spPr>
          </p:sp>
        </mc:Fallback>
      </mc:AlternateContent>
      <mc:AlternateContent xmlns:mc="http://schemas.openxmlformats.org/markup-compatibility/2006">
        <mc:Choice xmlns:p14="http://schemas.microsoft.com/office/powerpoint/2010/main" Requires="p14">
          <p:contentPart p14:bwMode="auto" r:id="rId80">
            <p14:nvContentPartPr>
              <p14:cNvPr id="1049618" name=""/>
              <p14:cNvContentPartPr/>
              <p14:nvPr/>
            </p14:nvContentPartPr>
            <p14:xfrm>
              <a:off x="5023893" y="845210"/>
              <a:ext cx="343381" cy="62633"/>
            </p14:xfrm>
          </p:contentPart>
        </mc:Choice>
        <mc:Fallback>
          <p:sp>
            <p:nvSpPr>
              <p:cNvPr id="1049618" name=""/>
              <p:cNvSpPr/>
              <p:nvPr/>
            </p:nvSpPr>
            <p:spPr>
              <a:xfrm>
                <a:off x="5023893" y="845210"/>
                <a:ext cx="343381" cy="62633"/>
              </a:xfrm>
            </p:spPr>
          </p:sp>
        </mc:Fallback>
      </mc:AlternateContent>
      <mc:AlternateContent xmlns:mc="http://schemas.openxmlformats.org/markup-compatibility/2006">
        <mc:Choice xmlns:p14="http://schemas.microsoft.com/office/powerpoint/2010/main" Requires="p14">
          <p:contentPart p14:bwMode="auto" r:id="rId81">
            <p14:nvContentPartPr>
              <p14:cNvPr id="1049619" name=""/>
              <p14:cNvContentPartPr/>
              <p14:nvPr/>
            </p14:nvContentPartPr>
            <p14:xfrm>
              <a:off x="5259959" y="719956"/>
              <a:ext cx="188359" cy="275253"/>
            </p14:xfrm>
          </p:contentPart>
        </mc:Choice>
        <mc:Fallback>
          <p:sp>
            <p:nvSpPr>
              <p:cNvPr id="1049619" name=""/>
              <p:cNvSpPr/>
              <p:nvPr/>
            </p:nvSpPr>
            <p:spPr>
              <a:xfrm>
                <a:off x="5259959" y="719956"/>
                <a:ext cx="188359" cy="275253"/>
              </a:xfrm>
            </p:spPr>
          </p:sp>
        </mc:Fallback>
      </mc:AlternateContent>
      <mc:AlternateContent xmlns:mc="http://schemas.openxmlformats.org/markup-compatibility/2006">
        <mc:Choice xmlns:p14="http://schemas.microsoft.com/office/powerpoint/2010/main" Requires="p14">
          <p:contentPart p14:bwMode="auto" r:id="rId82">
            <p14:nvContentPartPr>
              <p14:cNvPr id="1049620" name=""/>
              <p14:cNvContentPartPr/>
              <p14:nvPr/>
            </p14:nvContentPartPr>
            <p14:xfrm>
              <a:off x="5676115" y="686526"/>
              <a:ext cx="154114" cy="290322"/>
            </p14:xfrm>
          </p:contentPart>
        </mc:Choice>
        <mc:Fallback>
          <p:sp>
            <p:nvSpPr>
              <p:cNvPr id="1049620" name=""/>
              <p:cNvSpPr/>
              <p:nvPr/>
            </p:nvSpPr>
            <p:spPr>
              <a:xfrm>
                <a:off x="5676115" y="686526"/>
                <a:ext cx="154114" cy="290322"/>
              </a:xfrm>
            </p:spPr>
          </p:sp>
        </mc:Fallback>
      </mc:AlternateContent>
      <mc:AlternateContent xmlns:mc="http://schemas.openxmlformats.org/markup-compatibility/2006">
        <mc:Choice xmlns:p14="http://schemas.microsoft.com/office/powerpoint/2010/main" Requires="p14">
          <p:contentPart p14:bwMode="auto" r:id="rId83">
            <p14:nvContentPartPr>
              <p14:cNvPr id="1049621" name=""/>
              <p14:cNvContentPartPr/>
              <p14:nvPr/>
            </p14:nvContentPartPr>
            <p14:xfrm>
              <a:off x="5868440" y="754632"/>
              <a:ext cx="430486" cy="170357"/>
            </p14:xfrm>
          </p:contentPart>
        </mc:Choice>
        <mc:Fallback>
          <p:sp>
            <p:nvSpPr>
              <p:cNvPr id="1049621" name=""/>
              <p:cNvSpPr/>
              <p:nvPr/>
            </p:nvSpPr>
            <p:spPr>
              <a:xfrm>
                <a:off x="5868440" y="754632"/>
                <a:ext cx="430486" cy="170357"/>
              </a:xfrm>
            </p:spPr>
          </p:sp>
        </mc:Fallback>
      </mc:AlternateContent>
      <mc:AlternateContent xmlns:mc="http://schemas.openxmlformats.org/markup-compatibility/2006">
        <mc:Choice xmlns:p14="http://schemas.microsoft.com/office/powerpoint/2010/main" Requires="p14">
          <p:contentPart p14:bwMode="auto" r:id="rId84">
            <p14:nvContentPartPr>
              <p14:cNvPr id="1049622" name=""/>
              <p14:cNvContentPartPr/>
              <p14:nvPr/>
            </p14:nvContentPartPr>
            <p14:xfrm>
              <a:off x="6299939" y="726906"/>
              <a:ext cx="291682" cy="188114"/>
            </p14:xfrm>
          </p:contentPart>
        </mc:Choice>
        <mc:Fallback>
          <p:sp>
            <p:nvSpPr>
              <p:cNvPr id="1049622" name=""/>
              <p:cNvSpPr/>
              <p:nvPr/>
            </p:nvSpPr>
            <p:spPr>
              <a:xfrm>
                <a:off x="6299939" y="726906"/>
                <a:ext cx="291682" cy="188114"/>
              </a:xfrm>
            </p:spPr>
          </p:sp>
        </mc:Fallback>
      </mc:AlternateContent>
      <mc:AlternateContent xmlns:mc="http://schemas.openxmlformats.org/markup-compatibility/2006">
        <mc:Choice xmlns:p14="http://schemas.microsoft.com/office/powerpoint/2010/main" Requires="p14">
          <p:contentPart p14:bwMode="auto" r:id="rId85">
            <p14:nvContentPartPr>
              <p14:cNvPr id="1049623" name=""/>
              <p14:cNvContentPartPr/>
              <p14:nvPr/>
            </p14:nvContentPartPr>
            <p14:xfrm>
              <a:off x="6775863" y="622910"/>
              <a:ext cx="372182" cy="244315"/>
            </p14:xfrm>
          </p:contentPart>
        </mc:Choice>
        <mc:Fallback>
          <p:sp>
            <p:nvSpPr>
              <p:cNvPr id="1049623" name=""/>
              <p:cNvSpPr/>
              <p:nvPr/>
            </p:nvSpPr>
            <p:spPr>
              <a:xfrm>
                <a:off x="6775863" y="622910"/>
                <a:ext cx="372182" cy="244315"/>
              </a:xfrm>
            </p:spPr>
          </p:sp>
        </mc:Fallback>
      </mc:AlternateContent>
      <mc:AlternateContent xmlns:mc="http://schemas.openxmlformats.org/markup-compatibility/2006">
        <mc:Choice xmlns:p14="http://schemas.microsoft.com/office/powerpoint/2010/main" Requires="p14">
          <p:contentPart p14:bwMode="auto" r:id="rId86">
            <p14:nvContentPartPr>
              <p14:cNvPr id="1049624" name=""/>
              <p14:cNvContentPartPr/>
              <p14:nvPr/>
            </p14:nvContentPartPr>
            <p14:xfrm>
              <a:off x="7232483" y="505037"/>
              <a:ext cx="314749" cy="331428"/>
            </p14:xfrm>
          </p:contentPart>
        </mc:Choice>
        <mc:Fallback>
          <p:sp>
            <p:nvSpPr>
              <p:cNvPr id="1049624" name=""/>
              <p:cNvSpPr/>
              <p:nvPr/>
            </p:nvSpPr>
            <p:spPr>
              <a:xfrm>
                <a:off x="7232483" y="505037"/>
                <a:ext cx="314749" cy="331428"/>
              </a:xfrm>
            </p:spPr>
          </p:sp>
        </mc:Fallback>
      </mc:AlternateContent>
      <mc:AlternateContent xmlns:mc="http://schemas.openxmlformats.org/markup-compatibility/2006">
        <mc:Choice xmlns:p14="http://schemas.microsoft.com/office/powerpoint/2010/main" Requires="p14">
          <p:contentPart p14:bwMode="auto" r:id="rId87">
            <p14:nvContentPartPr>
              <p14:cNvPr id="1049625" name=""/>
              <p14:cNvContentPartPr/>
              <p14:nvPr/>
            </p14:nvContentPartPr>
            <p14:xfrm>
              <a:off x="7555240" y="648935"/>
              <a:ext cx="737091" cy="303756"/>
            </p14:xfrm>
          </p:contentPart>
        </mc:Choice>
        <mc:Fallback>
          <p:sp>
            <p:nvSpPr>
              <p:cNvPr id="1049625" name=""/>
              <p:cNvSpPr/>
              <p:nvPr/>
            </p:nvSpPr>
            <p:spPr>
              <a:xfrm>
                <a:off x="7555240" y="648935"/>
                <a:ext cx="737091" cy="303756"/>
              </a:xfrm>
            </p:spPr>
          </p:sp>
        </mc:Fallback>
      </mc:AlternateContent>
      <mc:AlternateContent xmlns:mc="http://schemas.openxmlformats.org/markup-compatibility/2006">
        <mc:Choice xmlns:p14="http://schemas.microsoft.com/office/powerpoint/2010/main" Requires="p14">
          <p:contentPart p14:bwMode="auto" r:id="rId88">
            <p14:nvContentPartPr>
              <p14:cNvPr id="1049626" name=""/>
              <p14:cNvContentPartPr/>
              <p14:nvPr/>
            </p14:nvContentPartPr>
            <p14:xfrm>
              <a:off x="7012142" y="718619"/>
              <a:ext cx="89578" cy="95156"/>
            </p14:xfrm>
          </p:contentPart>
        </mc:Choice>
        <mc:Fallback>
          <p:sp>
            <p:nvSpPr>
              <p:cNvPr id="1049626" name=""/>
              <p:cNvSpPr/>
              <p:nvPr/>
            </p:nvSpPr>
            <p:spPr>
              <a:xfrm>
                <a:off x="7012142" y="718619"/>
                <a:ext cx="89578" cy="95156"/>
              </a:xfrm>
            </p:spPr>
          </p:sp>
        </mc:Fallback>
      </mc:AlternateContent>
      <mc:AlternateContent xmlns:mc="http://schemas.openxmlformats.org/markup-compatibility/2006">
        <mc:Choice xmlns:p14="http://schemas.microsoft.com/office/powerpoint/2010/main" Requires="p14">
          <p:contentPart p14:bwMode="auto" r:id="rId89">
            <p14:nvContentPartPr>
              <p14:cNvPr id="1049627" name=""/>
              <p14:cNvContentPartPr/>
              <p14:nvPr/>
            </p14:nvContentPartPr>
            <p14:xfrm>
              <a:off x="8431594" y="545720"/>
              <a:ext cx="182266" cy="349416"/>
            </p14:xfrm>
          </p:contentPart>
        </mc:Choice>
        <mc:Fallback>
          <p:sp>
            <p:nvSpPr>
              <p:cNvPr id="1049627" name=""/>
              <p:cNvSpPr/>
              <p:nvPr/>
            </p:nvSpPr>
            <p:spPr>
              <a:xfrm>
                <a:off x="8431594" y="545720"/>
                <a:ext cx="182266" cy="349416"/>
              </a:xfrm>
            </p:spPr>
          </p:sp>
        </mc:Fallback>
      </mc:AlternateContent>
      <mc:AlternateContent xmlns:mc="http://schemas.openxmlformats.org/markup-compatibility/2006">
        <mc:Choice xmlns:p14="http://schemas.microsoft.com/office/powerpoint/2010/main" Requires="p14">
          <p:contentPart p14:bwMode="auto" r:id="rId90">
            <p14:nvContentPartPr>
              <p14:cNvPr id="1049628" name=""/>
              <p14:cNvContentPartPr/>
              <p14:nvPr/>
            </p14:nvContentPartPr>
            <p14:xfrm>
              <a:off x="8421036" y="711206"/>
              <a:ext cx="167587" cy="51936"/>
            </p14:xfrm>
          </p:contentPart>
        </mc:Choice>
        <mc:Fallback>
          <p:sp>
            <p:nvSpPr>
              <p:cNvPr id="1049628" name=""/>
              <p:cNvSpPr/>
              <p:nvPr/>
            </p:nvSpPr>
            <p:spPr>
              <a:xfrm>
                <a:off x="8421036" y="711206"/>
                <a:ext cx="167587" cy="51936"/>
              </a:xfrm>
            </p:spPr>
          </p:sp>
        </mc:Fallback>
      </mc:AlternateContent>
      <mc:AlternateContent xmlns:mc="http://schemas.openxmlformats.org/markup-compatibility/2006">
        <mc:Choice xmlns:p14="http://schemas.microsoft.com/office/powerpoint/2010/main" Requires="p14">
          <p:contentPart p14:bwMode="auto" r:id="rId91">
            <p14:nvContentPartPr>
              <p14:cNvPr id="1049629" name=""/>
              <p14:cNvContentPartPr/>
              <p14:nvPr/>
            </p14:nvContentPartPr>
            <p14:xfrm>
              <a:off x="8431184" y="434467"/>
              <a:ext cx="246333" cy="46720"/>
            </p14:xfrm>
          </p:contentPart>
        </mc:Choice>
        <mc:Fallback>
          <p:sp>
            <p:nvSpPr>
              <p:cNvPr id="1049629" name=""/>
              <p:cNvSpPr/>
              <p:nvPr/>
            </p:nvSpPr>
            <p:spPr>
              <a:xfrm>
                <a:off x="8431184" y="434467"/>
                <a:ext cx="246333" cy="46720"/>
              </a:xfrm>
            </p:spPr>
          </p:sp>
        </mc:Fallback>
      </mc:AlternateContent>
      <mc:AlternateContent xmlns:mc="http://schemas.openxmlformats.org/markup-compatibility/2006">
        <mc:Choice xmlns:p14="http://schemas.microsoft.com/office/powerpoint/2010/main" Requires="p14">
          <p:contentPart p14:bwMode="auto" r:id="rId92">
            <p14:nvContentPartPr>
              <p14:cNvPr id="1049630" name=""/>
              <p14:cNvContentPartPr/>
              <p14:nvPr/>
            </p14:nvContentPartPr>
            <p14:xfrm>
              <a:off x="8606800" y="379177"/>
              <a:ext cx="120933" cy="159344"/>
            </p14:xfrm>
          </p:contentPart>
        </mc:Choice>
        <mc:Fallback>
          <p:sp>
            <p:nvSpPr>
              <p:cNvPr id="1049630" name=""/>
              <p:cNvSpPr/>
              <p:nvPr/>
            </p:nvSpPr>
            <p:spPr>
              <a:xfrm>
                <a:off x="8606800" y="379177"/>
                <a:ext cx="120933" cy="159344"/>
              </a:xfrm>
            </p:spPr>
          </p:sp>
        </mc:Fallback>
      </mc:AlternateContent>
      <mc:AlternateContent xmlns:mc="http://schemas.openxmlformats.org/markup-compatibility/2006">
        <mc:Choice xmlns:p14="http://schemas.microsoft.com/office/powerpoint/2010/main" Requires="p14">
          <p:contentPart p14:bwMode="auto" r:id="rId93">
            <p14:nvContentPartPr>
              <p14:cNvPr id="1049631" name=""/>
              <p14:cNvContentPartPr/>
              <p14:nvPr/>
            </p14:nvContentPartPr>
            <p14:xfrm>
              <a:off x="4263654" y="1494589"/>
              <a:ext cx="23360" cy="234103"/>
            </p14:xfrm>
          </p:contentPart>
        </mc:Choice>
        <mc:Fallback>
          <p:sp>
            <p:nvSpPr>
              <p:cNvPr id="1049631" name=""/>
              <p:cNvSpPr/>
              <p:nvPr/>
            </p:nvSpPr>
            <p:spPr>
              <a:xfrm>
                <a:off x="4263654" y="1494589"/>
                <a:ext cx="23360" cy="234103"/>
              </a:xfrm>
            </p:spPr>
          </p:sp>
        </mc:Fallback>
      </mc:AlternateContent>
      <mc:AlternateContent xmlns:mc="http://schemas.openxmlformats.org/markup-compatibility/2006">
        <mc:Choice xmlns:p14="http://schemas.microsoft.com/office/powerpoint/2010/main" Requires="p14">
          <p:contentPart p14:bwMode="auto" r:id="rId94">
            <p14:nvContentPartPr>
              <p14:cNvPr id="1049632" name=""/>
              <p14:cNvContentPartPr/>
              <p14:nvPr/>
            </p14:nvContentPartPr>
            <p14:xfrm>
              <a:off x="4215533" y="1491362"/>
              <a:ext cx="165914" cy="365846"/>
            </p14:xfrm>
          </p:contentPart>
        </mc:Choice>
        <mc:Fallback>
          <p:sp>
            <p:nvSpPr>
              <p:cNvPr id="1049632" name=""/>
              <p:cNvSpPr/>
              <p:nvPr/>
            </p:nvSpPr>
            <p:spPr>
              <a:xfrm>
                <a:off x="4215533" y="1491362"/>
                <a:ext cx="165914" cy="365846"/>
              </a:xfrm>
            </p:spPr>
          </p:sp>
        </mc:Fallback>
      </mc:AlternateContent>
      <mc:AlternateContent xmlns:mc="http://schemas.openxmlformats.org/markup-compatibility/2006">
        <mc:Choice xmlns:p14="http://schemas.microsoft.com/office/powerpoint/2010/main" Requires="p14">
          <p:contentPart p14:bwMode="auto" r:id="rId95">
            <p14:nvContentPartPr>
              <p14:cNvPr id="1049633" name=""/>
              <p14:cNvContentPartPr/>
              <p14:nvPr/>
            </p14:nvContentPartPr>
            <p14:xfrm>
              <a:off x="4428008" y="1346165"/>
              <a:ext cx="32857" cy="112138"/>
            </p14:xfrm>
          </p:contentPart>
        </mc:Choice>
        <mc:Fallback>
          <p:sp>
            <p:nvSpPr>
              <p:cNvPr id="1049633" name=""/>
              <p:cNvSpPr/>
              <p:nvPr/>
            </p:nvSpPr>
            <p:spPr>
              <a:xfrm>
                <a:off x="4428008" y="1346165"/>
                <a:ext cx="32857" cy="112138"/>
              </a:xfrm>
            </p:spPr>
          </p:sp>
        </mc:Fallback>
      </mc:AlternateContent>
      <mc:AlternateContent xmlns:mc="http://schemas.openxmlformats.org/markup-compatibility/2006">
        <mc:Choice xmlns:p14="http://schemas.microsoft.com/office/powerpoint/2010/main" Requires="p14">
          <p:contentPart p14:bwMode="auto" r:id="rId96">
            <p14:nvContentPartPr>
              <p14:cNvPr id="1049634" name=""/>
              <p14:cNvContentPartPr/>
              <p14:nvPr/>
            </p14:nvContentPartPr>
            <p14:xfrm>
              <a:off x="4519653" y="1633218"/>
              <a:ext cx="384334" cy="159649"/>
            </p14:xfrm>
          </p:contentPart>
        </mc:Choice>
        <mc:Fallback>
          <p:sp>
            <p:nvSpPr>
              <p:cNvPr id="1049634" name=""/>
              <p:cNvSpPr/>
              <p:nvPr/>
            </p:nvSpPr>
            <p:spPr>
              <a:xfrm>
                <a:off x="4519653" y="1633218"/>
                <a:ext cx="384334" cy="159649"/>
              </a:xfrm>
            </p:spPr>
          </p:sp>
        </mc:Fallback>
      </mc:AlternateContent>
      <mc:AlternateContent xmlns:mc="http://schemas.openxmlformats.org/markup-compatibility/2006">
        <mc:Choice xmlns:p14="http://schemas.microsoft.com/office/powerpoint/2010/main" Requires="p14">
          <p:contentPart p14:bwMode="auto" r:id="rId97">
            <p14:nvContentPartPr>
              <p14:cNvPr id="1049635" name=""/>
              <p14:cNvContentPartPr/>
              <p14:nvPr/>
            </p14:nvContentPartPr>
            <p14:xfrm>
              <a:off x="4587502" y="1515858"/>
              <a:ext cx="117960" cy="37057"/>
            </p14:xfrm>
          </p:contentPart>
        </mc:Choice>
        <mc:Fallback>
          <p:sp>
            <p:nvSpPr>
              <p:cNvPr id="1049635" name=""/>
              <p:cNvSpPr/>
              <p:nvPr/>
            </p:nvSpPr>
            <p:spPr>
              <a:xfrm>
                <a:off x="4587502" y="1515858"/>
                <a:ext cx="117960" cy="37057"/>
              </a:xfrm>
            </p:spPr>
          </p:sp>
        </mc:Fallback>
      </mc:AlternateContent>
      <mc:AlternateContent xmlns:mc="http://schemas.openxmlformats.org/markup-compatibility/2006">
        <mc:Choice xmlns:p14="http://schemas.microsoft.com/office/powerpoint/2010/main" Requires="p14">
          <p:contentPart p14:bwMode="auto" r:id="rId98">
            <p14:nvContentPartPr>
              <p14:cNvPr id="1049636" name=""/>
              <p14:cNvContentPartPr/>
              <p14:nvPr/>
            </p14:nvContentPartPr>
            <p14:xfrm>
              <a:off x="5095100" y="1400521"/>
              <a:ext cx="278492" cy="385839"/>
            </p14:xfrm>
          </p:contentPart>
        </mc:Choice>
        <mc:Fallback>
          <p:sp>
            <p:nvSpPr>
              <p:cNvPr id="1049636" name=""/>
              <p:cNvSpPr/>
              <p:nvPr/>
            </p:nvSpPr>
            <p:spPr>
              <a:xfrm>
                <a:off x="5095100" y="1400521"/>
                <a:ext cx="278492" cy="385839"/>
              </a:xfrm>
            </p:spPr>
          </p:sp>
        </mc:Fallback>
      </mc:AlternateContent>
      <mc:AlternateContent xmlns:mc="http://schemas.openxmlformats.org/markup-compatibility/2006">
        <mc:Choice xmlns:p14="http://schemas.microsoft.com/office/powerpoint/2010/main" Requires="p14">
          <p:contentPart p14:bwMode="auto" r:id="rId99">
            <p14:nvContentPartPr>
              <p14:cNvPr id="1049637" name=""/>
              <p14:cNvContentPartPr/>
              <p14:nvPr/>
            </p14:nvContentPartPr>
            <p14:xfrm>
              <a:off x="5604545" y="1581955"/>
              <a:ext cx="160790" cy="185266"/>
            </p14:xfrm>
          </p:contentPart>
        </mc:Choice>
        <mc:Fallback>
          <p:sp>
            <p:nvSpPr>
              <p:cNvPr id="1049637" name=""/>
              <p:cNvSpPr/>
              <p:nvPr/>
            </p:nvSpPr>
            <p:spPr>
              <a:xfrm>
                <a:off x="5604545" y="1581955"/>
                <a:ext cx="160790" cy="185266"/>
              </a:xfrm>
            </p:spPr>
          </p:sp>
        </mc:Fallback>
      </mc:AlternateContent>
      <mc:AlternateContent xmlns:mc="http://schemas.openxmlformats.org/markup-compatibility/2006">
        <mc:Choice xmlns:p14="http://schemas.microsoft.com/office/powerpoint/2010/main" Requires="p14">
          <p:contentPart p14:bwMode="auto" r:id="rId100">
            <p14:nvContentPartPr>
              <p14:cNvPr id="1049638" name=""/>
              <p14:cNvContentPartPr/>
              <p14:nvPr/>
            </p14:nvContentPartPr>
            <p14:xfrm>
              <a:off x="5795564" y="1616298"/>
              <a:ext cx="455435" cy="138381"/>
            </p14:xfrm>
          </p:contentPart>
        </mc:Choice>
        <mc:Fallback>
          <p:sp>
            <p:nvSpPr>
              <p:cNvPr id="1049638" name=""/>
              <p:cNvSpPr/>
              <p:nvPr/>
            </p:nvSpPr>
            <p:spPr>
              <a:xfrm>
                <a:off x="5795564" y="1616298"/>
                <a:ext cx="455435" cy="138381"/>
              </a:xfrm>
            </p:spPr>
          </p:sp>
        </mc:Fallback>
      </mc:AlternateContent>
      <mc:AlternateContent xmlns:mc="http://schemas.openxmlformats.org/markup-compatibility/2006">
        <mc:Choice xmlns:p14="http://schemas.microsoft.com/office/powerpoint/2010/main" Requires="p14">
          <p:contentPart p14:bwMode="auto" r:id="rId101">
            <p14:nvContentPartPr>
              <p14:cNvPr id="1049639" name=""/>
              <p14:cNvContentPartPr/>
              <p14:nvPr/>
            </p14:nvContentPartPr>
            <p14:xfrm>
              <a:off x="6258977" y="1603300"/>
              <a:ext cx="209551" cy="119450"/>
            </p14:xfrm>
          </p:contentPart>
        </mc:Choice>
        <mc:Fallback>
          <p:sp>
            <p:nvSpPr>
              <p:cNvPr id="1049639" name=""/>
              <p:cNvSpPr/>
              <p:nvPr/>
            </p:nvSpPr>
            <p:spPr>
              <a:xfrm>
                <a:off x="6258977" y="1603300"/>
                <a:ext cx="209551" cy="119450"/>
              </a:xfrm>
            </p:spPr>
          </p:sp>
        </mc:Fallback>
      </mc:AlternateContent>
      <mc:AlternateContent xmlns:mc="http://schemas.openxmlformats.org/markup-compatibility/2006">
        <mc:Choice xmlns:p14="http://schemas.microsoft.com/office/powerpoint/2010/main" Requires="p14">
          <p:contentPart p14:bwMode="auto" r:id="rId102">
            <p14:nvContentPartPr>
              <p14:cNvPr id="1049640" name=""/>
              <p14:cNvContentPartPr/>
              <p14:nvPr/>
            </p14:nvContentPartPr>
            <p14:xfrm>
              <a:off x="6525832" y="1574261"/>
              <a:ext cx="121399" cy="152294"/>
            </p14:xfrm>
          </p:contentPart>
        </mc:Choice>
        <mc:Fallback>
          <p:sp>
            <p:nvSpPr>
              <p:cNvPr id="1049640" name=""/>
              <p:cNvSpPr/>
              <p:nvPr/>
            </p:nvSpPr>
            <p:spPr>
              <a:xfrm>
                <a:off x="6525832" y="1574261"/>
                <a:ext cx="121399" cy="152294"/>
              </a:xfrm>
            </p:spPr>
          </p:sp>
        </mc:Fallback>
      </mc:AlternateContent>
      <mc:AlternateContent xmlns:mc="http://schemas.openxmlformats.org/markup-compatibility/2006">
        <mc:Choice xmlns:p14="http://schemas.microsoft.com/office/powerpoint/2010/main" Requires="p14">
          <p:contentPart p14:bwMode="auto" r:id="rId103">
            <p14:nvContentPartPr>
              <p14:cNvPr id="1049641" name=""/>
              <p14:cNvContentPartPr/>
              <p14:nvPr/>
            </p14:nvContentPartPr>
            <p14:xfrm>
              <a:off x="6669264" y="1342690"/>
              <a:ext cx="28270" cy="381330"/>
            </p14:xfrm>
          </p:contentPart>
        </mc:Choice>
        <mc:Fallback>
          <p:sp>
            <p:nvSpPr>
              <p:cNvPr id="1049641" name=""/>
              <p:cNvSpPr/>
              <p:nvPr/>
            </p:nvSpPr>
            <p:spPr>
              <a:xfrm>
                <a:off x="6669264" y="1342690"/>
                <a:ext cx="28270" cy="381330"/>
              </a:xfrm>
            </p:spPr>
          </p:sp>
        </mc:Fallback>
      </mc:AlternateContent>
      <mc:AlternateContent xmlns:mc="http://schemas.openxmlformats.org/markup-compatibility/2006">
        <mc:Choice xmlns:p14="http://schemas.microsoft.com/office/powerpoint/2010/main" Requires="p14">
          <p:contentPart p14:bwMode="auto" r:id="rId104">
            <p14:nvContentPartPr>
              <p14:cNvPr id="1049642" name=""/>
              <p14:cNvContentPartPr/>
              <p14:nvPr/>
            </p14:nvContentPartPr>
            <p14:xfrm>
              <a:off x="6654292" y="1543325"/>
              <a:ext cx="301410" cy="137738"/>
            </p14:xfrm>
          </p:contentPart>
        </mc:Choice>
        <mc:Fallback>
          <p:sp>
            <p:nvSpPr>
              <p:cNvPr id="1049642" name=""/>
              <p:cNvSpPr/>
              <p:nvPr/>
            </p:nvSpPr>
            <p:spPr>
              <a:xfrm>
                <a:off x="6654292" y="1543325"/>
                <a:ext cx="301410" cy="137738"/>
              </a:xfrm>
            </p:spPr>
          </p:sp>
        </mc:Fallback>
      </mc:AlternateContent>
      <mc:AlternateContent xmlns:mc="http://schemas.openxmlformats.org/markup-compatibility/2006">
        <mc:Choice xmlns:p14="http://schemas.microsoft.com/office/powerpoint/2010/main" Requires="p14">
          <p:contentPart p14:bwMode="auto" r:id="rId105">
            <p14:nvContentPartPr>
              <p14:cNvPr id="1049643" name=""/>
              <p14:cNvContentPartPr/>
              <p14:nvPr/>
            </p14:nvContentPartPr>
            <p14:xfrm>
              <a:off x="6797255" y="1429454"/>
              <a:ext cx="154389" cy="14501"/>
            </p14:xfrm>
          </p:contentPart>
        </mc:Choice>
        <mc:Fallback>
          <p:sp>
            <p:nvSpPr>
              <p:cNvPr id="1049643" name=""/>
              <p:cNvSpPr/>
              <p:nvPr/>
            </p:nvSpPr>
            <p:spPr>
              <a:xfrm>
                <a:off x="6797255" y="1429454"/>
                <a:ext cx="154389" cy="14501"/>
              </a:xfrm>
            </p:spPr>
          </p:sp>
        </mc:Fallback>
      </mc:AlternateContent>
      <mc:AlternateContent xmlns:mc="http://schemas.openxmlformats.org/markup-compatibility/2006">
        <mc:Choice xmlns:p14="http://schemas.microsoft.com/office/powerpoint/2010/main" Requires="p14">
          <p:contentPart p14:bwMode="auto" r:id="rId106">
            <p14:nvContentPartPr>
              <p14:cNvPr id="1049644" name=""/>
              <p14:cNvContentPartPr/>
              <p14:nvPr/>
            </p14:nvContentPartPr>
            <p14:xfrm>
              <a:off x="7004640" y="1496626"/>
              <a:ext cx="275602" cy="164766"/>
            </p14:xfrm>
          </p:contentPart>
        </mc:Choice>
        <mc:Fallback>
          <p:sp>
            <p:nvSpPr>
              <p:cNvPr id="1049644" name=""/>
              <p:cNvSpPr/>
              <p:nvPr/>
            </p:nvSpPr>
            <p:spPr>
              <a:xfrm>
                <a:off x="7004640" y="1496626"/>
                <a:ext cx="275602" cy="164766"/>
              </a:xfrm>
            </p:spPr>
          </p:sp>
        </mc:Fallback>
      </mc:AlternateContent>
      <mc:AlternateContent xmlns:mc="http://schemas.openxmlformats.org/markup-compatibility/2006">
        <mc:Choice xmlns:p14="http://schemas.microsoft.com/office/powerpoint/2010/main" Requires="p14">
          <p:contentPart p14:bwMode="auto" r:id="rId107">
            <p14:nvContentPartPr>
              <p14:cNvPr id="1049645" name=""/>
              <p14:cNvContentPartPr/>
              <p14:nvPr/>
            </p14:nvContentPartPr>
            <p14:xfrm>
              <a:off x="7476772" y="1515703"/>
              <a:ext cx="151062" cy="160071"/>
            </p14:xfrm>
          </p:contentPart>
        </mc:Choice>
        <mc:Fallback>
          <p:sp>
            <p:nvSpPr>
              <p:cNvPr id="1049645" name=""/>
              <p:cNvSpPr/>
              <p:nvPr/>
            </p:nvSpPr>
            <p:spPr>
              <a:xfrm>
                <a:off x="7476772" y="1515703"/>
                <a:ext cx="151062" cy="160071"/>
              </a:xfrm>
            </p:spPr>
          </p:sp>
        </mc:Fallback>
      </mc:AlternateContent>
      <mc:AlternateContent xmlns:mc="http://schemas.openxmlformats.org/markup-compatibility/2006">
        <mc:Choice xmlns:p14="http://schemas.microsoft.com/office/powerpoint/2010/main" Requires="p14">
          <p:contentPart p14:bwMode="auto" r:id="rId108">
            <p14:nvContentPartPr>
              <p14:cNvPr id="1049646" name=""/>
              <p14:cNvContentPartPr/>
              <p14:nvPr/>
            </p14:nvContentPartPr>
            <p14:xfrm>
              <a:off x="7687559" y="1283879"/>
              <a:ext cx="317483" cy="334749"/>
            </p14:xfrm>
          </p:contentPart>
        </mc:Choice>
        <mc:Fallback>
          <p:sp>
            <p:nvSpPr>
              <p:cNvPr id="1049646" name=""/>
              <p:cNvSpPr/>
              <p:nvPr/>
            </p:nvSpPr>
            <p:spPr>
              <a:xfrm>
                <a:off x="7687559" y="1283879"/>
                <a:ext cx="317483" cy="334749"/>
              </a:xfrm>
            </p:spPr>
          </p:sp>
        </mc:Fallback>
      </mc:AlternateContent>
      <mc:AlternateContent xmlns:mc="http://schemas.openxmlformats.org/markup-compatibility/2006">
        <mc:Choice xmlns:p14="http://schemas.microsoft.com/office/powerpoint/2010/main" Requires="p14">
          <p:contentPart p14:bwMode="auto" r:id="rId109">
            <p14:nvContentPartPr>
              <p14:cNvPr id="1049647" name=""/>
              <p14:cNvContentPartPr/>
              <p14:nvPr/>
            </p14:nvContentPartPr>
            <p14:xfrm>
              <a:off x="8020385" y="1462567"/>
              <a:ext cx="122175" cy="153047"/>
            </p14:xfrm>
          </p:contentPart>
        </mc:Choice>
        <mc:Fallback>
          <p:sp>
            <p:nvSpPr>
              <p:cNvPr id="1049647" name=""/>
              <p:cNvSpPr/>
              <p:nvPr/>
            </p:nvSpPr>
            <p:spPr>
              <a:xfrm>
                <a:off x="8020385" y="1462567"/>
                <a:ext cx="122175" cy="153047"/>
              </a:xfrm>
            </p:spPr>
          </p:sp>
        </mc:Fallback>
      </mc:AlternateContent>
      <mc:AlternateContent xmlns:mc="http://schemas.openxmlformats.org/markup-compatibility/2006">
        <mc:Choice xmlns:p14="http://schemas.microsoft.com/office/powerpoint/2010/main" Requires="p14">
          <p:contentPart p14:bwMode="auto" r:id="rId110">
            <p14:nvContentPartPr>
              <p14:cNvPr id="1049648" name=""/>
              <p14:cNvContentPartPr/>
              <p14:nvPr/>
            </p14:nvContentPartPr>
            <p14:xfrm>
              <a:off x="8177571" y="1461902"/>
              <a:ext cx="466091" cy="124737"/>
            </p14:xfrm>
          </p:contentPart>
        </mc:Choice>
        <mc:Fallback>
          <p:sp>
            <p:nvSpPr>
              <p:cNvPr id="1049648" name=""/>
              <p:cNvSpPr/>
              <p:nvPr/>
            </p:nvSpPr>
            <p:spPr>
              <a:xfrm>
                <a:off x="8177571" y="1461902"/>
                <a:ext cx="466091" cy="124737"/>
              </a:xfrm>
            </p:spPr>
          </p:sp>
        </mc:Fallback>
      </mc:AlternateContent>
      <mc:AlternateContent xmlns:mc="http://schemas.openxmlformats.org/markup-compatibility/2006">
        <mc:Choice xmlns:p14="http://schemas.microsoft.com/office/powerpoint/2010/main" Requires="p14">
          <p:contentPart p14:bwMode="auto" r:id="rId111">
            <p14:nvContentPartPr>
              <p14:cNvPr id="1049649" name=""/>
              <p14:cNvContentPartPr/>
              <p14:nvPr/>
            </p14:nvContentPartPr>
            <p14:xfrm>
              <a:off x="8657787" y="1226781"/>
              <a:ext cx="10920" cy="329938"/>
            </p14:xfrm>
          </p:contentPart>
        </mc:Choice>
        <mc:Fallback>
          <p:sp>
            <p:nvSpPr>
              <p:cNvPr id="1049649" name=""/>
              <p:cNvSpPr/>
              <p:nvPr/>
            </p:nvSpPr>
            <p:spPr>
              <a:xfrm>
                <a:off x="8657787" y="1226781"/>
                <a:ext cx="10920" cy="329938"/>
              </a:xfrm>
            </p:spPr>
          </p:sp>
        </mc:Fallback>
      </mc:AlternateContent>
      <mc:AlternateContent xmlns:mc="http://schemas.openxmlformats.org/markup-compatibility/2006">
        <mc:Choice xmlns:p14="http://schemas.microsoft.com/office/powerpoint/2010/main" Requires="p14">
          <p:contentPart p14:bwMode="auto" r:id="rId112">
            <p14:nvContentPartPr>
              <p14:cNvPr id="1049650" name=""/>
              <p14:cNvContentPartPr/>
              <p14:nvPr/>
            </p14:nvContentPartPr>
            <p14:xfrm>
              <a:off x="8635481" y="1373663"/>
              <a:ext cx="175416" cy="34055"/>
            </p14:xfrm>
          </p:contentPart>
        </mc:Choice>
        <mc:Fallback>
          <p:sp>
            <p:nvSpPr>
              <p:cNvPr id="1049650" name=""/>
              <p:cNvSpPr/>
              <p:nvPr/>
            </p:nvSpPr>
            <p:spPr>
              <a:xfrm>
                <a:off x="8635481" y="1373663"/>
                <a:ext cx="175416" cy="34055"/>
              </a:xfrm>
            </p:spPr>
          </p:sp>
        </mc:Fallback>
      </mc:AlternateContent>
      <mc:AlternateContent xmlns:mc="http://schemas.openxmlformats.org/markup-compatibility/2006">
        <mc:Choice xmlns:p14="http://schemas.microsoft.com/office/powerpoint/2010/main" Requires="p14">
          <p:contentPart p14:bwMode="auto" r:id="rId113">
            <p14:nvContentPartPr>
              <p14:cNvPr id="1049651" name=""/>
              <p14:cNvContentPartPr/>
              <p14:nvPr/>
            </p14:nvContentPartPr>
            <p14:xfrm>
              <a:off x="8226695" y="1494589"/>
              <a:ext cx="8135" cy="65277"/>
            </p14:xfrm>
          </p:contentPart>
        </mc:Choice>
        <mc:Fallback>
          <p:sp>
            <p:nvSpPr>
              <p:cNvPr id="1049651" name=""/>
              <p:cNvSpPr/>
              <p:nvPr/>
            </p:nvSpPr>
            <p:spPr>
              <a:xfrm>
                <a:off x="8226695" y="1494589"/>
                <a:ext cx="8135" cy="65277"/>
              </a:xfrm>
            </p:spPr>
          </p:sp>
        </mc:Fallback>
      </mc:AlternateContent>
      <mc:AlternateContent xmlns:mc="http://schemas.openxmlformats.org/markup-compatibility/2006">
        <mc:Choice xmlns:p14="http://schemas.microsoft.com/office/powerpoint/2010/main" Requires="p14">
          <p:contentPart p14:bwMode="auto" r:id="rId114">
            <p14:nvContentPartPr>
              <p14:cNvPr id="1049652" name=""/>
              <p14:cNvContentPartPr/>
              <p14:nvPr/>
            </p14:nvContentPartPr>
            <p14:xfrm>
              <a:off x="8894716" y="1487391"/>
              <a:ext cx="5511" cy="32455"/>
            </p14:xfrm>
          </p:contentPart>
        </mc:Choice>
        <mc:Fallback>
          <p:sp>
            <p:nvSpPr>
              <p:cNvPr id="1049652" name=""/>
              <p:cNvSpPr/>
              <p:nvPr/>
            </p:nvSpPr>
            <p:spPr>
              <a:xfrm>
                <a:off x="8894716" y="1487391"/>
                <a:ext cx="5511" cy="32455"/>
              </a:xfrm>
            </p:spPr>
          </p:sp>
        </mc:Fallback>
      </mc:AlternateContent>
      <mc:AlternateContent xmlns:mc="http://schemas.openxmlformats.org/markup-compatibility/2006">
        <mc:Choice xmlns:p14="http://schemas.microsoft.com/office/powerpoint/2010/main" Requires="p14">
          <p:contentPart p14:bwMode="auto" r:id="rId115">
            <p14:nvContentPartPr>
              <p14:cNvPr id="1049653" name=""/>
              <p14:cNvContentPartPr/>
              <p14:nvPr/>
            </p14:nvContentPartPr>
            <p14:xfrm>
              <a:off x="5474631" y="2465299"/>
              <a:ext cx="85374" cy="275919"/>
            </p14:xfrm>
          </p:contentPart>
        </mc:Choice>
        <mc:Fallback>
          <p:sp>
            <p:nvSpPr>
              <p:cNvPr id="1049653" name=""/>
              <p:cNvSpPr/>
              <p:nvPr/>
            </p:nvSpPr>
            <p:spPr>
              <a:xfrm>
                <a:off x="5474631" y="2465299"/>
                <a:ext cx="85374" cy="275919"/>
              </a:xfrm>
            </p:spPr>
          </p:sp>
        </mc:Fallback>
      </mc:AlternateContent>
      <mc:AlternateContent xmlns:mc="http://schemas.openxmlformats.org/markup-compatibility/2006">
        <mc:Choice xmlns:p14="http://schemas.microsoft.com/office/powerpoint/2010/main" Requires="p14">
          <p:contentPart p14:bwMode="auto" r:id="rId116">
            <p14:nvContentPartPr>
              <p14:cNvPr id="1049654" name=""/>
              <p14:cNvContentPartPr/>
              <p14:nvPr/>
            </p14:nvContentPartPr>
            <p14:xfrm>
              <a:off x="5496025" y="2404379"/>
              <a:ext cx="238878" cy="326220"/>
            </p14:xfrm>
          </p:contentPart>
        </mc:Choice>
        <mc:Fallback>
          <p:sp>
            <p:nvSpPr>
              <p:cNvPr id="1049654" name=""/>
              <p:cNvSpPr/>
              <p:nvPr/>
            </p:nvSpPr>
            <p:spPr>
              <a:xfrm>
                <a:off x="5496025" y="2404379"/>
                <a:ext cx="238878" cy="326220"/>
              </a:xfrm>
            </p:spPr>
          </p:sp>
        </mc:Fallback>
      </mc:AlternateContent>
      <mc:AlternateContent xmlns:mc="http://schemas.openxmlformats.org/markup-compatibility/2006">
        <mc:Choice xmlns:p14="http://schemas.microsoft.com/office/powerpoint/2010/main" Requires="p14">
          <p:contentPart p14:bwMode="auto" r:id="rId117">
            <p14:nvContentPartPr>
              <p14:cNvPr id="1049655" name=""/>
              <p14:cNvContentPartPr/>
              <p14:nvPr/>
            </p14:nvContentPartPr>
            <p14:xfrm>
              <a:off x="5739094" y="2603050"/>
              <a:ext cx="172311" cy="125917"/>
            </p14:xfrm>
          </p:contentPart>
        </mc:Choice>
        <mc:Fallback>
          <p:sp>
            <p:nvSpPr>
              <p:cNvPr id="1049655" name=""/>
              <p:cNvSpPr/>
              <p:nvPr/>
            </p:nvSpPr>
            <p:spPr>
              <a:xfrm>
                <a:off x="5739094" y="2603050"/>
                <a:ext cx="172311" cy="125917"/>
              </a:xfrm>
            </p:spPr>
          </p:sp>
        </mc:Fallback>
      </mc:AlternateContent>
      <mc:AlternateContent xmlns:mc="http://schemas.openxmlformats.org/markup-compatibility/2006">
        <mc:Choice xmlns:p14="http://schemas.microsoft.com/office/powerpoint/2010/main" Requires="p14">
          <p:contentPart p14:bwMode="auto" r:id="rId118">
            <p14:nvContentPartPr>
              <p14:cNvPr id="1049656" name=""/>
              <p14:cNvContentPartPr/>
              <p14:nvPr/>
            </p14:nvContentPartPr>
            <p14:xfrm>
              <a:off x="5777980" y="2390079"/>
              <a:ext cx="144854" cy="14539"/>
            </p14:xfrm>
          </p:contentPart>
        </mc:Choice>
        <mc:Fallback>
          <p:sp>
            <p:nvSpPr>
              <p:cNvPr id="1049656" name=""/>
              <p:cNvSpPr/>
              <p:nvPr/>
            </p:nvSpPr>
            <p:spPr>
              <a:xfrm>
                <a:off x="5777980" y="2390079"/>
                <a:ext cx="144854" cy="14539"/>
              </a:xfrm>
            </p:spPr>
          </p:sp>
        </mc:Fallback>
      </mc:AlternateContent>
      <mc:AlternateContent xmlns:mc="http://schemas.openxmlformats.org/markup-compatibility/2006">
        <mc:Choice xmlns:p14="http://schemas.microsoft.com/office/powerpoint/2010/main" Requires="p14">
          <p:contentPart p14:bwMode="auto" r:id="rId119">
            <p14:nvContentPartPr>
              <p14:cNvPr id="1049657" name=""/>
              <p14:cNvContentPartPr/>
              <p14:nvPr/>
            </p14:nvContentPartPr>
            <p14:xfrm>
              <a:off x="5826517" y="2352865"/>
              <a:ext cx="19679" cy="154654"/>
            </p14:xfrm>
          </p:contentPart>
        </mc:Choice>
        <mc:Fallback>
          <p:sp>
            <p:nvSpPr>
              <p:cNvPr id="1049657" name=""/>
              <p:cNvSpPr/>
              <p:nvPr/>
            </p:nvSpPr>
            <p:spPr>
              <a:xfrm>
                <a:off x="5826517" y="2352865"/>
                <a:ext cx="19679" cy="154654"/>
              </a:xfrm>
            </p:spPr>
          </p:sp>
        </mc:Fallback>
      </mc:AlternateContent>
      <mc:AlternateContent xmlns:mc="http://schemas.openxmlformats.org/markup-compatibility/2006">
        <mc:Choice xmlns:p14="http://schemas.microsoft.com/office/powerpoint/2010/main" Requires="p14">
          <p:contentPart p14:bwMode="auto" r:id="rId120">
            <p14:nvContentPartPr>
              <p14:cNvPr id="1049658" name=""/>
              <p14:cNvContentPartPr/>
              <p14:nvPr/>
            </p14:nvContentPartPr>
            <p14:xfrm>
              <a:off x="5955689" y="2684460"/>
              <a:ext cx="80419" cy="116145"/>
            </p14:xfrm>
          </p:contentPart>
        </mc:Choice>
        <mc:Fallback>
          <p:sp>
            <p:nvSpPr>
              <p:cNvPr id="1049658" name=""/>
              <p:cNvSpPr/>
              <p:nvPr/>
            </p:nvSpPr>
            <p:spPr>
              <a:xfrm>
                <a:off x="5955689" y="2684460"/>
                <a:ext cx="80419" cy="116145"/>
              </a:xfrm>
            </p:spPr>
          </p:sp>
        </mc:Fallback>
      </mc:AlternateContent>
      <mc:AlternateContent xmlns:mc="http://schemas.openxmlformats.org/markup-compatibility/2006">
        <mc:Choice xmlns:p14="http://schemas.microsoft.com/office/powerpoint/2010/main" Requires="p14">
          <p:contentPart p14:bwMode="auto" r:id="rId121">
            <p14:nvContentPartPr>
              <p14:cNvPr id="1049659" name=""/>
              <p14:cNvContentPartPr/>
              <p14:nvPr/>
            </p14:nvContentPartPr>
            <p14:xfrm>
              <a:off x="6150177" y="2350558"/>
              <a:ext cx="263162" cy="376258"/>
            </p14:xfrm>
          </p:contentPart>
        </mc:Choice>
        <mc:Fallback>
          <p:sp>
            <p:nvSpPr>
              <p:cNvPr id="1049659" name=""/>
              <p:cNvSpPr/>
              <p:nvPr/>
            </p:nvSpPr>
            <p:spPr>
              <a:xfrm>
                <a:off x="6150177" y="2350558"/>
                <a:ext cx="263162" cy="376258"/>
              </a:xfrm>
            </p:spPr>
          </p:sp>
        </mc:Fallback>
      </mc:AlternateContent>
      <mc:AlternateContent xmlns:mc="http://schemas.openxmlformats.org/markup-compatibility/2006">
        <mc:Choice xmlns:p14="http://schemas.microsoft.com/office/powerpoint/2010/main" Requires="p14">
          <p:contentPart p14:bwMode="auto" r:id="rId122">
            <p14:nvContentPartPr>
              <p14:cNvPr id="1049660" name=""/>
              <p14:cNvContentPartPr/>
              <p14:nvPr/>
            </p14:nvContentPartPr>
            <p14:xfrm>
              <a:off x="6449996" y="2391102"/>
              <a:ext cx="101237" cy="3681"/>
            </p14:xfrm>
          </p:contentPart>
        </mc:Choice>
        <mc:Fallback>
          <p:sp>
            <p:nvSpPr>
              <p:cNvPr id="1049660" name=""/>
              <p:cNvSpPr/>
              <p:nvPr/>
            </p:nvSpPr>
            <p:spPr>
              <a:xfrm>
                <a:off x="6449996" y="2391102"/>
                <a:ext cx="101237" cy="3681"/>
              </a:xfrm>
            </p:spPr>
          </p:sp>
        </mc:Fallback>
      </mc:AlternateContent>
      <mc:AlternateContent xmlns:mc="http://schemas.openxmlformats.org/markup-compatibility/2006">
        <mc:Choice xmlns:p14="http://schemas.microsoft.com/office/powerpoint/2010/main" Requires="p14">
          <p:contentPart p14:bwMode="auto" r:id="rId123">
            <p14:nvContentPartPr>
              <p14:cNvPr id="1049661" name=""/>
              <p14:cNvContentPartPr/>
              <p14:nvPr/>
            </p14:nvContentPartPr>
            <p14:xfrm>
              <a:off x="5417440" y="2914790"/>
              <a:ext cx="1022407" cy="76908"/>
            </p14:xfrm>
          </p:contentPart>
        </mc:Choice>
        <mc:Fallback>
          <p:sp>
            <p:nvSpPr>
              <p:cNvPr id="1049661" name=""/>
              <p:cNvSpPr/>
              <p:nvPr/>
            </p:nvSpPr>
            <p:spPr>
              <a:xfrm>
                <a:off x="5417440" y="2914790"/>
                <a:ext cx="1022407" cy="76908"/>
              </a:xfrm>
            </p:spPr>
          </p:sp>
        </mc:Fallback>
      </mc:AlternateContent>
      <mc:AlternateContent xmlns:mc="http://schemas.openxmlformats.org/markup-compatibility/2006">
        <mc:Choice xmlns:p14="http://schemas.microsoft.com/office/powerpoint/2010/main" Requires="p14">
          <p:contentPart p14:bwMode="auto" r:id="rId124">
            <p14:nvContentPartPr>
              <p14:cNvPr id="1049662" name=""/>
              <p14:cNvContentPartPr/>
              <p14:nvPr/>
            </p14:nvContentPartPr>
            <p14:xfrm>
              <a:off x="5355563" y="2936135"/>
              <a:ext cx="168702" cy="134276"/>
            </p14:xfrm>
          </p:contentPart>
        </mc:Choice>
        <mc:Fallback>
          <p:sp>
            <p:nvSpPr>
              <p:cNvPr id="1049662" name=""/>
              <p:cNvSpPr/>
              <p:nvPr/>
            </p:nvSpPr>
            <p:spPr>
              <a:xfrm>
                <a:off x="5355563" y="2936135"/>
                <a:ext cx="168702" cy="134276"/>
              </a:xfrm>
            </p:spPr>
          </p:sp>
        </mc:Fallback>
      </mc:AlternateContent>
      <mc:AlternateContent xmlns:mc="http://schemas.openxmlformats.org/markup-compatibility/2006">
        <mc:Choice xmlns:p14="http://schemas.microsoft.com/office/powerpoint/2010/main" Requires="p14">
          <p:contentPart p14:bwMode="auto" r:id="rId125">
            <p14:nvContentPartPr>
              <p14:cNvPr id="1049663" name=""/>
              <p14:cNvContentPartPr/>
              <p14:nvPr/>
            </p14:nvContentPartPr>
            <p14:xfrm>
              <a:off x="5582744" y="3167568"/>
              <a:ext cx="177587" cy="292063"/>
            </p14:xfrm>
          </p:contentPart>
        </mc:Choice>
        <mc:Fallback>
          <p:sp>
            <p:nvSpPr>
              <p:cNvPr id="1049663" name=""/>
              <p:cNvSpPr/>
              <p:nvPr/>
            </p:nvSpPr>
            <p:spPr>
              <a:xfrm>
                <a:off x="5582744" y="3167568"/>
                <a:ext cx="177587" cy="292063"/>
              </a:xfrm>
            </p:spPr>
          </p:sp>
        </mc:Fallback>
      </mc:AlternateContent>
      <mc:AlternateContent xmlns:mc="http://schemas.openxmlformats.org/markup-compatibility/2006">
        <mc:Choice xmlns:p14="http://schemas.microsoft.com/office/powerpoint/2010/main" Requires="p14">
          <p:contentPart p14:bwMode="auto" r:id="rId126">
            <p14:nvContentPartPr>
              <p14:cNvPr id="1049664" name=""/>
              <p14:cNvContentPartPr/>
              <p14:nvPr/>
            </p14:nvContentPartPr>
            <p14:xfrm>
              <a:off x="5581626" y="3319987"/>
              <a:ext cx="184832" cy="7311"/>
            </p14:xfrm>
          </p:contentPart>
        </mc:Choice>
        <mc:Fallback>
          <p:sp>
            <p:nvSpPr>
              <p:cNvPr id="1049664" name=""/>
              <p:cNvSpPr/>
              <p:nvPr/>
            </p:nvSpPr>
            <p:spPr>
              <a:xfrm>
                <a:off x="5581626" y="3319987"/>
                <a:ext cx="184832" cy="7311"/>
              </a:xfrm>
            </p:spPr>
          </p:sp>
        </mc:Fallback>
      </mc:AlternateContent>
      <mc:AlternateContent xmlns:mc="http://schemas.openxmlformats.org/markup-compatibility/2006">
        <mc:Choice xmlns:p14="http://schemas.microsoft.com/office/powerpoint/2010/main" Requires="p14">
          <p:contentPart p14:bwMode="auto" r:id="rId127">
            <p14:nvContentPartPr>
              <p14:cNvPr id="1049665" name=""/>
              <p14:cNvContentPartPr/>
              <p14:nvPr/>
            </p14:nvContentPartPr>
            <p14:xfrm>
              <a:off x="5567507" y="3095059"/>
              <a:ext cx="223216" cy="15312"/>
            </p14:xfrm>
          </p:contentPart>
        </mc:Choice>
        <mc:Fallback>
          <p:sp>
            <p:nvSpPr>
              <p:cNvPr id="1049665" name=""/>
              <p:cNvSpPr/>
              <p:nvPr/>
            </p:nvSpPr>
            <p:spPr>
              <a:xfrm>
                <a:off x="5567507" y="3095059"/>
                <a:ext cx="223216" cy="15312"/>
              </a:xfrm>
            </p:spPr>
          </p:sp>
        </mc:Fallback>
      </mc:AlternateContent>
      <mc:AlternateContent xmlns:mc="http://schemas.openxmlformats.org/markup-compatibility/2006">
        <mc:Choice xmlns:p14="http://schemas.microsoft.com/office/powerpoint/2010/main" Requires="p14">
          <p:contentPart p14:bwMode="auto" r:id="rId128">
            <p14:nvContentPartPr>
              <p14:cNvPr id="1049666" name=""/>
              <p14:cNvContentPartPr/>
              <p14:nvPr/>
            </p14:nvContentPartPr>
            <p14:xfrm>
              <a:off x="5710470" y="3052044"/>
              <a:ext cx="117812" cy="108711"/>
            </p14:xfrm>
          </p:contentPart>
        </mc:Choice>
        <mc:Fallback>
          <p:sp>
            <p:nvSpPr>
              <p:cNvPr id="1049666" name=""/>
              <p:cNvSpPr/>
              <p:nvPr/>
            </p:nvSpPr>
            <p:spPr>
              <a:xfrm>
                <a:off x="5710470" y="3052044"/>
                <a:ext cx="117812" cy="108711"/>
              </a:xfrm>
            </p:spPr>
          </p:sp>
        </mc:Fallback>
      </mc:AlternateContent>
      <mc:AlternateContent xmlns:mc="http://schemas.openxmlformats.org/markup-compatibility/2006">
        <mc:Choice xmlns:p14="http://schemas.microsoft.com/office/powerpoint/2010/main" Requires="p14">
          <p:contentPart p14:bwMode="auto" r:id="rId129">
            <p14:nvContentPartPr>
              <p14:cNvPr id="1049667" name=""/>
              <p14:cNvContentPartPr/>
              <p14:nvPr/>
            </p14:nvContentPartPr>
            <p14:xfrm>
              <a:off x="5356166" y="2243046"/>
              <a:ext cx="670782" cy="572135"/>
            </p14:xfrm>
          </p:contentPart>
        </mc:Choice>
        <mc:Fallback>
          <p:sp>
            <p:nvSpPr>
              <p:cNvPr id="1049667" name=""/>
              <p:cNvSpPr/>
              <p:nvPr/>
            </p:nvSpPr>
            <p:spPr>
              <a:xfrm>
                <a:off x="5356166" y="2243046"/>
                <a:ext cx="670782" cy="572135"/>
              </a:xfrm>
            </p:spPr>
          </p:sp>
        </mc:Fallback>
      </mc:AlternateContent>
      <mc:AlternateContent xmlns:mc="http://schemas.openxmlformats.org/markup-compatibility/2006">
        <mc:Choice xmlns:p14="http://schemas.microsoft.com/office/powerpoint/2010/main" Requires="p14">
          <p:contentPart p14:bwMode="auto" r:id="rId130">
            <p14:nvContentPartPr>
              <p14:cNvPr id="1049668" name=""/>
              <p14:cNvContentPartPr/>
              <p14:nvPr/>
            </p14:nvContentPartPr>
            <p14:xfrm>
              <a:off x="4685309" y="2624644"/>
              <a:ext cx="688932" cy="8480"/>
            </p14:xfrm>
          </p:contentPart>
        </mc:Choice>
        <mc:Fallback>
          <p:sp>
            <p:nvSpPr>
              <p:cNvPr id="1049668" name=""/>
              <p:cNvSpPr/>
              <p:nvPr/>
            </p:nvSpPr>
            <p:spPr>
              <a:xfrm>
                <a:off x="4685309" y="2624644"/>
                <a:ext cx="688932" cy="8480"/>
              </a:xfrm>
            </p:spPr>
          </p:sp>
        </mc:Fallback>
      </mc:AlternateContent>
      <mc:AlternateContent xmlns:mc="http://schemas.openxmlformats.org/markup-compatibility/2006">
        <mc:Choice xmlns:p14="http://schemas.microsoft.com/office/powerpoint/2010/main" Requires="p14">
          <p:contentPart p14:bwMode="auto" r:id="rId131">
            <p14:nvContentPartPr>
              <p14:cNvPr id="1049669" name=""/>
              <p14:cNvContentPartPr/>
              <p14:nvPr/>
            </p14:nvContentPartPr>
            <p14:xfrm>
              <a:off x="4587691" y="2544971"/>
              <a:ext cx="257498" cy="212085"/>
            </p14:xfrm>
          </p:contentPart>
        </mc:Choice>
        <mc:Fallback>
          <p:sp>
            <p:nvSpPr>
              <p:cNvPr id="1049669" name=""/>
              <p:cNvSpPr/>
              <p:nvPr/>
            </p:nvSpPr>
            <p:spPr>
              <a:xfrm>
                <a:off x="4587691" y="2544971"/>
                <a:ext cx="257498" cy="212085"/>
              </a:xfrm>
            </p:spPr>
          </p:sp>
        </mc:Fallback>
      </mc:AlternateContent>
      <mc:AlternateContent xmlns:mc="http://schemas.openxmlformats.org/markup-compatibility/2006">
        <mc:Choice xmlns:p14="http://schemas.microsoft.com/office/powerpoint/2010/main" Requires="p14">
          <p:contentPart p14:bwMode="auto" r:id="rId132">
            <p14:nvContentPartPr>
              <p14:cNvPr id="1049670" name=""/>
              <p14:cNvContentPartPr/>
              <p14:nvPr/>
            </p14:nvContentPartPr>
            <p14:xfrm>
              <a:off x="6037426" y="2283493"/>
              <a:ext cx="563351" cy="530002"/>
            </p14:xfrm>
          </p:contentPart>
        </mc:Choice>
        <mc:Fallback>
          <p:sp>
            <p:nvSpPr>
              <p:cNvPr id="1049670" name=""/>
              <p:cNvSpPr/>
              <p:nvPr/>
            </p:nvSpPr>
            <p:spPr>
              <a:xfrm>
                <a:off x="6037426" y="2283493"/>
                <a:ext cx="563351" cy="530002"/>
              </a:xfrm>
            </p:spPr>
          </p:sp>
        </mc:Fallback>
      </mc:AlternateContent>
      <mc:AlternateContent xmlns:mc="http://schemas.openxmlformats.org/markup-compatibility/2006">
        <mc:Choice xmlns:p14="http://schemas.microsoft.com/office/powerpoint/2010/main" Requires="p14">
          <p:contentPart p14:bwMode="auto" r:id="rId133">
            <p14:nvContentPartPr>
              <p14:cNvPr id="1049671" name=""/>
              <p14:cNvContentPartPr/>
              <p14:nvPr/>
            </p14:nvContentPartPr>
            <p14:xfrm>
              <a:off x="6518389" y="2534032"/>
              <a:ext cx="403686" cy="25831"/>
            </p14:xfrm>
          </p:contentPart>
        </mc:Choice>
        <mc:Fallback>
          <p:sp>
            <p:nvSpPr>
              <p:cNvPr id="1049671" name=""/>
              <p:cNvSpPr/>
              <p:nvPr/>
            </p:nvSpPr>
            <p:spPr>
              <a:xfrm>
                <a:off x="6518389" y="2534032"/>
                <a:ext cx="403686" cy="25831"/>
              </a:xfrm>
            </p:spPr>
          </p:sp>
        </mc:Fallback>
      </mc:AlternateContent>
      <mc:AlternateContent xmlns:mc="http://schemas.openxmlformats.org/markup-compatibility/2006">
        <mc:Choice xmlns:p14="http://schemas.microsoft.com/office/powerpoint/2010/main" Requires="p14">
          <p:contentPart p14:bwMode="auto" r:id="rId134">
            <p14:nvContentPartPr>
              <p14:cNvPr id="1049672" name=""/>
              <p14:cNvContentPartPr/>
              <p14:nvPr/>
            </p14:nvContentPartPr>
            <p14:xfrm>
              <a:off x="6810417" y="2479943"/>
              <a:ext cx="118069" cy="192242"/>
            </p14:xfrm>
          </p:contentPart>
        </mc:Choice>
        <mc:Fallback>
          <p:sp>
            <p:nvSpPr>
              <p:cNvPr id="1049672" name=""/>
              <p:cNvSpPr/>
              <p:nvPr/>
            </p:nvSpPr>
            <p:spPr>
              <a:xfrm>
                <a:off x="6810417" y="2479943"/>
                <a:ext cx="118069" cy="192242"/>
              </a:xfrm>
            </p:spPr>
          </p:sp>
        </mc:Fallback>
      </mc:AlternateContent>
      <mc:AlternateContent xmlns:mc="http://schemas.openxmlformats.org/markup-compatibility/2006">
        <mc:Choice xmlns:p14="http://schemas.microsoft.com/office/powerpoint/2010/main" Requires="p14">
          <p:contentPart p14:bwMode="auto" r:id="rId135">
            <p14:nvContentPartPr>
              <p14:cNvPr id="1049673" name=""/>
              <p14:cNvContentPartPr/>
              <p14:nvPr/>
            </p14:nvContentPartPr>
            <p14:xfrm>
              <a:off x="5199634" y="4144913"/>
              <a:ext cx="174417" cy="237705"/>
            </p14:xfrm>
          </p:contentPart>
        </mc:Choice>
        <mc:Fallback>
          <p:sp>
            <p:nvSpPr>
              <p:cNvPr id="1049673" name=""/>
              <p:cNvSpPr/>
              <p:nvPr/>
            </p:nvSpPr>
            <p:spPr>
              <a:xfrm>
                <a:off x="5199634" y="4144913"/>
                <a:ext cx="174417" cy="237705"/>
              </a:xfrm>
            </p:spPr>
          </p:sp>
        </mc:Fallback>
      </mc:AlternateContent>
      <mc:AlternateContent xmlns:mc="http://schemas.openxmlformats.org/markup-compatibility/2006">
        <mc:Choice xmlns:p14="http://schemas.microsoft.com/office/powerpoint/2010/main" Requires="p14">
          <p:contentPart p14:bwMode="auto" r:id="rId136">
            <p14:nvContentPartPr>
              <p14:cNvPr id="1049674" name=""/>
              <p14:cNvContentPartPr/>
              <p14:nvPr/>
            </p14:nvContentPartPr>
            <p14:xfrm>
              <a:off x="5407355" y="4289191"/>
              <a:ext cx="142246" cy="127635"/>
            </p14:xfrm>
          </p:contentPart>
        </mc:Choice>
        <mc:Fallback>
          <p:sp>
            <p:nvSpPr>
              <p:cNvPr id="1049674" name=""/>
              <p:cNvSpPr/>
              <p:nvPr/>
            </p:nvSpPr>
            <p:spPr>
              <a:xfrm>
                <a:off x="5407355" y="4289191"/>
                <a:ext cx="142246" cy="127635"/>
              </a:xfrm>
            </p:spPr>
          </p:sp>
        </mc:Fallback>
      </mc:AlternateContent>
      <mc:AlternateContent xmlns:mc="http://schemas.openxmlformats.org/markup-compatibility/2006">
        <mc:Choice xmlns:p14="http://schemas.microsoft.com/office/powerpoint/2010/main" Requires="p14">
          <p:contentPart p14:bwMode="auto" r:id="rId137">
            <p14:nvContentPartPr>
              <p14:cNvPr id="1049675" name=""/>
              <p14:cNvContentPartPr/>
              <p14:nvPr/>
            </p14:nvContentPartPr>
            <p14:xfrm>
              <a:off x="5460284" y="4146111"/>
              <a:ext cx="52165" cy="63933"/>
            </p14:xfrm>
          </p:contentPart>
        </mc:Choice>
        <mc:Fallback>
          <p:sp>
            <p:nvSpPr>
              <p:cNvPr id="1049675" name=""/>
              <p:cNvSpPr/>
              <p:nvPr/>
            </p:nvSpPr>
            <p:spPr>
              <a:xfrm>
                <a:off x="5460284" y="4146111"/>
                <a:ext cx="52165" cy="63933"/>
              </a:xfrm>
            </p:spPr>
          </p:sp>
        </mc:Fallback>
      </mc:AlternateContent>
      <mc:AlternateContent xmlns:mc="http://schemas.openxmlformats.org/markup-compatibility/2006">
        <mc:Choice xmlns:p14="http://schemas.microsoft.com/office/powerpoint/2010/main" Requires="p14">
          <p:contentPart p14:bwMode="auto" r:id="rId138">
            <p14:nvContentPartPr>
              <p14:cNvPr id="1049676" name=""/>
              <p14:cNvContentPartPr/>
              <p14:nvPr/>
            </p14:nvContentPartPr>
            <p14:xfrm>
              <a:off x="5395862" y="4168120"/>
              <a:ext cx="123218" cy="13979"/>
            </p14:xfrm>
          </p:contentPart>
        </mc:Choice>
        <mc:Fallback>
          <p:sp>
            <p:nvSpPr>
              <p:cNvPr id="1049676" name=""/>
              <p:cNvSpPr/>
              <p:nvPr/>
            </p:nvSpPr>
            <p:spPr>
              <a:xfrm>
                <a:off x="5395862" y="4168120"/>
                <a:ext cx="123218" cy="13979"/>
              </a:xfrm>
            </p:spPr>
          </p:sp>
        </mc:Fallback>
      </mc:AlternateContent>
      <mc:AlternateContent xmlns:mc="http://schemas.openxmlformats.org/markup-compatibility/2006">
        <mc:Choice xmlns:p14="http://schemas.microsoft.com/office/powerpoint/2010/main" Requires="p14">
          <p:contentPart p14:bwMode="auto" r:id="rId139">
            <p14:nvContentPartPr>
              <p14:cNvPr id="1049677" name=""/>
              <p14:cNvContentPartPr/>
              <p14:nvPr/>
            </p14:nvContentPartPr>
            <p14:xfrm>
              <a:off x="5084420" y="4036279"/>
              <a:ext cx="575861" cy="506666"/>
            </p14:xfrm>
          </p:contentPart>
        </mc:Choice>
        <mc:Fallback>
          <p:sp>
            <p:nvSpPr>
              <p:cNvPr id="1049677" name=""/>
              <p:cNvSpPr/>
              <p:nvPr/>
            </p:nvSpPr>
            <p:spPr>
              <a:xfrm>
                <a:off x="5084420" y="4036279"/>
                <a:ext cx="575861" cy="506666"/>
              </a:xfrm>
            </p:spPr>
          </p:sp>
        </mc:Fallback>
      </mc:AlternateContent>
      <mc:AlternateContent xmlns:mc="http://schemas.openxmlformats.org/markup-compatibility/2006">
        <mc:Choice xmlns:p14="http://schemas.microsoft.com/office/powerpoint/2010/main" Requires="p14">
          <p:contentPart p14:bwMode="auto" r:id="rId140">
            <p14:nvContentPartPr>
              <p14:cNvPr id="1049678" name=""/>
              <p14:cNvContentPartPr/>
              <p14:nvPr/>
            </p14:nvContentPartPr>
            <p14:xfrm>
              <a:off x="5667669" y="3618066"/>
              <a:ext cx="497703" cy="455818"/>
            </p14:xfrm>
          </p:contentPart>
        </mc:Choice>
        <mc:Fallback>
          <p:sp>
            <p:nvSpPr>
              <p:cNvPr id="1049678" name=""/>
              <p:cNvSpPr/>
              <p:nvPr/>
            </p:nvSpPr>
            <p:spPr>
              <a:xfrm>
                <a:off x="5667669" y="3618066"/>
                <a:ext cx="497703" cy="455818"/>
              </a:xfrm>
            </p:spPr>
          </p:sp>
        </mc:Fallback>
      </mc:AlternateContent>
      <mc:AlternateContent xmlns:mc="http://schemas.openxmlformats.org/markup-compatibility/2006">
        <mc:Choice xmlns:p14="http://schemas.microsoft.com/office/powerpoint/2010/main" Requires="p14">
          <p:contentPart p14:bwMode="auto" r:id="rId141">
            <p14:nvContentPartPr>
              <p14:cNvPr id="1049679" name=""/>
              <p14:cNvContentPartPr/>
              <p14:nvPr/>
            </p14:nvContentPartPr>
            <p14:xfrm>
              <a:off x="5975217" y="3597573"/>
              <a:ext cx="191324" cy="126383"/>
            </p14:xfrm>
          </p:contentPart>
        </mc:Choice>
        <mc:Fallback>
          <p:sp>
            <p:nvSpPr>
              <p:cNvPr id="1049679" name=""/>
              <p:cNvSpPr/>
              <p:nvPr/>
            </p:nvSpPr>
            <p:spPr>
              <a:xfrm>
                <a:off x="5975217" y="3597573"/>
                <a:ext cx="191324" cy="126383"/>
              </a:xfrm>
            </p:spPr>
          </p:sp>
        </mc:Fallback>
      </mc:AlternateContent>
      <mc:AlternateContent xmlns:mc="http://schemas.openxmlformats.org/markup-compatibility/2006">
        <mc:Choice xmlns:p14="http://schemas.microsoft.com/office/powerpoint/2010/main" Requires="p14">
          <p:contentPart p14:bwMode="auto" r:id="rId142">
            <p14:nvContentPartPr>
              <p14:cNvPr id="1049680" name=""/>
              <p14:cNvContentPartPr/>
              <p14:nvPr/>
            </p14:nvContentPartPr>
            <p14:xfrm>
              <a:off x="6273495" y="3551919"/>
              <a:ext cx="152232" cy="234734"/>
            </p14:xfrm>
          </p:contentPart>
        </mc:Choice>
        <mc:Fallback>
          <p:sp>
            <p:nvSpPr>
              <p:cNvPr id="1049680" name=""/>
              <p:cNvSpPr/>
              <p:nvPr/>
            </p:nvSpPr>
            <p:spPr>
              <a:xfrm>
                <a:off x="6273495" y="3551919"/>
                <a:ext cx="152232" cy="234734"/>
              </a:xfrm>
            </p:spPr>
          </p:sp>
        </mc:Fallback>
      </mc:AlternateContent>
      <mc:AlternateContent xmlns:mc="http://schemas.openxmlformats.org/markup-compatibility/2006">
        <mc:Choice xmlns:p14="http://schemas.microsoft.com/office/powerpoint/2010/main" Requires="p14">
          <p:contentPart p14:bwMode="auto" r:id="rId143">
            <p14:nvContentPartPr>
              <p14:cNvPr id="1049681" name=""/>
              <p14:cNvContentPartPr/>
              <p14:nvPr/>
            </p14:nvContentPartPr>
            <p14:xfrm>
              <a:off x="6218342" y="3634750"/>
              <a:ext cx="173366" cy="47970"/>
            </p14:xfrm>
          </p:contentPart>
        </mc:Choice>
        <mc:Fallback>
          <p:sp>
            <p:nvSpPr>
              <p:cNvPr id="1049681" name=""/>
              <p:cNvSpPr/>
              <p:nvPr/>
            </p:nvSpPr>
            <p:spPr>
              <a:xfrm>
                <a:off x="6218342" y="3634750"/>
                <a:ext cx="173366" cy="47970"/>
              </a:xfrm>
            </p:spPr>
          </p:sp>
        </mc:Fallback>
      </mc:AlternateContent>
      <mc:AlternateContent xmlns:mc="http://schemas.openxmlformats.org/markup-compatibility/2006">
        <mc:Choice xmlns:p14="http://schemas.microsoft.com/office/powerpoint/2010/main" Requires="p14">
          <p:contentPart p14:bwMode="auto" r:id="rId144">
            <p14:nvContentPartPr>
              <p14:cNvPr id="1049682" name=""/>
              <p14:cNvContentPartPr/>
              <p14:nvPr/>
            </p14:nvContentPartPr>
            <p14:xfrm>
              <a:off x="6203781" y="3424387"/>
              <a:ext cx="219696" cy="26515"/>
            </p14:xfrm>
          </p:contentPart>
        </mc:Choice>
        <mc:Fallback>
          <p:sp>
            <p:nvSpPr>
              <p:cNvPr id="1049682" name=""/>
              <p:cNvSpPr/>
              <p:nvPr/>
            </p:nvSpPr>
            <p:spPr>
              <a:xfrm>
                <a:off x="6203781" y="3424387"/>
                <a:ext cx="219696" cy="26515"/>
              </a:xfrm>
            </p:spPr>
          </p:sp>
        </mc:Fallback>
      </mc:AlternateContent>
      <mc:AlternateContent xmlns:mc="http://schemas.openxmlformats.org/markup-compatibility/2006">
        <mc:Choice xmlns:p14="http://schemas.microsoft.com/office/powerpoint/2010/main" Requires="p14">
          <p:contentPart p14:bwMode="auto" r:id="rId145">
            <p14:nvContentPartPr>
              <p14:cNvPr id="1049683" name=""/>
              <p14:cNvContentPartPr/>
              <p14:nvPr/>
            </p14:nvContentPartPr>
            <p14:xfrm>
              <a:off x="6332625" y="3363535"/>
              <a:ext cx="84289" cy="116280"/>
            </p14:xfrm>
          </p:contentPart>
        </mc:Choice>
        <mc:Fallback>
          <p:sp>
            <p:nvSpPr>
              <p:cNvPr id="1049683" name=""/>
              <p:cNvSpPr/>
              <p:nvPr/>
            </p:nvSpPr>
            <p:spPr>
              <a:xfrm>
                <a:off x="6332625" y="3363535"/>
                <a:ext cx="84289" cy="116280"/>
              </a:xfrm>
            </p:spPr>
          </p:sp>
        </mc:Fallback>
      </mc:AlternateContent>
      <mc:AlternateContent xmlns:mc="http://schemas.openxmlformats.org/markup-compatibility/2006">
        <mc:Choice xmlns:p14="http://schemas.microsoft.com/office/powerpoint/2010/main" Requires="p14">
          <p:contentPart p14:bwMode="auto" r:id="rId146">
            <p14:nvContentPartPr>
              <p14:cNvPr id="1049684" name=""/>
              <p14:cNvContentPartPr/>
              <p14:nvPr/>
            </p14:nvContentPartPr>
            <p14:xfrm>
              <a:off x="5002017" y="3215348"/>
              <a:ext cx="222201" cy="720536"/>
            </p14:xfrm>
          </p:contentPart>
        </mc:Choice>
        <mc:Fallback>
          <p:sp>
            <p:nvSpPr>
              <p:cNvPr id="1049684" name=""/>
              <p:cNvSpPr/>
              <p:nvPr/>
            </p:nvSpPr>
            <p:spPr>
              <a:xfrm>
                <a:off x="5002017" y="3215348"/>
                <a:ext cx="222201" cy="720536"/>
              </a:xfrm>
            </p:spPr>
          </p:sp>
        </mc:Fallback>
      </mc:AlternateContent>
      <mc:AlternateContent xmlns:mc="http://schemas.openxmlformats.org/markup-compatibility/2006">
        <mc:Choice xmlns:p14="http://schemas.microsoft.com/office/powerpoint/2010/main" Requires="p14">
          <p:contentPart p14:bwMode="auto" r:id="rId147">
            <p14:nvContentPartPr>
              <p14:cNvPr id="1049685" name=""/>
              <p14:cNvContentPartPr/>
              <p14:nvPr/>
            </p14:nvContentPartPr>
            <p14:xfrm>
              <a:off x="4760689" y="3450902"/>
              <a:ext cx="112739" cy="235259"/>
            </p14:xfrm>
          </p:contentPart>
        </mc:Choice>
        <mc:Fallback>
          <p:sp>
            <p:nvSpPr>
              <p:cNvPr id="1049685" name=""/>
              <p:cNvSpPr/>
              <p:nvPr/>
            </p:nvSpPr>
            <p:spPr>
              <a:xfrm>
                <a:off x="4760689" y="3450902"/>
                <a:ext cx="112739" cy="235259"/>
              </a:xfrm>
            </p:spPr>
          </p:sp>
        </mc:Fallback>
      </mc:AlternateContent>
      <mc:AlternateContent xmlns:mc="http://schemas.openxmlformats.org/markup-compatibility/2006">
        <mc:Choice xmlns:p14="http://schemas.microsoft.com/office/powerpoint/2010/main" Requires="p14">
          <p:contentPart p14:bwMode="auto" r:id="rId148">
            <p14:nvContentPartPr>
              <p14:cNvPr id="1049686" name=""/>
              <p14:cNvContentPartPr/>
              <p14:nvPr/>
            </p14:nvContentPartPr>
            <p14:xfrm>
              <a:off x="4745027" y="3545088"/>
              <a:ext cx="160376" cy="57464"/>
            </p14:xfrm>
          </p:contentPart>
        </mc:Choice>
        <mc:Fallback>
          <p:sp>
            <p:nvSpPr>
              <p:cNvPr id="1049686" name=""/>
              <p:cNvSpPr/>
              <p:nvPr/>
            </p:nvSpPr>
            <p:spPr>
              <a:xfrm>
                <a:off x="4745027" y="3545088"/>
                <a:ext cx="160376" cy="57464"/>
              </a:xfrm>
            </p:spPr>
          </p:sp>
        </mc:Fallback>
      </mc:AlternateContent>
      <mc:AlternateContent xmlns:mc="http://schemas.openxmlformats.org/markup-compatibility/2006">
        <mc:Choice xmlns:p14="http://schemas.microsoft.com/office/powerpoint/2010/main" Requires="p14">
          <p:contentPart p14:bwMode="auto" r:id="rId149">
            <p14:nvContentPartPr>
              <p14:cNvPr id="1049687" name=""/>
              <p14:cNvContentPartPr/>
              <p14:nvPr/>
            </p14:nvContentPartPr>
            <p14:xfrm>
              <a:off x="4723406" y="3353301"/>
              <a:ext cx="102032" cy="39522"/>
            </p14:xfrm>
          </p:contentPart>
        </mc:Choice>
        <mc:Fallback>
          <p:sp>
            <p:nvSpPr>
              <p:cNvPr id="1049687" name=""/>
              <p:cNvSpPr/>
              <p:nvPr/>
            </p:nvSpPr>
            <p:spPr>
              <a:xfrm>
                <a:off x="4723406" y="3353301"/>
                <a:ext cx="102032" cy="39522"/>
              </a:xfrm>
            </p:spPr>
          </p:sp>
        </mc:Fallback>
      </mc:AlternateContent>
      <mc:AlternateContent xmlns:mc="http://schemas.openxmlformats.org/markup-compatibility/2006">
        <mc:Choice xmlns:p14="http://schemas.microsoft.com/office/powerpoint/2010/main" Requires="p14">
          <p:contentPart p14:bwMode="auto" r:id="rId150">
            <p14:nvContentPartPr>
              <p14:cNvPr id="1049688" name=""/>
              <p14:cNvContentPartPr/>
              <p14:nvPr/>
            </p14:nvContentPartPr>
            <p14:xfrm>
              <a:off x="4773708" y="3312902"/>
              <a:ext cx="101159" cy="143441"/>
            </p14:xfrm>
          </p:contentPart>
        </mc:Choice>
        <mc:Fallback>
          <p:sp>
            <p:nvSpPr>
              <p:cNvPr id="1049688" name=""/>
              <p:cNvSpPr/>
              <p:nvPr/>
            </p:nvSpPr>
            <p:spPr>
              <a:xfrm>
                <a:off x="4773708" y="3312902"/>
                <a:ext cx="101159" cy="143441"/>
              </a:xfrm>
            </p:spPr>
          </p:sp>
        </mc:Fallback>
      </mc:AlternateContent>
      <mc:AlternateContent xmlns:mc="http://schemas.openxmlformats.org/markup-compatibility/2006">
        <mc:Choice xmlns:p14="http://schemas.microsoft.com/office/powerpoint/2010/main" Requires="p14">
          <p:contentPart p14:bwMode="auto" r:id="rId151">
            <p14:nvContentPartPr>
              <p14:cNvPr id="1049689" name=""/>
              <p14:cNvContentPartPr/>
              <p14:nvPr/>
            </p14:nvContentPartPr>
            <p14:xfrm>
              <a:off x="4370585" y="4026305"/>
              <a:ext cx="588887" cy="264505"/>
            </p14:xfrm>
          </p:contentPart>
        </mc:Choice>
        <mc:Fallback>
          <p:sp>
            <p:nvSpPr>
              <p:cNvPr id="1049689" name=""/>
              <p:cNvSpPr/>
              <p:nvPr/>
            </p:nvSpPr>
            <p:spPr>
              <a:xfrm>
                <a:off x="4370585" y="4026305"/>
                <a:ext cx="588887" cy="264505"/>
              </a:xfrm>
            </p:spPr>
          </p:sp>
        </mc:Fallback>
      </mc:AlternateContent>
      <mc:AlternateContent xmlns:mc="http://schemas.openxmlformats.org/markup-compatibility/2006">
        <mc:Choice xmlns:p14="http://schemas.microsoft.com/office/powerpoint/2010/main" Requires="p14">
          <p:contentPart p14:bwMode="auto" r:id="rId152">
            <p14:nvContentPartPr>
              <p14:cNvPr id="1049690" name=""/>
              <p14:cNvContentPartPr/>
              <p14:nvPr/>
            </p14:nvContentPartPr>
            <p14:xfrm>
              <a:off x="4304262" y="4015749"/>
              <a:ext cx="225878" cy="155375"/>
            </p14:xfrm>
          </p:contentPart>
        </mc:Choice>
        <mc:Fallback>
          <p:sp>
            <p:nvSpPr>
              <p:cNvPr id="1049690" name=""/>
              <p:cNvSpPr/>
              <p:nvPr/>
            </p:nvSpPr>
            <p:spPr>
              <a:xfrm>
                <a:off x="4304262" y="4015749"/>
                <a:ext cx="225878" cy="155375"/>
              </a:xfrm>
            </p:spPr>
          </p:sp>
        </mc:Fallback>
      </mc:AlternateContent>
      <mc:AlternateContent xmlns:mc="http://schemas.openxmlformats.org/markup-compatibility/2006">
        <mc:Choice xmlns:p14="http://schemas.microsoft.com/office/powerpoint/2010/main" Requires="p14">
          <p:contentPart p14:bwMode="auto" r:id="rId153">
            <p14:nvContentPartPr>
              <p14:cNvPr id="1049691" name=""/>
              <p14:cNvContentPartPr/>
              <p14:nvPr/>
            </p14:nvContentPartPr>
            <p14:xfrm>
              <a:off x="4289447" y="4312901"/>
              <a:ext cx="123057" cy="192562"/>
            </p14:xfrm>
          </p:contentPart>
        </mc:Choice>
        <mc:Fallback>
          <p:sp>
            <p:nvSpPr>
              <p:cNvPr id="1049691" name=""/>
              <p:cNvSpPr/>
              <p:nvPr/>
            </p:nvSpPr>
            <p:spPr>
              <a:xfrm>
                <a:off x="4289447" y="4312901"/>
                <a:ext cx="123057" cy="192562"/>
              </a:xfrm>
            </p:spPr>
          </p:sp>
        </mc:Fallback>
      </mc:AlternateContent>
      <mc:AlternateContent xmlns:mc="http://schemas.openxmlformats.org/markup-compatibility/2006">
        <mc:Choice xmlns:p14="http://schemas.microsoft.com/office/powerpoint/2010/main" Requires="p14">
          <p:contentPart p14:bwMode="auto" r:id="rId154">
            <p14:nvContentPartPr>
              <p14:cNvPr id="1049692" name=""/>
              <p14:cNvContentPartPr/>
              <p14:nvPr/>
            </p14:nvContentPartPr>
            <p14:xfrm>
              <a:off x="4294516" y="4332066"/>
              <a:ext cx="111137" cy="3711"/>
            </p14:xfrm>
          </p:contentPart>
        </mc:Choice>
        <mc:Fallback>
          <p:sp>
            <p:nvSpPr>
              <p:cNvPr id="1049692" name=""/>
              <p:cNvSpPr/>
              <p:nvPr/>
            </p:nvSpPr>
            <p:spPr>
              <a:xfrm>
                <a:off x="4294516" y="4332066"/>
                <a:ext cx="111137" cy="3711"/>
              </a:xfrm>
            </p:spPr>
          </p:sp>
        </mc:Fallback>
      </mc:AlternateContent>
      <mc:AlternateContent xmlns:mc="http://schemas.openxmlformats.org/markup-compatibility/2006">
        <mc:Choice xmlns:p14="http://schemas.microsoft.com/office/powerpoint/2010/main" Requires="p14">
          <p:contentPart p14:bwMode="auto" r:id="rId155">
            <p14:nvContentPartPr>
              <p14:cNvPr id="1049693" name=""/>
              <p14:cNvContentPartPr/>
              <p14:nvPr/>
            </p14:nvContentPartPr>
            <p14:xfrm>
              <a:off x="4272895" y="4388006"/>
              <a:ext cx="119668" cy="12169"/>
            </p14:xfrm>
          </p:contentPart>
        </mc:Choice>
        <mc:Fallback>
          <p:sp>
            <p:nvSpPr>
              <p:cNvPr id="1049693" name=""/>
              <p:cNvSpPr/>
              <p:nvPr/>
            </p:nvSpPr>
            <p:spPr>
              <a:xfrm>
                <a:off x="4272895" y="4388006"/>
                <a:ext cx="119668" cy="12169"/>
              </a:xfrm>
            </p:spPr>
          </p:sp>
        </mc:Fallback>
      </mc:AlternateContent>
      <mc:AlternateContent xmlns:mc="http://schemas.openxmlformats.org/markup-compatibility/2006">
        <mc:Choice xmlns:p14="http://schemas.microsoft.com/office/powerpoint/2010/main" Requires="p14">
          <p:contentPart p14:bwMode="auto" r:id="rId156">
            <p14:nvContentPartPr>
              <p14:cNvPr id="1049694" name=""/>
              <p14:cNvContentPartPr/>
              <p14:nvPr/>
            </p14:nvContentPartPr>
            <p14:xfrm>
              <a:off x="4251274" y="4233290"/>
              <a:ext cx="114739" cy="6888"/>
            </p14:xfrm>
          </p:contentPart>
        </mc:Choice>
        <mc:Fallback>
          <p:sp>
            <p:nvSpPr>
              <p:cNvPr id="1049694" name=""/>
              <p:cNvSpPr/>
              <p:nvPr/>
            </p:nvSpPr>
            <p:spPr>
              <a:xfrm>
                <a:off x="4251274" y="4233290"/>
                <a:ext cx="114739" cy="6888"/>
              </a:xfrm>
            </p:spPr>
          </p:sp>
        </mc:Fallback>
      </mc:AlternateContent>
      <mc:AlternateContent xmlns:mc="http://schemas.openxmlformats.org/markup-compatibility/2006">
        <mc:Choice xmlns:p14="http://schemas.microsoft.com/office/powerpoint/2010/main" Requires="p14">
          <p:contentPart p14:bwMode="auto" r:id="rId157">
            <p14:nvContentPartPr>
              <p14:cNvPr id="1049695" name=""/>
              <p14:cNvContentPartPr/>
              <p14:nvPr/>
            </p14:nvContentPartPr>
            <p14:xfrm>
              <a:off x="4315696" y="4196992"/>
              <a:ext cx="124248" cy="157621"/>
            </p14:xfrm>
          </p:contentPart>
        </mc:Choice>
        <mc:Fallback>
          <p:sp>
            <p:nvSpPr>
              <p:cNvPr id="1049695" name=""/>
              <p:cNvSpPr/>
              <p:nvPr/>
            </p:nvSpPr>
            <p:spPr>
              <a:xfrm>
                <a:off x="4315696" y="4196992"/>
                <a:ext cx="124248" cy="157621"/>
              </a:xfrm>
            </p:spPr>
          </p:sp>
        </mc:Fallback>
      </mc:AlternateContent>
      <mc:AlternateContent xmlns:mc="http://schemas.openxmlformats.org/markup-compatibility/2006">
        <mc:Choice xmlns:p14="http://schemas.microsoft.com/office/powerpoint/2010/main" Requires="p14">
          <p:contentPart p14:bwMode="auto" r:id="rId158">
            <p14:nvContentPartPr>
              <p14:cNvPr id="1049696" name=""/>
              <p14:cNvContentPartPr/>
              <p14:nvPr/>
            </p14:nvContentPartPr>
            <p14:xfrm>
              <a:off x="4923417" y="4605777"/>
              <a:ext cx="276092" cy="495339"/>
            </p14:xfrm>
          </p:contentPart>
        </mc:Choice>
        <mc:Fallback>
          <p:sp>
            <p:nvSpPr>
              <p:cNvPr id="1049696" name=""/>
              <p:cNvSpPr/>
              <p:nvPr/>
            </p:nvSpPr>
            <p:spPr>
              <a:xfrm>
                <a:off x="4923417" y="4605777"/>
                <a:ext cx="276092" cy="495339"/>
              </a:xfrm>
            </p:spPr>
          </p:sp>
        </mc:Fallback>
      </mc:AlternateContent>
      <mc:AlternateContent xmlns:mc="http://schemas.openxmlformats.org/markup-compatibility/2006">
        <mc:Choice xmlns:p14="http://schemas.microsoft.com/office/powerpoint/2010/main" Requires="p14">
          <p:contentPart p14:bwMode="auto" r:id="rId159">
            <p14:nvContentPartPr>
              <p14:cNvPr id="1049697" name=""/>
              <p14:cNvContentPartPr/>
              <p14:nvPr/>
            </p14:nvContentPartPr>
            <p14:xfrm>
              <a:off x="4909064" y="5000664"/>
              <a:ext cx="143510" cy="153490"/>
            </p14:xfrm>
          </p:contentPart>
        </mc:Choice>
        <mc:Fallback>
          <p:sp>
            <p:nvSpPr>
              <p:cNvPr id="1049697" name=""/>
              <p:cNvSpPr/>
              <p:nvPr/>
            </p:nvSpPr>
            <p:spPr>
              <a:xfrm>
                <a:off x="4909064" y="5000664"/>
                <a:ext cx="143510" cy="153490"/>
              </a:xfrm>
            </p:spPr>
          </p:sp>
        </mc:Fallback>
      </mc:AlternateContent>
      <mc:AlternateContent xmlns:mc="http://schemas.openxmlformats.org/markup-compatibility/2006">
        <mc:Choice xmlns:p14="http://schemas.microsoft.com/office/powerpoint/2010/main" Requires="p14">
          <p:contentPart p14:bwMode="auto" r:id="rId160">
            <p14:nvContentPartPr>
              <p14:cNvPr id="1049698" name=""/>
              <p14:cNvContentPartPr/>
              <p14:nvPr/>
            </p14:nvContentPartPr>
            <p14:xfrm>
              <a:off x="5123066" y="5007549"/>
              <a:ext cx="115272" cy="236068"/>
            </p14:xfrm>
          </p:contentPart>
        </mc:Choice>
        <mc:Fallback>
          <p:sp>
            <p:nvSpPr>
              <p:cNvPr id="1049698" name=""/>
              <p:cNvSpPr/>
              <p:nvPr/>
            </p:nvSpPr>
            <p:spPr>
              <a:xfrm>
                <a:off x="5123066" y="5007549"/>
                <a:ext cx="115272" cy="236068"/>
              </a:xfrm>
            </p:spPr>
          </p:sp>
        </mc:Fallback>
      </mc:AlternateContent>
      <mc:AlternateContent xmlns:mc="http://schemas.openxmlformats.org/markup-compatibility/2006">
        <mc:Choice xmlns:p14="http://schemas.microsoft.com/office/powerpoint/2010/main" Requires="p14">
          <p:contentPart p14:bwMode="auto" r:id="rId161">
            <p14:nvContentPartPr>
              <p14:cNvPr id="1049699" name=""/>
              <p14:cNvContentPartPr/>
              <p14:nvPr/>
            </p14:nvContentPartPr>
            <p14:xfrm>
              <a:off x="5102435" y="5131465"/>
              <a:ext cx="130742" cy="5835"/>
            </p14:xfrm>
          </p:contentPart>
        </mc:Choice>
        <mc:Fallback>
          <p:sp>
            <p:nvSpPr>
              <p:cNvPr id="1049699" name=""/>
              <p:cNvSpPr/>
              <p:nvPr/>
            </p:nvSpPr>
            <p:spPr>
              <a:xfrm>
                <a:off x="5102435" y="5131465"/>
                <a:ext cx="130742" cy="5835"/>
              </a:xfrm>
            </p:spPr>
          </p:sp>
        </mc:Fallback>
      </mc:AlternateContent>
      <mc:AlternateContent xmlns:mc="http://schemas.openxmlformats.org/markup-compatibility/2006">
        <mc:Choice xmlns:p14="http://schemas.microsoft.com/office/powerpoint/2010/main" Requires="p14">
          <p:contentPart p14:bwMode="auto" r:id="rId162">
            <p14:nvContentPartPr>
              <p14:cNvPr id="1049700" name=""/>
              <p14:cNvContentPartPr/>
              <p14:nvPr/>
            </p14:nvContentPartPr>
            <p14:xfrm>
              <a:off x="5124056" y="4899801"/>
              <a:ext cx="151034" cy="78495"/>
            </p14:xfrm>
          </p:contentPart>
        </mc:Choice>
        <mc:Fallback>
          <p:sp>
            <p:nvSpPr>
              <p:cNvPr id="1049700" name=""/>
              <p:cNvSpPr/>
              <p:nvPr/>
            </p:nvSpPr>
            <p:spPr>
              <a:xfrm>
                <a:off x="5124056" y="4899801"/>
                <a:ext cx="151034" cy="78495"/>
              </a:xfrm>
            </p:spPr>
          </p:sp>
        </mc:Fallback>
      </mc:AlternateContent>
      <mc:AlternateContent xmlns:mc="http://schemas.openxmlformats.org/markup-compatibility/2006">
        <mc:Choice xmlns:p14="http://schemas.microsoft.com/office/powerpoint/2010/main" Requires="p14">
          <p:contentPart p14:bwMode="auto" r:id="rId163">
            <p14:nvContentPartPr>
              <p14:cNvPr id="1049701" name=""/>
              <p14:cNvContentPartPr/>
              <p14:nvPr/>
            </p14:nvContentPartPr>
            <p14:xfrm>
              <a:off x="5674729" y="4551918"/>
              <a:ext cx="533361" cy="368636"/>
            </p14:xfrm>
          </p:contentPart>
        </mc:Choice>
        <mc:Fallback>
          <p:sp>
            <p:nvSpPr>
              <p:cNvPr id="1049701" name=""/>
              <p:cNvSpPr/>
              <p:nvPr/>
            </p:nvSpPr>
            <p:spPr>
              <a:xfrm>
                <a:off x="5674729" y="4551918"/>
                <a:ext cx="533361" cy="368636"/>
              </a:xfrm>
            </p:spPr>
          </p:sp>
        </mc:Fallback>
      </mc:AlternateContent>
      <mc:AlternateContent xmlns:mc="http://schemas.openxmlformats.org/markup-compatibility/2006">
        <mc:Choice xmlns:p14="http://schemas.microsoft.com/office/powerpoint/2010/main" Requires="p14">
          <p:contentPart p14:bwMode="auto" r:id="rId164">
            <p14:nvContentPartPr>
              <p14:cNvPr id="1049702" name=""/>
              <p14:cNvContentPartPr/>
              <p14:nvPr/>
            </p14:nvContentPartPr>
            <p14:xfrm>
              <a:off x="6121710" y="4819726"/>
              <a:ext cx="86594" cy="127367"/>
            </p14:xfrm>
          </p:contentPart>
        </mc:Choice>
        <mc:Fallback>
          <p:sp>
            <p:nvSpPr>
              <p:cNvPr id="1049702" name=""/>
              <p:cNvSpPr/>
              <p:nvPr/>
            </p:nvSpPr>
            <p:spPr>
              <a:xfrm>
                <a:off x="6121710" y="4819726"/>
                <a:ext cx="86594" cy="127367"/>
              </a:xfrm>
            </p:spPr>
          </p:sp>
        </mc:Fallback>
      </mc:AlternateContent>
      <mc:AlternateContent xmlns:mc="http://schemas.openxmlformats.org/markup-compatibility/2006">
        <mc:Choice xmlns:p14="http://schemas.microsoft.com/office/powerpoint/2010/main" Requires="p14">
          <p:contentPart p14:bwMode="auto" r:id="rId165">
            <p14:nvContentPartPr>
              <p14:cNvPr id="1049703" name=""/>
              <p14:cNvContentPartPr/>
              <p14:nvPr/>
            </p14:nvContentPartPr>
            <p14:xfrm>
              <a:off x="6271704" y="4947397"/>
              <a:ext cx="132402" cy="212599"/>
            </p14:xfrm>
          </p:contentPart>
        </mc:Choice>
        <mc:Fallback>
          <p:sp>
            <p:nvSpPr>
              <p:cNvPr id="1049703" name=""/>
              <p:cNvSpPr/>
              <p:nvPr/>
            </p:nvSpPr>
            <p:spPr>
              <a:xfrm>
                <a:off x="6271704" y="4947397"/>
                <a:ext cx="132402" cy="212599"/>
              </a:xfrm>
            </p:spPr>
          </p:sp>
        </mc:Fallback>
      </mc:AlternateContent>
      <mc:AlternateContent xmlns:mc="http://schemas.openxmlformats.org/markup-compatibility/2006">
        <mc:Choice xmlns:p14="http://schemas.microsoft.com/office/powerpoint/2010/main" Requires="p14">
          <p:contentPart p14:bwMode="auto" r:id="rId166">
            <p14:nvContentPartPr>
              <p14:cNvPr id="1049704" name=""/>
              <p14:cNvContentPartPr/>
              <p14:nvPr/>
            </p14:nvContentPartPr>
            <p14:xfrm>
              <a:off x="6254083" y="5015307"/>
              <a:ext cx="114955" cy="52534"/>
            </p14:xfrm>
          </p:contentPart>
        </mc:Choice>
        <mc:Fallback>
          <p:sp>
            <p:nvSpPr>
              <p:cNvPr id="1049704" name=""/>
              <p:cNvSpPr/>
              <p:nvPr/>
            </p:nvSpPr>
            <p:spPr>
              <a:xfrm>
                <a:off x="6254083" y="5015307"/>
                <a:ext cx="114955" cy="52534"/>
              </a:xfrm>
            </p:spPr>
          </p:sp>
        </mc:Fallback>
      </mc:AlternateContent>
      <mc:AlternateContent xmlns:mc="http://schemas.openxmlformats.org/markup-compatibility/2006">
        <mc:Choice xmlns:p14="http://schemas.microsoft.com/office/powerpoint/2010/main" Requires="p14">
          <p:contentPart p14:bwMode="auto" r:id="rId167">
            <p14:nvContentPartPr>
              <p14:cNvPr id="1049705" name=""/>
              <p14:cNvContentPartPr/>
              <p14:nvPr/>
            </p14:nvContentPartPr>
            <p14:xfrm>
              <a:off x="6296884" y="4877556"/>
              <a:ext cx="154557" cy="72726"/>
            </p14:xfrm>
          </p:contentPart>
        </mc:Choice>
        <mc:Fallback>
          <p:sp>
            <p:nvSpPr>
              <p:cNvPr id="1049705" name=""/>
              <p:cNvSpPr/>
              <p:nvPr/>
            </p:nvSpPr>
            <p:spPr>
              <a:xfrm>
                <a:off x="6296884" y="4877556"/>
                <a:ext cx="154557" cy="72726"/>
              </a:xfrm>
            </p:spPr>
          </p:sp>
        </mc:Fallback>
      </mc:AlternateContent>
      <mc:AlternateContent xmlns:mc="http://schemas.openxmlformats.org/markup-compatibility/2006">
        <mc:Choice xmlns:p14="http://schemas.microsoft.com/office/powerpoint/2010/main" Requires="p14">
          <p:contentPart p14:bwMode="auto" r:id="rId168">
            <p14:nvContentPartPr>
              <p14:cNvPr id="1049706" name=""/>
              <p14:cNvContentPartPr/>
              <p14:nvPr/>
            </p14:nvContentPartPr>
            <p14:xfrm>
              <a:off x="6375426" y="4863409"/>
              <a:ext cx="53762" cy="142340"/>
            </p14:xfrm>
          </p:contentPart>
        </mc:Choice>
        <mc:Fallback>
          <p:sp>
            <p:nvSpPr>
              <p:cNvPr id="1049706" name=""/>
              <p:cNvSpPr/>
              <p:nvPr/>
            </p:nvSpPr>
            <p:spPr>
              <a:xfrm>
                <a:off x="6375426" y="4863409"/>
                <a:ext cx="53762" cy="142340"/>
              </a:xfrm>
            </p:spPr>
          </p:sp>
        </mc:Fallback>
      </mc:AlternateContent>
      <mc:AlternateContent xmlns:mc="http://schemas.openxmlformats.org/markup-compatibility/2006">
        <mc:Choice xmlns:p14="http://schemas.microsoft.com/office/powerpoint/2010/main" Requires="p14">
          <p:contentPart p14:bwMode="auto" r:id="rId169">
            <p14:nvContentPartPr>
              <p14:cNvPr id="1049707" name=""/>
              <p14:cNvContentPartPr/>
              <p14:nvPr/>
            </p14:nvContentPartPr>
            <p14:xfrm>
              <a:off x="8119744" y="3926691"/>
              <a:ext cx="549291" cy="579822"/>
            </p14:xfrm>
          </p:contentPart>
        </mc:Choice>
        <mc:Fallback>
          <p:sp>
            <p:nvSpPr>
              <p:cNvPr id="1049707" name=""/>
              <p:cNvSpPr/>
              <p:nvPr/>
            </p:nvSpPr>
            <p:spPr>
              <a:xfrm>
                <a:off x="8119744" y="3926691"/>
                <a:ext cx="549291" cy="579822"/>
              </a:xfrm>
            </p:spPr>
          </p:sp>
        </mc:Fallback>
      </mc:AlternateContent>
      <mc:AlternateContent xmlns:mc="http://schemas.openxmlformats.org/markup-compatibility/2006">
        <mc:Choice xmlns:p14="http://schemas.microsoft.com/office/powerpoint/2010/main" Requires="p14">
          <p:contentPart p14:bwMode="auto" r:id="rId170">
            <p14:nvContentPartPr>
              <p14:cNvPr id="1049708" name=""/>
              <p14:cNvContentPartPr/>
              <p14:nvPr/>
            </p14:nvContentPartPr>
            <p14:xfrm>
              <a:off x="8256350" y="4098953"/>
              <a:ext cx="118770" cy="156132"/>
            </p14:xfrm>
          </p:contentPart>
        </mc:Choice>
        <mc:Fallback>
          <p:sp>
            <p:nvSpPr>
              <p:cNvPr id="1049708" name=""/>
              <p:cNvSpPr/>
              <p:nvPr/>
            </p:nvSpPr>
            <p:spPr>
              <a:xfrm>
                <a:off x="8256350" y="4098953"/>
                <a:ext cx="118770" cy="156132"/>
              </a:xfrm>
            </p:spPr>
          </p:sp>
        </mc:Fallback>
      </mc:AlternateContent>
      <mc:AlternateContent xmlns:mc="http://schemas.openxmlformats.org/markup-compatibility/2006">
        <mc:Choice xmlns:p14="http://schemas.microsoft.com/office/powerpoint/2010/main" Requires="p14">
          <p:contentPart p14:bwMode="auto" r:id="rId171">
            <p14:nvContentPartPr>
              <p14:cNvPr id="1049709" name=""/>
              <p14:cNvContentPartPr/>
              <p14:nvPr/>
            </p14:nvContentPartPr>
            <p14:xfrm>
              <a:off x="8417009" y="4210037"/>
              <a:ext cx="82568" cy="53839"/>
            </p14:xfrm>
          </p:contentPart>
        </mc:Choice>
        <mc:Fallback>
          <p:sp>
            <p:nvSpPr>
              <p:cNvPr id="1049709" name=""/>
              <p:cNvSpPr/>
              <p:nvPr/>
            </p:nvSpPr>
            <p:spPr>
              <a:xfrm>
                <a:off x="8417009" y="4210037"/>
                <a:ext cx="82568" cy="53839"/>
              </a:xfrm>
            </p:spPr>
          </p:sp>
        </mc:Fallback>
      </mc:AlternateContent>
      <mc:AlternateContent xmlns:mc="http://schemas.openxmlformats.org/markup-compatibility/2006">
        <mc:Choice xmlns:p14="http://schemas.microsoft.com/office/powerpoint/2010/main" Requires="p14">
          <p:contentPart p14:bwMode="auto" r:id="rId172">
            <p14:nvContentPartPr>
              <p14:cNvPr id="1049710" name=""/>
              <p14:cNvContentPartPr/>
              <p14:nvPr/>
            </p14:nvContentPartPr>
            <p14:xfrm>
              <a:off x="8377794" y="4095230"/>
              <a:ext cx="109396" cy="4483"/>
            </p14:xfrm>
          </p:contentPart>
        </mc:Choice>
        <mc:Fallback>
          <p:sp>
            <p:nvSpPr>
              <p:cNvPr id="1049710" name=""/>
              <p:cNvSpPr/>
              <p:nvPr/>
            </p:nvSpPr>
            <p:spPr>
              <a:xfrm>
                <a:off x="8377794" y="4095230"/>
                <a:ext cx="109396" cy="4483"/>
              </a:xfrm>
            </p:spPr>
          </p:sp>
        </mc:Fallback>
      </mc:AlternateContent>
      <mc:AlternateContent xmlns:mc="http://schemas.openxmlformats.org/markup-compatibility/2006">
        <mc:Choice xmlns:p14="http://schemas.microsoft.com/office/powerpoint/2010/main" Requires="p14">
          <p:contentPart p14:bwMode="auto" r:id="rId173">
            <p14:nvContentPartPr>
              <p14:cNvPr id="1049711" name=""/>
              <p14:cNvContentPartPr/>
              <p14:nvPr/>
            </p14:nvContentPartPr>
            <p14:xfrm>
              <a:off x="8405476" y="4051795"/>
              <a:ext cx="999" cy="109007"/>
            </p14:xfrm>
          </p:contentPart>
        </mc:Choice>
        <mc:Fallback>
          <p:sp>
            <p:nvSpPr>
              <p:cNvPr id="1049711" name=""/>
              <p:cNvSpPr/>
              <p:nvPr/>
            </p:nvSpPr>
            <p:spPr>
              <a:xfrm>
                <a:off x="8405476" y="4051795"/>
                <a:ext cx="999" cy="109007"/>
              </a:xfrm>
            </p:spPr>
          </p:sp>
        </mc:Fallback>
      </mc:AlternateContent>
      <mc:AlternateContent xmlns:mc="http://schemas.openxmlformats.org/markup-compatibility/2006">
        <mc:Choice xmlns:p14="http://schemas.microsoft.com/office/powerpoint/2010/main" Requires="p14">
          <p:contentPart p14:bwMode="auto" r:id="rId174">
            <p14:nvContentPartPr>
              <p14:cNvPr id="1049712" name=""/>
              <p14:cNvContentPartPr/>
              <p14:nvPr/>
            </p14:nvContentPartPr>
            <p14:xfrm>
              <a:off x="8237488" y="4146111"/>
              <a:ext cx="8609" cy="154164"/>
            </p14:xfrm>
          </p:contentPart>
        </mc:Choice>
        <mc:Fallback>
          <p:sp>
            <p:nvSpPr>
              <p:cNvPr id="1049712" name=""/>
              <p:cNvSpPr/>
              <p:nvPr/>
            </p:nvSpPr>
            <p:spPr>
              <a:xfrm>
                <a:off x="8237488" y="4146111"/>
                <a:ext cx="8609" cy="154164"/>
              </a:xfrm>
            </p:spPr>
          </p:sp>
        </mc:Fallback>
      </mc:AlternateContent>
      <mc:AlternateContent xmlns:mc="http://schemas.openxmlformats.org/markup-compatibility/2006">
        <mc:Choice xmlns:p14="http://schemas.microsoft.com/office/powerpoint/2010/main" Requires="p14">
          <p:contentPart p14:bwMode="auto" r:id="rId175">
            <p14:nvContentPartPr>
              <p14:cNvPr id="1049713" name=""/>
              <p14:cNvContentPartPr/>
              <p14:nvPr/>
            </p14:nvContentPartPr>
            <p14:xfrm>
              <a:off x="8377794" y="4182100"/>
              <a:ext cx="84337" cy="77270"/>
            </p14:xfrm>
          </p:contentPart>
        </mc:Choice>
        <mc:Fallback>
          <p:sp>
            <p:nvSpPr>
              <p:cNvPr id="1049713" name=""/>
              <p:cNvSpPr/>
              <p:nvPr/>
            </p:nvSpPr>
            <p:spPr>
              <a:xfrm>
                <a:off x="8377794" y="4182100"/>
                <a:ext cx="84337" cy="77270"/>
              </a:xfrm>
            </p:spPr>
          </p:sp>
        </mc:Fallback>
      </mc:AlternateContent>
      <mc:AlternateContent xmlns:mc="http://schemas.openxmlformats.org/markup-compatibility/2006">
        <mc:Choice xmlns:p14="http://schemas.microsoft.com/office/powerpoint/2010/main" Requires="p14">
          <p:contentPart p14:bwMode="auto" r:id="rId176">
            <p14:nvContentPartPr>
              <p14:cNvPr id="1049714" name=""/>
              <p14:cNvContentPartPr/>
              <p14:nvPr/>
            </p14:nvContentPartPr>
            <p14:xfrm>
              <a:off x="8431147" y="3557465"/>
              <a:ext cx="204097" cy="193241"/>
            </p14:xfrm>
          </p:contentPart>
        </mc:Choice>
        <mc:Fallback>
          <p:sp>
            <p:nvSpPr>
              <p:cNvPr id="1049714" name=""/>
              <p:cNvSpPr/>
              <p:nvPr/>
            </p:nvSpPr>
            <p:spPr>
              <a:xfrm>
                <a:off x="8431147" y="3557465"/>
                <a:ext cx="204097" cy="193241"/>
              </a:xfrm>
            </p:spPr>
          </p:sp>
        </mc:Fallback>
      </mc:AlternateContent>
      <mc:AlternateContent xmlns:mc="http://schemas.openxmlformats.org/markup-compatibility/2006">
        <mc:Choice xmlns:p14="http://schemas.microsoft.com/office/powerpoint/2010/main" Requires="p14">
          <p:contentPart p14:bwMode="auto" r:id="rId177">
            <p14:nvContentPartPr>
              <p14:cNvPr id="1049715" name=""/>
              <p14:cNvContentPartPr/>
              <p14:nvPr/>
            </p14:nvContentPartPr>
            <p14:xfrm>
              <a:off x="8628421" y="3486480"/>
              <a:ext cx="344154" cy="152309"/>
            </p14:xfrm>
          </p:contentPart>
        </mc:Choice>
        <mc:Fallback>
          <p:sp>
            <p:nvSpPr>
              <p:cNvPr id="1049715" name=""/>
              <p:cNvSpPr/>
              <p:nvPr/>
            </p:nvSpPr>
            <p:spPr>
              <a:xfrm>
                <a:off x="8628421" y="3486480"/>
                <a:ext cx="344154" cy="152309"/>
              </a:xfrm>
            </p:spPr>
          </p:sp>
        </mc:Fallback>
      </mc:AlternateContent>
      <mc:AlternateContent xmlns:mc="http://schemas.openxmlformats.org/markup-compatibility/2006">
        <mc:Choice xmlns:p14="http://schemas.microsoft.com/office/powerpoint/2010/main" Requires="p14">
          <p:contentPart p14:bwMode="auto" r:id="rId178">
            <p14:nvContentPartPr>
              <p14:cNvPr id="1049716" name=""/>
              <p14:cNvContentPartPr/>
              <p14:nvPr/>
            </p14:nvContentPartPr>
            <p14:xfrm>
              <a:off x="8255156" y="3214020"/>
              <a:ext cx="101900" cy="258723"/>
            </p14:xfrm>
          </p:contentPart>
        </mc:Choice>
        <mc:Fallback>
          <p:sp>
            <p:nvSpPr>
              <p:cNvPr id="1049716" name=""/>
              <p:cNvSpPr/>
              <p:nvPr/>
            </p:nvSpPr>
            <p:spPr>
              <a:xfrm>
                <a:off x="8255156" y="3214020"/>
                <a:ext cx="101900" cy="258723"/>
              </a:xfrm>
            </p:spPr>
          </p:sp>
        </mc:Fallback>
      </mc:AlternateContent>
      <mc:AlternateContent xmlns:mc="http://schemas.openxmlformats.org/markup-compatibility/2006">
        <mc:Choice xmlns:p14="http://schemas.microsoft.com/office/powerpoint/2010/main" Requires="p14">
          <p:contentPart p14:bwMode="auto" r:id="rId179">
            <p14:nvContentPartPr>
              <p14:cNvPr id="1049717" name=""/>
              <p14:cNvContentPartPr/>
              <p14:nvPr/>
            </p14:nvContentPartPr>
            <p14:xfrm>
              <a:off x="9036131" y="3349140"/>
              <a:ext cx="13666" cy="208726"/>
            </p14:xfrm>
          </p:contentPart>
        </mc:Choice>
        <mc:Fallback>
          <p:sp>
            <p:nvSpPr>
              <p:cNvPr id="1049717" name=""/>
              <p:cNvSpPr/>
              <p:nvPr/>
            </p:nvSpPr>
            <p:spPr>
              <a:xfrm>
                <a:off x="9036131" y="3349140"/>
                <a:ext cx="13666" cy="208726"/>
              </a:xfrm>
            </p:spPr>
          </p:sp>
        </mc:Fallback>
      </mc:AlternateContent>
      <mc:AlternateContent xmlns:mc="http://schemas.openxmlformats.org/markup-compatibility/2006">
        <mc:Choice xmlns:p14="http://schemas.microsoft.com/office/powerpoint/2010/main" Requires="p14">
          <p:contentPart p14:bwMode="auto" r:id="rId180">
            <p14:nvContentPartPr>
              <p14:cNvPr id="1049718" name=""/>
              <p14:cNvContentPartPr/>
              <p14:nvPr/>
            </p14:nvContentPartPr>
            <p14:xfrm>
              <a:off x="9100111" y="3392823"/>
              <a:ext cx="32211" cy="199056"/>
            </p14:xfrm>
          </p:contentPart>
        </mc:Choice>
        <mc:Fallback>
          <p:sp>
            <p:nvSpPr>
              <p:cNvPr id="1049718" name=""/>
              <p:cNvSpPr/>
              <p:nvPr/>
            </p:nvSpPr>
            <p:spPr>
              <a:xfrm>
                <a:off x="9100111" y="3392823"/>
                <a:ext cx="32211" cy="199056"/>
              </a:xfrm>
            </p:spPr>
          </p:sp>
        </mc:Fallback>
      </mc:AlternateContent>
      <mc:AlternateContent xmlns:mc="http://schemas.openxmlformats.org/markup-compatibility/2006">
        <mc:Choice xmlns:p14="http://schemas.microsoft.com/office/powerpoint/2010/main" Requires="p14">
          <p:contentPart p14:bwMode="auto" r:id="rId181">
            <p14:nvContentPartPr>
              <p14:cNvPr id="1049719" name=""/>
              <p14:cNvContentPartPr/>
              <p14:nvPr/>
            </p14:nvContentPartPr>
            <p14:xfrm>
              <a:off x="9014510" y="3486891"/>
              <a:ext cx="168196" cy="15420"/>
            </p14:xfrm>
          </p:contentPart>
        </mc:Choice>
        <mc:Fallback>
          <p:sp>
            <p:nvSpPr>
              <p:cNvPr id="1049719" name=""/>
              <p:cNvSpPr/>
              <p:nvPr/>
            </p:nvSpPr>
            <p:spPr>
              <a:xfrm>
                <a:off x="9014510" y="3486891"/>
                <a:ext cx="168196" cy="15420"/>
              </a:xfrm>
            </p:spPr>
          </p:sp>
        </mc:Fallback>
      </mc:AlternateContent>
      <mc:AlternateContent xmlns:mc="http://schemas.openxmlformats.org/markup-compatibility/2006">
        <mc:Choice xmlns:p14="http://schemas.microsoft.com/office/powerpoint/2010/main" Requires="p14">
          <p:contentPart p14:bwMode="auto" r:id="rId182">
            <p14:nvContentPartPr>
              <p14:cNvPr id="1049720" name=""/>
              <p14:cNvContentPartPr/>
              <p14:nvPr/>
            </p14:nvContentPartPr>
            <p14:xfrm>
              <a:off x="8241890" y="3030699"/>
              <a:ext cx="31105" cy="173603"/>
            </p14:xfrm>
          </p:contentPart>
        </mc:Choice>
        <mc:Fallback>
          <p:sp>
            <p:nvSpPr>
              <p:cNvPr id="1049720" name=""/>
              <p:cNvSpPr/>
              <p:nvPr/>
            </p:nvSpPr>
            <p:spPr>
              <a:xfrm>
                <a:off x="8241890" y="3030699"/>
                <a:ext cx="31105" cy="173603"/>
              </a:xfrm>
            </p:spPr>
          </p:sp>
        </mc:Fallback>
      </mc:AlternateContent>
      <mc:AlternateContent xmlns:mc="http://schemas.openxmlformats.org/markup-compatibility/2006">
        <mc:Choice xmlns:p14="http://schemas.microsoft.com/office/powerpoint/2010/main" Requires="p14">
          <p:contentPart p14:bwMode="auto" r:id="rId183">
            <p14:nvContentPartPr>
              <p14:cNvPr id="1049721" name=""/>
              <p14:cNvContentPartPr/>
              <p14:nvPr/>
            </p14:nvContentPartPr>
            <p14:xfrm>
              <a:off x="8100653" y="3110371"/>
              <a:ext cx="141237" cy="57434"/>
            </p14:xfrm>
          </p:contentPart>
        </mc:Choice>
        <mc:Fallback>
          <p:sp>
            <p:nvSpPr>
              <p:cNvPr id="1049721" name=""/>
              <p:cNvSpPr/>
              <p:nvPr/>
            </p:nvSpPr>
            <p:spPr>
              <a:xfrm>
                <a:off x="8100653" y="3110371"/>
                <a:ext cx="141237" cy="57434"/>
              </a:xfrm>
            </p:spPr>
          </p:sp>
        </mc:Fallback>
      </mc:AlternateContent>
      <mc:AlternateContent xmlns:mc="http://schemas.openxmlformats.org/markup-compatibility/2006">
        <mc:Choice xmlns:p14="http://schemas.microsoft.com/office/powerpoint/2010/main" Requires="p14">
          <p:contentPart p14:bwMode="auto" r:id="rId184">
            <p14:nvContentPartPr>
              <p14:cNvPr id="1049722" name=""/>
              <p14:cNvContentPartPr/>
              <p14:nvPr/>
            </p14:nvContentPartPr>
            <p14:xfrm>
              <a:off x="8098927" y="3088530"/>
              <a:ext cx="23014" cy="174052"/>
            </p14:xfrm>
          </p:contentPart>
        </mc:Choice>
        <mc:Fallback>
          <p:sp>
            <p:nvSpPr>
              <p:cNvPr id="1049722" name=""/>
              <p:cNvSpPr/>
              <p:nvPr/>
            </p:nvSpPr>
            <p:spPr>
              <a:xfrm>
                <a:off x="8098927" y="3088530"/>
                <a:ext cx="23014" cy="174052"/>
              </a:xfrm>
            </p:spPr>
          </p:sp>
        </mc:Fallback>
      </mc:AlternateContent>
      <mc:AlternateContent xmlns:mc="http://schemas.openxmlformats.org/markup-compatibility/2006">
        <mc:Choice xmlns:p14="http://schemas.microsoft.com/office/powerpoint/2010/main" Requires="p14">
          <p:contentPart p14:bwMode="auto" r:id="rId185">
            <p14:nvContentPartPr>
              <p14:cNvPr id="1049723" name=""/>
              <p14:cNvContentPartPr/>
              <p14:nvPr/>
            </p14:nvContentPartPr>
            <p14:xfrm>
              <a:off x="7805600" y="4236703"/>
              <a:ext cx="113121" cy="164337"/>
            </p14:xfrm>
          </p:contentPart>
        </mc:Choice>
        <mc:Fallback>
          <p:sp>
            <p:nvSpPr>
              <p:cNvPr id="1049723" name=""/>
              <p:cNvSpPr/>
              <p:nvPr/>
            </p:nvSpPr>
            <p:spPr>
              <a:xfrm>
                <a:off x="7805600" y="4236703"/>
                <a:ext cx="113121" cy="164337"/>
              </a:xfrm>
            </p:spPr>
          </p:sp>
        </mc:Fallback>
      </mc:AlternateContent>
      <mc:AlternateContent xmlns:mc="http://schemas.openxmlformats.org/markup-compatibility/2006">
        <mc:Choice xmlns:p14="http://schemas.microsoft.com/office/powerpoint/2010/main" Requires="p14">
          <p:contentPart p14:bwMode="auto" r:id="rId186">
            <p14:nvContentPartPr>
              <p14:cNvPr id="1049724" name=""/>
              <p14:cNvContentPartPr/>
              <p14:nvPr/>
            </p14:nvContentPartPr>
            <p14:xfrm>
              <a:off x="7487337" y="3945124"/>
              <a:ext cx="278009" cy="221339"/>
            </p14:xfrm>
          </p:contentPart>
        </mc:Choice>
        <mc:Fallback>
          <p:sp>
            <p:nvSpPr>
              <p:cNvPr id="1049724" name=""/>
              <p:cNvSpPr/>
              <p:nvPr/>
            </p:nvSpPr>
            <p:spPr>
              <a:xfrm>
                <a:off x="7487337" y="3945124"/>
                <a:ext cx="278009" cy="221339"/>
              </a:xfrm>
            </p:spPr>
          </p:sp>
        </mc:Fallback>
      </mc:AlternateContent>
      <mc:AlternateContent xmlns:mc="http://schemas.openxmlformats.org/markup-compatibility/2006">
        <mc:Choice xmlns:p14="http://schemas.microsoft.com/office/powerpoint/2010/main" Requires="p14">
          <p:contentPart p14:bwMode="auto" r:id="rId187">
            <p14:nvContentPartPr>
              <p14:cNvPr id="1049725" name=""/>
              <p14:cNvContentPartPr/>
              <p14:nvPr/>
            </p14:nvContentPartPr>
            <p14:xfrm>
              <a:off x="7706984" y="4486393"/>
              <a:ext cx="134698" cy="235085"/>
            </p14:xfrm>
          </p:contentPart>
        </mc:Choice>
        <mc:Fallback>
          <p:sp>
            <p:nvSpPr>
              <p:cNvPr id="1049725" name=""/>
              <p:cNvSpPr/>
              <p:nvPr/>
            </p:nvSpPr>
            <p:spPr>
              <a:xfrm>
                <a:off x="7706984" y="4486393"/>
                <a:ext cx="134698" cy="235085"/>
              </a:xfrm>
            </p:spPr>
          </p:sp>
        </mc:Fallback>
      </mc:AlternateContent>
      <mc:AlternateContent xmlns:mc="http://schemas.openxmlformats.org/markup-compatibility/2006">
        <mc:Choice xmlns:p14="http://schemas.microsoft.com/office/powerpoint/2010/main" Requires="p14">
          <p:contentPart p14:bwMode="auto" r:id="rId188">
            <p14:nvContentPartPr>
              <p14:cNvPr id="1049726" name=""/>
              <p14:cNvContentPartPr/>
              <p14:nvPr/>
            </p14:nvContentPartPr>
            <p14:xfrm>
              <a:off x="7295654" y="3798134"/>
              <a:ext cx="29771" cy="202841"/>
            </p14:xfrm>
          </p:contentPart>
        </mc:Choice>
        <mc:Fallback>
          <p:sp>
            <p:nvSpPr>
              <p:cNvPr id="1049726" name=""/>
              <p:cNvSpPr/>
              <p:nvPr/>
            </p:nvSpPr>
            <p:spPr>
              <a:xfrm>
                <a:off x="7295654" y="3798134"/>
                <a:ext cx="29771" cy="202841"/>
              </a:xfrm>
            </p:spPr>
          </p:sp>
        </mc:Fallback>
      </mc:AlternateContent>
      <mc:AlternateContent xmlns:mc="http://schemas.openxmlformats.org/markup-compatibility/2006">
        <mc:Choice xmlns:p14="http://schemas.microsoft.com/office/powerpoint/2010/main" Requires="p14">
          <p:contentPart p14:bwMode="auto" r:id="rId189">
            <p14:nvContentPartPr>
              <p14:cNvPr id="1049727" name=""/>
              <p14:cNvContentPartPr/>
              <p14:nvPr/>
            </p14:nvContentPartPr>
            <p14:xfrm>
              <a:off x="7383669" y="3790936"/>
              <a:ext cx="6911" cy="193790"/>
            </p14:xfrm>
          </p:contentPart>
        </mc:Choice>
        <mc:Fallback>
          <p:sp>
            <p:nvSpPr>
              <p:cNvPr id="1049727" name=""/>
              <p:cNvSpPr/>
              <p:nvPr/>
            </p:nvSpPr>
            <p:spPr>
              <a:xfrm>
                <a:off x="7383669" y="3790936"/>
                <a:ext cx="6911" cy="193790"/>
              </a:xfrm>
            </p:spPr>
          </p:sp>
        </mc:Fallback>
      </mc:AlternateContent>
      <mc:AlternateContent xmlns:mc="http://schemas.openxmlformats.org/markup-compatibility/2006">
        <mc:Choice xmlns:p14="http://schemas.microsoft.com/office/powerpoint/2010/main" Requires="p14">
          <p:contentPart p14:bwMode="auto" r:id="rId190">
            <p14:nvContentPartPr>
              <p14:cNvPr id="1049728" name=""/>
              <p14:cNvContentPartPr/>
              <p14:nvPr/>
            </p14:nvContentPartPr>
            <p14:xfrm>
              <a:off x="7276447" y="3885500"/>
              <a:ext cx="95078" cy="38176"/>
            </p14:xfrm>
          </p:contentPart>
        </mc:Choice>
        <mc:Fallback>
          <p:sp>
            <p:nvSpPr>
              <p:cNvPr id="1049728" name=""/>
              <p:cNvSpPr/>
              <p:nvPr/>
            </p:nvSpPr>
            <p:spPr>
              <a:xfrm>
                <a:off x="7276447" y="3885500"/>
                <a:ext cx="95078" cy="38176"/>
              </a:xfrm>
            </p:spPr>
          </p:sp>
        </mc:Fallback>
      </mc:AlternateContent>
      <mc:AlternateContent xmlns:mc="http://schemas.openxmlformats.org/markup-compatibility/2006">
        <mc:Choice xmlns:p14="http://schemas.microsoft.com/office/powerpoint/2010/main" Requires="p14">
          <p:contentPart p14:bwMode="auto" r:id="rId191">
            <p14:nvContentPartPr>
              <p14:cNvPr id="1049729" name=""/>
              <p14:cNvContentPartPr/>
              <p14:nvPr/>
            </p14:nvContentPartPr>
            <p14:xfrm>
              <a:off x="7456590" y="4729877"/>
              <a:ext cx="24594" cy="173511"/>
            </p14:xfrm>
          </p:contentPart>
        </mc:Choice>
        <mc:Fallback>
          <p:sp>
            <p:nvSpPr>
              <p:cNvPr id="1049729" name=""/>
              <p:cNvSpPr/>
              <p:nvPr/>
            </p:nvSpPr>
            <p:spPr>
              <a:xfrm>
                <a:off x="7456590" y="4729877"/>
                <a:ext cx="24594" cy="173511"/>
              </a:xfrm>
            </p:spPr>
          </p:sp>
        </mc:Fallback>
      </mc:AlternateContent>
      <mc:AlternateContent xmlns:mc="http://schemas.openxmlformats.org/markup-compatibility/2006">
        <mc:Choice xmlns:p14="http://schemas.microsoft.com/office/powerpoint/2010/main" Requires="p14">
          <p:contentPart p14:bwMode="auto" r:id="rId192">
            <p14:nvContentPartPr>
              <p14:cNvPr id="1049730" name=""/>
              <p14:cNvContentPartPr/>
              <p14:nvPr/>
            </p14:nvContentPartPr>
            <p14:xfrm>
              <a:off x="7541194" y="4689172"/>
              <a:ext cx="9695" cy="181267"/>
            </p14:xfrm>
          </p:contentPart>
        </mc:Choice>
        <mc:Fallback>
          <p:sp>
            <p:nvSpPr>
              <p:cNvPr id="1049730" name=""/>
              <p:cNvSpPr/>
              <p:nvPr/>
            </p:nvSpPr>
            <p:spPr>
              <a:xfrm>
                <a:off x="7541194" y="4689172"/>
                <a:ext cx="9695" cy="181267"/>
              </a:xfrm>
            </p:spPr>
          </p:sp>
        </mc:Fallback>
      </mc:AlternateContent>
      <mc:AlternateContent xmlns:mc="http://schemas.openxmlformats.org/markup-compatibility/2006">
        <mc:Choice xmlns:p14="http://schemas.microsoft.com/office/powerpoint/2010/main" Requires="p14">
          <p:contentPart p14:bwMode="auto" r:id="rId193">
            <p14:nvContentPartPr>
              <p14:cNvPr id="1049731" name=""/>
              <p14:cNvContentPartPr/>
              <p14:nvPr/>
            </p14:nvContentPartPr>
            <p14:xfrm>
              <a:off x="7441032" y="4754697"/>
              <a:ext cx="186205" cy="58079"/>
            </p14:xfrm>
          </p:contentPart>
        </mc:Choice>
        <mc:Fallback>
          <p:sp>
            <p:nvSpPr>
              <p:cNvPr id="1049731" name=""/>
              <p:cNvSpPr/>
              <p:nvPr/>
            </p:nvSpPr>
            <p:spPr>
              <a:xfrm>
                <a:off x="7441032" y="4754697"/>
                <a:ext cx="186205" cy="58079"/>
              </a:xfrm>
            </p:spPr>
          </p:sp>
        </mc:Fallback>
      </mc:AlternateContent>
      <mc:AlternateContent xmlns:mc="http://schemas.openxmlformats.org/markup-compatibility/2006">
        <mc:Choice xmlns:p14="http://schemas.microsoft.com/office/powerpoint/2010/main" Requires="p14">
          <p:contentPart p14:bwMode="auto" r:id="rId194">
            <p14:nvContentPartPr>
              <p14:cNvPr id="1049732" name=""/>
              <p14:cNvContentPartPr/>
              <p14:nvPr/>
            </p14:nvContentPartPr>
            <p14:xfrm>
              <a:off x="8643238" y="4515432"/>
              <a:ext cx="135061" cy="171644"/>
            </p14:xfrm>
          </p:contentPart>
        </mc:Choice>
        <mc:Fallback>
          <p:sp>
            <p:nvSpPr>
              <p:cNvPr id="1049732" name=""/>
              <p:cNvSpPr/>
              <p:nvPr/>
            </p:nvSpPr>
            <p:spPr>
              <a:xfrm>
                <a:off x="8643238" y="4515432"/>
                <a:ext cx="135061" cy="171644"/>
              </a:xfrm>
            </p:spPr>
          </p:sp>
        </mc:Fallback>
      </mc:AlternateContent>
      <mc:AlternateContent xmlns:mc="http://schemas.openxmlformats.org/markup-compatibility/2006">
        <mc:Choice xmlns:p14="http://schemas.microsoft.com/office/powerpoint/2010/main" Requires="p14">
          <p:contentPart p14:bwMode="auto" r:id="rId195">
            <p14:nvContentPartPr>
              <p14:cNvPr id="1049733" name=""/>
              <p14:cNvContentPartPr/>
              <p14:nvPr/>
            </p14:nvContentPartPr>
            <p14:xfrm>
              <a:off x="8842866" y="4588155"/>
              <a:ext cx="264403" cy="67050"/>
            </p14:xfrm>
          </p:contentPart>
        </mc:Choice>
        <mc:Fallback>
          <p:sp>
            <p:nvSpPr>
              <p:cNvPr id="1049733" name=""/>
              <p:cNvSpPr/>
              <p:nvPr/>
            </p:nvSpPr>
            <p:spPr>
              <a:xfrm>
                <a:off x="8842866" y="4588155"/>
                <a:ext cx="264403" cy="67050"/>
              </a:xfrm>
            </p:spPr>
          </p:sp>
        </mc:Fallback>
      </mc:AlternateContent>
      <mc:AlternateContent xmlns:mc="http://schemas.openxmlformats.org/markup-compatibility/2006">
        <mc:Choice xmlns:p14="http://schemas.microsoft.com/office/powerpoint/2010/main" Requires="p14">
          <p:contentPart p14:bwMode="auto" r:id="rId196">
            <p14:nvContentPartPr>
              <p14:cNvPr id="1049734" name=""/>
              <p14:cNvContentPartPr/>
              <p14:nvPr/>
            </p14:nvContentPartPr>
            <p14:xfrm>
              <a:off x="8580044" y="4781255"/>
              <a:ext cx="88089" cy="228979"/>
            </p14:xfrm>
          </p:contentPart>
        </mc:Choice>
        <mc:Fallback>
          <p:sp>
            <p:nvSpPr>
              <p:cNvPr id="1049734" name=""/>
              <p:cNvSpPr/>
              <p:nvPr/>
            </p:nvSpPr>
            <p:spPr>
              <a:xfrm>
                <a:off x="8580044" y="4781255"/>
                <a:ext cx="88089" cy="228979"/>
              </a:xfrm>
            </p:spPr>
          </p:sp>
        </mc:Fallback>
      </mc:AlternateContent>
      <mc:AlternateContent xmlns:mc="http://schemas.openxmlformats.org/markup-compatibility/2006">
        <mc:Choice xmlns:p14="http://schemas.microsoft.com/office/powerpoint/2010/main" Requires="p14">
          <p:contentPart p14:bwMode="auto" r:id="rId197">
            <p14:nvContentPartPr>
              <p14:cNvPr id="1049735" name=""/>
              <p14:cNvContentPartPr/>
              <p14:nvPr/>
            </p14:nvContentPartPr>
            <p14:xfrm>
              <a:off x="9129467" y="4602302"/>
              <a:ext cx="23656" cy="226016"/>
            </p14:xfrm>
          </p:contentPart>
        </mc:Choice>
        <mc:Fallback>
          <p:sp>
            <p:nvSpPr>
              <p:cNvPr id="1049735" name=""/>
              <p:cNvSpPr/>
              <p:nvPr/>
            </p:nvSpPr>
            <p:spPr>
              <a:xfrm>
                <a:off x="9129467" y="4602302"/>
                <a:ext cx="23656" cy="226016"/>
              </a:xfrm>
            </p:spPr>
          </p:sp>
        </mc:Fallback>
      </mc:AlternateContent>
      <mc:AlternateContent xmlns:mc="http://schemas.openxmlformats.org/markup-compatibility/2006">
        <mc:Choice xmlns:p14="http://schemas.microsoft.com/office/powerpoint/2010/main" Requires="p14">
          <p:contentPart p14:bwMode="auto" r:id="rId198">
            <p14:nvContentPartPr>
              <p14:cNvPr id="1049736" name=""/>
              <p14:cNvContentPartPr/>
              <p14:nvPr/>
            </p14:nvContentPartPr>
            <p14:xfrm>
              <a:off x="9228955" y="4631342"/>
              <a:ext cx="14561" cy="188384"/>
            </p14:xfrm>
          </p:contentPart>
        </mc:Choice>
        <mc:Fallback>
          <p:sp>
            <p:nvSpPr>
              <p:cNvPr id="1049736" name=""/>
              <p:cNvSpPr/>
              <p:nvPr/>
            </p:nvSpPr>
            <p:spPr>
              <a:xfrm>
                <a:off x="9228955" y="4631342"/>
                <a:ext cx="14561" cy="188384"/>
              </a:xfrm>
            </p:spPr>
          </p:sp>
        </mc:Fallback>
      </mc:AlternateContent>
      <mc:AlternateContent xmlns:mc="http://schemas.openxmlformats.org/markup-compatibility/2006">
        <mc:Choice xmlns:p14="http://schemas.microsoft.com/office/powerpoint/2010/main" Requires="p14">
          <p:contentPart p14:bwMode="auto" r:id="rId199">
            <p14:nvContentPartPr>
              <p14:cNvPr id="1049737" name=""/>
              <p14:cNvContentPartPr/>
              <p14:nvPr/>
            </p14:nvContentPartPr>
            <p14:xfrm>
              <a:off x="9107612" y="4725658"/>
              <a:ext cx="153478" cy="61630"/>
            </p14:xfrm>
          </p:contentPart>
        </mc:Choice>
        <mc:Fallback>
          <p:sp>
            <p:nvSpPr>
              <p:cNvPr id="1049737" name=""/>
              <p:cNvSpPr/>
              <p:nvPr/>
            </p:nvSpPr>
            <p:spPr>
              <a:xfrm>
                <a:off x="9107612" y="4725658"/>
                <a:ext cx="153478" cy="61630"/>
              </a:xfrm>
            </p:spPr>
          </p:sp>
        </mc:Fallback>
      </mc:AlternateContent>
      <mc:AlternateContent xmlns:mc="http://schemas.openxmlformats.org/markup-compatibility/2006">
        <mc:Choice xmlns:p14="http://schemas.microsoft.com/office/powerpoint/2010/main" Requires="p14">
          <p:contentPart p14:bwMode="auto" r:id="rId200">
            <p14:nvContentPartPr>
              <p14:cNvPr id="1049738" name=""/>
              <p14:cNvContentPartPr/>
              <p14:nvPr/>
            </p14:nvContentPartPr>
            <p14:xfrm>
              <a:off x="8450661" y="5058991"/>
              <a:ext cx="34797" cy="185508"/>
            </p14:xfrm>
          </p:contentPart>
        </mc:Choice>
        <mc:Fallback>
          <p:sp>
            <p:nvSpPr>
              <p:cNvPr id="1049738" name=""/>
              <p:cNvSpPr/>
              <p:nvPr/>
            </p:nvSpPr>
            <p:spPr>
              <a:xfrm>
                <a:off x="8450661" y="5058991"/>
                <a:ext cx="34797" cy="185508"/>
              </a:xfrm>
            </p:spPr>
          </p:sp>
        </mc:Fallback>
      </mc:AlternateContent>
      <mc:AlternateContent xmlns:mc="http://schemas.openxmlformats.org/markup-compatibility/2006">
        <mc:Choice xmlns:p14="http://schemas.microsoft.com/office/powerpoint/2010/main" Requires="p14">
          <p:contentPart p14:bwMode="auto" r:id="rId201">
            <p14:nvContentPartPr>
              <p14:cNvPr id="1049739" name=""/>
              <p14:cNvContentPartPr/>
              <p14:nvPr/>
            </p14:nvContentPartPr>
            <p14:xfrm>
              <a:off x="8583019" y="5116821"/>
              <a:ext cx="9661" cy="159631"/>
            </p14:xfrm>
          </p:contentPart>
        </mc:Choice>
        <mc:Fallback>
          <p:sp>
            <p:nvSpPr>
              <p:cNvPr id="1049739" name=""/>
              <p:cNvSpPr/>
              <p:nvPr/>
            </p:nvSpPr>
            <p:spPr>
              <a:xfrm>
                <a:off x="8583019" y="5116821"/>
                <a:ext cx="9661" cy="159631"/>
              </a:xfrm>
            </p:spPr>
          </p:sp>
        </mc:Fallback>
      </mc:AlternateContent>
      <mc:AlternateContent xmlns:mc="http://schemas.openxmlformats.org/markup-compatibility/2006">
        <mc:Choice xmlns:p14="http://schemas.microsoft.com/office/powerpoint/2010/main" Requires="p14">
          <p:contentPart p14:bwMode="auto" r:id="rId202">
            <p14:nvContentPartPr>
              <p14:cNvPr id="1049740" name=""/>
              <p14:cNvContentPartPr/>
              <p14:nvPr/>
            </p14:nvContentPartPr>
            <p14:xfrm>
              <a:off x="8421036" y="5116821"/>
              <a:ext cx="221242" cy="81409"/>
            </p14:xfrm>
          </p:contentPart>
        </mc:Choice>
        <mc:Fallback>
          <p:sp>
            <p:nvSpPr>
              <p:cNvPr id="1049740" name=""/>
              <p:cNvSpPr/>
              <p:nvPr/>
            </p:nvSpPr>
            <p:spPr>
              <a:xfrm>
                <a:off x="8421036" y="5116821"/>
                <a:ext cx="221242" cy="81409"/>
              </a:xfrm>
            </p:spPr>
          </p:sp>
        </mc:Fallback>
      </mc:AlternateContent>
      <mc:AlternateContent xmlns:mc="http://schemas.openxmlformats.org/markup-compatibility/2006">
        <mc:Choice xmlns:p14="http://schemas.microsoft.com/office/powerpoint/2010/main" Requires="p14">
          <p:contentPart p14:bwMode="auto" r:id="rId203">
            <p14:nvContentPartPr>
              <p14:cNvPr id="1049741" name=""/>
              <p14:cNvContentPartPr/>
              <p14:nvPr/>
            </p14:nvContentPartPr>
            <p14:xfrm>
              <a:off x="6875246" y="2704072"/>
              <a:ext cx="2934443" cy="2892630"/>
            </p14:xfrm>
          </p:contentPart>
        </mc:Choice>
        <mc:Fallback>
          <p:sp>
            <p:nvSpPr>
              <p:cNvPr id="1049741" name=""/>
              <p:cNvSpPr/>
              <p:nvPr/>
            </p:nvSpPr>
            <p:spPr>
              <a:xfrm>
                <a:off x="6875246" y="2704072"/>
                <a:ext cx="2934443" cy="2892630"/>
              </a:xfrm>
            </p:spPr>
          </p:sp>
        </mc:Fallback>
      </mc:AlternateContent>
      <mc:AlternateContent xmlns:mc="http://schemas.openxmlformats.org/markup-compatibility/2006">
        <mc:Choice xmlns:p14="http://schemas.microsoft.com/office/powerpoint/2010/main" Requires="p14">
          <p:contentPart p14:bwMode="auto" r:id="rId204">
            <p14:nvContentPartPr>
              <p14:cNvPr id="1049742" name=""/>
              <p14:cNvContentPartPr/>
              <p14:nvPr/>
            </p14:nvContentPartPr>
            <p14:xfrm>
              <a:off x="7781269" y="5867875"/>
              <a:ext cx="28642" cy="227736"/>
            </p14:xfrm>
          </p:contentPart>
        </mc:Choice>
        <mc:Fallback>
          <p:sp>
            <p:nvSpPr>
              <p:cNvPr id="1049742" name=""/>
              <p:cNvSpPr/>
              <p:nvPr/>
            </p:nvSpPr>
            <p:spPr>
              <a:xfrm>
                <a:off x="7781269" y="5867875"/>
                <a:ext cx="28642" cy="227736"/>
              </a:xfrm>
            </p:spPr>
          </p:sp>
        </mc:Fallback>
      </mc:AlternateContent>
      <mc:AlternateContent xmlns:mc="http://schemas.openxmlformats.org/markup-compatibility/2006">
        <mc:Choice xmlns:p14="http://schemas.microsoft.com/office/powerpoint/2010/main" Requires="p14">
          <p:contentPart p14:bwMode="auto" r:id="rId205">
            <p14:nvContentPartPr>
              <p14:cNvPr id="1049743" name=""/>
              <p14:cNvContentPartPr/>
              <p14:nvPr/>
            </p14:nvContentPartPr>
            <p14:xfrm>
              <a:off x="7784320" y="5848889"/>
              <a:ext cx="148943" cy="251712"/>
            </p14:xfrm>
          </p:contentPart>
        </mc:Choice>
        <mc:Fallback>
          <p:sp>
            <p:nvSpPr>
              <p:cNvPr id="1049743" name=""/>
              <p:cNvSpPr/>
              <p:nvPr/>
            </p:nvSpPr>
            <p:spPr>
              <a:xfrm>
                <a:off x="7784320" y="5848889"/>
                <a:ext cx="148943" cy="251712"/>
              </a:xfrm>
            </p:spPr>
          </p:sp>
        </mc:Fallback>
      </mc:AlternateContent>
      <mc:AlternateContent xmlns:mc="http://schemas.openxmlformats.org/markup-compatibility/2006">
        <mc:Choice xmlns:p14="http://schemas.microsoft.com/office/powerpoint/2010/main" Requires="p14">
          <p:contentPart p14:bwMode="auto" r:id="rId206">
            <p14:nvContentPartPr>
              <p14:cNvPr id="1049744" name=""/>
              <p14:cNvContentPartPr/>
              <p14:nvPr/>
            </p14:nvContentPartPr>
            <p14:xfrm>
              <a:off x="8012802" y="6062377"/>
              <a:ext cx="127176" cy="102460"/>
            </p14:xfrm>
          </p:contentPart>
        </mc:Choice>
        <mc:Fallback>
          <p:sp>
            <p:nvSpPr>
              <p:cNvPr id="1049744" name=""/>
              <p:cNvSpPr/>
              <p:nvPr/>
            </p:nvSpPr>
            <p:spPr>
              <a:xfrm>
                <a:off x="8012802" y="6062377"/>
                <a:ext cx="127176" cy="102460"/>
              </a:xfrm>
            </p:spPr>
          </p:sp>
        </mc:Fallback>
      </mc:AlternateContent>
      <mc:AlternateContent xmlns:mc="http://schemas.openxmlformats.org/markup-compatibility/2006">
        <mc:Choice xmlns:p14="http://schemas.microsoft.com/office/powerpoint/2010/main" Requires="p14">
          <p:contentPart p14:bwMode="auto" r:id="rId207">
            <p14:nvContentPartPr>
              <p14:cNvPr id="1049745" name=""/>
              <p14:cNvContentPartPr/>
              <p14:nvPr/>
            </p14:nvContentPartPr>
            <p14:xfrm>
              <a:off x="7991705" y="5862663"/>
              <a:ext cx="157312" cy="25348"/>
            </p14:xfrm>
          </p:contentPart>
        </mc:Choice>
        <mc:Fallback>
          <p:sp>
            <p:nvSpPr>
              <p:cNvPr id="1049745" name=""/>
              <p:cNvSpPr/>
              <p:nvPr/>
            </p:nvSpPr>
            <p:spPr>
              <a:xfrm>
                <a:off x="7991705" y="5862663"/>
                <a:ext cx="157312" cy="25348"/>
              </a:xfrm>
            </p:spPr>
          </p:sp>
        </mc:Fallback>
      </mc:AlternateContent>
      <mc:AlternateContent xmlns:mc="http://schemas.openxmlformats.org/markup-compatibility/2006">
        <mc:Choice xmlns:p14="http://schemas.microsoft.com/office/powerpoint/2010/main" Requires="p14">
          <p:contentPart p14:bwMode="auto" r:id="rId208">
            <p14:nvContentPartPr>
              <p14:cNvPr id="1049746" name=""/>
              <p14:cNvContentPartPr/>
              <p14:nvPr/>
            </p14:nvContentPartPr>
            <p14:xfrm>
              <a:off x="8059742" y="5797882"/>
              <a:ext cx="25065" cy="239016"/>
            </p14:xfrm>
          </p:contentPart>
        </mc:Choice>
        <mc:Fallback>
          <p:sp>
            <p:nvSpPr>
              <p:cNvPr id="1049746" name=""/>
              <p:cNvSpPr/>
              <p:nvPr/>
            </p:nvSpPr>
            <p:spPr>
              <a:xfrm>
                <a:off x="8059742" y="5797882"/>
                <a:ext cx="25065" cy="239016"/>
              </a:xfrm>
            </p:spPr>
          </p:sp>
        </mc:Fallback>
      </mc:AlternateContent>
      <mc:AlternateContent xmlns:mc="http://schemas.openxmlformats.org/markup-compatibility/2006">
        <mc:Choice xmlns:p14="http://schemas.microsoft.com/office/powerpoint/2010/main" Requires="p14">
          <p:contentPart p14:bwMode="auto" r:id="rId209">
            <p14:nvContentPartPr>
              <p14:cNvPr id="1049747" name=""/>
              <p14:cNvContentPartPr/>
              <p14:nvPr/>
            </p14:nvContentPartPr>
            <p14:xfrm>
              <a:off x="8167026" y="6072888"/>
              <a:ext cx="82365" cy="381629"/>
            </p14:xfrm>
          </p:contentPart>
        </mc:Choice>
        <mc:Fallback>
          <p:sp>
            <p:nvSpPr>
              <p:cNvPr id="1049747" name=""/>
              <p:cNvSpPr/>
              <p:nvPr/>
            </p:nvSpPr>
            <p:spPr>
              <a:xfrm>
                <a:off x="8167026" y="6072888"/>
                <a:ext cx="82365" cy="381629"/>
              </a:xfrm>
            </p:spPr>
          </p:sp>
        </mc:Fallback>
      </mc:AlternateContent>
      <mc:AlternateContent xmlns:mc="http://schemas.openxmlformats.org/markup-compatibility/2006">
        <mc:Choice xmlns:p14="http://schemas.microsoft.com/office/powerpoint/2010/main" Requires="p14">
          <p:contentPart p14:bwMode="auto" r:id="rId210">
            <p14:nvContentPartPr>
              <p14:cNvPr id="1049748" name=""/>
              <p14:cNvContentPartPr/>
              <p14:nvPr/>
            </p14:nvContentPartPr>
            <p14:xfrm>
              <a:off x="8230757" y="6244529"/>
              <a:ext cx="160561" cy="91240"/>
            </p14:xfrm>
          </p:contentPart>
        </mc:Choice>
        <mc:Fallback>
          <p:sp>
            <p:nvSpPr>
              <p:cNvPr id="1049748" name=""/>
              <p:cNvSpPr/>
              <p:nvPr/>
            </p:nvSpPr>
            <p:spPr>
              <a:xfrm>
                <a:off x="8230757" y="6244529"/>
                <a:ext cx="160561" cy="91240"/>
              </a:xfrm>
            </p:spPr>
          </p:sp>
        </mc:Fallback>
      </mc:AlternateContent>
      <mc:AlternateContent xmlns:mc="http://schemas.openxmlformats.org/markup-compatibility/2006">
        <mc:Choice xmlns:p14="http://schemas.microsoft.com/office/powerpoint/2010/main" Requires="p14">
          <p:contentPart p14:bwMode="auto" r:id="rId211">
            <p14:nvContentPartPr>
              <p14:cNvPr id="1049749" name=""/>
              <p14:cNvContentPartPr/>
              <p14:nvPr/>
            </p14:nvContentPartPr>
            <p14:xfrm>
              <a:off x="8367118" y="6275196"/>
              <a:ext cx="73419" cy="256491"/>
            </p14:xfrm>
          </p:contentPart>
        </mc:Choice>
        <mc:Fallback>
          <p:sp>
            <p:nvSpPr>
              <p:cNvPr id="1049749" name=""/>
              <p:cNvSpPr/>
              <p:nvPr/>
            </p:nvSpPr>
            <p:spPr>
              <a:xfrm>
                <a:off x="8367118" y="6275196"/>
                <a:ext cx="73419" cy="256491"/>
              </a:xfrm>
            </p:spPr>
          </p:sp>
        </mc:Fallback>
      </mc:AlternateContent>
      <mc:AlternateContent xmlns:mc="http://schemas.openxmlformats.org/markup-compatibility/2006">
        <mc:Choice xmlns:p14="http://schemas.microsoft.com/office/powerpoint/2010/main" Requires="p14">
          <p:contentPart p14:bwMode="auto" r:id="rId212">
            <p14:nvContentPartPr>
              <p14:cNvPr id="1049750" name=""/>
              <p14:cNvContentPartPr/>
              <p14:nvPr/>
            </p14:nvContentPartPr>
            <p14:xfrm>
              <a:off x="8421036" y="6261520"/>
              <a:ext cx="407844" cy="158680"/>
            </p14:xfrm>
          </p:contentPart>
        </mc:Choice>
        <mc:Fallback>
          <p:sp>
            <p:nvSpPr>
              <p:cNvPr id="1049750" name=""/>
              <p:cNvSpPr/>
              <p:nvPr/>
            </p:nvSpPr>
            <p:spPr>
              <a:xfrm>
                <a:off x="8421036" y="6261520"/>
                <a:ext cx="407844" cy="158680"/>
              </a:xfrm>
            </p:spPr>
          </p:sp>
        </mc:Fallback>
      </mc:AlternateContent>
      <mc:AlternateContent xmlns:mc="http://schemas.openxmlformats.org/markup-compatibility/2006">
        <mc:Choice xmlns:p14="http://schemas.microsoft.com/office/powerpoint/2010/main" Requires="p14">
          <p:contentPart p14:bwMode="auto" r:id="rId213">
            <p14:nvContentPartPr>
              <p14:cNvPr id="1049751" name=""/>
              <p14:cNvContentPartPr/>
              <p14:nvPr/>
            </p14:nvContentPartPr>
            <p14:xfrm>
              <a:off x="8766392" y="6255563"/>
              <a:ext cx="85218" cy="342527"/>
            </p14:xfrm>
          </p:contentPart>
        </mc:Choice>
        <mc:Fallback>
          <p:sp>
            <p:nvSpPr>
              <p:cNvPr id="1049751" name=""/>
              <p:cNvSpPr/>
              <p:nvPr/>
            </p:nvSpPr>
            <p:spPr>
              <a:xfrm>
                <a:off x="8766392" y="6255563"/>
                <a:ext cx="85218" cy="342527"/>
              </a:xfrm>
            </p:spPr>
          </p:sp>
        </mc:Fallback>
      </mc:AlternateContent>
      <mc:AlternateContent xmlns:mc="http://schemas.openxmlformats.org/markup-compatibility/2006">
        <mc:Choice xmlns:p14="http://schemas.microsoft.com/office/powerpoint/2010/main" Requires="p14">
          <p:contentPart p14:bwMode="auto" r:id="rId214">
            <p14:nvContentPartPr>
              <p14:cNvPr id="1049752" name=""/>
              <p14:cNvContentPartPr/>
              <p14:nvPr/>
            </p14:nvContentPartPr>
            <p14:xfrm>
              <a:off x="10141869" y="1568891"/>
              <a:ext cx="370580" cy="668005"/>
            </p14:xfrm>
          </p:contentPart>
        </mc:Choice>
        <mc:Fallback>
          <p:sp>
            <p:nvSpPr>
              <p:cNvPr id="1049752" name=""/>
              <p:cNvSpPr/>
              <p:nvPr/>
            </p:nvSpPr>
            <p:spPr>
              <a:xfrm>
                <a:off x="10141869" y="1568891"/>
                <a:ext cx="370580" cy="668005"/>
              </a:xfrm>
            </p:spPr>
          </p:sp>
        </mc:Fallback>
      </mc:AlternateContent>
      <mc:AlternateContent xmlns:mc="http://schemas.openxmlformats.org/markup-compatibility/2006">
        <mc:Choice xmlns:p14="http://schemas.microsoft.com/office/powerpoint/2010/main" Requires="p14">
          <p:contentPart p14:bwMode="auto" r:id="rId215">
            <p14:nvContentPartPr>
              <p14:cNvPr id="1049753" name=""/>
              <p14:cNvContentPartPr/>
              <p14:nvPr/>
            </p14:nvContentPartPr>
            <p14:xfrm>
              <a:off x="10573427" y="1624312"/>
              <a:ext cx="163527" cy="11691"/>
            </p14:xfrm>
          </p:contentPart>
        </mc:Choice>
        <mc:Fallback>
          <p:sp>
            <p:nvSpPr>
              <p:cNvPr id="1049753" name=""/>
              <p:cNvSpPr/>
              <p:nvPr/>
            </p:nvSpPr>
            <p:spPr>
              <a:xfrm>
                <a:off x="10573427" y="1624312"/>
                <a:ext cx="163527" cy="11691"/>
              </a:xfrm>
            </p:spPr>
          </p:sp>
        </mc:Fallback>
      </mc:AlternateContent>
      <mc:AlternateContent xmlns:mc="http://schemas.openxmlformats.org/markup-compatibility/2006">
        <mc:Choice xmlns:p14="http://schemas.microsoft.com/office/powerpoint/2010/main" Requires="p14">
          <p:contentPart p14:bwMode="auto" r:id="rId216">
            <p14:nvContentPartPr>
              <p14:cNvPr id="1049754" name=""/>
              <p14:cNvContentPartPr/>
              <p14:nvPr/>
            </p14:nvContentPartPr>
            <p14:xfrm>
              <a:off x="10052429" y="1442820"/>
              <a:ext cx="809177" cy="861033"/>
            </p14:xfrm>
          </p:contentPart>
        </mc:Choice>
        <mc:Fallback>
          <p:sp>
            <p:nvSpPr>
              <p:cNvPr id="1049754" name=""/>
              <p:cNvSpPr/>
              <p:nvPr/>
            </p:nvSpPr>
            <p:spPr>
              <a:xfrm>
                <a:off x="10052429" y="1442820"/>
                <a:ext cx="809177" cy="861033"/>
              </a:xfrm>
            </p:spPr>
          </p:sp>
        </mc:Fallback>
      </mc:AlternateContent>
      <mc:AlternateContent xmlns:mc="http://schemas.openxmlformats.org/markup-compatibility/2006">
        <mc:Choice xmlns:p14="http://schemas.microsoft.com/office/powerpoint/2010/main" Requires="p14">
          <p:contentPart p14:bwMode="auto" r:id="rId217">
            <p14:nvContentPartPr>
              <p14:cNvPr id="1049755" name=""/>
              <p14:cNvContentPartPr/>
              <p14:nvPr/>
            </p14:nvContentPartPr>
            <p14:xfrm>
              <a:off x="10318850" y="599319"/>
              <a:ext cx="244532" cy="208289"/>
            </p14:xfrm>
          </p:contentPart>
        </mc:Choice>
        <mc:Fallback>
          <p:sp>
            <p:nvSpPr>
              <p:cNvPr id="1049755" name=""/>
              <p:cNvSpPr/>
              <p:nvPr/>
            </p:nvSpPr>
            <p:spPr>
              <a:xfrm>
                <a:off x="10318850" y="599319"/>
                <a:ext cx="244532" cy="208289"/>
              </a:xfrm>
            </p:spPr>
          </p:sp>
        </mc:Fallback>
      </mc:AlternateContent>
      <mc:AlternateContent xmlns:mc="http://schemas.openxmlformats.org/markup-compatibility/2006">
        <mc:Choice xmlns:p14="http://schemas.microsoft.com/office/powerpoint/2010/main" Requires="p14">
          <p:contentPart p14:bwMode="auto" r:id="rId218">
            <p14:nvContentPartPr>
              <p14:cNvPr id="1049756" name=""/>
              <p14:cNvContentPartPr/>
              <p14:nvPr/>
            </p14:nvContentPartPr>
            <p14:xfrm>
              <a:off x="10033505" y="900646"/>
              <a:ext cx="239876" cy="344858"/>
            </p14:xfrm>
          </p:contentPart>
        </mc:Choice>
        <mc:Fallback>
          <p:sp>
            <p:nvSpPr>
              <p:cNvPr id="1049756" name=""/>
              <p:cNvSpPr/>
              <p:nvPr/>
            </p:nvSpPr>
            <p:spPr>
              <a:xfrm>
                <a:off x="10033505" y="900646"/>
                <a:ext cx="239876" cy="344858"/>
              </a:xfrm>
            </p:spPr>
          </p:sp>
        </mc:Fallback>
      </mc:AlternateContent>
      <mc:AlternateContent xmlns:mc="http://schemas.openxmlformats.org/markup-compatibility/2006">
        <mc:Choice xmlns:p14="http://schemas.microsoft.com/office/powerpoint/2010/main" Requires="p14">
          <p:contentPart p14:bwMode="auto" r:id="rId219">
            <p14:nvContentPartPr>
              <p14:cNvPr id="1049757" name=""/>
              <p14:cNvContentPartPr/>
              <p14:nvPr/>
            </p14:nvContentPartPr>
            <p14:xfrm>
              <a:off x="9917176" y="1296773"/>
              <a:ext cx="19425" cy="215645"/>
            </p14:xfrm>
          </p:contentPart>
        </mc:Choice>
        <mc:Fallback>
          <p:sp>
            <p:nvSpPr>
              <p:cNvPr id="1049757" name=""/>
              <p:cNvSpPr/>
              <p:nvPr/>
            </p:nvSpPr>
            <p:spPr>
              <a:xfrm>
                <a:off x="9917176" y="1296773"/>
                <a:ext cx="19425" cy="215645"/>
              </a:xfrm>
            </p:spPr>
          </p:sp>
        </mc:Fallback>
      </mc:AlternateContent>
      <mc:AlternateContent xmlns:mc="http://schemas.openxmlformats.org/markup-compatibility/2006">
        <mc:Choice xmlns:p14="http://schemas.microsoft.com/office/powerpoint/2010/main" Requires="p14">
          <p:contentPart p14:bwMode="auto" r:id="rId220">
            <p14:nvContentPartPr>
              <p14:cNvPr id="1049758" name=""/>
              <p14:cNvContentPartPr/>
              <p14:nvPr/>
            </p14:nvContentPartPr>
            <p14:xfrm>
              <a:off x="9976735" y="1277662"/>
              <a:ext cx="8986" cy="175439"/>
            </p14:xfrm>
          </p:contentPart>
        </mc:Choice>
        <mc:Fallback>
          <p:sp>
            <p:nvSpPr>
              <p:cNvPr id="1049758" name=""/>
              <p:cNvSpPr/>
              <p:nvPr/>
            </p:nvSpPr>
            <p:spPr>
              <a:xfrm>
                <a:off x="9976735" y="1277662"/>
                <a:ext cx="8986" cy="175439"/>
              </a:xfrm>
            </p:spPr>
          </p:sp>
        </mc:Fallback>
      </mc:AlternateContent>
      <mc:AlternateContent xmlns:mc="http://schemas.openxmlformats.org/markup-compatibility/2006">
        <mc:Choice xmlns:p14="http://schemas.microsoft.com/office/powerpoint/2010/main" Requires="p14">
          <p:contentPart p14:bwMode="auto" r:id="rId221">
            <p14:nvContentPartPr>
              <p14:cNvPr id="1049759" name=""/>
              <p14:cNvContentPartPr/>
              <p14:nvPr/>
            </p14:nvContentPartPr>
            <p14:xfrm>
              <a:off x="9893910" y="1330795"/>
              <a:ext cx="160195" cy="69725"/>
            </p14:xfrm>
          </p:contentPart>
        </mc:Choice>
        <mc:Fallback>
          <p:sp>
            <p:nvSpPr>
              <p:cNvPr id="1049759" name=""/>
              <p:cNvSpPr/>
              <p:nvPr/>
            </p:nvSpPr>
            <p:spPr>
              <a:xfrm>
                <a:off x="9893910" y="1330795"/>
                <a:ext cx="160195" cy="69725"/>
              </a:xfrm>
            </p:spPr>
          </p:sp>
        </mc:Fallback>
      </mc:AlternateContent>
      <mc:AlternateContent xmlns:mc="http://schemas.openxmlformats.org/markup-compatibility/2006">
        <mc:Choice xmlns:p14="http://schemas.microsoft.com/office/powerpoint/2010/main" Requires="p14">
          <p:contentPart p14:bwMode="auto" r:id="rId222">
            <p14:nvContentPartPr>
              <p14:cNvPr id="1049760" name=""/>
              <p14:cNvContentPartPr/>
              <p14:nvPr/>
            </p14:nvContentPartPr>
            <p14:xfrm>
              <a:off x="10523566" y="777787"/>
              <a:ext cx="185764" cy="238768"/>
            </p14:xfrm>
          </p:contentPart>
        </mc:Choice>
        <mc:Fallback>
          <p:sp>
            <p:nvSpPr>
              <p:cNvPr id="1049760" name=""/>
              <p:cNvSpPr/>
              <p:nvPr/>
            </p:nvSpPr>
            <p:spPr>
              <a:xfrm>
                <a:off x="10523566" y="777787"/>
                <a:ext cx="185764" cy="238768"/>
              </a:xfrm>
            </p:spPr>
          </p:sp>
        </mc:Fallback>
      </mc:AlternateContent>
      <mc:AlternateContent xmlns:mc="http://schemas.openxmlformats.org/markup-compatibility/2006">
        <mc:Choice xmlns:p14="http://schemas.microsoft.com/office/powerpoint/2010/main" Requires="p14">
          <p:contentPart p14:bwMode="auto" r:id="rId223">
            <p14:nvContentPartPr>
              <p14:cNvPr id="1049761" name=""/>
              <p14:cNvContentPartPr/>
              <p14:nvPr/>
            </p14:nvContentPartPr>
            <p14:xfrm>
              <a:off x="10729936" y="1016555"/>
              <a:ext cx="29696" cy="224328"/>
            </p14:xfrm>
          </p:contentPart>
        </mc:Choice>
        <mc:Fallback>
          <p:sp>
            <p:nvSpPr>
              <p:cNvPr id="1049761" name=""/>
              <p:cNvSpPr/>
              <p:nvPr/>
            </p:nvSpPr>
            <p:spPr>
              <a:xfrm>
                <a:off x="10729936" y="1016555"/>
                <a:ext cx="29696" cy="224328"/>
              </a:xfrm>
            </p:spPr>
          </p:sp>
        </mc:Fallback>
      </mc:AlternateContent>
      <mc:AlternateContent xmlns:mc="http://schemas.openxmlformats.org/markup-compatibility/2006">
        <mc:Choice xmlns:p14="http://schemas.microsoft.com/office/powerpoint/2010/main" Requires="p14">
          <p:contentPart p14:bwMode="auto" r:id="rId224">
            <p14:nvContentPartPr>
              <p14:cNvPr id="1049762" name=""/>
              <p14:cNvContentPartPr/>
              <p14:nvPr/>
            </p14:nvContentPartPr>
            <p14:xfrm>
              <a:off x="10844971" y="1052792"/>
              <a:ext cx="7323" cy="168405"/>
            </p14:xfrm>
          </p:contentPart>
        </mc:Choice>
        <mc:Fallback>
          <p:sp>
            <p:nvSpPr>
              <p:cNvPr id="1049762" name=""/>
              <p:cNvSpPr/>
              <p:nvPr/>
            </p:nvSpPr>
            <p:spPr>
              <a:xfrm>
                <a:off x="10844971" y="1052792"/>
                <a:ext cx="7323" cy="168405"/>
              </a:xfrm>
            </p:spPr>
          </p:sp>
        </mc:Fallback>
      </mc:AlternateContent>
      <mc:AlternateContent xmlns:mc="http://schemas.openxmlformats.org/markup-compatibility/2006">
        <mc:Choice xmlns:p14="http://schemas.microsoft.com/office/powerpoint/2010/main" Requires="p14">
          <p:contentPart p14:bwMode="auto" r:id="rId225">
            <p14:nvContentPartPr>
              <p14:cNvPr id="1049763" name=""/>
              <p14:cNvContentPartPr/>
              <p14:nvPr/>
            </p14:nvContentPartPr>
            <p14:xfrm>
              <a:off x="10709330" y="1138817"/>
              <a:ext cx="182256" cy="24331"/>
            </p14:xfrm>
          </p:contentPart>
        </mc:Choice>
        <mc:Fallback>
          <p:sp>
            <p:nvSpPr>
              <p:cNvPr id="1049763" name=""/>
              <p:cNvSpPr/>
              <p:nvPr/>
            </p:nvSpPr>
            <p:spPr>
              <a:xfrm>
                <a:off x="10709330" y="1138817"/>
                <a:ext cx="182256" cy="24331"/>
              </a:xfrm>
            </p:spPr>
          </p:sp>
        </mc:Fallback>
      </mc:AlternateContent>
      <mc:AlternateContent xmlns:mc="http://schemas.openxmlformats.org/markup-compatibility/2006">
        <mc:Choice xmlns:p14="http://schemas.microsoft.com/office/powerpoint/2010/main" Requires="p14">
          <p:contentPart p14:bwMode="auto" r:id="rId226">
            <p14:nvContentPartPr>
              <p14:cNvPr id="1049764" name=""/>
              <p14:cNvContentPartPr/>
              <p14:nvPr/>
            </p14:nvContentPartPr>
            <p14:xfrm>
              <a:off x="10988197" y="1885752"/>
              <a:ext cx="274906" cy="231145"/>
            </p14:xfrm>
          </p:contentPart>
        </mc:Choice>
        <mc:Fallback>
          <p:sp>
            <p:nvSpPr>
              <p:cNvPr id="1049764" name=""/>
              <p:cNvSpPr/>
              <p:nvPr/>
            </p:nvSpPr>
            <p:spPr>
              <a:xfrm>
                <a:off x="10988197" y="1885752"/>
                <a:ext cx="274906" cy="231145"/>
              </a:xfrm>
            </p:spPr>
          </p:sp>
        </mc:Fallback>
      </mc:AlternateContent>
      <mc:AlternateContent xmlns:mc="http://schemas.openxmlformats.org/markup-compatibility/2006">
        <mc:Choice xmlns:p14="http://schemas.microsoft.com/office/powerpoint/2010/main" Requires="p14">
          <p:contentPart p14:bwMode="auto" r:id="rId227">
            <p14:nvContentPartPr>
              <p14:cNvPr id="1049765" name=""/>
              <p14:cNvContentPartPr/>
              <p14:nvPr/>
            </p14:nvContentPartPr>
            <p14:xfrm>
              <a:off x="10580487" y="2407469"/>
              <a:ext cx="306143" cy="95180"/>
            </p14:xfrm>
          </p:contentPart>
        </mc:Choice>
        <mc:Fallback>
          <p:sp>
            <p:nvSpPr>
              <p:cNvPr id="1049765" name=""/>
              <p:cNvSpPr/>
              <p:nvPr/>
            </p:nvSpPr>
            <p:spPr>
              <a:xfrm>
                <a:off x="10580487" y="2407469"/>
                <a:ext cx="306143" cy="95180"/>
              </a:xfrm>
            </p:spPr>
          </p:sp>
        </mc:Fallback>
      </mc:AlternateContent>
      <mc:AlternateContent xmlns:mc="http://schemas.openxmlformats.org/markup-compatibility/2006">
        <mc:Choice xmlns:p14="http://schemas.microsoft.com/office/powerpoint/2010/main" Requires="p14">
          <p:contentPart p14:bwMode="auto" r:id="rId228">
            <p14:nvContentPartPr>
              <p14:cNvPr id="1049766" name=""/>
              <p14:cNvContentPartPr/>
              <p14:nvPr/>
            </p14:nvContentPartPr>
            <p14:xfrm>
              <a:off x="11064845" y="2267794"/>
              <a:ext cx="240363" cy="212610"/>
            </p14:xfrm>
          </p:contentPart>
        </mc:Choice>
        <mc:Fallback>
          <p:sp>
            <p:nvSpPr>
              <p:cNvPr id="1049766" name=""/>
              <p:cNvSpPr/>
              <p:nvPr/>
            </p:nvSpPr>
            <p:spPr>
              <a:xfrm>
                <a:off x="11064845" y="2267794"/>
                <a:ext cx="240363" cy="212610"/>
              </a:xfrm>
            </p:spPr>
          </p:sp>
        </mc:Fallback>
      </mc:AlternateContent>
      <mc:AlternateContent xmlns:mc="http://schemas.openxmlformats.org/markup-compatibility/2006">
        <mc:Choice xmlns:p14="http://schemas.microsoft.com/office/powerpoint/2010/main" Requires="p14">
          <p:contentPart p14:bwMode="auto" r:id="rId229">
            <p14:nvContentPartPr>
              <p14:cNvPr id="1049767" name=""/>
              <p14:cNvContentPartPr/>
              <p14:nvPr/>
            </p14:nvContentPartPr>
            <p14:xfrm>
              <a:off x="11057367" y="1748497"/>
              <a:ext cx="16873" cy="150601"/>
            </p14:xfrm>
          </p:contentPart>
        </mc:Choice>
        <mc:Fallback>
          <p:sp>
            <p:nvSpPr>
              <p:cNvPr id="1049767" name=""/>
              <p:cNvSpPr/>
              <p:nvPr/>
            </p:nvSpPr>
            <p:spPr>
              <a:xfrm>
                <a:off x="11057367" y="1748497"/>
                <a:ext cx="16873" cy="150601"/>
              </a:xfrm>
            </p:spPr>
          </p:sp>
        </mc:Fallback>
      </mc:AlternateContent>
      <mc:AlternateContent xmlns:mc="http://schemas.openxmlformats.org/markup-compatibility/2006">
        <mc:Choice xmlns:p14="http://schemas.microsoft.com/office/powerpoint/2010/main" Requires="p14">
          <p:contentPart p14:bwMode="auto" r:id="rId230">
            <p14:nvContentPartPr>
              <p14:cNvPr id="1049768" name=""/>
              <p14:cNvContentPartPr/>
              <p14:nvPr/>
            </p14:nvContentPartPr>
            <p14:xfrm>
              <a:off x="11127360" y="1733853"/>
              <a:ext cx="3800" cy="127652"/>
            </p14:xfrm>
          </p:contentPart>
        </mc:Choice>
        <mc:Fallback>
          <p:sp>
            <p:nvSpPr>
              <p:cNvPr id="1049768" name=""/>
              <p:cNvSpPr/>
              <p:nvPr/>
            </p:nvSpPr>
            <p:spPr>
              <a:xfrm>
                <a:off x="11127360" y="1733853"/>
                <a:ext cx="3800" cy="127652"/>
              </a:xfrm>
            </p:spPr>
          </p:sp>
        </mc:Fallback>
      </mc:AlternateContent>
      <mc:AlternateContent xmlns:mc="http://schemas.openxmlformats.org/markup-compatibility/2006">
        <mc:Choice xmlns:p14="http://schemas.microsoft.com/office/powerpoint/2010/main" Requires="p14">
          <p:contentPart p14:bwMode="auto" r:id="rId231">
            <p14:nvContentPartPr>
              <p14:cNvPr id="1049769" name=""/>
              <p14:cNvContentPartPr/>
              <p14:nvPr/>
            </p14:nvContentPartPr>
            <p14:xfrm>
              <a:off x="11023938" y="1820724"/>
              <a:ext cx="118423" cy="7909"/>
            </p14:xfrm>
          </p:contentPart>
        </mc:Choice>
        <mc:Fallback>
          <p:sp>
            <p:nvSpPr>
              <p:cNvPr id="1049769" name=""/>
              <p:cNvSpPr/>
              <p:nvPr/>
            </p:nvSpPr>
            <p:spPr>
              <a:xfrm>
                <a:off x="11023938" y="1820724"/>
                <a:ext cx="118423" cy="7909"/>
              </a:xfrm>
            </p:spPr>
          </p:sp>
        </mc:Fallback>
      </mc:AlternateContent>
      <mc:AlternateContent xmlns:mc="http://schemas.openxmlformats.org/markup-compatibility/2006">
        <mc:Choice xmlns:p14="http://schemas.microsoft.com/office/powerpoint/2010/main" Requires="p14">
          <p:contentPart p14:bwMode="auto" r:id="rId232">
            <p14:nvContentPartPr>
              <p14:cNvPr id="1049770" name=""/>
              <p14:cNvContentPartPr/>
              <p14:nvPr/>
            </p14:nvContentPartPr>
            <p14:xfrm>
              <a:off x="10484378" y="2414666"/>
              <a:ext cx="32128" cy="166285"/>
            </p14:xfrm>
          </p:contentPart>
        </mc:Choice>
        <mc:Fallback>
          <p:sp>
            <p:nvSpPr>
              <p:cNvPr id="1049770" name=""/>
              <p:cNvSpPr/>
              <p:nvPr/>
            </p:nvSpPr>
            <p:spPr>
              <a:xfrm>
                <a:off x="10484378" y="2414666"/>
                <a:ext cx="32128" cy="166285"/>
              </a:xfrm>
            </p:spPr>
          </p:sp>
        </mc:Fallback>
      </mc:AlternateContent>
      <mc:AlternateContent xmlns:mc="http://schemas.openxmlformats.org/markup-compatibility/2006">
        <mc:Choice xmlns:p14="http://schemas.microsoft.com/office/powerpoint/2010/main" Requires="p14">
          <p:contentPart p14:bwMode="auto" r:id="rId233">
            <p14:nvContentPartPr>
              <p14:cNvPr id="1049771" name=""/>
              <p14:cNvContentPartPr/>
              <p14:nvPr/>
            </p14:nvContentPartPr>
            <p14:xfrm>
              <a:off x="10546574" y="2407469"/>
              <a:ext cx="12733" cy="167159"/>
            </p14:xfrm>
          </p:contentPart>
        </mc:Choice>
        <mc:Fallback>
          <p:sp>
            <p:nvSpPr>
              <p:cNvPr id="1049771" name=""/>
              <p:cNvSpPr/>
              <p:nvPr/>
            </p:nvSpPr>
            <p:spPr>
              <a:xfrm>
                <a:off x="10546574" y="2407469"/>
                <a:ext cx="12733" cy="167159"/>
              </a:xfrm>
            </p:spPr>
          </p:sp>
        </mc:Fallback>
      </mc:AlternateContent>
      <mc:AlternateContent xmlns:mc="http://schemas.openxmlformats.org/markup-compatibility/2006">
        <mc:Choice xmlns:p14="http://schemas.microsoft.com/office/powerpoint/2010/main" Requires="p14">
          <p:contentPart p14:bwMode="auto" r:id="rId234">
            <p14:nvContentPartPr>
              <p14:cNvPr id="1049772" name=""/>
              <p14:cNvContentPartPr/>
              <p14:nvPr/>
            </p14:nvContentPartPr>
            <p14:xfrm>
              <a:off x="10430464" y="2512901"/>
              <a:ext cx="112338" cy="3279"/>
            </p14:xfrm>
          </p:contentPart>
        </mc:Choice>
        <mc:Fallback>
          <p:sp>
            <p:nvSpPr>
              <p:cNvPr id="1049772" name=""/>
              <p:cNvSpPr/>
              <p:nvPr/>
            </p:nvSpPr>
            <p:spPr>
              <a:xfrm>
                <a:off x="10430464" y="2512901"/>
                <a:ext cx="112338" cy="3279"/>
              </a:xfrm>
            </p:spPr>
          </p:sp>
        </mc:Fallback>
      </mc:AlternateContent>
      <mc:AlternateContent xmlns:mc="http://schemas.openxmlformats.org/markup-compatibility/2006">
        <mc:Choice xmlns:p14="http://schemas.microsoft.com/office/powerpoint/2010/main" Requires="p14">
          <p:contentPart p14:bwMode="auto" r:id="rId235">
            <p14:nvContentPartPr>
              <p14:cNvPr id="1049773" name=""/>
              <p14:cNvContentPartPr/>
              <p14:nvPr/>
            </p14:nvContentPartPr>
            <p14:xfrm>
              <a:off x="9555715" y="2361670"/>
              <a:ext cx="112498" cy="227179"/>
            </p14:xfrm>
          </p:contentPart>
        </mc:Choice>
        <mc:Fallback>
          <p:sp>
            <p:nvSpPr>
              <p:cNvPr id="1049773" name=""/>
              <p:cNvSpPr/>
              <p:nvPr/>
            </p:nvSpPr>
            <p:spPr>
              <a:xfrm>
                <a:off x="9555715" y="2361670"/>
                <a:ext cx="112498" cy="227179"/>
              </a:xfrm>
            </p:spPr>
          </p:sp>
        </mc:Fallback>
      </mc:AlternateContent>
      <mc:AlternateContent xmlns:mc="http://schemas.openxmlformats.org/markup-compatibility/2006">
        <mc:Choice xmlns:p14="http://schemas.microsoft.com/office/powerpoint/2010/main" Requires="p14">
          <p:contentPart p14:bwMode="auto" r:id="rId236">
            <p14:nvContentPartPr>
              <p14:cNvPr id="1049774" name=""/>
              <p14:cNvContentPartPr/>
              <p14:nvPr/>
            </p14:nvContentPartPr>
            <p14:xfrm>
              <a:off x="9679465" y="1974573"/>
              <a:ext cx="178379" cy="312766"/>
            </p14:xfrm>
          </p:contentPart>
        </mc:Choice>
        <mc:Fallback>
          <p:sp>
            <p:nvSpPr>
              <p:cNvPr id="1049774" name=""/>
              <p:cNvSpPr/>
              <p:nvPr/>
            </p:nvSpPr>
            <p:spPr>
              <a:xfrm>
                <a:off x="9679465" y="1974573"/>
                <a:ext cx="178379" cy="312766"/>
              </a:xfrm>
            </p:spPr>
          </p:sp>
        </mc:Fallback>
      </mc:AlternateContent>
      <mc:AlternateContent xmlns:mc="http://schemas.openxmlformats.org/markup-compatibility/2006">
        <mc:Choice xmlns:p14="http://schemas.microsoft.com/office/powerpoint/2010/main" Requires="p14">
          <p:contentPart p14:bwMode="auto" r:id="rId237">
            <p14:nvContentPartPr>
              <p14:cNvPr id="1049775" name=""/>
              <p14:cNvContentPartPr/>
              <p14:nvPr/>
            </p14:nvContentPartPr>
            <p14:xfrm>
              <a:off x="9743887" y="2436756"/>
              <a:ext cx="243126" cy="36237"/>
            </p14:xfrm>
          </p:contentPart>
        </mc:Choice>
        <mc:Fallback>
          <p:sp>
            <p:nvSpPr>
              <p:cNvPr id="1049775" name=""/>
              <p:cNvSpPr/>
              <p:nvPr/>
            </p:nvSpPr>
            <p:spPr>
              <a:xfrm>
                <a:off x="9743887" y="2436756"/>
                <a:ext cx="243126" cy="36237"/>
              </a:xfrm>
            </p:spPr>
          </p:sp>
        </mc:Fallback>
      </mc:AlternateContent>
      <mc:AlternateContent xmlns:mc="http://schemas.openxmlformats.org/markup-compatibility/2006">
        <mc:Choice xmlns:p14="http://schemas.microsoft.com/office/powerpoint/2010/main" Requires="p14">
          <p:contentPart p14:bwMode="auto" r:id="rId238">
            <p14:nvContentPartPr>
              <p14:cNvPr id="1049776" name=""/>
              <p14:cNvContentPartPr/>
              <p14:nvPr/>
            </p14:nvContentPartPr>
            <p14:xfrm>
              <a:off x="9794189" y="1820724"/>
              <a:ext cx="56921" cy="115909"/>
            </p14:xfrm>
          </p:contentPart>
        </mc:Choice>
        <mc:Fallback>
          <p:sp>
            <p:nvSpPr>
              <p:cNvPr id="1049776" name=""/>
              <p:cNvSpPr/>
              <p:nvPr/>
            </p:nvSpPr>
            <p:spPr>
              <a:xfrm>
                <a:off x="9794189" y="1820724"/>
                <a:ext cx="56921" cy="115909"/>
              </a:xfrm>
            </p:spPr>
          </p:sp>
        </mc:Fallback>
      </mc:AlternateContent>
      <mc:AlternateContent xmlns:mc="http://schemas.openxmlformats.org/markup-compatibility/2006">
        <mc:Choice xmlns:p14="http://schemas.microsoft.com/office/powerpoint/2010/main" Requires="p14">
          <p:contentPart p14:bwMode="auto" r:id="rId239">
            <p14:nvContentPartPr>
              <p14:cNvPr id="1049777" name=""/>
              <p14:cNvContentPartPr/>
              <p14:nvPr/>
            </p14:nvContentPartPr>
            <p14:xfrm>
              <a:off x="9872731" y="1777537"/>
              <a:ext cx="36493" cy="121508"/>
            </p14:xfrm>
          </p:contentPart>
        </mc:Choice>
        <mc:Fallback>
          <p:sp>
            <p:nvSpPr>
              <p:cNvPr id="1049777" name=""/>
              <p:cNvSpPr/>
              <p:nvPr/>
            </p:nvSpPr>
            <p:spPr>
              <a:xfrm>
                <a:off x="9872731" y="1777537"/>
                <a:ext cx="36493" cy="121508"/>
              </a:xfrm>
            </p:spPr>
          </p:sp>
        </mc:Fallback>
      </mc:AlternateContent>
      <mc:AlternateContent xmlns:mc="http://schemas.openxmlformats.org/markup-compatibility/2006">
        <mc:Choice xmlns:p14="http://schemas.microsoft.com/office/powerpoint/2010/main" Requires="p14">
          <p:contentPart p14:bwMode="auto" r:id="rId240">
            <p14:nvContentPartPr>
              <p14:cNvPr id="1049778" name=""/>
              <p14:cNvContentPartPr/>
              <p14:nvPr/>
            </p14:nvContentPartPr>
            <p14:xfrm>
              <a:off x="9801249" y="1874645"/>
              <a:ext cx="80877" cy="18801"/>
            </p14:xfrm>
          </p:contentPart>
        </mc:Choice>
        <mc:Fallback>
          <p:sp>
            <p:nvSpPr>
              <p:cNvPr id="1049778" name=""/>
              <p:cNvSpPr/>
              <p:nvPr/>
            </p:nvSpPr>
            <p:spPr>
              <a:xfrm>
                <a:off x="9801249" y="1874645"/>
                <a:ext cx="80877" cy="18801"/>
              </a:xfrm>
            </p:spPr>
          </p:sp>
        </mc:Fallback>
      </mc:AlternateContent>
      <mc:AlternateContent xmlns:mc="http://schemas.openxmlformats.org/markup-compatibility/2006">
        <mc:Choice xmlns:p14="http://schemas.microsoft.com/office/powerpoint/2010/main" Requires="p14">
          <p:contentPart p14:bwMode="auto" r:id="rId241">
            <p14:nvContentPartPr>
              <p14:cNvPr id="1049779" name=""/>
              <p14:cNvContentPartPr/>
              <p14:nvPr/>
            </p14:nvContentPartPr>
            <p14:xfrm>
              <a:off x="9979953" y="2371231"/>
              <a:ext cx="32211" cy="173740"/>
            </p14:xfrm>
          </p:contentPart>
        </mc:Choice>
        <mc:Fallback>
          <p:sp>
            <p:nvSpPr>
              <p:cNvPr id="1049779" name=""/>
              <p:cNvSpPr/>
              <p:nvPr/>
            </p:nvSpPr>
            <p:spPr>
              <a:xfrm>
                <a:off x="9979953" y="2371231"/>
                <a:ext cx="32211" cy="173740"/>
              </a:xfrm>
            </p:spPr>
          </p:sp>
        </mc:Fallback>
      </mc:AlternateContent>
      <mc:AlternateContent xmlns:mc="http://schemas.openxmlformats.org/markup-compatibility/2006">
        <mc:Choice xmlns:p14="http://schemas.microsoft.com/office/powerpoint/2010/main" Requires="p14">
          <p:contentPart p14:bwMode="auto" r:id="rId242">
            <p14:nvContentPartPr>
              <p14:cNvPr id="1049780" name=""/>
              <p14:cNvContentPartPr/>
              <p14:nvPr/>
            </p14:nvContentPartPr>
            <p14:xfrm>
              <a:off x="10058495" y="2407469"/>
              <a:ext cx="14981" cy="121798"/>
            </p14:xfrm>
          </p:contentPart>
        </mc:Choice>
        <mc:Fallback>
          <p:sp>
            <p:nvSpPr>
              <p:cNvPr id="1049780" name=""/>
              <p:cNvSpPr/>
              <p:nvPr/>
            </p:nvSpPr>
            <p:spPr>
              <a:xfrm>
                <a:off x="10058495" y="2407469"/>
                <a:ext cx="14981" cy="121798"/>
              </a:xfrm>
            </p:spPr>
          </p:sp>
        </mc:Fallback>
      </mc:AlternateContent>
      <mc:AlternateContent xmlns:mc="http://schemas.openxmlformats.org/markup-compatibility/2006">
        <mc:Choice xmlns:p14="http://schemas.microsoft.com/office/powerpoint/2010/main" Requires="p14">
          <p:contentPart p14:bwMode="auto" r:id="rId243">
            <p14:nvContentPartPr>
              <p14:cNvPr id="1049781" name=""/>
              <p14:cNvContentPartPr/>
              <p14:nvPr/>
            </p14:nvContentPartPr>
            <p14:xfrm>
              <a:off x="9979953" y="2458101"/>
              <a:ext cx="85601" cy="29039"/>
            </p14:xfrm>
          </p:contentPart>
        </mc:Choice>
        <mc:Fallback>
          <p:sp>
            <p:nvSpPr>
              <p:cNvPr id="1049781" name=""/>
              <p:cNvSpPr/>
              <p:nvPr/>
            </p:nvSpPr>
            <p:spPr>
              <a:xfrm>
                <a:off x="9979953" y="2458101"/>
                <a:ext cx="85601" cy="29039"/>
              </a:xfrm>
            </p:spPr>
          </p:sp>
        </mc:Fallback>
      </mc:AlternateContent>
      <mc:AlternateContent xmlns:mc="http://schemas.openxmlformats.org/markup-compatibility/2006">
        <mc:Choice xmlns:p14="http://schemas.microsoft.com/office/powerpoint/2010/main" Requires="p14">
          <p:contentPart p14:bwMode="auto" r:id="rId244">
            <p14:nvContentPartPr>
              <p14:cNvPr id="1049782" name=""/>
              <p14:cNvContentPartPr/>
              <p14:nvPr/>
            </p14:nvContentPartPr>
            <p14:xfrm>
              <a:off x="5535009" y="1139542"/>
              <a:ext cx="3459349" cy="829339"/>
            </p14:xfrm>
          </p:contentPart>
        </mc:Choice>
        <mc:Fallback>
          <p:sp>
            <p:nvSpPr>
              <p:cNvPr id="1049782" name=""/>
              <p:cNvSpPr/>
              <p:nvPr/>
            </p:nvSpPr>
            <p:spPr>
              <a:xfrm>
                <a:off x="5535009" y="1139542"/>
                <a:ext cx="3459349" cy="829339"/>
              </a:xfrm>
            </p:spPr>
          </p:sp>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09" name=""/>
        <p:cNvGrpSpPr/>
        <p:nvPr/>
      </p:nvGrpSpPr>
      <p:grpSpPr>
        <a:xfrm>
          <a:off x="0" y="0"/>
          <a:ext cx="0" cy="0"/>
          <a:chOff x="0" y="0"/>
          <a:chExt cx="0" cy="0"/>
        </a:xfrm>
      </p:grpSpPr>
      <p:sp>
        <p:nvSpPr>
          <p:cNvPr id="1049533" name="Date Placeholder 1050013"/>
          <p:cNvSpPr>
            <a:spLocks noGrp="1"/>
          </p:cNvSpPr>
          <p:nvPr>
            <p:ph type="dt" sz="half" idx="10"/>
          </p:nvPr>
        </p:nvSpPr>
        <p:spPr/>
        <p:txBody>
          <a:bodyPr/>
          <a:p>
            <a:fld id="{AF63D5A4-9645-46DC-A3D4-D6D5FC8DBE9A}" type="datetime1">
              <a:rPr lang="fr-MA" smtClean="0"/>
              <a:t>2/26/2026</a:t>
            </a:fld>
            <a:endParaRPr lang="fr-MA"/>
          </a:p>
        </p:txBody>
      </p:sp>
      <p:sp>
        <p:nvSpPr>
          <p:cNvPr id="1049535" name="Footer Placeholder 1050014"/>
          <p:cNvSpPr>
            <a:spLocks noGrp="1"/>
          </p:cNvSpPr>
          <p:nvPr>
            <p:ph type="ftr" sz="quarter" idx="11"/>
          </p:nvPr>
        </p:nvSpPr>
        <p:spPr/>
        <p:txBody>
          <a:bodyPr/>
          <a:p>
            <a:r>
              <a:rPr lang="fr-MA"/>
              <a:t>Azagrouze</a:t>
            </a:r>
          </a:p>
        </p:txBody>
      </p:sp>
      <p:sp>
        <p:nvSpPr>
          <p:cNvPr id="1049537" name="Slide Number Placeholder 1050015"/>
          <p:cNvSpPr>
            <a:spLocks noGrp="1"/>
          </p:cNvSpPr>
          <p:nvPr>
            <p:ph type="sldNum" sz="quarter" idx="12"/>
          </p:nvPr>
        </p:nvSpPr>
        <p:spPr/>
        <p:txBody>
          <a:bodyPr/>
          <a:p>
            <a:fld id="{FF4E3B11-ADB7-4E0C-98DE-03B52B014AC4}" type="slidenum">
              <a:rPr lang="fr-MA" smtClean="0"/>
              <a:t>13</a:t>
            </a:fld>
            <a:endParaRPr lang="fr-MA"/>
          </a:p>
        </p:txBody>
      </p:sp>
      <mc:AlternateContent xmlns:mc="http://schemas.openxmlformats.org/markup-compatibility/2006">
        <mc:Choice xmlns:p14="http://schemas.microsoft.com/office/powerpoint/2010/main" Requires="p14">
          <p:contentPart p14:bwMode="auto" r:id="rId1">
            <p14:nvContentPartPr>
              <p14:cNvPr id="1049789" name=""/>
              <p14:cNvContentPartPr/>
              <p14:nvPr/>
            </p14:nvContentPartPr>
            <p14:xfrm>
              <a:off x="568205" y="443856"/>
              <a:ext cx="187126" cy="348068"/>
            </p14:xfrm>
          </p:contentPart>
        </mc:Choice>
        <mc:Fallback>
          <p:sp>
            <p:nvSpPr>
              <p:cNvPr id="1049789" name=""/>
              <p:cNvSpPr/>
              <p:nvPr/>
            </p:nvSpPr>
            <p:spPr>
              <a:xfrm>
                <a:off x="568205" y="443856"/>
                <a:ext cx="187126" cy="348068"/>
              </a:xfrm>
            </p:spPr>
          </p:sp>
        </mc:Fallback>
      </mc:AlternateContent>
      <mc:AlternateContent xmlns:mc="http://schemas.openxmlformats.org/markup-compatibility/2006">
        <mc:Choice xmlns:p14="http://schemas.microsoft.com/office/powerpoint/2010/main" Requires="p14">
          <p:contentPart p14:bwMode="auto" r:id="rId2">
            <p14:nvContentPartPr>
              <p14:cNvPr id="1049790" name=""/>
              <p14:cNvContentPartPr/>
              <p14:nvPr/>
            </p14:nvContentPartPr>
            <p14:xfrm>
              <a:off x="757621" y="533576"/>
              <a:ext cx="354493" cy="232396"/>
            </p14:xfrm>
          </p:contentPart>
        </mc:Choice>
        <mc:Fallback>
          <p:sp>
            <p:nvSpPr>
              <p:cNvPr id="1049790" name=""/>
              <p:cNvSpPr/>
              <p:nvPr/>
            </p:nvSpPr>
            <p:spPr>
              <a:xfrm>
                <a:off x="757621" y="533576"/>
                <a:ext cx="354493" cy="232396"/>
              </a:xfrm>
            </p:spPr>
          </p:sp>
        </mc:Fallback>
      </mc:AlternateContent>
      <mc:AlternateContent xmlns:mc="http://schemas.openxmlformats.org/markup-compatibility/2006">
        <mc:Choice xmlns:p14="http://schemas.microsoft.com/office/powerpoint/2010/main" Requires="p14">
          <p:contentPart p14:bwMode="auto" r:id="rId3">
            <p14:nvContentPartPr>
              <p14:cNvPr id="1049791" name=""/>
              <p14:cNvContentPartPr/>
              <p14:nvPr/>
            </p14:nvContentPartPr>
            <p14:xfrm>
              <a:off x="1326263" y="698176"/>
              <a:ext cx="285131" cy="19104"/>
            </p14:xfrm>
          </p:contentPart>
        </mc:Choice>
        <mc:Fallback>
          <p:sp>
            <p:nvSpPr>
              <p:cNvPr id="1049791" name=""/>
              <p:cNvSpPr/>
              <p:nvPr/>
            </p:nvSpPr>
            <p:spPr>
              <a:xfrm>
                <a:off x="1326263" y="698176"/>
                <a:ext cx="285131" cy="19104"/>
              </a:xfrm>
            </p:spPr>
          </p:sp>
        </mc:Fallback>
      </mc:AlternateContent>
      <mc:AlternateContent xmlns:mc="http://schemas.openxmlformats.org/markup-compatibility/2006">
        <mc:Choice xmlns:p14="http://schemas.microsoft.com/office/powerpoint/2010/main" Requires="p14">
          <p:contentPart p14:bwMode="auto" r:id="rId4">
            <p14:nvContentPartPr>
              <p14:cNvPr id="1049792" name=""/>
              <p14:cNvContentPartPr/>
              <p14:nvPr/>
            </p14:nvContentPartPr>
            <p14:xfrm>
              <a:off x="1437960" y="615960"/>
              <a:ext cx="3026" cy="228974"/>
            </p14:xfrm>
          </p:contentPart>
        </mc:Choice>
        <mc:Fallback>
          <p:sp>
            <p:nvSpPr>
              <p:cNvPr id="1049792" name=""/>
              <p:cNvSpPr/>
              <p:nvPr/>
            </p:nvSpPr>
            <p:spPr>
              <a:xfrm>
                <a:off x="1437960" y="615960"/>
                <a:ext cx="3026" cy="228974"/>
              </a:xfrm>
            </p:spPr>
          </p:sp>
        </mc:Fallback>
      </mc:AlternateContent>
      <mc:AlternateContent xmlns:mc="http://schemas.openxmlformats.org/markup-compatibility/2006">
        <mc:Choice xmlns:p14="http://schemas.microsoft.com/office/powerpoint/2010/main" Requires="p14">
          <p:contentPart p14:bwMode="auto" r:id="rId5">
            <p14:nvContentPartPr>
              <p14:cNvPr id="1049793" name=""/>
              <p14:cNvContentPartPr/>
              <p14:nvPr/>
            </p14:nvContentPartPr>
            <p14:xfrm>
              <a:off x="1790031" y="372972"/>
              <a:ext cx="547880" cy="367110"/>
            </p14:xfrm>
          </p:contentPart>
        </mc:Choice>
        <mc:Fallback>
          <p:sp>
            <p:nvSpPr>
              <p:cNvPr id="1049793" name=""/>
              <p:cNvSpPr/>
              <p:nvPr/>
            </p:nvSpPr>
            <p:spPr>
              <a:xfrm>
                <a:off x="1790031" y="372972"/>
                <a:ext cx="547880" cy="367110"/>
              </a:xfrm>
            </p:spPr>
          </p:sp>
        </mc:Fallback>
      </mc:AlternateContent>
      <mc:AlternateContent xmlns:mc="http://schemas.openxmlformats.org/markup-compatibility/2006">
        <mc:Choice xmlns:p14="http://schemas.microsoft.com/office/powerpoint/2010/main" Requires="p14">
          <p:contentPart p14:bwMode="auto" r:id="rId6">
            <p14:nvContentPartPr>
              <p14:cNvPr id="1049794" name=""/>
              <p14:cNvContentPartPr/>
              <p14:nvPr/>
            </p14:nvContentPartPr>
            <p14:xfrm>
              <a:off x="2287265" y="543573"/>
              <a:ext cx="643360" cy="397169"/>
            </p14:xfrm>
          </p:contentPart>
        </mc:Choice>
        <mc:Fallback>
          <p:sp>
            <p:nvSpPr>
              <p:cNvPr id="1049794" name=""/>
              <p:cNvSpPr/>
              <p:nvPr/>
            </p:nvSpPr>
            <p:spPr>
              <a:xfrm>
                <a:off x="2287265" y="543573"/>
                <a:ext cx="643360" cy="397169"/>
              </a:xfrm>
            </p:spPr>
          </p:sp>
        </mc:Fallback>
      </mc:AlternateContent>
      <mc:AlternateContent xmlns:mc="http://schemas.openxmlformats.org/markup-compatibility/2006">
        <mc:Choice xmlns:p14="http://schemas.microsoft.com/office/powerpoint/2010/main" Requires="p14">
          <p:contentPart p14:bwMode="auto" r:id="rId7">
            <p14:nvContentPartPr>
              <p14:cNvPr id="1049795" name=""/>
              <p14:cNvContentPartPr/>
              <p14:nvPr/>
            </p14:nvContentPartPr>
            <p14:xfrm>
              <a:off x="2456291" y="451314"/>
              <a:ext cx="189716" cy="21931"/>
            </p14:xfrm>
          </p:contentPart>
        </mc:Choice>
        <mc:Fallback>
          <p:sp>
            <p:nvSpPr>
              <p:cNvPr id="1049795" name=""/>
              <p:cNvSpPr/>
              <p:nvPr/>
            </p:nvSpPr>
            <p:spPr>
              <a:xfrm>
                <a:off x="2456291" y="451314"/>
                <a:ext cx="189716" cy="21931"/>
              </a:xfrm>
            </p:spPr>
          </p:sp>
        </mc:Fallback>
      </mc:AlternateContent>
      <mc:AlternateContent xmlns:mc="http://schemas.openxmlformats.org/markup-compatibility/2006">
        <mc:Choice xmlns:p14="http://schemas.microsoft.com/office/powerpoint/2010/main" Requires="p14">
          <p:contentPart p14:bwMode="auto" r:id="rId8">
            <p14:nvContentPartPr>
              <p14:cNvPr id="1049796" name=""/>
              <p14:cNvContentPartPr/>
              <p14:nvPr/>
            </p14:nvContentPartPr>
            <p14:xfrm>
              <a:off x="3157428" y="565659"/>
              <a:ext cx="403759" cy="167577"/>
            </p14:xfrm>
          </p:contentPart>
        </mc:Choice>
        <mc:Fallback>
          <p:sp>
            <p:nvSpPr>
              <p:cNvPr id="1049796" name=""/>
              <p:cNvSpPr/>
              <p:nvPr/>
            </p:nvSpPr>
            <p:spPr>
              <a:xfrm>
                <a:off x="3157428" y="565659"/>
                <a:ext cx="403759" cy="167577"/>
              </a:xfrm>
            </p:spPr>
          </p:sp>
        </mc:Fallback>
      </mc:AlternateContent>
      <mc:AlternateContent xmlns:mc="http://schemas.openxmlformats.org/markup-compatibility/2006">
        <mc:Choice xmlns:p14="http://schemas.microsoft.com/office/powerpoint/2010/main" Requires="p14">
          <p:contentPart p14:bwMode="auto" r:id="rId9">
            <p14:nvContentPartPr>
              <p14:cNvPr id="1049797" name=""/>
              <p14:cNvContentPartPr/>
              <p14:nvPr/>
            </p14:nvContentPartPr>
            <p14:xfrm>
              <a:off x="3718692" y="538757"/>
              <a:ext cx="150645" cy="183502"/>
            </p14:xfrm>
          </p:contentPart>
        </mc:Choice>
        <mc:Fallback>
          <p:sp>
            <p:nvSpPr>
              <p:cNvPr id="1049797" name=""/>
              <p:cNvSpPr/>
              <p:nvPr/>
            </p:nvSpPr>
            <p:spPr>
              <a:xfrm>
                <a:off x="3718692" y="538757"/>
                <a:ext cx="150645" cy="183502"/>
              </a:xfrm>
            </p:spPr>
          </p:sp>
        </mc:Fallback>
      </mc:AlternateContent>
      <mc:AlternateContent xmlns:mc="http://schemas.openxmlformats.org/markup-compatibility/2006">
        <mc:Choice xmlns:p14="http://schemas.microsoft.com/office/powerpoint/2010/main" Requires="p14">
          <p:contentPart p14:bwMode="auto" r:id="rId10">
            <p14:nvContentPartPr>
              <p14:cNvPr id="1049798" name=""/>
              <p14:cNvContentPartPr/>
              <p14:nvPr/>
            </p14:nvContentPartPr>
            <p14:xfrm>
              <a:off x="3919518" y="507691"/>
              <a:ext cx="316525" cy="143582"/>
            </p14:xfrm>
          </p:contentPart>
        </mc:Choice>
        <mc:Fallback>
          <p:sp>
            <p:nvSpPr>
              <p:cNvPr id="1049798" name=""/>
              <p:cNvSpPr/>
              <p:nvPr/>
            </p:nvSpPr>
            <p:spPr>
              <a:xfrm>
                <a:off x="3919518" y="507691"/>
                <a:ext cx="316525" cy="143582"/>
              </a:xfrm>
            </p:spPr>
          </p:sp>
        </mc:Fallback>
      </mc:AlternateContent>
      <mc:AlternateContent xmlns:mc="http://schemas.openxmlformats.org/markup-compatibility/2006">
        <mc:Choice xmlns:p14="http://schemas.microsoft.com/office/powerpoint/2010/main" Requires="p14">
          <p:contentPart p14:bwMode="auto" r:id="rId11">
            <p14:nvContentPartPr>
              <p14:cNvPr id="1049799" name=""/>
              <p14:cNvContentPartPr/>
              <p14:nvPr/>
            </p14:nvContentPartPr>
            <p14:xfrm>
              <a:off x="4263130" y="335991"/>
              <a:ext cx="31385" cy="251006"/>
            </p14:xfrm>
          </p:contentPart>
        </mc:Choice>
        <mc:Fallback>
          <p:sp>
            <p:nvSpPr>
              <p:cNvPr id="1049799" name=""/>
              <p:cNvSpPr/>
              <p:nvPr/>
            </p:nvSpPr>
            <p:spPr>
              <a:xfrm>
                <a:off x="4263130" y="335991"/>
                <a:ext cx="31385" cy="251006"/>
              </a:xfrm>
            </p:spPr>
          </p:sp>
        </mc:Fallback>
      </mc:AlternateContent>
      <mc:AlternateContent xmlns:mc="http://schemas.openxmlformats.org/markup-compatibility/2006">
        <mc:Choice xmlns:p14="http://schemas.microsoft.com/office/powerpoint/2010/main" Requires="p14">
          <p:contentPart p14:bwMode="auto" r:id="rId12">
            <p14:nvContentPartPr>
              <p14:cNvPr id="1049800" name=""/>
              <p14:cNvContentPartPr/>
              <p14:nvPr/>
            </p14:nvContentPartPr>
            <p14:xfrm>
              <a:off x="4210238" y="456091"/>
              <a:ext cx="237485" cy="48427"/>
            </p14:xfrm>
          </p:contentPart>
        </mc:Choice>
        <mc:Fallback>
          <p:sp>
            <p:nvSpPr>
              <p:cNvPr id="1049800" name=""/>
              <p:cNvSpPr/>
              <p:nvPr/>
            </p:nvSpPr>
            <p:spPr>
              <a:xfrm>
                <a:off x="4210238" y="456091"/>
                <a:ext cx="237485" cy="48427"/>
              </a:xfrm>
            </p:spPr>
          </p:sp>
        </mc:Fallback>
      </mc:AlternateContent>
      <mc:AlternateContent xmlns:mc="http://schemas.openxmlformats.org/markup-compatibility/2006">
        <mc:Choice xmlns:p14="http://schemas.microsoft.com/office/powerpoint/2010/main" Requires="p14">
          <p:contentPart p14:bwMode="auto" r:id="rId13">
            <p14:nvContentPartPr>
              <p14:cNvPr id="1049801" name=""/>
              <p14:cNvContentPartPr/>
              <p14:nvPr/>
            </p14:nvContentPartPr>
            <p14:xfrm>
              <a:off x="937533" y="1464308"/>
              <a:ext cx="31840" cy="259554"/>
            </p14:xfrm>
          </p:contentPart>
        </mc:Choice>
        <mc:Fallback>
          <p:sp>
            <p:nvSpPr>
              <p:cNvPr id="1049801" name=""/>
              <p:cNvSpPr/>
              <p:nvPr/>
            </p:nvSpPr>
            <p:spPr>
              <a:xfrm>
                <a:off x="937533" y="1464308"/>
                <a:ext cx="31840" cy="259554"/>
              </a:xfrm>
            </p:spPr>
          </p:sp>
        </mc:Fallback>
      </mc:AlternateContent>
      <mc:AlternateContent xmlns:mc="http://schemas.openxmlformats.org/markup-compatibility/2006">
        <mc:Choice xmlns:p14="http://schemas.microsoft.com/office/powerpoint/2010/main" Requires="p14">
          <p:contentPart p14:bwMode="auto" r:id="rId14">
            <p14:nvContentPartPr>
              <p14:cNvPr id="1049802" name=""/>
              <p14:cNvContentPartPr/>
              <p14:nvPr/>
            </p14:nvContentPartPr>
            <p14:xfrm>
              <a:off x="909728" y="1368998"/>
              <a:ext cx="153434" cy="166791"/>
            </p14:xfrm>
          </p:contentPart>
        </mc:Choice>
        <mc:Fallback>
          <p:sp>
            <p:nvSpPr>
              <p:cNvPr id="1049802" name=""/>
              <p:cNvSpPr/>
              <p:nvPr/>
            </p:nvSpPr>
            <p:spPr>
              <a:xfrm>
                <a:off x="909728" y="1368998"/>
                <a:ext cx="153434" cy="166791"/>
              </a:xfrm>
            </p:spPr>
          </p:sp>
        </mc:Fallback>
      </mc:AlternateContent>
      <mc:AlternateContent xmlns:mc="http://schemas.openxmlformats.org/markup-compatibility/2006">
        <mc:Choice xmlns:p14="http://schemas.microsoft.com/office/powerpoint/2010/main" Requires="p14">
          <p:contentPart p14:bwMode="auto" r:id="rId15">
            <p14:nvContentPartPr>
              <p14:cNvPr id="1049803" name=""/>
              <p14:cNvContentPartPr/>
              <p14:nvPr/>
            </p14:nvContentPartPr>
            <p14:xfrm>
              <a:off x="1087642" y="1384329"/>
              <a:ext cx="220581" cy="136099"/>
            </p14:xfrm>
          </p:contentPart>
        </mc:Choice>
        <mc:Fallback>
          <p:sp>
            <p:nvSpPr>
              <p:cNvPr id="1049803" name=""/>
              <p:cNvSpPr/>
              <p:nvPr/>
            </p:nvSpPr>
            <p:spPr>
              <a:xfrm>
                <a:off x="1087642" y="1384329"/>
                <a:ext cx="220581" cy="136099"/>
              </a:xfrm>
            </p:spPr>
          </p:sp>
        </mc:Fallback>
      </mc:AlternateContent>
      <mc:AlternateContent xmlns:mc="http://schemas.openxmlformats.org/markup-compatibility/2006">
        <mc:Choice xmlns:p14="http://schemas.microsoft.com/office/powerpoint/2010/main" Requires="p14">
          <p:contentPart p14:bwMode="auto" r:id="rId16">
            <p14:nvContentPartPr>
              <p14:cNvPr id="1049804" name=""/>
              <p14:cNvContentPartPr/>
              <p14:nvPr/>
            </p14:nvContentPartPr>
            <p14:xfrm>
              <a:off x="1497907" y="1346195"/>
              <a:ext cx="322645" cy="163037"/>
            </p14:xfrm>
          </p:contentPart>
        </mc:Choice>
        <mc:Fallback>
          <p:sp>
            <p:nvSpPr>
              <p:cNvPr id="1049804" name=""/>
              <p:cNvSpPr/>
              <p:nvPr/>
            </p:nvSpPr>
            <p:spPr>
              <a:xfrm>
                <a:off x="1497907" y="1346195"/>
                <a:ext cx="322645" cy="163037"/>
              </a:xfrm>
            </p:spPr>
          </p:sp>
        </mc:Fallback>
      </mc:AlternateContent>
      <mc:AlternateContent xmlns:mc="http://schemas.openxmlformats.org/markup-compatibility/2006">
        <mc:Choice xmlns:p14="http://schemas.microsoft.com/office/powerpoint/2010/main" Requires="p14">
          <p:contentPart p14:bwMode="auto" r:id="rId17">
            <p14:nvContentPartPr>
              <p14:cNvPr id="1049805" name=""/>
              <p14:cNvContentPartPr/>
              <p14:nvPr/>
            </p14:nvContentPartPr>
            <p14:xfrm>
              <a:off x="1862817" y="1384140"/>
              <a:ext cx="22677" cy="116077"/>
            </p14:xfrm>
          </p:contentPart>
        </mc:Choice>
        <mc:Fallback>
          <p:sp>
            <p:nvSpPr>
              <p:cNvPr id="1049805" name=""/>
              <p:cNvSpPr/>
              <p:nvPr/>
            </p:nvSpPr>
            <p:spPr>
              <a:xfrm>
                <a:off x="1862817" y="1384140"/>
                <a:ext cx="22677" cy="116077"/>
              </a:xfrm>
            </p:spPr>
          </p:sp>
        </mc:Fallback>
      </mc:AlternateContent>
      <mc:AlternateContent xmlns:mc="http://schemas.openxmlformats.org/markup-compatibility/2006">
        <mc:Choice xmlns:p14="http://schemas.microsoft.com/office/powerpoint/2010/main" Requires="p14">
          <p:contentPart p14:bwMode="auto" r:id="rId18">
            <p14:nvContentPartPr>
              <p14:cNvPr id="1049806" name=""/>
              <p14:cNvContentPartPr/>
              <p14:nvPr/>
            </p14:nvContentPartPr>
            <p14:xfrm>
              <a:off x="1873532" y="1219335"/>
              <a:ext cx="3403" cy="109087"/>
            </p14:xfrm>
          </p:contentPart>
        </mc:Choice>
        <mc:Fallback>
          <p:sp>
            <p:nvSpPr>
              <p:cNvPr id="1049806" name=""/>
              <p:cNvSpPr/>
              <p:nvPr/>
            </p:nvSpPr>
            <p:spPr>
              <a:xfrm>
                <a:off x="1873532" y="1219335"/>
                <a:ext cx="3403" cy="109087"/>
              </a:xfrm>
            </p:spPr>
          </p:sp>
        </mc:Fallback>
      </mc:AlternateContent>
      <mc:AlternateContent xmlns:mc="http://schemas.openxmlformats.org/markup-compatibility/2006">
        <mc:Choice xmlns:p14="http://schemas.microsoft.com/office/powerpoint/2010/main" Requires="p14">
          <p:contentPart p14:bwMode="auto" r:id="rId19">
            <p14:nvContentPartPr>
              <p14:cNvPr id="1049807" name=""/>
              <p14:cNvContentPartPr/>
              <p14:nvPr/>
            </p14:nvContentPartPr>
            <p14:xfrm>
              <a:off x="1945247" y="1277662"/>
              <a:ext cx="81644" cy="234862"/>
            </p14:xfrm>
          </p:contentPart>
        </mc:Choice>
        <mc:Fallback>
          <p:sp>
            <p:nvSpPr>
              <p:cNvPr id="1049807" name=""/>
              <p:cNvSpPr/>
              <p:nvPr/>
            </p:nvSpPr>
            <p:spPr>
              <a:xfrm>
                <a:off x="1945247" y="1277662"/>
                <a:ext cx="81644" cy="234862"/>
              </a:xfrm>
            </p:spPr>
          </p:sp>
        </mc:Fallback>
      </mc:AlternateContent>
      <mc:AlternateContent xmlns:mc="http://schemas.openxmlformats.org/markup-compatibility/2006">
        <mc:Choice xmlns:p14="http://schemas.microsoft.com/office/powerpoint/2010/main" Requires="p14">
          <p:contentPart p14:bwMode="auto" r:id="rId20">
            <p14:nvContentPartPr>
              <p14:cNvPr id="1049808" name=""/>
              <p14:cNvContentPartPr/>
              <p14:nvPr/>
            </p14:nvContentPartPr>
            <p14:xfrm>
              <a:off x="2078808" y="1286597"/>
              <a:ext cx="212898" cy="200606"/>
            </p14:xfrm>
          </p:contentPart>
        </mc:Choice>
        <mc:Fallback>
          <p:sp>
            <p:nvSpPr>
              <p:cNvPr id="1049808" name=""/>
              <p:cNvSpPr/>
              <p:nvPr/>
            </p:nvSpPr>
            <p:spPr>
              <a:xfrm>
                <a:off x="2078808" y="1286597"/>
                <a:ext cx="212898" cy="200606"/>
              </a:xfrm>
            </p:spPr>
          </p:sp>
        </mc:Fallback>
      </mc:AlternateContent>
      <mc:AlternateContent xmlns:mc="http://schemas.openxmlformats.org/markup-compatibility/2006">
        <mc:Choice xmlns:p14="http://schemas.microsoft.com/office/powerpoint/2010/main" Requires="p14">
          <p:contentPart p14:bwMode="auto" r:id="rId21">
            <p14:nvContentPartPr>
              <p14:cNvPr id="1049809" name=""/>
              <p14:cNvContentPartPr/>
              <p14:nvPr/>
            </p14:nvContentPartPr>
            <p14:xfrm>
              <a:off x="2206105" y="1226781"/>
              <a:ext cx="7591" cy="62861"/>
            </p14:xfrm>
          </p:contentPart>
        </mc:Choice>
        <mc:Fallback>
          <p:sp>
            <p:nvSpPr>
              <p:cNvPr id="1049809" name=""/>
              <p:cNvSpPr/>
              <p:nvPr/>
            </p:nvSpPr>
            <p:spPr>
              <a:xfrm>
                <a:off x="2206105" y="1226781"/>
                <a:ext cx="7591" cy="62861"/>
              </a:xfrm>
            </p:spPr>
          </p:sp>
        </mc:Fallback>
      </mc:AlternateContent>
      <mc:AlternateContent xmlns:mc="http://schemas.openxmlformats.org/markup-compatibility/2006">
        <mc:Choice xmlns:p14="http://schemas.microsoft.com/office/powerpoint/2010/main" Requires="p14">
          <p:contentPart p14:bwMode="auto" r:id="rId22">
            <p14:nvContentPartPr>
              <p14:cNvPr id="1049810" name=""/>
              <p14:cNvContentPartPr/>
              <p14:nvPr/>
            </p14:nvContentPartPr>
            <p14:xfrm>
              <a:off x="2329641" y="1161504"/>
              <a:ext cx="216502" cy="295262"/>
            </p14:xfrm>
          </p:contentPart>
        </mc:Choice>
        <mc:Fallback>
          <p:sp>
            <p:nvSpPr>
              <p:cNvPr id="1049810" name=""/>
              <p:cNvSpPr/>
              <p:nvPr/>
            </p:nvSpPr>
            <p:spPr>
              <a:xfrm>
                <a:off x="2329641" y="1161504"/>
                <a:ext cx="216502" cy="295262"/>
              </a:xfrm>
            </p:spPr>
          </p:sp>
        </mc:Fallback>
      </mc:AlternateContent>
      <mc:AlternateContent xmlns:mc="http://schemas.openxmlformats.org/markup-compatibility/2006">
        <mc:Choice xmlns:p14="http://schemas.microsoft.com/office/powerpoint/2010/main" Requires="p14">
          <p:contentPart p14:bwMode="auto" r:id="rId23">
            <p14:nvContentPartPr>
              <p14:cNvPr id="1049811" name=""/>
              <p14:cNvContentPartPr/>
              <p14:nvPr/>
            </p14:nvContentPartPr>
            <p14:xfrm>
              <a:off x="2477912" y="1168950"/>
              <a:ext cx="28681" cy="86621"/>
            </p14:xfrm>
          </p:contentPart>
        </mc:Choice>
        <mc:Fallback>
          <p:sp>
            <p:nvSpPr>
              <p:cNvPr id="1049811" name=""/>
              <p:cNvSpPr/>
              <p:nvPr/>
            </p:nvSpPr>
            <p:spPr>
              <a:xfrm>
                <a:off x="2477912" y="1168950"/>
                <a:ext cx="28681" cy="86621"/>
              </a:xfrm>
            </p:spPr>
          </p:sp>
        </mc:Fallback>
      </mc:AlternateContent>
      <mc:AlternateContent xmlns:mc="http://schemas.openxmlformats.org/markup-compatibility/2006">
        <mc:Choice xmlns:p14="http://schemas.microsoft.com/office/powerpoint/2010/main" Requires="p14">
          <p:contentPart p14:bwMode="auto" r:id="rId24">
            <p14:nvContentPartPr>
              <p14:cNvPr id="1049812" name=""/>
              <p14:cNvContentPartPr/>
              <p14:nvPr/>
            </p14:nvContentPartPr>
            <p14:xfrm>
              <a:off x="2610285" y="1079598"/>
              <a:ext cx="35740" cy="310250"/>
            </p14:xfrm>
          </p:contentPart>
        </mc:Choice>
        <mc:Fallback>
          <p:sp>
            <p:nvSpPr>
              <p:cNvPr id="1049812" name=""/>
              <p:cNvSpPr/>
              <p:nvPr/>
            </p:nvSpPr>
            <p:spPr>
              <a:xfrm>
                <a:off x="2610285" y="1079598"/>
                <a:ext cx="35740" cy="310250"/>
              </a:xfrm>
            </p:spPr>
          </p:sp>
        </mc:Fallback>
      </mc:AlternateContent>
      <mc:AlternateContent xmlns:mc="http://schemas.openxmlformats.org/markup-compatibility/2006">
        <mc:Choice xmlns:p14="http://schemas.microsoft.com/office/powerpoint/2010/main" Requires="p14">
          <p:contentPart p14:bwMode="auto" r:id="rId25">
            <p14:nvContentPartPr>
              <p14:cNvPr id="1049813" name=""/>
              <p14:cNvContentPartPr/>
              <p14:nvPr/>
            </p14:nvContentPartPr>
            <p14:xfrm>
              <a:off x="2663676" y="1302046"/>
              <a:ext cx="173469" cy="89759"/>
            </p14:xfrm>
          </p:contentPart>
        </mc:Choice>
        <mc:Fallback>
          <p:sp>
            <p:nvSpPr>
              <p:cNvPr id="1049813" name=""/>
              <p:cNvSpPr/>
              <p:nvPr/>
            </p:nvSpPr>
            <p:spPr>
              <a:xfrm>
                <a:off x="2663676" y="1302046"/>
                <a:ext cx="173469" cy="89759"/>
              </a:xfrm>
            </p:spPr>
          </p:sp>
        </mc:Fallback>
      </mc:AlternateContent>
      <mc:AlternateContent xmlns:mc="http://schemas.openxmlformats.org/markup-compatibility/2006">
        <mc:Choice xmlns:p14="http://schemas.microsoft.com/office/powerpoint/2010/main" Requires="p14">
          <p:contentPart p14:bwMode="auto" r:id="rId26">
            <p14:nvContentPartPr>
              <p14:cNvPr id="1049814" name=""/>
              <p14:cNvContentPartPr/>
              <p14:nvPr/>
            </p14:nvContentPartPr>
            <p14:xfrm>
              <a:off x="2674006" y="1226118"/>
              <a:ext cx="92834" cy="138413"/>
            </p14:xfrm>
          </p:contentPart>
        </mc:Choice>
        <mc:Fallback>
          <p:sp>
            <p:nvSpPr>
              <p:cNvPr id="1049814" name=""/>
              <p:cNvSpPr/>
              <p:nvPr/>
            </p:nvSpPr>
            <p:spPr>
              <a:xfrm>
                <a:off x="2674006" y="1226118"/>
                <a:ext cx="92834" cy="138413"/>
              </a:xfrm>
            </p:spPr>
          </p:sp>
        </mc:Fallback>
      </mc:AlternateContent>
      <mc:AlternateContent xmlns:mc="http://schemas.openxmlformats.org/markup-compatibility/2006">
        <mc:Choice xmlns:p14="http://schemas.microsoft.com/office/powerpoint/2010/main" Requires="p14">
          <p:contentPart p14:bwMode="auto" r:id="rId27">
            <p14:nvContentPartPr>
              <p14:cNvPr id="1049815" name=""/>
              <p14:cNvContentPartPr/>
              <p14:nvPr/>
            </p14:nvContentPartPr>
            <p14:xfrm>
              <a:off x="2803109" y="1204939"/>
              <a:ext cx="118253" cy="192486"/>
            </p14:xfrm>
          </p:contentPart>
        </mc:Choice>
        <mc:Fallback>
          <p:sp>
            <p:nvSpPr>
              <p:cNvPr id="1049815" name=""/>
              <p:cNvSpPr/>
              <p:nvPr/>
            </p:nvSpPr>
            <p:spPr>
              <a:xfrm>
                <a:off x="2803109" y="1204939"/>
                <a:ext cx="118253" cy="192486"/>
              </a:xfrm>
            </p:spPr>
          </p:sp>
        </mc:Fallback>
      </mc:AlternateContent>
      <mc:AlternateContent xmlns:mc="http://schemas.openxmlformats.org/markup-compatibility/2006">
        <mc:Choice xmlns:p14="http://schemas.microsoft.com/office/powerpoint/2010/main" Requires="p14">
          <p:contentPart p14:bwMode="auto" r:id="rId28">
            <p14:nvContentPartPr>
              <p14:cNvPr id="1049816" name=""/>
              <p14:cNvContentPartPr/>
              <p14:nvPr/>
            </p14:nvContentPartPr>
            <p14:xfrm>
              <a:off x="3171548" y="965922"/>
              <a:ext cx="14120" cy="318688"/>
            </p14:xfrm>
          </p:contentPart>
        </mc:Choice>
        <mc:Fallback>
          <p:sp>
            <p:nvSpPr>
              <p:cNvPr id="1049816" name=""/>
              <p:cNvSpPr/>
              <p:nvPr/>
            </p:nvSpPr>
            <p:spPr>
              <a:xfrm>
                <a:off x="3171548" y="965922"/>
                <a:ext cx="14120" cy="318688"/>
              </a:xfrm>
            </p:spPr>
          </p:sp>
        </mc:Fallback>
      </mc:AlternateContent>
      <mc:AlternateContent xmlns:mc="http://schemas.openxmlformats.org/markup-compatibility/2006">
        <mc:Choice xmlns:p14="http://schemas.microsoft.com/office/powerpoint/2010/main" Requires="p14">
          <p:contentPart p14:bwMode="auto" r:id="rId29">
            <p14:nvContentPartPr>
              <p14:cNvPr id="1049817" name=""/>
              <p14:cNvContentPartPr/>
              <p14:nvPr/>
            </p14:nvContentPartPr>
            <p14:xfrm>
              <a:off x="3200229" y="1386373"/>
              <a:ext cx="14119" cy="79672"/>
            </p14:xfrm>
          </p:contentPart>
        </mc:Choice>
        <mc:Fallback>
          <p:sp>
            <p:nvSpPr>
              <p:cNvPr id="1049817" name=""/>
              <p:cNvSpPr/>
              <p:nvPr/>
            </p:nvSpPr>
            <p:spPr>
              <a:xfrm>
                <a:off x="3200229" y="1386373"/>
                <a:ext cx="14119" cy="79672"/>
              </a:xfrm>
            </p:spPr>
          </p:sp>
        </mc:Fallback>
      </mc:AlternateContent>
      <mc:AlternateContent xmlns:mc="http://schemas.openxmlformats.org/markup-compatibility/2006">
        <mc:Choice xmlns:p14="http://schemas.microsoft.com/office/powerpoint/2010/main" Requires="p14">
          <p:contentPart p14:bwMode="auto" r:id="rId30">
            <p14:nvContentPartPr>
              <p14:cNvPr id="1049818" name=""/>
              <p14:cNvContentPartPr/>
              <p14:nvPr/>
            </p14:nvContentPartPr>
            <p14:xfrm>
              <a:off x="1303119" y="1893446"/>
              <a:ext cx="1335751" cy="1745312"/>
            </p14:xfrm>
          </p:contentPart>
        </mc:Choice>
        <mc:Fallback>
          <p:sp>
            <p:nvSpPr>
              <p:cNvPr id="1049818" name=""/>
              <p:cNvSpPr/>
              <p:nvPr/>
            </p:nvSpPr>
            <p:spPr>
              <a:xfrm>
                <a:off x="1303119" y="1893446"/>
                <a:ext cx="1335751" cy="1745312"/>
              </a:xfrm>
            </p:spPr>
          </p:sp>
        </mc:Fallback>
      </mc:AlternateContent>
      <mc:AlternateContent xmlns:mc="http://schemas.openxmlformats.org/markup-compatibility/2006">
        <mc:Choice xmlns:p14="http://schemas.microsoft.com/office/powerpoint/2010/main" Requires="p14">
          <p:contentPart p14:bwMode="auto" r:id="rId31">
            <p14:nvContentPartPr>
              <p14:cNvPr id="1049819" name=""/>
              <p14:cNvContentPartPr/>
              <p14:nvPr/>
            </p14:nvContentPartPr>
            <p14:xfrm>
              <a:off x="1358158" y="2978208"/>
              <a:ext cx="1171140" cy="88480"/>
            </p14:xfrm>
          </p:contentPart>
        </mc:Choice>
        <mc:Fallback>
          <p:sp>
            <p:nvSpPr>
              <p:cNvPr id="1049819" name=""/>
              <p:cNvSpPr/>
              <p:nvPr/>
            </p:nvSpPr>
            <p:spPr>
              <a:xfrm>
                <a:off x="1358158" y="2978208"/>
                <a:ext cx="1171140" cy="88480"/>
              </a:xfrm>
            </p:spPr>
          </p:sp>
        </mc:Fallback>
      </mc:AlternateContent>
      <mc:AlternateContent xmlns:mc="http://schemas.openxmlformats.org/markup-compatibility/2006">
        <mc:Choice xmlns:p14="http://schemas.microsoft.com/office/powerpoint/2010/main" Requires="p14">
          <p:contentPart p14:bwMode="auto" r:id="rId32">
            <p14:nvContentPartPr>
              <p14:cNvPr id="1049820" name=""/>
              <p14:cNvContentPartPr/>
              <p14:nvPr/>
            </p14:nvContentPartPr>
            <p14:xfrm>
              <a:off x="1603869" y="3188282"/>
              <a:ext cx="223013" cy="151032"/>
            </p14:xfrm>
          </p:contentPart>
        </mc:Choice>
        <mc:Fallback>
          <p:sp>
            <p:nvSpPr>
              <p:cNvPr id="1049820" name=""/>
              <p:cNvSpPr/>
              <p:nvPr/>
            </p:nvSpPr>
            <p:spPr>
              <a:xfrm>
                <a:off x="1603869" y="3188282"/>
                <a:ext cx="223013" cy="151032"/>
              </a:xfrm>
            </p:spPr>
          </p:sp>
        </mc:Fallback>
      </mc:AlternateContent>
      <mc:AlternateContent xmlns:mc="http://schemas.openxmlformats.org/markup-compatibility/2006">
        <mc:Choice xmlns:p14="http://schemas.microsoft.com/office/powerpoint/2010/main" Requires="p14">
          <p:contentPart p14:bwMode="auto" r:id="rId33">
            <p14:nvContentPartPr>
              <p14:cNvPr id="1049821" name=""/>
              <p14:cNvContentPartPr/>
              <p14:nvPr/>
            </p14:nvContentPartPr>
            <p14:xfrm>
              <a:off x="1772348" y="3219083"/>
              <a:ext cx="374041" cy="196469"/>
            </p14:xfrm>
          </p:contentPart>
        </mc:Choice>
        <mc:Fallback>
          <p:sp>
            <p:nvSpPr>
              <p:cNvPr id="1049821" name=""/>
              <p:cNvSpPr/>
              <p:nvPr/>
            </p:nvSpPr>
            <p:spPr>
              <a:xfrm>
                <a:off x="1772348" y="3219083"/>
                <a:ext cx="374041" cy="196469"/>
              </a:xfrm>
            </p:spPr>
          </p:sp>
        </mc:Fallback>
      </mc:AlternateContent>
      <mc:AlternateContent xmlns:mc="http://schemas.openxmlformats.org/markup-compatibility/2006">
        <mc:Choice xmlns:p14="http://schemas.microsoft.com/office/powerpoint/2010/main" Requires="p14">
          <p:contentPart p14:bwMode="auto" r:id="rId34">
            <p14:nvContentPartPr>
              <p14:cNvPr id="1049822" name=""/>
              <p14:cNvContentPartPr/>
              <p14:nvPr/>
            </p14:nvContentPartPr>
            <p14:xfrm>
              <a:off x="1297582" y="2465299"/>
              <a:ext cx="1292865" cy="68062"/>
            </p14:xfrm>
          </p:contentPart>
        </mc:Choice>
        <mc:Fallback>
          <p:sp>
            <p:nvSpPr>
              <p:cNvPr id="1049822" name=""/>
              <p:cNvSpPr/>
              <p:nvPr/>
            </p:nvSpPr>
            <p:spPr>
              <a:xfrm>
                <a:off x="1297582" y="2465299"/>
                <a:ext cx="1292865" cy="68062"/>
              </a:xfrm>
            </p:spPr>
          </p:sp>
        </mc:Fallback>
      </mc:AlternateContent>
      <mc:AlternateContent xmlns:mc="http://schemas.openxmlformats.org/markup-compatibility/2006">
        <mc:Choice xmlns:p14="http://schemas.microsoft.com/office/powerpoint/2010/main" Requires="p14">
          <p:contentPart p14:bwMode="auto" r:id="rId35">
            <p14:nvContentPartPr>
              <p14:cNvPr id="1049823" name=""/>
              <p14:cNvContentPartPr/>
              <p14:nvPr/>
            </p14:nvContentPartPr>
            <p14:xfrm>
              <a:off x="1583950" y="2559863"/>
              <a:ext cx="774336" cy="335973"/>
            </p14:xfrm>
          </p:contentPart>
        </mc:Choice>
        <mc:Fallback>
          <p:sp>
            <p:nvSpPr>
              <p:cNvPr id="1049823" name=""/>
              <p:cNvSpPr/>
              <p:nvPr/>
            </p:nvSpPr>
            <p:spPr>
              <a:xfrm>
                <a:off x="1583950" y="2559863"/>
                <a:ext cx="774336" cy="335973"/>
              </a:xfrm>
            </p:spPr>
          </p:sp>
        </mc:Fallback>
      </mc:AlternateContent>
      <mc:AlternateContent xmlns:mc="http://schemas.openxmlformats.org/markup-compatibility/2006">
        <mc:Choice xmlns:p14="http://schemas.microsoft.com/office/powerpoint/2010/main" Requires="p14">
          <p:contentPart p14:bwMode="auto" r:id="rId36">
            <p14:nvContentPartPr>
              <p14:cNvPr id="1049824" name=""/>
              <p14:cNvContentPartPr/>
              <p14:nvPr/>
            </p14:nvContentPartPr>
            <p14:xfrm>
              <a:off x="1998720" y="2603077"/>
              <a:ext cx="139347" cy="14368"/>
            </p14:xfrm>
          </p:contentPart>
        </mc:Choice>
        <mc:Fallback>
          <p:sp>
            <p:nvSpPr>
              <p:cNvPr id="1049824" name=""/>
              <p:cNvSpPr/>
              <p:nvPr/>
            </p:nvSpPr>
            <p:spPr>
              <a:xfrm>
                <a:off x="1998720" y="2603077"/>
                <a:ext cx="139347" cy="14368"/>
              </a:xfrm>
            </p:spPr>
          </p:sp>
        </mc:Fallback>
      </mc:AlternateContent>
      <mc:AlternateContent xmlns:mc="http://schemas.openxmlformats.org/markup-compatibility/2006">
        <mc:Choice xmlns:p14="http://schemas.microsoft.com/office/powerpoint/2010/main" Requires="p14">
          <p:contentPart p14:bwMode="auto" r:id="rId37">
            <p14:nvContentPartPr>
              <p14:cNvPr id="1049825" name=""/>
              <p14:cNvContentPartPr/>
              <p14:nvPr/>
            </p14:nvContentPartPr>
            <p14:xfrm>
              <a:off x="625401" y="3971823"/>
              <a:ext cx="182871" cy="217933"/>
            </p14:xfrm>
          </p:contentPart>
        </mc:Choice>
        <mc:Fallback>
          <p:sp>
            <p:nvSpPr>
              <p:cNvPr id="1049825" name=""/>
              <p:cNvSpPr/>
              <p:nvPr/>
            </p:nvSpPr>
            <p:spPr>
              <a:xfrm>
                <a:off x="625401" y="3971823"/>
                <a:ext cx="182871" cy="217933"/>
              </a:xfrm>
            </p:spPr>
          </p:sp>
        </mc:Fallback>
      </mc:AlternateContent>
      <mc:AlternateContent xmlns:mc="http://schemas.openxmlformats.org/markup-compatibility/2006">
        <mc:Choice xmlns:p14="http://schemas.microsoft.com/office/powerpoint/2010/main" Requires="p14">
          <p:contentPart p14:bwMode="auto" r:id="rId38">
            <p14:nvContentPartPr>
              <p14:cNvPr id="1049826" name=""/>
              <p14:cNvContentPartPr/>
              <p14:nvPr/>
            </p14:nvContentPartPr>
            <p14:xfrm>
              <a:off x="774145" y="4022755"/>
              <a:ext cx="384629" cy="188452"/>
            </p14:xfrm>
          </p:contentPart>
        </mc:Choice>
        <mc:Fallback>
          <p:sp>
            <p:nvSpPr>
              <p:cNvPr id="1049826" name=""/>
              <p:cNvSpPr/>
              <p:nvPr/>
            </p:nvSpPr>
            <p:spPr>
              <a:xfrm>
                <a:off x="774145" y="4022755"/>
                <a:ext cx="384629" cy="188452"/>
              </a:xfrm>
            </p:spPr>
          </p:sp>
        </mc:Fallback>
      </mc:AlternateContent>
      <mc:AlternateContent xmlns:mc="http://schemas.openxmlformats.org/markup-compatibility/2006">
        <mc:Choice xmlns:p14="http://schemas.microsoft.com/office/powerpoint/2010/main" Requires="p14">
          <p:contentPart p14:bwMode="auto" r:id="rId39">
            <p14:nvContentPartPr>
              <p14:cNvPr id="1049827" name=""/>
              <p14:cNvContentPartPr/>
              <p14:nvPr/>
            </p14:nvContentPartPr>
            <p14:xfrm>
              <a:off x="1331558" y="3870254"/>
              <a:ext cx="561409" cy="541701"/>
            </p14:xfrm>
          </p:contentPart>
        </mc:Choice>
        <mc:Fallback>
          <p:sp>
            <p:nvSpPr>
              <p:cNvPr id="1049827" name=""/>
              <p:cNvSpPr/>
              <p:nvPr/>
            </p:nvSpPr>
            <p:spPr>
              <a:xfrm>
                <a:off x="1331558" y="3870254"/>
                <a:ext cx="561409" cy="541701"/>
              </a:xfrm>
            </p:spPr>
          </p:sp>
        </mc:Fallback>
      </mc:AlternateContent>
      <mc:AlternateContent xmlns:mc="http://schemas.openxmlformats.org/markup-compatibility/2006">
        <mc:Choice xmlns:p14="http://schemas.microsoft.com/office/powerpoint/2010/main" Requires="p14">
          <p:contentPart p14:bwMode="auto" r:id="rId40">
            <p14:nvContentPartPr>
              <p14:cNvPr id="1049828" name=""/>
              <p14:cNvContentPartPr/>
              <p14:nvPr/>
            </p14:nvContentPartPr>
            <p14:xfrm>
              <a:off x="1890530" y="4076387"/>
              <a:ext cx="619397" cy="193839"/>
            </p14:xfrm>
          </p:contentPart>
        </mc:Choice>
        <mc:Fallback>
          <p:sp>
            <p:nvSpPr>
              <p:cNvPr id="1049828" name=""/>
              <p:cNvSpPr/>
              <p:nvPr/>
            </p:nvSpPr>
            <p:spPr>
              <a:xfrm>
                <a:off x="1890530" y="4076387"/>
                <a:ext cx="619397" cy="193839"/>
              </a:xfrm>
            </p:spPr>
          </p:sp>
        </mc:Fallback>
      </mc:AlternateContent>
      <mc:AlternateContent xmlns:mc="http://schemas.openxmlformats.org/markup-compatibility/2006">
        <mc:Choice xmlns:p14="http://schemas.microsoft.com/office/powerpoint/2010/main" Requires="p14">
          <p:contentPart p14:bwMode="auto" r:id="rId41">
            <p14:nvContentPartPr>
              <p14:cNvPr id="1049829" name=""/>
              <p14:cNvContentPartPr/>
              <p14:nvPr/>
            </p14:nvContentPartPr>
            <p14:xfrm>
              <a:off x="2079011" y="3928687"/>
              <a:ext cx="12811" cy="68951"/>
            </p14:xfrm>
          </p:contentPart>
        </mc:Choice>
        <mc:Fallback>
          <p:sp>
            <p:nvSpPr>
              <p:cNvPr id="1049829" name=""/>
              <p:cNvSpPr/>
              <p:nvPr/>
            </p:nvSpPr>
            <p:spPr>
              <a:xfrm>
                <a:off x="2079011" y="3928687"/>
                <a:ext cx="12811" cy="68951"/>
              </a:xfrm>
            </p:spPr>
          </p:sp>
        </mc:Fallback>
      </mc:AlternateContent>
      <mc:AlternateContent xmlns:mc="http://schemas.openxmlformats.org/markup-compatibility/2006">
        <mc:Choice xmlns:p14="http://schemas.microsoft.com/office/powerpoint/2010/main" Requires="p14">
          <p:contentPart p14:bwMode="auto" r:id="rId42">
            <p14:nvContentPartPr>
              <p14:cNvPr id="1049830" name=""/>
              <p14:cNvContentPartPr/>
              <p14:nvPr/>
            </p14:nvContentPartPr>
            <p14:xfrm>
              <a:off x="313533" y="4095230"/>
              <a:ext cx="102598" cy="138848"/>
            </p14:xfrm>
          </p:contentPart>
        </mc:Choice>
        <mc:Fallback>
          <p:sp>
            <p:nvSpPr>
              <p:cNvPr id="1049830" name=""/>
              <p:cNvSpPr/>
              <p:nvPr/>
            </p:nvSpPr>
            <p:spPr>
              <a:xfrm>
                <a:off x="313533" y="4095230"/>
                <a:ext cx="102598" cy="138848"/>
              </a:xfrm>
            </p:spPr>
          </p:sp>
        </mc:Fallback>
      </mc:AlternateContent>
      <mc:AlternateContent xmlns:mc="http://schemas.openxmlformats.org/markup-compatibility/2006">
        <mc:Choice xmlns:p14="http://schemas.microsoft.com/office/powerpoint/2010/main" Requires="p14">
          <p:contentPart p14:bwMode="auto" r:id="rId43">
            <p14:nvContentPartPr>
              <p14:cNvPr id="1049831" name=""/>
              <p14:cNvContentPartPr/>
              <p14:nvPr/>
            </p14:nvContentPartPr>
            <p14:xfrm>
              <a:off x="331455" y="4681975"/>
              <a:ext cx="95499" cy="155895"/>
            </p14:xfrm>
          </p:contentPart>
        </mc:Choice>
        <mc:Fallback>
          <p:sp>
            <p:nvSpPr>
              <p:cNvPr id="1049831" name=""/>
              <p:cNvSpPr/>
              <p:nvPr/>
            </p:nvSpPr>
            <p:spPr>
              <a:xfrm>
                <a:off x="331455" y="4681975"/>
                <a:ext cx="95499" cy="155895"/>
              </a:xfrm>
            </p:spPr>
          </p:sp>
        </mc:Fallback>
      </mc:AlternateContent>
      <mc:AlternateContent xmlns:mc="http://schemas.openxmlformats.org/markup-compatibility/2006">
        <mc:Choice xmlns:p14="http://schemas.microsoft.com/office/powerpoint/2010/main" Requires="p14">
          <p:contentPart p14:bwMode="auto" r:id="rId44">
            <p14:nvContentPartPr>
              <p14:cNvPr id="1049832" name=""/>
              <p14:cNvContentPartPr/>
              <p14:nvPr/>
            </p14:nvContentPartPr>
            <p14:xfrm>
              <a:off x="653365" y="4557802"/>
              <a:ext cx="1106174" cy="713261"/>
            </p14:xfrm>
          </p:contentPart>
        </mc:Choice>
        <mc:Fallback>
          <p:sp>
            <p:nvSpPr>
              <p:cNvPr id="1049832" name=""/>
              <p:cNvSpPr/>
              <p:nvPr/>
            </p:nvSpPr>
            <p:spPr>
              <a:xfrm>
                <a:off x="653365" y="4557802"/>
                <a:ext cx="1106174" cy="713261"/>
              </a:xfrm>
            </p:spPr>
          </p:sp>
        </mc:Fallback>
      </mc:AlternateContent>
      <mc:AlternateContent xmlns:mc="http://schemas.openxmlformats.org/markup-compatibility/2006">
        <mc:Choice xmlns:p14="http://schemas.microsoft.com/office/powerpoint/2010/main" Requires="p14">
          <p:contentPart p14:bwMode="auto" r:id="rId45">
            <p14:nvContentPartPr>
              <p14:cNvPr id="1049833" name=""/>
              <p14:cNvContentPartPr/>
              <p14:nvPr/>
            </p14:nvContentPartPr>
            <p14:xfrm>
              <a:off x="1362004" y="4681975"/>
              <a:ext cx="200325" cy="9154"/>
            </p14:xfrm>
          </p:contentPart>
        </mc:Choice>
        <mc:Fallback>
          <p:sp>
            <p:nvSpPr>
              <p:cNvPr id="1049833" name=""/>
              <p:cNvSpPr/>
              <p:nvPr/>
            </p:nvSpPr>
            <p:spPr>
              <a:xfrm>
                <a:off x="1362004" y="4681975"/>
                <a:ext cx="200325" cy="9154"/>
              </a:xfrm>
            </p:spPr>
          </p:sp>
        </mc:Fallback>
      </mc:AlternateContent>
      <mc:AlternateContent xmlns:mc="http://schemas.openxmlformats.org/markup-compatibility/2006">
        <mc:Choice xmlns:p14="http://schemas.microsoft.com/office/powerpoint/2010/main" Requires="p14">
          <p:contentPart p14:bwMode="auto" r:id="rId46">
            <p14:nvContentPartPr>
              <p14:cNvPr id="1049834" name=""/>
              <p14:cNvContentPartPr/>
              <p14:nvPr/>
            </p14:nvContentPartPr>
            <p14:xfrm>
              <a:off x="1955919" y="4816411"/>
              <a:ext cx="541546" cy="143596"/>
            </p14:xfrm>
          </p:contentPart>
        </mc:Choice>
        <mc:Fallback>
          <p:sp>
            <p:nvSpPr>
              <p:cNvPr id="1049834" name=""/>
              <p:cNvSpPr/>
              <p:nvPr/>
            </p:nvSpPr>
            <p:spPr>
              <a:xfrm>
                <a:off x="1955919" y="4816411"/>
                <a:ext cx="541546" cy="143596"/>
              </a:xfrm>
            </p:spPr>
          </p:sp>
        </mc:Fallback>
      </mc:AlternateContent>
      <mc:AlternateContent xmlns:mc="http://schemas.openxmlformats.org/markup-compatibility/2006">
        <mc:Choice xmlns:p14="http://schemas.microsoft.com/office/powerpoint/2010/main" Requires="p14">
          <p:contentPart p14:bwMode="auto" r:id="rId47">
            <p14:nvContentPartPr>
              <p14:cNvPr id="1049835" name=""/>
              <p14:cNvContentPartPr/>
              <p14:nvPr/>
            </p14:nvContentPartPr>
            <p14:xfrm>
              <a:off x="2670736" y="4534122"/>
              <a:ext cx="479373" cy="576710"/>
            </p14:xfrm>
          </p:contentPart>
        </mc:Choice>
        <mc:Fallback>
          <p:sp>
            <p:nvSpPr>
              <p:cNvPr id="1049835" name=""/>
              <p:cNvSpPr/>
              <p:nvPr/>
            </p:nvSpPr>
            <p:spPr>
              <a:xfrm>
                <a:off x="2670736" y="4534122"/>
                <a:ext cx="479373" cy="576710"/>
              </a:xfrm>
            </p:spPr>
          </p:sp>
        </mc:Fallback>
      </mc:AlternateContent>
      <mc:AlternateContent xmlns:mc="http://schemas.openxmlformats.org/markup-compatibility/2006">
        <mc:Choice xmlns:p14="http://schemas.microsoft.com/office/powerpoint/2010/main" Requires="p14">
          <p:contentPart p14:bwMode="auto" r:id="rId48">
            <p14:nvContentPartPr>
              <p14:cNvPr id="1049836" name=""/>
              <p14:cNvContentPartPr/>
              <p14:nvPr/>
            </p14:nvContentPartPr>
            <p14:xfrm>
              <a:off x="3152388" y="4784948"/>
              <a:ext cx="530562" cy="161580"/>
            </p14:xfrm>
          </p:contentPart>
        </mc:Choice>
        <mc:Fallback>
          <p:sp>
            <p:nvSpPr>
              <p:cNvPr id="1049836" name=""/>
              <p:cNvSpPr/>
              <p:nvPr/>
            </p:nvSpPr>
            <p:spPr>
              <a:xfrm>
                <a:off x="3152388" y="4784948"/>
                <a:ext cx="530562" cy="161580"/>
              </a:xfrm>
            </p:spPr>
          </p:sp>
        </mc:Fallback>
      </mc:AlternateContent>
      <mc:AlternateContent xmlns:mc="http://schemas.openxmlformats.org/markup-compatibility/2006">
        <mc:Choice xmlns:p14="http://schemas.microsoft.com/office/powerpoint/2010/main" Requires="p14">
          <p:contentPart p14:bwMode="auto" r:id="rId49">
            <p14:nvContentPartPr>
              <p14:cNvPr id="1049837" name=""/>
              <p14:cNvContentPartPr/>
              <p14:nvPr/>
            </p14:nvContentPartPr>
            <p14:xfrm>
              <a:off x="2917162" y="4790686"/>
              <a:ext cx="89802" cy="100413"/>
            </p14:xfrm>
          </p:contentPart>
        </mc:Choice>
        <mc:Fallback>
          <p:sp>
            <p:nvSpPr>
              <p:cNvPr id="1049837" name=""/>
              <p:cNvSpPr/>
              <p:nvPr/>
            </p:nvSpPr>
            <p:spPr>
              <a:xfrm>
                <a:off x="2917162" y="4790686"/>
                <a:ext cx="89802" cy="100413"/>
              </a:xfrm>
            </p:spPr>
          </p:sp>
        </mc:Fallback>
      </mc:AlternateContent>
      <mc:AlternateContent xmlns:mc="http://schemas.openxmlformats.org/markup-compatibility/2006">
        <mc:Choice xmlns:p14="http://schemas.microsoft.com/office/powerpoint/2010/main" Requires="p14">
          <p:contentPart p14:bwMode="auto" r:id="rId50">
            <p14:nvContentPartPr>
              <p14:cNvPr id="1049838" name=""/>
              <p14:cNvContentPartPr/>
              <p14:nvPr/>
            </p14:nvContentPartPr>
            <p14:xfrm>
              <a:off x="3800763" y="4856211"/>
              <a:ext cx="35811" cy="68132"/>
            </p14:xfrm>
          </p:contentPart>
        </mc:Choice>
        <mc:Fallback>
          <p:sp>
            <p:nvSpPr>
              <p:cNvPr id="1049838" name=""/>
              <p:cNvSpPr/>
              <p:nvPr/>
            </p:nvSpPr>
            <p:spPr>
              <a:xfrm>
                <a:off x="3800763" y="4856211"/>
                <a:ext cx="35811" cy="68132"/>
              </a:xfrm>
            </p:spPr>
          </p:sp>
        </mc:Fallback>
      </mc:AlternateContent>
      <mc:AlternateContent xmlns:mc="http://schemas.openxmlformats.org/markup-compatibility/2006">
        <mc:Choice xmlns:p14="http://schemas.microsoft.com/office/powerpoint/2010/main" Requires="p14">
          <p:contentPart p14:bwMode="auto" r:id="rId51">
            <p14:nvContentPartPr>
              <p14:cNvPr id="1049839" name=""/>
              <p14:cNvContentPartPr/>
              <p14:nvPr/>
            </p14:nvContentPartPr>
            <p14:xfrm>
              <a:off x="3285830" y="4740302"/>
              <a:ext cx="15525" cy="76132"/>
            </p14:xfrm>
          </p:contentPart>
        </mc:Choice>
        <mc:Fallback>
          <p:sp>
            <p:nvSpPr>
              <p:cNvPr id="1049839" name=""/>
              <p:cNvSpPr/>
              <p:nvPr/>
            </p:nvSpPr>
            <p:spPr>
              <a:xfrm>
                <a:off x="3285830" y="4740302"/>
                <a:ext cx="15525" cy="76132"/>
              </a:xfrm>
            </p:spPr>
          </p:sp>
        </mc:Fallback>
      </mc:AlternateContent>
      <mc:AlternateContent xmlns:mc="http://schemas.openxmlformats.org/markup-compatibility/2006">
        <mc:Choice xmlns:p14="http://schemas.microsoft.com/office/powerpoint/2010/main" Requires="p14">
          <p:contentPart p14:bwMode="auto" r:id="rId52">
            <p14:nvContentPartPr>
              <p14:cNvPr id="1049840" name=""/>
              <p14:cNvContentPartPr/>
              <p14:nvPr/>
            </p14:nvContentPartPr>
            <p14:xfrm>
              <a:off x="4069490" y="4472246"/>
              <a:ext cx="310627" cy="1109709"/>
            </p14:xfrm>
          </p:contentPart>
        </mc:Choice>
        <mc:Fallback>
          <p:sp>
            <p:nvSpPr>
              <p:cNvPr id="1049840" name=""/>
              <p:cNvSpPr/>
              <p:nvPr/>
            </p:nvSpPr>
            <p:spPr>
              <a:xfrm>
                <a:off x="4069490" y="4472246"/>
                <a:ext cx="310627" cy="1109709"/>
              </a:xfrm>
            </p:spPr>
          </p:sp>
        </mc:Fallback>
      </mc:AlternateContent>
      <mc:AlternateContent xmlns:mc="http://schemas.openxmlformats.org/markup-compatibility/2006">
        <mc:Choice xmlns:p14="http://schemas.microsoft.com/office/powerpoint/2010/main" Requires="p14">
          <p:contentPart p14:bwMode="auto" r:id="rId53">
            <p14:nvContentPartPr>
              <p14:cNvPr id="1049841" name=""/>
              <p14:cNvContentPartPr/>
              <p14:nvPr/>
            </p14:nvContentPartPr>
            <p14:xfrm>
              <a:off x="4373057" y="4472246"/>
              <a:ext cx="542735" cy="858639"/>
            </p14:xfrm>
          </p:contentPart>
        </mc:Choice>
        <mc:Fallback>
          <p:sp>
            <p:nvSpPr>
              <p:cNvPr id="1049841" name=""/>
              <p:cNvSpPr/>
              <p:nvPr/>
            </p:nvSpPr>
            <p:spPr>
              <a:xfrm>
                <a:off x="4373057" y="4472246"/>
                <a:ext cx="542735" cy="858639"/>
              </a:xfrm>
            </p:spPr>
          </p:sp>
        </mc:Fallback>
      </mc:AlternateContent>
      <mc:AlternateContent xmlns:mc="http://schemas.openxmlformats.org/markup-compatibility/2006">
        <mc:Choice xmlns:p14="http://schemas.microsoft.com/office/powerpoint/2010/main" Requires="p14">
          <p:contentPart p14:bwMode="auto" r:id="rId54">
            <p14:nvContentPartPr>
              <p14:cNvPr id="1049842" name=""/>
              <p14:cNvContentPartPr/>
              <p14:nvPr/>
            </p14:nvContentPartPr>
            <p14:xfrm>
              <a:off x="4714075" y="5341442"/>
              <a:ext cx="159354" cy="458678"/>
            </p14:xfrm>
          </p:contentPart>
        </mc:Choice>
        <mc:Fallback>
          <p:sp>
            <p:nvSpPr>
              <p:cNvPr id="1049842" name=""/>
              <p:cNvSpPr/>
              <p:nvPr/>
            </p:nvSpPr>
            <p:spPr>
              <a:xfrm>
                <a:off x="4714075" y="5341442"/>
                <a:ext cx="159354" cy="458678"/>
              </a:xfrm>
            </p:spPr>
          </p:sp>
        </mc:Fallback>
      </mc:AlternateContent>
      <mc:AlternateContent xmlns:mc="http://schemas.openxmlformats.org/markup-compatibility/2006">
        <mc:Choice xmlns:p14="http://schemas.microsoft.com/office/powerpoint/2010/main" Requires="p14">
          <p:contentPart p14:bwMode="auto" r:id="rId55">
            <p14:nvContentPartPr>
              <p14:cNvPr id="1049843" name=""/>
              <p14:cNvContentPartPr/>
              <p14:nvPr/>
            </p14:nvContentPartPr>
            <p14:xfrm>
              <a:off x="4272895" y="5580211"/>
              <a:ext cx="448935" cy="304300"/>
            </p14:xfrm>
          </p:contentPart>
        </mc:Choice>
        <mc:Fallback>
          <p:sp>
            <p:nvSpPr>
              <p:cNvPr id="1049843" name=""/>
              <p:cNvSpPr/>
              <p:nvPr/>
            </p:nvSpPr>
            <p:spPr>
              <a:xfrm>
                <a:off x="4272895" y="5580211"/>
                <a:ext cx="448935" cy="304300"/>
              </a:xfrm>
            </p:spPr>
          </p:sp>
        </mc:Fallback>
      </mc:AlternateContent>
      <mc:AlternateContent xmlns:mc="http://schemas.openxmlformats.org/markup-compatibility/2006">
        <mc:Choice xmlns:p14="http://schemas.microsoft.com/office/powerpoint/2010/main" Requires="p14">
          <p:contentPart p14:bwMode="auto" r:id="rId56">
            <p14:nvContentPartPr>
              <p14:cNvPr id="1049844" name=""/>
              <p14:cNvContentPartPr/>
              <p14:nvPr/>
            </p14:nvContentPartPr>
            <p14:xfrm>
              <a:off x="4316323" y="4902155"/>
              <a:ext cx="289871" cy="376176"/>
            </p14:xfrm>
          </p:contentPart>
        </mc:Choice>
        <mc:Fallback>
          <p:sp>
            <p:nvSpPr>
              <p:cNvPr id="1049844" name=""/>
              <p:cNvSpPr/>
              <p:nvPr/>
            </p:nvSpPr>
            <p:spPr>
              <a:xfrm>
                <a:off x="4316323" y="4902155"/>
                <a:ext cx="289871" cy="376176"/>
              </a:xfrm>
            </p:spPr>
          </p:sp>
        </mc:Fallback>
      </mc:AlternateContent>
      <mc:AlternateContent xmlns:mc="http://schemas.openxmlformats.org/markup-compatibility/2006">
        <mc:Choice xmlns:p14="http://schemas.microsoft.com/office/powerpoint/2010/main" Requires="p14">
          <p:contentPart p14:bwMode="auto" r:id="rId57">
            <p14:nvContentPartPr>
              <p14:cNvPr id="1049845" name=""/>
              <p14:cNvContentPartPr/>
              <p14:nvPr/>
            </p14:nvContentPartPr>
            <p14:xfrm>
              <a:off x="3593378" y="5516103"/>
              <a:ext cx="196136" cy="460736"/>
            </p14:xfrm>
          </p:contentPart>
        </mc:Choice>
        <mc:Fallback>
          <p:sp>
            <p:nvSpPr>
              <p:cNvPr id="1049845" name=""/>
              <p:cNvSpPr/>
              <p:nvPr/>
            </p:nvSpPr>
            <p:spPr>
              <a:xfrm>
                <a:off x="3593378" y="5516103"/>
                <a:ext cx="196136" cy="460736"/>
              </a:xfrm>
            </p:spPr>
          </p:sp>
        </mc:Fallback>
      </mc:AlternateContent>
      <mc:AlternateContent xmlns:mc="http://schemas.openxmlformats.org/markup-compatibility/2006">
        <mc:Choice xmlns:p14="http://schemas.microsoft.com/office/powerpoint/2010/main" Requires="p14">
          <p:contentPart p14:bwMode="auto" r:id="rId58">
            <p14:nvContentPartPr>
              <p14:cNvPr id="1049846" name=""/>
              <p14:cNvContentPartPr/>
              <p14:nvPr/>
            </p14:nvContentPartPr>
            <p14:xfrm>
              <a:off x="3604409" y="5428063"/>
              <a:ext cx="153553" cy="34678"/>
            </p14:xfrm>
          </p:contentPart>
        </mc:Choice>
        <mc:Fallback>
          <p:sp>
            <p:nvSpPr>
              <p:cNvPr id="1049846" name=""/>
              <p:cNvSpPr/>
              <p:nvPr/>
            </p:nvSpPr>
            <p:spPr>
              <a:xfrm>
                <a:off x="3604409" y="5428063"/>
                <a:ext cx="153553" cy="34678"/>
              </a:xfrm>
            </p:spPr>
          </p:sp>
        </mc:Fallback>
      </mc:AlternateContent>
      <mc:AlternateContent xmlns:mc="http://schemas.openxmlformats.org/markup-compatibility/2006">
        <mc:Choice xmlns:p14="http://schemas.microsoft.com/office/powerpoint/2010/main" Requires="p14">
          <p:contentPart p14:bwMode="auto" r:id="rId59">
            <p14:nvContentPartPr>
              <p14:cNvPr id="1049847" name=""/>
              <p14:cNvContentPartPr/>
              <p14:nvPr/>
            </p14:nvContentPartPr>
            <p14:xfrm>
              <a:off x="3672361" y="5377431"/>
              <a:ext cx="98774" cy="150673"/>
            </p14:xfrm>
          </p:contentPart>
        </mc:Choice>
        <mc:Fallback>
          <p:sp>
            <p:nvSpPr>
              <p:cNvPr id="1049847" name=""/>
              <p:cNvSpPr/>
              <p:nvPr/>
            </p:nvSpPr>
            <p:spPr>
              <a:xfrm>
                <a:off x="3672361" y="5377431"/>
                <a:ext cx="98774" cy="150673"/>
              </a:xfrm>
            </p:spPr>
          </p:sp>
        </mc:Fallback>
      </mc:AlternateContent>
      <mc:AlternateContent xmlns:mc="http://schemas.openxmlformats.org/markup-compatibility/2006">
        <mc:Choice xmlns:p14="http://schemas.microsoft.com/office/powerpoint/2010/main" Requires="p14">
          <p:contentPart p14:bwMode="auto" r:id="rId60">
            <p14:nvContentPartPr>
              <p14:cNvPr id="1049848" name=""/>
              <p14:cNvContentPartPr/>
              <p14:nvPr/>
            </p14:nvContentPartPr>
            <p14:xfrm>
              <a:off x="3839810" y="5693392"/>
              <a:ext cx="125537" cy="64884"/>
            </p14:xfrm>
          </p:contentPart>
        </mc:Choice>
        <mc:Fallback>
          <p:sp>
            <p:nvSpPr>
              <p:cNvPr id="1049848" name=""/>
              <p:cNvSpPr/>
              <p:nvPr/>
            </p:nvSpPr>
            <p:spPr>
              <a:xfrm>
                <a:off x="3839810" y="5693392"/>
                <a:ext cx="125537" cy="64884"/>
              </a:xfrm>
            </p:spPr>
          </p:sp>
        </mc:Fallback>
      </mc:AlternateContent>
      <mc:AlternateContent xmlns:mc="http://schemas.openxmlformats.org/markup-compatibility/2006">
        <mc:Choice xmlns:p14="http://schemas.microsoft.com/office/powerpoint/2010/main" Requires="p14">
          <p:contentPart p14:bwMode="auto" r:id="rId61">
            <p14:nvContentPartPr>
              <p14:cNvPr id="1049849" name=""/>
              <p14:cNvContentPartPr/>
              <p14:nvPr/>
            </p14:nvContentPartPr>
            <p14:xfrm>
              <a:off x="3995082" y="5703740"/>
              <a:ext cx="115901" cy="151332"/>
            </p14:xfrm>
          </p:contentPart>
        </mc:Choice>
        <mc:Fallback>
          <p:sp>
            <p:nvSpPr>
              <p:cNvPr id="1049849" name=""/>
              <p:cNvSpPr/>
              <p:nvPr/>
            </p:nvSpPr>
            <p:spPr>
              <a:xfrm>
                <a:off x="3995082" y="5703740"/>
                <a:ext cx="115901" cy="151332"/>
              </a:xfrm>
            </p:spPr>
          </p:sp>
        </mc:Fallback>
      </mc:AlternateContent>
      <mc:AlternateContent xmlns:mc="http://schemas.openxmlformats.org/markup-compatibility/2006">
        <mc:Choice xmlns:p14="http://schemas.microsoft.com/office/powerpoint/2010/main" Requires="p14">
          <p:contentPart p14:bwMode="auto" r:id="rId62">
            <p14:nvContentPartPr>
              <p14:cNvPr id="1049850" name=""/>
              <p14:cNvContentPartPr/>
              <p14:nvPr/>
            </p14:nvContentPartPr>
            <p14:xfrm>
              <a:off x="3935545" y="5566165"/>
              <a:ext cx="158645" cy="14045"/>
            </p14:xfrm>
          </p:contentPart>
        </mc:Choice>
        <mc:Fallback>
          <p:sp>
            <p:nvSpPr>
              <p:cNvPr id="1049850" name=""/>
              <p:cNvSpPr/>
              <p:nvPr/>
            </p:nvSpPr>
            <p:spPr>
              <a:xfrm>
                <a:off x="3935545" y="5566165"/>
                <a:ext cx="158645" cy="14045"/>
              </a:xfrm>
            </p:spPr>
          </p:sp>
        </mc:Fallback>
      </mc:AlternateContent>
      <mc:AlternateContent xmlns:mc="http://schemas.openxmlformats.org/markup-compatibility/2006">
        <mc:Choice xmlns:p14="http://schemas.microsoft.com/office/powerpoint/2010/main" Requires="p14">
          <p:contentPart p14:bwMode="auto" r:id="rId63">
            <p14:nvContentPartPr>
              <p14:cNvPr id="1049851" name=""/>
              <p14:cNvContentPartPr/>
              <p14:nvPr/>
            </p14:nvContentPartPr>
            <p14:xfrm>
              <a:off x="4008148" y="5479193"/>
              <a:ext cx="92110" cy="128432"/>
            </p14:xfrm>
          </p:contentPart>
        </mc:Choice>
        <mc:Fallback>
          <p:sp>
            <p:nvSpPr>
              <p:cNvPr id="1049851" name=""/>
              <p:cNvSpPr/>
              <p:nvPr/>
            </p:nvSpPr>
            <p:spPr>
              <a:xfrm>
                <a:off x="4008148" y="5479193"/>
                <a:ext cx="92110" cy="128432"/>
              </a:xfrm>
            </p:spPr>
          </p:sp>
        </mc:Fallback>
      </mc:AlternateContent>
      <mc:AlternateContent xmlns:mc="http://schemas.openxmlformats.org/markup-compatibility/2006">
        <mc:Choice xmlns:p14="http://schemas.microsoft.com/office/powerpoint/2010/main" Requires="p14">
          <p:contentPart p14:bwMode="auto" r:id="rId64">
            <p14:nvContentPartPr>
              <p14:cNvPr id="1049852" name=""/>
              <p14:cNvContentPartPr/>
              <p14:nvPr/>
            </p14:nvContentPartPr>
            <p14:xfrm>
              <a:off x="3826010" y="5659883"/>
              <a:ext cx="117716" cy="35499"/>
            </p14:xfrm>
          </p:contentPart>
        </mc:Choice>
        <mc:Fallback>
          <p:sp>
            <p:nvSpPr>
              <p:cNvPr id="1049852" name=""/>
              <p:cNvSpPr/>
              <p:nvPr/>
            </p:nvSpPr>
            <p:spPr>
              <a:xfrm>
                <a:off x="3826010" y="5659883"/>
                <a:ext cx="117716" cy="35499"/>
              </a:xfrm>
            </p:spPr>
          </p:sp>
        </mc:Fallback>
      </mc:AlternateContent>
      <mc:AlternateContent xmlns:mc="http://schemas.openxmlformats.org/markup-compatibility/2006">
        <mc:Choice xmlns:p14="http://schemas.microsoft.com/office/powerpoint/2010/main" Requires="p14">
          <p:contentPart p14:bwMode="auto" r:id="rId65">
            <p14:nvContentPartPr>
              <p14:cNvPr id="1049853" name=""/>
              <p14:cNvContentPartPr/>
              <p14:nvPr/>
            </p14:nvContentPartPr>
            <p14:xfrm>
              <a:off x="3872856" y="5725408"/>
              <a:ext cx="35129" cy="4407"/>
            </p14:xfrm>
          </p:contentPart>
        </mc:Choice>
        <mc:Fallback>
          <p:sp>
            <p:nvSpPr>
              <p:cNvPr id="1049853" name=""/>
              <p:cNvSpPr/>
              <p:nvPr/>
            </p:nvSpPr>
            <p:spPr>
              <a:xfrm>
                <a:off x="3872856" y="5725408"/>
                <a:ext cx="35129" cy="4407"/>
              </a:xfrm>
            </p:spPr>
          </p:sp>
        </mc:Fallback>
      </mc:AlternateContent>
      <mc:AlternateContent xmlns:mc="http://schemas.openxmlformats.org/markup-compatibility/2006">
        <mc:Choice xmlns:p14="http://schemas.microsoft.com/office/powerpoint/2010/main" Requires="p14">
          <p:contentPart p14:bwMode="auto" r:id="rId66">
            <p14:nvContentPartPr>
              <p14:cNvPr id="1049854" name=""/>
              <p14:cNvContentPartPr/>
              <p14:nvPr/>
            </p14:nvContentPartPr>
            <p14:xfrm>
              <a:off x="3569954" y="5971374"/>
              <a:ext cx="631459" cy="37940"/>
            </p14:xfrm>
          </p:contentPart>
        </mc:Choice>
        <mc:Fallback>
          <p:sp>
            <p:nvSpPr>
              <p:cNvPr id="1049854" name=""/>
              <p:cNvSpPr/>
              <p:nvPr/>
            </p:nvSpPr>
            <p:spPr>
              <a:xfrm>
                <a:off x="3569954" y="5971374"/>
                <a:ext cx="631459" cy="37940"/>
              </a:xfrm>
            </p:spPr>
          </p:sp>
        </mc:Fallback>
      </mc:AlternateContent>
      <mc:AlternateContent xmlns:mc="http://schemas.openxmlformats.org/markup-compatibility/2006">
        <mc:Choice xmlns:p14="http://schemas.microsoft.com/office/powerpoint/2010/main" Requires="p14">
          <p:contentPart p14:bwMode="auto" r:id="rId67">
            <p14:nvContentPartPr>
              <p14:cNvPr id="1049855" name=""/>
              <p14:cNvContentPartPr/>
              <p14:nvPr/>
            </p14:nvContentPartPr>
            <p14:xfrm>
              <a:off x="5790026" y="358577"/>
              <a:ext cx="149403" cy="5295268"/>
            </p14:xfrm>
          </p:contentPart>
        </mc:Choice>
        <mc:Fallback>
          <p:sp>
            <p:nvSpPr>
              <p:cNvPr id="1049855" name=""/>
              <p:cNvSpPr/>
              <p:nvPr/>
            </p:nvSpPr>
            <p:spPr>
              <a:xfrm>
                <a:off x="5790026" y="358577"/>
                <a:ext cx="149403" cy="5295268"/>
              </a:xfrm>
            </p:spPr>
          </p:sp>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67" name=""/>
        <p:cNvGrpSpPr/>
        <p:nvPr/>
      </p:nvGrpSpPr>
      <p:grpSpPr>
        <a:xfrm>
          <a:off x="0" y="0"/>
          <a:ext cx="0" cy="0"/>
          <a:chOff x="0" y="0"/>
          <a:chExt cx="0" cy="0"/>
        </a:xfrm>
      </p:grpSpPr>
      <p:sp>
        <p:nvSpPr>
          <p:cNvPr id="1048717" name="Rectangle 3"/>
          <p:cNvSpPr/>
          <p:nvPr/>
        </p:nvSpPr>
        <p:spPr>
          <a:xfrm>
            <a:off x="730828" y="307950"/>
            <a:ext cx="3688080" cy="510540"/>
          </a:xfrm>
          <a:prstGeom prst="rect"/>
          <a:solidFill>
            <a:schemeClr val="accent1">
              <a:lumMod val="40000"/>
              <a:lumOff val="60000"/>
            </a:schemeClr>
          </a:solidFill>
        </p:spPr>
        <p:txBody>
          <a:bodyPr wrap="none">
            <a:spAutoFit/>
          </a:bodyPr>
          <a:p>
            <a:r>
              <a:rPr dirty="0" sz="2800" lang="fr-FR">
                <a:latin typeface="AR BLANCA" panose="02000000000000000000" pitchFamily="2" charset="0"/>
              </a:rPr>
              <a:t>I.3) </a:t>
            </a:r>
            <a:r>
              <a:rPr dirty="0" sz="2800" lang="fr-MA">
                <a:latin typeface="AR BLANCA" panose="02000000000000000000" pitchFamily="2" charset="0"/>
              </a:rPr>
              <a:t>Règles de stabilité</a:t>
            </a:r>
          </a:p>
        </p:txBody>
      </p:sp>
      <p:sp>
        <p:nvSpPr>
          <p:cNvPr id="1048718" name="Rectangle 4"/>
          <p:cNvSpPr/>
          <p:nvPr/>
        </p:nvSpPr>
        <p:spPr>
          <a:xfrm>
            <a:off x="437882" y="913695"/>
            <a:ext cx="11153104" cy="1018540"/>
          </a:xfrm>
          <a:prstGeom prst="rect"/>
        </p:spPr>
        <p:txBody>
          <a:bodyPr wrap="square">
            <a:spAutoFit/>
          </a:bodyPr>
          <a:p>
            <a:pPr algn="just" indent="-285750" marL="285750">
              <a:buFont typeface="Wingdings" panose="05000000000000000000" pitchFamily="2" charset="2"/>
              <a:buChar char="q"/>
            </a:pPr>
            <a:r>
              <a:rPr b="1" dirty="0" sz="2200" lang="fr-FR">
                <a:effectLst>
                  <a:outerShdw algn="tl" blurRad="38100" dir="2700000" dist="38100">
                    <a:srgbClr val="000000">
                      <a:alpha val="43137"/>
                    </a:srgbClr>
                  </a:outerShdw>
                </a:effectLst>
                <a:latin typeface="Calibri" panose="020F0502020204030204" pitchFamily="34" charset="0"/>
              </a:rPr>
              <a:t>Chaque atome tend vers la configuration électronique la plus stable</a:t>
            </a:r>
            <a:r>
              <a:rPr dirty="0" sz="2000" lang="fr-FR">
                <a:latin typeface="Calibri" panose="020F0502020204030204" pitchFamily="34" charset="0"/>
              </a:rPr>
              <a:t>, c'est-à-dire celle du gaz noble le plus proche. </a:t>
            </a:r>
            <a:r>
              <a:rPr dirty="0" sz="2000" lang="fr-FR" u="sng">
                <a:effectLst>
                  <a:outerShdw algn="tl" blurRad="38100" dir="2700000" dist="38100">
                    <a:srgbClr val="000000">
                      <a:alpha val="43137"/>
                    </a:srgbClr>
                  </a:outerShdw>
                </a:effectLst>
                <a:latin typeface="Calibri" panose="020F0502020204030204" pitchFamily="34" charset="0"/>
              </a:rPr>
              <a:t>Ainsi les atomes d’une molécule tendent à partager autant de doublets qu’il faut pour acquérir </a:t>
            </a:r>
            <a:r>
              <a:rPr dirty="0" sz="2000" lang="fr-MA" u="sng">
                <a:effectLst>
                  <a:outerShdw algn="tl" blurRad="38100" dir="2700000" dist="38100">
                    <a:srgbClr val="000000">
                      <a:alpha val="43137"/>
                    </a:srgbClr>
                  </a:outerShdw>
                </a:effectLst>
                <a:latin typeface="Calibri" panose="020F0502020204030204" pitchFamily="34" charset="0"/>
              </a:rPr>
              <a:t>cette stabilité.</a:t>
            </a:r>
            <a:endParaRPr dirty="0" sz="2000" lang="fr-MA" u="sng">
              <a:effectLst>
                <a:outerShdw algn="tl" blurRad="38100" dir="2700000" dist="38100">
                  <a:srgbClr val="000000">
                    <a:alpha val="43137"/>
                  </a:srgbClr>
                </a:outerShdw>
              </a:effectLst>
            </a:endParaRPr>
          </a:p>
        </p:txBody>
      </p:sp>
      <p:sp>
        <p:nvSpPr>
          <p:cNvPr id="1048719" name="Rectangle 5"/>
          <p:cNvSpPr>
            <a:spLocks noChangeAspect="1" noMove="1" noResize="1" noRot="1" noAdjustHandles="1" noEditPoints="1" noChangeArrowheads="1" noChangeShapeType="1" noTextEdit="1"/>
          </p:cNvSpPr>
          <p:nvPr/>
        </p:nvSpPr>
        <p:spPr>
          <a:xfrm>
            <a:off x="618186" y="2254413"/>
            <a:ext cx="10972800" cy="1022652"/>
          </a:xfrm>
          <a:prstGeom prst="rect"/>
          <a:blipFill rotWithShape="0">
            <a:blip xmlns:r="http://schemas.openxmlformats.org/officeDocument/2006/relationships" r:embed="rId1"/>
            <a:stretch>
              <a:fillRect l="-500" t="-3571" r="-611" b="-10119"/>
            </a:stretch>
          </a:blipFill>
        </p:spPr>
        <p:txBody>
          <a:bodyPr/>
          <a:p>
            <a:r>
              <a:rPr lang="es-ES">
                <a:noFill/>
              </a:rPr>
              <a:t> </a:t>
            </a:r>
          </a:p>
        </p:txBody>
      </p:sp>
      <p:sp>
        <p:nvSpPr>
          <p:cNvPr id="1048720" name="Rectangle 6"/>
          <p:cNvSpPr>
            <a:spLocks noChangeAspect="1" noMove="1" noResize="1" noRot="1" noAdjustHandles="1" noEditPoints="1" noChangeArrowheads="1" noChangeShapeType="1" noTextEdit="1"/>
          </p:cNvSpPr>
          <p:nvPr/>
        </p:nvSpPr>
        <p:spPr>
          <a:xfrm>
            <a:off x="618186" y="3487141"/>
            <a:ext cx="10860159" cy="1638205"/>
          </a:xfrm>
          <a:prstGeom prst="rect"/>
          <a:blipFill rotWithShape="0">
            <a:blip xmlns:r="http://schemas.openxmlformats.org/officeDocument/2006/relationships" r:embed="rId2"/>
            <a:stretch>
              <a:fillRect l="-505" t="-1859" r="-281" b="-5576"/>
            </a:stretch>
          </a:blipFill>
        </p:spPr>
        <p:txBody>
          <a:bodyPr/>
          <a:p>
            <a:r>
              <a:rPr lang="es-ES">
                <a:noFill/>
              </a:rPr>
              <a:t> </a:t>
            </a:r>
          </a:p>
        </p:txBody>
      </p:sp>
      <p:sp>
        <p:nvSpPr>
          <p:cNvPr id="1048721" name="Rectangle 7"/>
          <p:cNvSpPr/>
          <p:nvPr/>
        </p:nvSpPr>
        <p:spPr>
          <a:xfrm>
            <a:off x="618186" y="5335422"/>
            <a:ext cx="10972800" cy="769441"/>
          </a:xfrm>
          <a:prstGeom prst="rect"/>
        </p:spPr>
        <p:txBody>
          <a:bodyPr wrap="square">
            <a:spAutoFit/>
          </a:bodyPr>
          <a:p>
            <a:pPr algn="just" indent="-342900" marL="342900">
              <a:buFont typeface="Wingdings" panose="05000000000000000000" pitchFamily="2" charset="2"/>
              <a:buChar char="Ø"/>
            </a:pPr>
            <a:r>
              <a:rPr dirty="0" sz="2000" lang="fr-FR"/>
              <a:t>Soit </a:t>
            </a:r>
            <a:r>
              <a:rPr b="1" dirty="0" sz="2400" i="1" lang="fr-FR"/>
              <a:t>x=8-N</a:t>
            </a:r>
            <a:r>
              <a:rPr b="1" dirty="0" sz="1400" i="1" lang="fr-FR"/>
              <a:t>V</a:t>
            </a:r>
            <a:r>
              <a:rPr dirty="0" sz="2000" lang="fr-FR"/>
              <a:t> où </a:t>
            </a:r>
            <a:r>
              <a:rPr b="1" dirty="0" sz="2000" lang="fr-FR"/>
              <a:t>x représente la valence d’un atome </a:t>
            </a:r>
            <a:r>
              <a:rPr dirty="0" sz="2000" lang="fr-FR"/>
              <a:t>et </a:t>
            </a:r>
            <a:r>
              <a:rPr b="1" dirty="0" sz="2400" i="1" lang="fr-FR">
                <a:effectLst>
                  <a:outerShdw algn="tl" blurRad="38100" dir="2700000" dist="38100">
                    <a:srgbClr val="000000">
                      <a:alpha val="43137"/>
                    </a:srgbClr>
                  </a:outerShdw>
                </a:effectLst>
              </a:rPr>
              <a:t>N</a:t>
            </a:r>
            <a:r>
              <a:rPr b="1" dirty="0" sz="1400" i="1" lang="fr-FR">
                <a:effectLst>
                  <a:outerShdw algn="tl" blurRad="38100" dir="2700000" dist="38100">
                    <a:srgbClr val="000000">
                      <a:alpha val="43137"/>
                    </a:srgbClr>
                  </a:outerShdw>
                </a:effectLst>
              </a:rPr>
              <a:t>V</a:t>
            </a:r>
            <a:r>
              <a:rPr dirty="0" sz="2000" lang="fr-FR"/>
              <a:t> </a:t>
            </a:r>
            <a:r>
              <a:rPr b="1" dirty="0" sz="2000" lang="fr-FR"/>
              <a:t>le nombre d’électrons de valence de ce </a:t>
            </a:r>
            <a:r>
              <a:rPr b="1" dirty="0" sz="2000" lang="fr-MA"/>
              <a:t>dernier.</a:t>
            </a:r>
            <a:endParaRPr dirty="0" sz="2000" lang="fr-MA"/>
          </a:p>
        </p:txBody>
      </p:sp>
      <p:sp>
        <p:nvSpPr>
          <p:cNvPr id="1048722" name="Espace réservé de la date 1"/>
          <p:cNvSpPr>
            <a:spLocks noGrp="1"/>
          </p:cNvSpPr>
          <p:nvPr>
            <p:ph type="dt" sz="half" idx="10"/>
          </p:nvPr>
        </p:nvSpPr>
        <p:spPr/>
        <p:txBody>
          <a:bodyPr/>
          <a:p>
            <a:fld id="{00421A90-3869-4D8F-9584-BFDFBE0806AD}" type="datetime1">
              <a:rPr lang="fr-MA" smtClean="0"/>
              <a:t>2/26/2026</a:t>
            </a:fld>
            <a:endParaRPr lang="fr-MA"/>
          </a:p>
        </p:txBody>
      </p:sp>
      <p:sp>
        <p:nvSpPr>
          <p:cNvPr id="1048723" name="Espace réservé du pied de page 2"/>
          <p:cNvSpPr>
            <a:spLocks noGrp="1"/>
          </p:cNvSpPr>
          <p:nvPr>
            <p:ph type="ftr" sz="quarter" idx="11"/>
          </p:nvPr>
        </p:nvSpPr>
        <p:spPr/>
        <p:txBody>
          <a:bodyPr/>
          <a:p>
            <a:r>
              <a:rPr lang="fr-MA"/>
              <a:t>Azagrouze</a:t>
            </a:r>
          </a:p>
        </p:txBody>
      </p:sp>
      <p:sp>
        <p:nvSpPr>
          <p:cNvPr id="1048724" name="Espace réservé du numéro de diapositive 8"/>
          <p:cNvSpPr>
            <a:spLocks noGrp="1"/>
          </p:cNvSpPr>
          <p:nvPr>
            <p:ph type="sldNum" sz="quarter" idx="12"/>
          </p:nvPr>
        </p:nvSpPr>
        <p:spPr/>
        <p:txBody>
          <a:bodyPr/>
          <a:p>
            <a:fld id="{FF4E3B11-ADB7-4E0C-98DE-03B52B014AC4}" type="slidenum">
              <a:rPr lang="fr-MA" smtClean="0"/>
              <a:t>14</a:t>
            </a:fld>
            <a:endParaRPr lang="fr-MA"/>
          </a:p>
        </p:txBody>
      </p:sp>
      <mc:AlternateContent xmlns:mc="http://schemas.openxmlformats.org/markup-compatibility/2006">
        <mc:Choice xmlns:p14="http://schemas.microsoft.com/office/powerpoint/2010/main" Requires="p14">
          <p:contentPart p14:bwMode="auto" r:id="rId3">
            <p14:nvContentPartPr>
              <p14:cNvPr id="1048725" name=""/>
              <p14:cNvContentPartPr/>
              <p14:nvPr/>
            </p14:nvContentPartPr>
            <p14:xfrm>
              <a:off x="4337317" y="2780153"/>
              <a:ext cx="73323" cy="71862"/>
            </p14:xfrm>
          </p:contentPart>
        </mc:Choice>
        <mc:Fallback>
          <p:sp>
            <p:nvSpPr>
              <p:cNvPr id="1048725" name=""/>
              <p:cNvSpPr/>
              <p:nvPr/>
            </p:nvSpPr>
            <p:spPr>
              <a:xfrm>
                <a:off x="4337317" y="2780153"/>
                <a:ext cx="73323" cy="71862"/>
              </a:xfrm>
            </p:spPr>
          </p:sp>
        </mc:Fallback>
      </mc:AlternateContent>
      <mc:AlternateContent xmlns:mc="http://schemas.openxmlformats.org/markup-compatibility/2006">
        <mc:Choice xmlns:p14="http://schemas.microsoft.com/office/powerpoint/2010/main" Requires="p14">
          <p:contentPart p14:bwMode="auto" r:id="rId4">
            <p14:nvContentPartPr>
              <p14:cNvPr id="1048726" name=""/>
              <p14:cNvContentPartPr/>
              <p14:nvPr/>
            </p14:nvContentPartPr>
            <p14:xfrm>
              <a:off x="7748579" y="4436777"/>
              <a:ext cx="2060178" cy="42688"/>
            </p14:xfrm>
          </p:contentPart>
        </mc:Choice>
        <mc:Fallback>
          <p:sp>
            <p:nvSpPr>
              <p:cNvPr id="1048726" name=""/>
              <p:cNvSpPr/>
              <p:nvPr/>
            </p:nvSpPr>
            <p:spPr>
              <a:xfrm>
                <a:off x="7748579" y="4436777"/>
                <a:ext cx="2060178" cy="42688"/>
              </a:xfrm>
            </p:spPr>
          </p:sp>
        </mc:Fallback>
      </mc:AlternateContent>
      <mc:AlternateContent xmlns:mc="http://schemas.openxmlformats.org/markup-compatibility/2006">
        <mc:Choice xmlns:p14="http://schemas.microsoft.com/office/powerpoint/2010/main" Requires="p14">
          <p:contentPart p14:bwMode="auto" r:id="rId5">
            <p14:nvContentPartPr>
              <p14:cNvPr id="1048727" name=""/>
              <p14:cNvContentPartPr/>
              <p14:nvPr/>
            </p14:nvContentPartPr>
            <p14:xfrm>
              <a:off x="4272895" y="4747499"/>
              <a:ext cx="2309048" cy="22347"/>
            </p14:xfrm>
          </p:contentPart>
        </mc:Choice>
        <mc:Fallback>
          <p:sp>
            <p:nvSpPr>
              <p:cNvPr id="1048727" name=""/>
              <p:cNvSpPr/>
              <p:nvPr/>
            </p:nvSpPr>
            <p:spPr>
              <a:xfrm>
                <a:off x="4272895" y="4747499"/>
                <a:ext cx="2309048" cy="22347"/>
              </a:xfrm>
            </p:spPr>
          </p:sp>
        </mc:Fallback>
      </mc:AlternateContent>
      <mc:AlternateContent xmlns:mc="http://schemas.openxmlformats.org/markup-compatibility/2006">
        <mc:Choice xmlns:p14="http://schemas.microsoft.com/office/powerpoint/2010/main" Requires="p14">
          <p:contentPart p14:bwMode="auto" r:id="rId6">
            <p14:nvContentPartPr>
              <p14:cNvPr id="1048728" name=""/>
              <p14:cNvContentPartPr/>
              <p14:nvPr/>
            </p14:nvContentPartPr>
            <p14:xfrm>
              <a:off x="2306268" y="5627601"/>
              <a:ext cx="169592" cy="18134"/>
            </p14:xfrm>
          </p:contentPart>
        </mc:Choice>
        <mc:Fallback>
          <p:sp>
            <p:nvSpPr>
              <p:cNvPr id="1048728" name=""/>
              <p:cNvSpPr/>
              <p:nvPr/>
            </p:nvSpPr>
            <p:spPr>
              <a:xfrm>
                <a:off x="2306268" y="5627601"/>
                <a:ext cx="169592" cy="18134"/>
              </a:xfrm>
            </p:spPr>
          </p:sp>
        </mc:Fallback>
      </mc:AlternateContent>
      <mc:AlternateContent xmlns:mc="http://schemas.openxmlformats.org/markup-compatibility/2006">
        <mc:Choice xmlns:p14="http://schemas.microsoft.com/office/powerpoint/2010/main" Requires="p14">
          <p:contentPart p14:bwMode="auto" r:id="rId7">
            <p14:nvContentPartPr>
              <p14:cNvPr id="1049856" name=""/>
              <p14:cNvContentPartPr/>
              <p14:nvPr/>
            </p14:nvContentPartPr>
            <p14:xfrm>
              <a:off x="443661" y="2472174"/>
              <a:ext cx="67623" cy="22165"/>
            </p14:xfrm>
          </p:contentPart>
        </mc:Choice>
        <mc:Fallback>
          <p:sp>
            <p:nvSpPr>
              <p:cNvPr id="1049856" name=""/>
              <p:cNvSpPr/>
              <p:nvPr/>
            </p:nvSpPr>
            <p:spPr>
              <a:xfrm>
                <a:off x="443661" y="2472174"/>
                <a:ext cx="67623" cy="22165"/>
              </a:xfrm>
            </p:spPr>
          </p:sp>
        </mc:Fallback>
      </mc:AlternateContent>
      <mc:AlternateContent xmlns:mc="http://schemas.openxmlformats.org/markup-compatibility/2006">
        <mc:Choice xmlns:p14="http://schemas.microsoft.com/office/powerpoint/2010/main" Requires="p14">
          <p:contentPart p14:bwMode="auto" r:id="rId8">
            <p14:nvContentPartPr>
              <p14:cNvPr id="1049857" name=""/>
              <p14:cNvContentPartPr/>
              <p14:nvPr/>
            </p14:nvContentPartPr>
            <p14:xfrm>
              <a:off x="318019" y="2481056"/>
              <a:ext cx="328830" cy="19488"/>
            </p14:xfrm>
          </p:contentPart>
        </mc:Choice>
        <mc:Fallback>
          <p:sp>
            <p:nvSpPr>
              <p:cNvPr id="1049857" name=""/>
              <p:cNvSpPr/>
              <p:nvPr/>
            </p:nvSpPr>
            <p:spPr>
              <a:xfrm>
                <a:off x="318019" y="2481056"/>
                <a:ext cx="328830" cy="19488"/>
              </a:xfrm>
            </p:spPr>
          </p:sp>
        </mc:Fallback>
      </mc:AlternateContent>
      <mc:AlternateContent xmlns:mc="http://schemas.openxmlformats.org/markup-compatibility/2006">
        <mc:Choice xmlns:p14="http://schemas.microsoft.com/office/powerpoint/2010/main" Requires="p14">
          <p:contentPart p14:bwMode="auto" r:id="rId9">
            <p14:nvContentPartPr>
              <p14:cNvPr id="1049858" name=""/>
              <p14:cNvContentPartPr/>
              <p14:nvPr/>
            </p14:nvContentPartPr>
            <p14:xfrm>
              <a:off x="496723" y="2435687"/>
              <a:ext cx="132424" cy="214263"/>
            </p14:xfrm>
          </p:contentPart>
        </mc:Choice>
        <mc:Fallback>
          <p:sp>
            <p:nvSpPr>
              <p:cNvPr id="1049858" name=""/>
              <p:cNvSpPr/>
              <p:nvPr/>
            </p:nvSpPr>
            <p:spPr>
              <a:xfrm>
                <a:off x="496723" y="2435687"/>
                <a:ext cx="132424" cy="214263"/>
              </a:xfrm>
            </p:spPr>
          </p:sp>
        </mc:Fallback>
      </mc:AlternateContent>
      <mc:AlternateContent xmlns:mc="http://schemas.openxmlformats.org/markup-compatibility/2006">
        <mc:Choice xmlns:p14="http://schemas.microsoft.com/office/powerpoint/2010/main" Requires="p14">
          <p:contentPart p14:bwMode="auto" r:id="rId10">
            <p14:nvContentPartPr>
              <p14:cNvPr id="1049859" name=""/>
              <p14:cNvContentPartPr/>
              <p14:nvPr/>
            </p14:nvContentPartPr>
            <p14:xfrm>
              <a:off x="1234484" y="3249968"/>
              <a:ext cx="814096" cy="163703"/>
            </p14:xfrm>
          </p:contentPart>
        </mc:Choice>
        <mc:Fallback>
          <p:sp>
            <p:nvSpPr>
              <p:cNvPr id="1049859" name=""/>
              <p:cNvSpPr/>
              <p:nvPr/>
            </p:nvSpPr>
            <p:spPr>
              <a:xfrm>
                <a:off x="1234484" y="3249968"/>
                <a:ext cx="814096" cy="163703"/>
              </a:xfrm>
            </p:spPr>
          </p:sp>
        </mc:Fallback>
      </mc:AlternateContent>
      <mc:AlternateContent xmlns:mc="http://schemas.openxmlformats.org/markup-compatibility/2006">
        <mc:Choice xmlns:p14="http://schemas.microsoft.com/office/powerpoint/2010/main" Requires="p14">
          <p:contentPart p14:bwMode="auto" r:id="rId11">
            <p14:nvContentPartPr>
              <p14:cNvPr id="1049860" name=""/>
              <p14:cNvContentPartPr/>
              <p14:nvPr/>
            </p14:nvContentPartPr>
            <p14:xfrm>
              <a:off x="224917" y="3733105"/>
              <a:ext cx="405235" cy="24006"/>
            </p14:xfrm>
          </p:contentPart>
        </mc:Choice>
        <mc:Fallback>
          <p:sp>
            <p:nvSpPr>
              <p:cNvPr id="1049860" name=""/>
              <p:cNvSpPr/>
              <p:nvPr/>
            </p:nvSpPr>
            <p:spPr>
              <a:xfrm>
                <a:off x="224917" y="3733105"/>
                <a:ext cx="405235" cy="24006"/>
              </a:xfrm>
            </p:spPr>
          </p:sp>
        </mc:Fallback>
      </mc:AlternateContent>
      <mc:AlternateContent xmlns:mc="http://schemas.openxmlformats.org/markup-compatibility/2006">
        <mc:Choice xmlns:p14="http://schemas.microsoft.com/office/powerpoint/2010/main" Requires="p14">
          <p:contentPart p14:bwMode="auto" r:id="rId12">
            <p14:nvContentPartPr>
              <p14:cNvPr id="1049861" name=""/>
              <p14:cNvContentPartPr/>
              <p14:nvPr/>
            </p14:nvContentPartPr>
            <p14:xfrm>
              <a:off x="477309" y="3671551"/>
              <a:ext cx="135811" cy="229029"/>
            </p14:xfrm>
          </p:contentPart>
        </mc:Choice>
        <mc:Fallback>
          <p:sp>
            <p:nvSpPr>
              <p:cNvPr id="1049861" name=""/>
              <p:cNvSpPr/>
              <p:nvPr/>
            </p:nvSpPr>
            <p:spPr>
              <a:xfrm>
                <a:off x="477309" y="3671551"/>
                <a:ext cx="135811" cy="229029"/>
              </a:xfrm>
            </p:spPr>
          </p:sp>
        </mc:Fallback>
      </mc:AlternateContent>
      <mc:AlternateContent xmlns:mc="http://schemas.openxmlformats.org/markup-compatibility/2006">
        <mc:Choice xmlns:p14="http://schemas.microsoft.com/office/powerpoint/2010/main" Requires="p14">
          <p:contentPart p14:bwMode="auto" r:id="rId13">
            <p14:nvContentPartPr>
              <p14:cNvPr id="1049862" name=""/>
              <p14:cNvContentPartPr/>
              <p14:nvPr/>
            </p14:nvContentPartPr>
            <p14:xfrm>
              <a:off x="5195537" y="3810309"/>
              <a:ext cx="1327954" cy="45904"/>
            </p14:xfrm>
          </p:contentPart>
        </mc:Choice>
        <mc:Fallback>
          <p:sp>
            <p:nvSpPr>
              <p:cNvPr id="1049862" name=""/>
              <p:cNvSpPr/>
              <p:nvPr/>
            </p:nvSpPr>
            <p:spPr>
              <a:xfrm>
                <a:off x="5195537" y="3810309"/>
                <a:ext cx="1327954" cy="45904"/>
              </a:xfrm>
            </p:spPr>
          </p:sp>
        </mc:Fallback>
      </mc:AlternateContent>
      <mc:AlternateContent xmlns:mc="http://schemas.openxmlformats.org/markup-compatibility/2006">
        <mc:Choice xmlns:p14="http://schemas.microsoft.com/office/powerpoint/2010/main" Requires="p14">
          <p:contentPart p14:bwMode="auto" r:id="rId14">
            <p14:nvContentPartPr>
              <p14:cNvPr id="1049964" name=""/>
              <p14:cNvContentPartPr/>
              <p14:nvPr/>
            </p14:nvContentPartPr>
            <p14:xfrm>
              <a:off x="903747" y="2207669"/>
              <a:ext cx="773656" cy="449879"/>
            </p14:xfrm>
          </p:contentPart>
        </mc:Choice>
        <mc:Fallback>
          <p:sp>
            <p:nvSpPr>
              <p:cNvPr id="1049964" name=""/>
              <p:cNvSpPr/>
              <p:nvPr/>
            </p:nvSpPr>
            <p:spPr>
              <a:xfrm>
                <a:off x="903747" y="2207669"/>
                <a:ext cx="773656" cy="449879"/>
              </a:xfrm>
            </p:spPr>
          </p:sp>
        </mc:Fallback>
      </mc:AlternateContent>
      <mc:AlternateContent xmlns:mc="http://schemas.openxmlformats.org/markup-compatibility/2006">
        <mc:Choice xmlns:p14="http://schemas.microsoft.com/office/powerpoint/2010/main" Requires="p14">
          <p:contentPart p14:bwMode="auto" r:id="rId15">
            <p14:nvContentPartPr>
              <p14:cNvPr id="1049965" name=""/>
              <p14:cNvContentPartPr/>
              <p14:nvPr/>
            </p14:nvContentPartPr>
            <p14:xfrm>
              <a:off x="1038789" y="3337038"/>
              <a:ext cx="701748" cy="539738"/>
            </p14:xfrm>
          </p:contentPart>
        </mc:Choice>
        <mc:Fallback>
          <p:sp>
            <p:nvSpPr>
              <p:cNvPr id="1049965" name=""/>
              <p:cNvSpPr/>
              <p:nvPr/>
            </p:nvSpPr>
            <p:spPr>
              <a:xfrm>
                <a:off x="1038789" y="3337038"/>
                <a:ext cx="701748" cy="539738"/>
              </a:xfrm>
            </p:spPr>
          </p:sp>
        </mc:Fallback>
      </mc:AlternateContent>
      <mc:AlternateContent xmlns:mc="http://schemas.openxmlformats.org/markup-compatibility/2006">
        <mc:Choice xmlns:p14="http://schemas.microsoft.com/office/powerpoint/2010/main" Requires="p14">
          <p:contentPart p14:bwMode="auto" r:id="rId16">
            <p14:nvContentPartPr>
              <p14:cNvPr id="1050082" name=""/>
              <p14:cNvContentPartPr/>
              <p14:nvPr/>
            </p14:nvContentPartPr>
            <p14:xfrm>
              <a:off x="239478" y="3747501"/>
              <a:ext cx="373979" cy="26450"/>
            </p14:xfrm>
          </p:contentPart>
        </mc:Choice>
        <mc:Fallback>
          <p:sp>
            <p:nvSpPr>
              <p:cNvPr id="1050082" name=""/>
              <p:cNvSpPr/>
              <p:nvPr/>
            </p:nvSpPr>
            <p:spPr>
              <a:xfrm>
                <a:off x="239478" y="3747501"/>
                <a:ext cx="373979" cy="26450"/>
              </a:xfrm>
            </p:spPr>
          </p:sp>
        </mc:Fallback>
      </mc:AlternateContent>
      <mc:AlternateContent xmlns:mc="http://schemas.openxmlformats.org/markup-compatibility/2006">
        <mc:Choice xmlns:p14="http://schemas.microsoft.com/office/powerpoint/2010/main" Requires="p14">
          <p:contentPart p14:bwMode="auto" r:id="rId17">
            <p14:nvContentPartPr>
              <p14:cNvPr id="1050083" name=""/>
              <p14:cNvContentPartPr/>
              <p14:nvPr/>
            </p14:nvContentPartPr>
            <p14:xfrm>
              <a:off x="489663" y="3675026"/>
              <a:ext cx="122333" cy="233747"/>
            </p14:xfrm>
          </p:contentPart>
        </mc:Choice>
        <mc:Fallback>
          <p:sp>
            <p:nvSpPr>
              <p:cNvPr id="1050083" name=""/>
              <p:cNvSpPr/>
              <p:nvPr/>
            </p:nvSpPr>
            <p:spPr>
              <a:xfrm>
                <a:off x="489663" y="3675026"/>
                <a:ext cx="122333" cy="233747"/>
              </a:xfrm>
            </p:spPr>
          </p:sp>
        </mc:Fallback>
      </mc:AlternateContent>
      <mc:AlternateContent xmlns:mc="http://schemas.openxmlformats.org/markup-compatibility/2006">
        <mc:Choice xmlns:p14="http://schemas.microsoft.com/office/powerpoint/2010/main" Requires="p14">
          <p:contentPart p14:bwMode="auto" r:id="rId18">
            <p14:nvContentPartPr>
              <p14:cNvPr id="1050084" name=""/>
              <p14:cNvContentPartPr/>
              <p14:nvPr/>
            </p14:nvContentPartPr>
            <p14:xfrm>
              <a:off x="1527101" y="5715165"/>
              <a:ext cx="901674" cy="35337"/>
            </p14:xfrm>
          </p:contentPart>
        </mc:Choice>
        <mc:Fallback>
          <p:sp>
            <p:nvSpPr>
              <p:cNvPr id="1050084" name=""/>
              <p:cNvSpPr/>
              <p:nvPr/>
            </p:nvSpPr>
            <p:spPr>
              <a:xfrm>
                <a:off x="1527101" y="5715165"/>
                <a:ext cx="901674" cy="35337"/>
              </a:xfrm>
            </p:spPr>
          </p:sp>
        </mc:Fallback>
      </mc:AlternateContent>
      <mc:AlternateContent xmlns:mc="http://schemas.openxmlformats.org/markup-compatibility/2006">
        <mc:Choice xmlns:p14="http://schemas.microsoft.com/office/powerpoint/2010/main" Requires="p14">
          <p:contentPart p14:bwMode="auto" r:id="rId19">
            <p14:nvContentPartPr>
              <p14:cNvPr id="1050085" name=""/>
              <p14:cNvContentPartPr/>
              <p14:nvPr/>
            </p14:nvContentPartPr>
            <p14:xfrm>
              <a:off x="2048581" y="5645736"/>
              <a:ext cx="26308" cy="30555"/>
            </p14:xfrm>
          </p:contentPart>
        </mc:Choice>
        <mc:Fallback>
          <p:sp>
            <p:nvSpPr>
              <p:cNvPr id="1050085" name=""/>
              <p:cNvSpPr/>
              <p:nvPr/>
            </p:nvSpPr>
            <p:spPr>
              <a:xfrm>
                <a:off x="2048581" y="5645736"/>
                <a:ext cx="26308" cy="30555"/>
              </a:xfrm>
            </p:spPr>
          </p:sp>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11" name=""/>
        <p:cNvGrpSpPr/>
        <p:nvPr/>
      </p:nvGrpSpPr>
      <p:grpSpPr>
        <a:xfrm>
          <a:off x="0" y="0"/>
          <a:ext cx="0" cy="0"/>
          <a:chOff x="0" y="0"/>
          <a:chExt cx="0" cy="0"/>
        </a:xfrm>
      </p:grpSpPr>
      <p:sp>
        <p:nvSpPr>
          <p:cNvPr id="1049784" name="Date Placeholder 1050013"/>
          <p:cNvSpPr>
            <a:spLocks noGrp="1"/>
          </p:cNvSpPr>
          <p:nvPr>
            <p:ph type="dt" sz="half" idx="10"/>
          </p:nvPr>
        </p:nvSpPr>
        <p:spPr/>
        <p:txBody>
          <a:bodyPr/>
          <a:p>
            <a:fld id="{AF63D5A4-9645-46DC-A3D4-D6D5FC8DBE9A}" type="datetime1">
              <a:rPr lang="fr-MA" smtClean="0"/>
              <a:t>2/26/2026</a:t>
            </a:fld>
            <a:endParaRPr lang="fr-MA"/>
          </a:p>
        </p:txBody>
      </p:sp>
      <p:sp>
        <p:nvSpPr>
          <p:cNvPr id="1049786" name="Footer Placeholder 1050014"/>
          <p:cNvSpPr>
            <a:spLocks noGrp="1"/>
          </p:cNvSpPr>
          <p:nvPr>
            <p:ph type="ftr" sz="quarter" idx="11"/>
          </p:nvPr>
        </p:nvSpPr>
        <p:spPr/>
        <p:txBody>
          <a:bodyPr/>
          <a:p>
            <a:r>
              <a:rPr lang="fr-MA"/>
              <a:t>Azagrouze</a:t>
            </a:r>
          </a:p>
        </p:txBody>
      </p:sp>
      <p:sp>
        <p:nvSpPr>
          <p:cNvPr id="1049788" name="Slide Number Placeholder 1050015"/>
          <p:cNvSpPr>
            <a:spLocks noGrp="1"/>
          </p:cNvSpPr>
          <p:nvPr>
            <p:ph type="sldNum" sz="quarter" idx="12"/>
          </p:nvPr>
        </p:nvSpPr>
        <p:spPr/>
        <p:txBody>
          <a:bodyPr/>
          <a:p>
            <a:fld id="{FF4E3B11-ADB7-4E0C-98DE-03B52B014AC4}" type="slidenum">
              <a:rPr lang="fr-MA" smtClean="0"/>
              <a:t>15</a:t>
            </a:fld>
            <a:endParaRPr lang="fr-MA"/>
          </a:p>
        </p:txBody>
      </p:sp>
      <mc:AlternateContent xmlns:mc="http://schemas.openxmlformats.org/markup-compatibility/2006">
        <mc:Choice xmlns:p14="http://schemas.microsoft.com/office/powerpoint/2010/main" Requires="p14">
          <p:contentPart p14:bwMode="auto" r:id="rId1">
            <p14:nvContentPartPr>
              <p14:cNvPr id="1049869" name=""/>
              <p14:cNvContentPartPr/>
              <p14:nvPr/>
            </p14:nvContentPartPr>
            <p14:xfrm>
              <a:off x="709785" y="371980"/>
              <a:ext cx="208332" cy="317860"/>
            </p14:xfrm>
          </p:contentPart>
        </mc:Choice>
        <mc:Fallback>
          <p:sp>
            <p:nvSpPr>
              <p:cNvPr id="1049869" name=""/>
              <p:cNvSpPr/>
              <p:nvPr/>
            </p:nvSpPr>
            <p:spPr>
              <a:xfrm>
                <a:off x="709785" y="371980"/>
                <a:ext cx="208332" cy="317860"/>
              </a:xfrm>
            </p:spPr>
          </p:sp>
        </mc:Fallback>
      </mc:AlternateContent>
      <mc:AlternateContent xmlns:mc="http://schemas.openxmlformats.org/markup-compatibility/2006">
        <mc:Choice xmlns:p14="http://schemas.microsoft.com/office/powerpoint/2010/main" Requires="p14">
          <p:contentPart p14:bwMode="auto" r:id="rId2">
            <p14:nvContentPartPr>
              <p14:cNvPr id="1049870" name=""/>
              <p14:cNvContentPartPr/>
              <p14:nvPr/>
            </p14:nvContentPartPr>
            <p14:xfrm>
              <a:off x="902150" y="553919"/>
              <a:ext cx="143269" cy="145319"/>
            </p14:xfrm>
          </p:contentPart>
        </mc:Choice>
        <mc:Fallback>
          <p:sp>
            <p:nvSpPr>
              <p:cNvPr id="1049870" name=""/>
              <p:cNvSpPr/>
              <p:nvPr/>
            </p:nvSpPr>
            <p:spPr>
              <a:xfrm>
                <a:off x="902150" y="553919"/>
                <a:ext cx="143269" cy="145319"/>
              </a:xfrm>
            </p:spPr>
          </p:sp>
        </mc:Fallback>
      </mc:AlternateContent>
      <mc:AlternateContent xmlns:mc="http://schemas.openxmlformats.org/markup-compatibility/2006">
        <mc:Choice xmlns:p14="http://schemas.microsoft.com/office/powerpoint/2010/main" Requires="p14">
          <p:contentPart p14:bwMode="auto" r:id="rId3">
            <p14:nvContentPartPr>
              <p14:cNvPr id="1049871" name=""/>
              <p14:cNvContentPartPr/>
              <p14:nvPr/>
            </p14:nvContentPartPr>
            <p14:xfrm>
              <a:off x="1199697" y="502533"/>
              <a:ext cx="12283" cy="68792"/>
            </p14:xfrm>
          </p:contentPart>
        </mc:Choice>
        <mc:Fallback>
          <p:sp>
            <p:nvSpPr>
              <p:cNvPr id="1049871" name=""/>
              <p:cNvSpPr/>
              <p:nvPr/>
            </p:nvSpPr>
            <p:spPr>
              <a:xfrm>
                <a:off x="1199697" y="502533"/>
                <a:ext cx="12283" cy="68792"/>
              </a:xfrm>
            </p:spPr>
          </p:sp>
        </mc:Fallback>
      </mc:AlternateContent>
      <mc:AlternateContent xmlns:mc="http://schemas.openxmlformats.org/markup-compatibility/2006">
        <mc:Choice xmlns:p14="http://schemas.microsoft.com/office/powerpoint/2010/main" Requires="p14">
          <p:contentPart p14:bwMode="auto" r:id="rId4">
            <p14:nvContentPartPr>
              <p14:cNvPr id="1049872" name=""/>
              <p14:cNvContentPartPr/>
              <p14:nvPr/>
            </p14:nvContentPartPr>
            <p14:xfrm>
              <a:off x="1199720" y="640284"/>
              <a:ext cx="5201" cy="32280"/>
            </p14:xfrm>
          </p:contentPart>
        </mc:Choice>
        <mc:Fallback>
          <p:sp>
            <p:nvSpPr>
              <p:cNvPr id="1049872" name=""/>
              <p:cNvSpPr/>
              <p:nvPr/>
            </p:nvSpPr>
            <p:spPr>
              <a:xfrm>
                <a:off x="1199720" y="640284"/>
                <a:ext cx="5201" cy="32280"/>
              </a:xfrm>
            </p:spPr>
          </p:sp>
        </mc:Fallback>
      </mc:AlternateContent>
      <mc:AlternateContent xmlns:mc="http://schemas.openxmlformats.org/markup-compatibility/2006">
        <mc:Choice xmlns:p14="http://schemas.microsoft.com/office/powerpoint/2010/main" Requires="p14">
          <p:contentPart p14:bwMode="auto" r:id="rId5">
            <p14:nvContentPartPr>
              <p14:cNvPr id="1049873" name=""/>
              <p14:cNvContentPartPr/>
              <p14:nvPr/>
            </p14:nvContentPartPr>
            <p14:xfrm>
              <a:off x="1440987" y="416581"/>
              <a:ext cx="95771" cy="303076"/>
            </p14:xfrm>
          </p:contentPart>
        </mc:Choice>
        <mc:Fallback>
          <p:sp>
            <p:nvSpPr>
              <p:cNvPr id="1049873" name=""/>
              <p:cNvSpPr/>
              <p:nvPr/>
            </p:nvSpPr>
            <p:spPr>
              <a:xfrm>
                <a:off x="1440987" y="416581"/>
                <a:ext cx="95771" cy="303076"/>
              </a:xfrm>
            </p:spPr>
          </p:sp>
        </mc:Fallback>
      </mc:AlternateContent>
      <mc:AlternateContent xmlns:mc="http://schemas.openxmlformats.org/markup-compatibility/2006">
        <mc:Choice xmlns:p14="http://schemas.microsoft.com/office/powerpoint/2010/main" Requires="p14">
          <p:contentPart p14:bwMode="auto" r:id="rId6">
            <p14:nvContentPartPr>
              <p14:cNvPr id="1049874" name=""/>
              <p14:cNvContentPartPr/>
              <p14:nvPr/>
            </p14:nvContentPartPr>
            <p14:xfrm>
              <a:off x="1612631" y="431246"/>
              <a:ext cx="134547" cy="235082"/>
            </p14:xfrm>
          </p:contentPart>
        </mc:Choice>
        <mc:Fallback>
          <p:sp>
            <p:nvSpPr>
              <p:cNvPr id="1049874" name=""/>
              <p:cNvSpPr/>
              <p:nvPr/>
            </p:nvSpPr>
            <p:spPr>
              <a:xfrm>
                <a:off x="1612631" y="431246"/>
                <a:ext cx="134547" cy="235082"/>
              </a:xfrm>
            </p:spPr>
          </p:sp>
        </mc:Fallback>
      </mc:AlternateContent>
      <mc:AlternateContent xmlns:mc="http://schemas.openxmlformats.org/markup-compatibility/2006">
        <mc:Choice xmlns:p14="http://schemas.microsoft.com/office/powerpoint/2010/main" Requires="p14">
          <p:contentPart p14:bwMode="auto" r:id="rId7">
            <p14:nvContentPartPr>
              <p14:cNvPr id="1049875" name=""/>
              <p14:cNvContentPartPr/>
              <p14:nvPr/>
            </p14:nvContentPartPr>
            <p14:xfrm>
              <a:off x="1796105" y="280657"/>
              <a:ext cx="170206" cy="161978"/>
            </p14:xfrm>
          </p:contentPart>
        </mc:Choice>
        <mc:Fallback>
          <p:sp>
            <p:nvSpPr>
              <p:cNvPr id="1049875" name=""/>
              <p:cNvSpPr/>
              <p:nvPr/>
            </p:nvSpPr>
            <p:spPr>
              <a:xfrm>
                <a:off x="1796105" y="280657"/>
                <a:ext cx="170206" cy="161978"/>
              </a:xfrm>
            </p:spPr>
          </p:sp>
        </mc:Fallback>
      </mc:AlternateContent>
      <mc:AlternateContent xmlns:mc="http://schemas.openxmlformats.org/markup-compatibility/2006">
        <mc:Choice xmlns:p14="http://schemas.microsoft.com/office/powerpoint/2010/main" Requires="p14">
          <p:contentPart p14:bwMode="auto" r:id="rId8">
            <p14:nvContentPartPr>
              <p14:cNvPr id="1049876" name=""/>
              <p14:cNvContentPartPr/>
              <p14:nvPr/>
            </p14:nvContentPartPr>
            <p14:xfrm>
              <a:off x="2045509" y="424689"/>
              <a:ext cx="219614" cy="225780"/>
            </p14:xfrm>
          </p:contentPart>
        </mc:Choice>
        <mc:Fallback>
          <p:sp>
            <p:nvSpPr>
              <p:cNvPr id="1049876" name=""/>
              <p:cNvSpPr/>
              <p:nvPr/>
            </p:nvSpPr>
            <p:spPr>
              <a:xfrm>
                <a:off x="2045509" y="424689"/>
                <a:ext cx="219614" cy="225780"/>
              </a:xfrm>
            </p:spPr>
          </p:sp>
        </mc:Fallback>
      </mc:AlternateContent>
      <mc:AlternateContent xmlns:mc="http://schemas.openxmlformats.org/markup-compatibility/2006">
        <mc:Choice xmlns:p14="http://schemas.microsoft.com/office/powerpoint/2010/main" Requires="p14">
          <p:contentPart p14:bwMode="auto" r:id="rId9">
            <p14:nvContentPartPr>
              <p14:cNvPr id="1049877" name=""/>
              <p14:cNvContentPartPr/>
              <p14:nvPr/>
            </p14:nvContentPartPr>
            <p14:xfrm>
              <a:off x="2295229" y="320017"/>
              <a:ext cx="184140" cy="116831"/>
            </p14:xfrm>
          </p:contentPart>
        </mc:Choice>
        <mc:Fallback>
          <p:sp>
            <p:nvSpPr>
              <p:cNvPr id="1049877" name=""/>
              <p:cNvSpPr/>
              <p:nvPr/>
            </p:nvSpPr>
            <p:spPr>
              <a:xfrm>
                <a:off x="2295229" y="320017"/>
                <a:ext cx="184140" cy="116831"/>
              </a:xfrm>
            </p:spPr>
          </p:sp>
        </mc:Fallback>
      </mc:AlternateContent>
      <mc:AlternateContent xmlns:mc="http://schemas.openxmlformats.org/markup-compatibility/2006">
        <mc:Choice xmlns:p14="http://schemas.microsoft.com/office/powerpoint/2010/main" Requires="p14">
          <p:contentPart p14:bwMode="auto" r:id="rId10">
            <p14:nvContentPartPr>
              <p14:cNvPr id="1049878" name=""/>
              <p14:cNvContentPartPr/>
              <p14:nvPr/>
            </p14:nvContentPartPr>
            <p14:xfrm>
              <a:off x="2508877" y="353088"/>
              <a:ext cx="215759" cy="402150"/>
            </p14:xfrm>
          </p:contentPart>
        </mc:Choice>
        <mc:Fallback>
          <p:sp>
            <p:nvSpPr>
              <p:cNvPr id="1049878" name=""/>
              <p:cNvSpPr/>
              <p:nvPr/>
            </p:nvSpPr>
            <p:spPr>
              <a:xfrm>
                <a:off x="2508877" y="353088"/>
                <a:ext cx="215759" cy="402150"/>
              </a:xfrm>
            </p:spPr>
          </p:sp>
        </mc:Fallback>
      </mc:AlternateContent>
      <mc:AlternateContent xmlns:mc="http://schemas.openxmlformats.org/markup-compatibility/2006">
        <mc:Choice xmlns:p14="http://schemas.microsoft.com/office/powerpoint/2010/main" Requires="p14">
          <p:contentPart p14:bwMode="auto" r:id="rId11">
            <p14:nvContentPartPr>
              <p14:cNvPr id="1049879" name=""/>
              <p14:cNvContentPartPr/>
              <p14:nvPr/>
            </p14:nvContentPartPr>
            <p14:xfrm>
              <a:off x="2608766" y="414951"/>
              <a:ext cx="179886" cy="144838"/>
            </p14:xfrm>
          </p:contentPart>
        </mc:Choice>
        <mc:Fallback>
          <p:sp>
            <p:nvSpPr>
              <p:cNvPr id="1049879" name=""/>
              <p:cNvSpPr/>
              <p:nvPr/>
            </p:nvSpPr>
            <p:spPr>
              <a:xfrm>
                <a:off x="2608766" y="414951"/>
                <a:ext cx="179886" cy="144838"/>
              </a:xfrm>
            </p:spPr>
          </p:sp>
        </mc:Fallback>
      </mc:AlternateContent>
      <mc:AlternateContent xmlns:mc="http://schemas.openxmlformats.org/markup-compatibility/2006">
        <mc:Choice xmlns:p14="http://schemas.microsoft.com/office/powerpoint/2010/main" Requires="p14">
          <p:contentPart p14:bwMode="auto" r:id="rId12">
            <p14:nvContentPartPr>
              <p14:cNvPr id="1049880" name=""/>
              <p14:cNvContentPartPr/>
              <p14:nvPr/>
            </p14:nvContentPartPr>
            <p14:xfrm>
              <a:off x="2806839" y="205189"/>
              <a:ext cx="85843" cy="183086"/>
            </p14:xfrm>
          </p:contentPart>
        </mc:Choice>
        <mc:Fallback>
          <p:sp>
            <p:nvSpPr>
              <p:cNvPr id="1049880" name=""/>
              <p:cNvSpPr/>
              <p:nvPr/>
            </p:nvSpPr>
            <p:spPr>
              <a:xfrm>
                <a:off x="2806839" y="205189"/>
                <a:ext cx="85843" cy="183086"/>
              </a:xfrm>
            </p:spPr>
          </p:sp>
        </mc:Fallback>
      </mc:AlternateContent>
      <mc:AlternateContent xmlns:mc="http://schemas.openxmlformats.org/markup-compatibility/2006">
        <mc:Choice xmlns:p14="http://schemas.microsoft.com/office/powerpoint/2010/main" Requires="p14">
          <p:contentPart p14:bwMode="auto" r:id="rId13">
            <p14:nvContentPartPr>
              <p14:cNvPr id="1049881" name=""/>
              <p14:cNvContentPartPr/>
              <p14:nvPr/>
            </p14:nvContentPartPr>
            <p14:xfrm>
              <a:off x="1992561" y="128158"/>
              <a:ext cx="1100445" cy="640063"/>
            </p14:xfrm>
          </p:contentPart>
        </mc:Choice>
        <mc:Fallback>
          <p:sp>
            <p:nvSpPr>
              <p:cNvPr id="1049881" name=""/>
              <p:cNvSpPr/>
              <p:nvPr/>
            </p:nvSpPr>
            <p:spPr>
              <a:xfrm>
                <a:off x="1992561" y="128158"/>
                <a:ext cx="1100445" cy="640063"/>
              </a:xfrm>
            </p:spPr>
          </p:sp>
        </mc:Fallback>
      </mc:AlternateContent>
      <mc:AlternateContent xmlns:mc="http://schemas.openxmlformats.org/markup-compatibility/2006">
        <mc:Choice xmlns:p14="http://schemas.microsoft.com/office/powerpoint/2010/main" Requires="p14">
          <p:contentPart p14:bwMode="auto" r:id="rId14">
            <p14:nvContentPartPr>
              <p14:cNvPr id="1049882" name=""/>
              <p14:cNvContentPartPr/>
              <p14:nvPr/>
            </p14:nvContentPartPr>
            <p14:xfrm>
              <a:off x="2933694" y="190793"/>
              <a:ext cx="94891" cy="465671"/>
            </p14:xfrm>
          </p:contentPart>
        </mc:Choice>
        <mc:Fallback>
          <p:sp>
            <p:nvSpPr>
              <p:cNvPr id="1049882" name=""/>
              <p:cNvSpPr/>
              <p:nvPr/>
            </p:nvSpPr>
            <p:spPr>
              <a:xfrm>
                <a:off x="2933694" y="190793"/>
                <a:ext cx="94891" cy="465671"/>
              </a:xfrm>
            </p:spPr>
          </p:sp>
        </mc:Fallback>
      </mc:AlternateContent>
      <mc:AlternateContent xmlns:mc="http://schemas.openxmlformats.org/markup-compatibility/2006">
        <mc:Choice xmlns:p14="http://schemas.microsoft.com/office/powerpoint/2010/main" Requires="p14">
          <p:contentPart p14:bwMode="auto" r:id="rId15">
            <p14:nvContentPartPr>
              <p14:cNvPr id="1049883" name=""/>
              <p14:cNvContentPartPr/>
              <p14:nvPr/>
            </p14:nvContentPartPr>
            <p14:xfrm>
              <a:off x="3296390" y="415663"/>
              <a:ext cx="89602" cy="269273"/>
            </p14:xfrm>
          </p:contentPart>
        </mc:Choice>
        <mc:Fallback>
          <p:sp>
            <p:nvSpPr>
              <p:cNvPr id="1049883" name=""/>
              <p:cNvSpPr/>
              <p:nvPr/>
            </p:nvSpPr>
            <p:spPr>
              <a:xfrm>
                <a:off x="3296390" y="415663"/>
                <a:ext cx="89602" cy="269273"/>
              </a:xfrm>
            </p:spPr>
          </p:sp>
        </mc:Fallback>
      </mc:AlternateContent>
      <mc:AlternateContent xmlns:mc="http://schemas.openxmlformats.org/markup-compatibility/2006">
        <mc:Choice xmlns:p14="http://schemas.microsoft.com/office/powerpoint/2010/main" Requires="p14">
          <p:contentPart p14:bwMode="auto" r:id="rId16">
            <p14:nvContentPartPr>
              <p14:cNvPr id="1049884" name=""/>
              <p14:cNvContentPartPr/>
              <p14:nvPr/>
            </p14:nvContentPartPr>
            <p14:xfrm>
              <a:off x="3492065" y="360811"/>
              <a:ext cx="35568" cy="296506"/>
            </p14:xfrm>
          </p:contentPart>
        </mc:Choice>
        <mc:Fallback>
          <p:sp>
            <p:nvSpPr>
              <p:cNvPr id="1049884" name=""/>
              <p:cNvSpPr/>
              <p:nvPr/>
            </p:nvSpPr>
            <p:spPr>
              <a:xfrm>
                <a:off x="3492065" y="360811"/>
                <a:ext cx="35568" cy="296506"/>
              </a:xfrm>
            </p:spPr>
          </p:sp>
        </mc:Fallback>
      </mc:AlternateContent>
      <mc:AlternateContent xmlns:mc="http://schemas.openxmlformats.org/markup-compatibility/2006">
        <mc:Choice xmlns:p14="http://schemas.microsoft.com/office/powerpoint/2010/main" Requires="p14">
          <p:contentPart p14:bwMode="auto" r:id="rId17">
            <p14:nvContentPartPr>
              <p14:cNvPr id="1049885" name=""/>
              <p14:cNvContentPartPr/>
              <p14:nvPr/>
            </p14:nvContentPartPr>
            <p14:xfrm>
              <a:off x="3443355" y="491137"/>
              <a:ext cx="147567" cy="76424"/>
            </p14:xfrm>
          </p:contentPart>
        </mc:Choice>
        <mc:Fallback>
          <p:sp>
            <p:nvSpPr>
              <p:cNvPr id="1049885" name=""/>
              <p:cNvSpPr/>
              <p:nvPr/>
            </p:nvSpPr>
            <p:spPr>
              <a:xfrm>
                <a:off x="3443355" y="491137"/>
                <a:ext cx="147567" cy="76424"/>
              </a:xfrm>
            </p:spPr>
          </p:sp>
        </mc:Fallback>
      </mc:AlternateContent>
      <mc:AlternateContent xmlns:mc="http://schemas.openxmlformats.org/markup-compatibility/2006">
        <mc:Choice xmlns:p14="http://schemas.microsoft.com/office/powerpoint/2010/main" Requires="p14">
          <p:contentPart p14:bwMode="auto" r:id="rId18">
            <p14:nvContentPartPr>
              <p14:cNvPr id="1049886" name=""/>
              <p14:cNvContentPartPr/>
              <p14:nvPr/>
            </p14:nvContentPartPr>
            <p14:xfrm>
              <a:off x="3591208" y="538522"/>
              <a:ext cx="182041" cy="116888"/>
            </p14:xfrm>
          </p:contentPart>
        </mc:Choice>
        <mc:Fallback>
          <p:sp>
            <p:nvSpPr>
              <p:cNvPr id="1049886" name=""/>
              <p:cNvSpPr/>
              <p:nvPr/>
            </p:nvSpPr>
            <p:spPr>
              <a:xfrm>
                <a:off x="3591208" y="538522"/>
                <a:ext cx="182041" cy="116888"/>
              </a:xfrm>
            </p:spPr>
          </p:sp>
        </mc:Fallback>
      </mc:AlternateContent>
      <mc:AlternateContent xmlns:mc="http://schemas.openxmlformats.org/markup-compatibility/2006">
        <mc:Choice xmlns:p14="http://schemas.microsoft.com/office/powerpoint/2010/main" Requires="p14">
          <p:contentPart p14:bwMode="auto" r:id="rId19">
            <p14:nvContentPartPr>
              <p14:cNvPr id="1049887" name=""/>
              <p14:cNvContentPartPr/>
              <p14:nvPr/>
            </p14:nvContentPartPr>
            <p14:xfrm>
              <a:off x="3790293" y="313901"/>
              <a:ext cx="7077" cy="323405"/>
            </p14:xfrm>
          </p:contentPart>
        </mc:Choice>
        <mc:Fallback>
          <p:sp>
            <p:nvSpPr>
              <p:cNvPr id="1049887" name=""/>
              <p:cNvSpPr/>
              <p:nvPr/>
            </p:nvSpPr>
            <p:spPr>
              <a:xfrm>
                <a:off x="3790293" y="313901"/>
                <a:ext cx="7077" cy="323405"/>
              </a:xfrm>
            </p:spPr>
          </p:sp>
        </mc:Fallback>
      </mc:AlternateContent>
      <mc:AlternateContent xmlns:mc="http://schemas.openxmlformats.org/markup-compatibility/2006">
        <mc:Choice xmlns:p14="http://schemas.microsoft.com/office/powerpoint/2010/main" Requires="p14">
          <p:contentPart p14:bwMode="auto" r:id="rId20">
            <p14:nvContentPartPr>
              <p14:cNvPr id="1049888" name=""/>
              <p14:cNvContentPartPr/>
              <p14:nvPr/>
            </p14:nvContentPartPr>
            <p14:xfrm>
              <a:off x="3786643" y="503183"/>
              <a:ext cx="232474" cy="164747"/>
            </p14:xfrm>
          </p:contentPart>
        </mc:Choice>
        <mc:Fallback>
          <p:sp>
            <p:nvSpPr>
              <p:cNvPr id="1049888" name=""/>
              <p:cNvSpPr/>
              <p:nvPr/>
            </p:nvSpPr>
            <p:spPr>
              <a:xfrm>
                <a:off x="3786643" y="503183"/>
                <a:ext cx="232474" cy="164747"/>
              </a:xfrm>
            </p:spPr>
          </p:sp>
        </mc:Fallback>
      </mc:AlternateContent>
      <mc:AlternateContent xmlns:mc="http://schemas.openxmlformats.org/markup-compatibility/2006">
        <mc:Choice xmlns:p14="http://schemas.microsoft.com/office/powerpoint/2010/main" Requires="p14">
          <p:contentPart p14:bwMode="auto" r:id="rId21">
            <p14:nvContentPartPr>
              <p14:cNvPr id="1049889" name=""/>
              <p14:cNvContentPartPr/>
              <p14:nvPr/>
            </p14:nvContentPartPr>
            <p14:xfrm>
              <a:off x="4061968" y="299257"/>
              <a:ext cx="64874" cy="307768"/>
            </p14:xfrm>
          </p:contentPart>
        </mc:Choice>
        <mc:Fallback>
          <p:sp>
            <p:nvSpPr>
              <p:cNvPr id="1049889" name=""/>
              <p:cNvSpPr/>
              <p:nvPr/>
            </p:nvSpPr>
            <p:spPr>
              <a:xfrm>
                <a:off x="4061968" y="299257"/>
                <a:ext cx="64874" cy="307768"/>
              </a:xfrm>
            </p:spPr>
          </p:sp>
        </mc:Fallback>
      </mc:AlternateContent>
      <mc:AlternateContent xmlns:mc="http://schemas.openxmlformats.org/markup-compatibility/2006">
        <mc:Choice xmlns:p14="http://schemas.microsoft.com/office/powerpoint/2010/main" Requires="p14">
          <p:contentPart p14:bwMode="auto" r:id="rId22">
            <p14:nvContentPartPr>
              <p14:cNvPr id="1049890" name=""/>
              <p14:cNvContentPartPr/>
              <p14:nvPr/>
            </p14:nvContentPartPr>
            <p14:xfrm>
              <a:off x="4168084" y="508986"/>
              <a:ext cx="30815" cy="90752"/>
            </p14:xfrm>
          </p:contentPart>
        </mc:Choice>
        <mc:Fallback>
          <p:sp>
            <p:nvSpPr>
              <p:cNvPr id="1049890" name=""/>
              <p:cNvSpPr/>
              <p:nvPr/>
            </p:nvSpPr>
            <p:spPr>
              <a:xfrm>
                <a:off x="4168084" y="508986"/>
                <a:ext cx="30815" cy="90752"/>
              </a:xfrm>
            </p:spPr>
          </p:sp>
        </mc:Fallback>
      </mc:AlternateContent>
      <mc:AlternateContent xmlns:mc="http://schemas.openxmlformats.org/markup-compatibility/2006">
        <mc:Choice xmlns:p14="http://schemas.microsoft.com/office/powerpoint/2010/main" Requires="p14">
          <p:contentPart p14:bwMode="auto" r:id="rId23">
            <p14:nvContentPartPr>
              <p14:cNvPr id="1049891" name=""/>
              <p14:cNvContentPartPr/>
              <p14:nvPr/>
            </p14:nvContentPartPr>
            <p14:xfrm>
              <a:off x="4245545" y="299753"/>
              <a:ext cx="247343" cy="317526"/>
            </p14:xfrm>
          </p:contentPart>
        </mc:Choice>
        <mc:Fallback>
          <p:sp>
            <p:nvSpPr>
              <p:cNvPr id="1049891" name=""/>
              <p:cNvSpPr/>
              <p:nvPr/>
            </p:nvSpPr>
            <p:spPr>
              <a:xfrm>
                <a:off x="4245545" y="299753"/>
                <a:ext cx="247343" cy="317526"/>
              </a:xfrm>
            </p:spPr>
          </p:sp>
        </mc:Fallback>
      </mc:AlternateContent>
      <mc:AlternateContent xmlns:mc="http://schemas.openxmlformats.org/markup-compatibility/2006">
        <mc:Choice xmlns:p14="http://schemas.microsoft.com/office/powerpoint/2010/main" Requires="p14">
          <p:contentPart p14:bwMode="auto" r:id="rId24">
            <p14:nvContentPartPr>
              <p14:cNvPr id="1049892" name=""/>
              <p14:cNvContentPartPr/>
              <p14:nvPr/>
            </p14:nvContentPartPr>
            <p14:xfrm>
              <a:off x="4369865" y="321099"/>
              <a:ext cx="74674" cy="139231"/>
            </p14:xfrm>
          </p:contentPart>
        </mc:Choice>
        <mc:Fallback>
          <p:sp>
            <p:nvSpPr>
              <p:cNvPr id="1049892" name=""/>
              <p:cNvSpPr/>
              <p:nvPr/>
            </p:nvSpPr>
            <p:spPr>
              <a:xfrm>
                <a:off x="4369865" y="321099"/>
                <a:ext cx="74674" cy="139231"/>
              </a:xfrm>
            </p:spPr>
          </p:sp>
        </mc:Fallback>
      </mc:AlternateContent>
      <mc:AlternateContent xmlns:mc="http://schemas.openxmlformats.org/markup-compatibility/2006">
        <mc:Choice xmlns:p14="http://schemas.microsoft.com/office/powerpoint/2010/main" Requires="p14">
          <p:contentPart p14:bwMode="auto" r:id="rId25">
            <p14:nvContentPartPr>
              <p14:cNvPr id="1049893" name=""/>
              <p14:cNvContentPartPr/>
              <p14:nvPr/>
            </p14:nvContentPartPr>
            <p14:xfrm>
              <a:off x="4182881" y="448902"/>
              <a:ext cx="112308" cy="37249"/>
            </p14:xfrm>
          </p:contentPart>
        </mc:Choice>
        <mc:Fallback>
          <p:sp>
            <p:nvSpPr>
              <p:cNvPr id="1049893" name=""/>
              <p:cNvSpPr/>
              <p:nvPr/>
            </p:nvSpPr>
            <p:spPr>
              <a:xfrm>
                <a:off x="4182881" y="448902"/>
                <a:ext cx="112308" cy="37249"/>
              </a:xfrm>
            </p:spPr>
          </p:sp>
        </mc:Fallback>
      </mc:AlternateContent>
      <mc:AlternateContent xmlns:mc="http://schemas.openxmlformats.org/markup-compatibility/2006">
        <mc:Choice xmlns:p14="http://schemas.microsoft.com/office/powerpoint/2010/main" Requires="p14">
          <p:contentPart p14:bwMode="auto" r:id="rId26">
            <p14:nvContentPartPr>
              <p14:cNvPr id="1049894" name=""/>
              <p14:cNvContentPartPr/>
              <p14:nvPr/>
            </p14:nvContentPartPr>
            <p14:xfrm>
              <a:off x="3948139" y="377192"/>
              <a:ext cx="2818" cy="67455"/>
            </p14:xfrm>
          </p:contentPart>
        </mc:Choice>
        <mc:Fallback>
          <p:sp>
            <p:nvSpPr>
              <p:cNvPr id="1049894" name=""/>
              <p:cNvSpPr/>
              <p:nvPr/>
            </p:nvSpPr>
            <p:spPr>
              <a:xfrm>
                <a:off x="3948139" y="377192"/>
                <a:ext cx="2818" cy="67455"/>
              </a:xfrm>
            </p:spPr>
          </p:sp>
        </mc:Fallback>
      </mc:AlternateContent>
      <mc:AlternateContent xmlns:mc="http://schemas.openxmlformats.org/markup-compatibility/2006">
        <mc:Choice xmlns:p14="http://schemas.microsoft.com/office/powerpoint/2010/main" Requires="p14">
          <p:contentPart p14:bwMode="auto" r:id="rId27">
            <p14:nvContentPartPr>
              <p14:cNvPr id="1049895" name=""/>
              <p14:cNvContentPartPr/>
              <p14:nvPr/>
            </p14:nvContentPartPr>
            <p14:xfrm>
              <a:off x="4637010" y="433444"/>
              <a:ext cx="263454" cy="158378"/>
            </p14:xfrm>
          </p:contentPart>
        </mc:Choice>
        <mc:Fallback>
          <p:sp>
            <p:nvSpPr>
              <p:cNvPr id="1049895" name=""/>
              <p:cNvSpPr/>
              <p:nvPr/>
            </p:nvSpPr>
            <p:spPr>
              <a:xfrm>
                <a:off x="4637010" y="433444"/>
                <a:ext cx="263454" cy="158378"/>
              </a:xfrm>
            </p:spPr>
          </p:sp>
        </mc:Fallback>
      </mc:AlternateContent>
      <mc:AlternateContent xmlns:mc="http://schemas.openxmlformats.org/markup-compatibility/2006">
        <mc:Choice xmlns:p14="http://schemas.microsoft.com/office/powerpoint/2010/main" Requires="p14">
          <p:contentPart p14:bwMode="auto" r:id="rId28">
            <p14:nvContentPartPr>
              <p14:cNvPr id="1049896" name=""/>
              <p14:cNvContentPartPr/>
              <p14:nvPr/>
            </p14:nvContentPartPr>
            <p14:xfrm>
              <a:off x="4945037" y="415663"/>
              <a:ext cx="173710" cy="107634"/>
            </p14:xfrm>
          </p:contentPart>
        </mc:Choice>
        <mc:Fallback>
          <p:sp>
            <p:nvSpPr>
              <p:cNvPr id="1049896" name=""/>
              <p:cNvSpPr/>
              <p:nvPr/>
            </p:nvSpPr>
            <p:spPr>
              <a:xfrm>
                <a:off x="4945037" y="415663"/>
                <a:ext cx="173710" cy="107634"/>
              </a:xfrm>
            </p:spPr>
          </p:sp>
        </mc:Fallback>
      </mc:AlternateContent>
      <mc:AlternateContent xmlns:mc="http://schemas.openxmlformats.org/markup-compatibility/2006">
        <mc:Choice xmlns:p14="http://schemas.microsoft.com/office/powerpoint/2010/main" Requires="p14">
          <p:contentPart p14:bwMode="auto" r:id="rId29">
            <p14:nvContentPartPr>
              <p14:cNvPr id="1049897" name=""/>
              <p14:cNvContentPartPr/>
              <p14:nvPr/>
            </p14:nvContentPartPr>
            <p14:xfrm>
              <a:off x="5077284" y="379177"/>
              <a:ext cx="118253" cy="163067"/>
            </p14:xfrm>
          </p:contentPart>
        </mc:Choice>
        <mc:Fallback>
          <p:sp>
            <p:nvSpPr>
              <p:cNvPr id="1049897" name=""/>
              <p:cNvSpPr/>
              <p:nvPr/>
            </p:nvSpPr>
            <p:spPr>
              <a:xfrm>
                <a:off x="5077284" y="379177"/>
                <a:ext cx="118253" cy="163067"/>
              </a:xfrm>
            </p:spPr>
          </p:sp>
        </mc:Fallback>
      </mc:AlternateContent>
      <mc:AlternateContent xmlns:mc="http://schemas.openxmlformats.org/markup-compatibility/2006">
        <mc:Choice xmlns:p14="http://schemas.microsoft.com/office/powerpoint/2010/main" Requires="p14">
          <p:contentPart p14:bwMode="auto" r:id="rId30">
            <p14:nvContentPartPr>
              <p14:cNvPr id="1049898" name=""/>
              <p14:cNvContentPartPr/>
              <p14:nvPr/>
            </p14:nvContentPartPr>
            <p14:xfrm>
              <a:off x="5077284" y="431548"/>
              <a:ext cx="146934" cy="143211"/>
            </p14:xfrm>
          </p:contentPart>
        </mc:Choice>
        <mc:Fallback>
          <p:sp>
            <p:nvSpPr>
              <p:cNvPr id="1049898" name=""/>
              <p:cNvSpPr/>
              <p:nvPr/>
            </p:nvSpPr>
            <p:spPr>
              <a:xfrm>
                <a:off x="5077284" y="431548"/>
                <a:ext cx="146934" cy="143211"/>
              </a:xfrm>
            </p:spPr>
          </p:sp>
        </mc:Fallback>
      </mc:AlternateContent>
      <mc:AlternateContent xmlns:mc="http://schemas.openxmlformats.org/markup-compatibility/2006">
        <mc:Choice xmlns:p14="http://schemas.microsoft.com/office/powerpoint/2010/main" Requires="p14">
          <p:contentPart p14:bwMode="auto" r:id="rId31">
            <p14:nvContentPartPr>
              <p14:cNvPr id="1049899" name=""/>
              <p14:cNvContentPartPr/>
              <p14:nvPr/>
            </p14:nvContentPartPr>
            <p14:xfrm>
              <a:off x="768407" y="1258302"/>
              <a:ext cx="32775" cy="358889"/>
            </p14:xfrm>
          </p:contentPart>
        </mc:Choice>
        <mc:Fallback>
          <p:sp>
            <p:nvSpPr>
              <p:cNvPr id="1049899" name=""/>
              <p:cNvSpPr/>
              <p:nvPr/>
            </p:nvSpPr>
            <p:spPr>
              <a:xfrm>
                <a:off x="768407" y="1258302"/>
                <a:ext cx="32775" cy="358889"/>
              </a:xfrm>
            </p:spPr>
          </p:sp>
        </mc:Fallback>
      </mc:AlternateContent>
      <mc:AlternateContent xmlns:mc="http://schemas.openxmlformats.org/markup-compatibility/2006">
        <mc:Choice xmlns:p14="http://schemas.microsoft.com/office/powerpoint/2010/main" Requires="p14">
          <p:contentPart p14:bwMode="auto" r:id="rId32">
            <p14:nvContentPartPr>
              <p14:cNvPr id="1049900" name=""/>
              <p14:cNvContentPartPr/>
              <p14:nvPr/>
            </p14:nvContentPartPr>
            <p14:xfrm>
              <a:off x="739849" y="1233979"/>
              <a:ext cx="200901" cy="60619"/>
            </p14:xfrm>
          </p:contentPart>
        </mc:Choice>
        <mc:Fallback>
          <p:sp>
            <p:nvSpPr>
              <p:cNvPr id="1049900" name=""/>
              <p:cNvSpPr/>
              <p:nvPr/>
            </p:nvSpPr>
            <p:spPr>
              <a:xfrm>
                <a:off x="739849" y="1233979"/>
                <a:ext cx="200901" cy="60619"/>
              </a:xfrm>
            </p:spPr>
          </p:sp>
        </mc:Fallback>
      </mc:AlternateContent>
      <mc:AlternateContent xmlns:mc="http://schemas.openxmlformats.org/markup-compatibility/2006">
        <mc:Choice xmlns:p14="http://schemas.microsoft.com/office/powerpoint/2010/main" Requires="p14">
          <p:contentPart p14:bwMode="auto" r:id="rId33">
            <p14:nvContentPartPr>
              <p14:cNvPr id="1049901" name=""/>
              <p14:cNvContentPartPr/>
              <p14:nvPr/>
            </p14:nvContentPartPr>
            <p14:xfrm>
              <a:off x="768530" y="1466046"/>
              <a:ext cx="171644" cy="5386"/>
            </p14:xfrm>
          </p:contentPart>
        </mc:Choice>
        <mc:Fallback>
          <p:sp>
            <p:nvSpPr>
              <p:cNvPr id="1049901" name=""/>
              <p:cNvSpPr/>
              <p:nvPr/>
            </p:nvSpPr>
            <p:spPr>
              <a:xfrm>
                <a:off x="768530" y="1466046"/>
                <a:ext cx="171644" cy="5386"/>
              </a:xfrm>
            </p:spPr>
          </p:sp>
        </mc:Fallback>
      </mc:AlternateContent>
      <mc:AlternateContent xmlns:mc="http://schemas.openxmlformats.org/markup-compatibility/2006">
        <mc:Choice xmlns:p14="http://schemas.microsoft.com/office/powerpoint/2010/main" Requires="p14">
          <p:contentPart p14:bwMode="auto" r:id="rId34">
            <p14:nvContentPartPr>
              <p14:cNvPr id="1049902" name=""/>
              <p14:cNvContentPartPr/>
              <p14:nvPr/>
            </p14:nvContentPartPr>
            <p14:xfrm>
              <a:off x="1083137" y="1435774"/>
              <a:ext cx="107737" cy="22825"/>
            </p14:xfrm>
          </p:contentPart>
        </mc:Choice>
        <mc:Fallback>
          <p:sp>
            <p:nvSpPr>
              <p:cNvPr id="1049902" name=""/>
              <p:cNvSpPr/>
              <p:nvPr/>
            </p:nvSpPr>
            <p:spPr>
              <a:xfrm>
                <a:off x="1083137" y="1435774"/>
                <a:ext cx="107737" cy="22825"/>
              </a:xfrm>
            </p:spPr>
          </p:sp>
        </mc:Fallback>
      </mc:AlternateContent>
      <mc:AlternateContent xmlns:mc="http://schemas.openxmlformats.org/markup-compatibility/2006">
        <mc:Choice xmlns:p14="http://schemas.microsoft.com/office/powerpoint/2010/main" Requires="p14">
          <p:contentPart p14:bwMode="auto" r:id="rId35">
            <p14:nvContentPartPr>
              <p14:cNvPr id="1049903" name=""/>
              <p14:cNvContentPartPr/>
              <p14:nvPr/>
            </p14:nvContentPartPr>
            <p14:xfrm>
              <a:off x="1111818" y="1552916"/>
              <a:ext cx="78541" cy="21345"/>
            </p14:xfrm>
          </p:contentPart>
        </mc:Choice>
        <mc:Fallback>
          <p:sp>
            <p:nvSpPr>
              <p:cNvPr id="1049903" name=""/>
              <p:cNvSpPr/>
              <p:nvPr/>
            </p:nvSpPr>
            <p:spPr>
              <a:xfrm>
                <a:off x="1111818" y="1552916"/>
                <a:ext cx="78541" cy="21345"/>
              </a:xfrm>
            </p:spPr>
          </p:sp>
        </mc:Fallback>
      </mc:AlternateContent>
      <mc:AlternateContent xmlns:mc="http://schemas.openxmlformats.org/markup-compatibility/2006">
        <mc:Choice xmlns:p14="http://schemas.microsoft.com/office/powerpoint/2010/main" Requires="p14">
          <p:contentPart p14:bwMode="auto" r:id="rId36">
            <p14:nvContentPartPr>
              <p14:cNvPr id="1049904" name=""/>
              <p14:cNvContentPartPr/>
              <p14:nvPr/>
            </p14:nvContentPartPr>
            <p14:xfrm>
              <a:off x="1497907" y="1375916"/>
              <a:ext cx="98541" cy="255680"/>
            </p14:xfrm>
          </p:contentPart>
        </mc:Choice>
        <mc:Fallback>
          <p:sp>
            <p:nvSpPr>
              <p:cNvPr id="1049904" name=""/>
              <p:cNvSpPr/>
              <p:nvPr/>
            </p:nvSpPr>
            <p:spPr>
              <a:xfrm>
                <a:off x="1497907" y="1375916"/>
                <a:ext cx="98541" cy="255680"/>
              </a:xfrm>
            </p:spPr>
          </p:sp>
        </mc:Fallback>
      </mc:AlternateContent>
      <mc:AlternateContent xmlns:mc="http://schemas.openxmlformats.org/markup-compatibility/2006">
        <mc:Choice xmlns:p14="http://schemas.microsoft.com/office/powerpoint/2010/main" Requires="p14">
          <p:contentPart p14:bwMode="auto" r:id="rId37">
            <p14:nvContentPartPr>
              <p14:cNvPr id="1049905" name=""/>
              <p14:cNvContentPartPr/>
              <p14:nvPr/>
            </p14:nvContentPartPr>
            <p14:xfrm>
              <a:off x="1666022" y="1387435"/>
              <a:ext cx="133505" cy="187672"/>
            </p14:xfrm>
          </p:contentPart>
        </mc:Choice>
        <mc:Fallback>
          <p:sp>
            <p:nvSpPr>
              <p:cNvPr id="1049905" name=""/>
              <p:cNvSpPr/>
              <p:nvPr/>
            </p:nvSpPr>
            <p:spPr>
              <a:xfrm>
                <a:off x="1666022" y="1387435"/>
                <a:ext cx="133505" cy="187672"/>
              </a:xfrm>
            </p:spPr>
          </p:sp>
        </mc:Fallback>
      </mc:AlternateContent>
      <mc:AlternateContent xmlns:mc="http://schemas.openxmlformats.org/markup-compatibility/2006">
        <mc:Choice xmlns:p14="http://schemas.microsoft.com/office/powerpoint/2010/main" Requires="p14">
          <p:contentPart p14:bwMode="auto" r:id="rId38">
            <p14:nvContentPartPr>
              <p14:cNvPr id="1049906" name=""/>
              <p14:cNvContentPartPr/>
              <p14:nvPr/>
            </p14:nvContentPartPr>
            <p14:xfrm>
              <a:off x="1822564" y="1260665"/>
              <a:ext cx="118794" cy="121281"/>
            </p14:xfrm>
          </p:contentPart>
        </mc:Choice>
        <mc:Fallback>
          <p:sp>
            <p:nvSpPr>
              <p:cNvPr id="1049906" name=""/>
              <p:cNvSpPr/>
              <p:nvPr/>
            </p:nvSpPr>
            <p:spPr>
              <a:xfrm>
                <a:off x="1822564" y="1260665"/>
                <a:ext cx="118794" cy="121281"/>
              </a:xfrm>
            </p:spPr>
          </p:sp>
        </mc:Fallback>
      </mc:AlternateContent>
      <mc:AlternateContent xmlns:mc="http://schemas.openxmlformats.org/markup-compatibility/2006">
        <mc:Choice xmlns:p14="http://schemas.microsoft.com/office/powerpoint/2010/main" Requires="p14">
          <p:contentPart p14:bwMode="auto" r:id="rId39">
            <p14:nvContentPartPr>
              <p14:cNvPr id="1049907" name=""/>
              <p14:cNvContentPartPr/>
              <p14:nvPr/>
            </p14:nvContentPartPr>
            <p14:xfrm>
              <a:off x="2078799" y="1391869"/>
              <a:ext cx="190788" cy="140551"/>
            </p14:xfrm>
          </p:contentPart>
        </mc:Choice>
        <mc:Fallback>
          <p:sp>
            <p:nvSpPr>
              <p:cNvPr id="1049907" name=""/>
              <p:cNvSpPr/>
              <p:nvPr/>
            </p:nvSpPr>
            <p:spPr>
              <a:xfrm>
                <a:off x="2078799" y="1391869"/>
                <a:ext cx="190788" cy="140551"/>
              </a:xfrm>
            </p:spPr>
          </p:sp>
        </mc:Fallback>
      </mc:AlternateContent>
      <mc:AlternateContent xmlns:mc="http://schemas.openxmlformats.org/markup-compatibility/2006">
        <mc:Choice xmlns:p14="http://schemas.microsoft.com/office/powerpoint/2010/main" Requires="p14">
          <p:contentPart p14:bwMode="auto" r:id="rId40">
            <p14:nvContentPartPr>
              <p14:cNvPr id="1049908" name=""/>
              <p14:cNvContentPartPr/>
              <p14:nvPr/>
            </p14:nvContentPartPr>
            <p14:xfrm>
              <a:off x="2256516" y="1224622"/>
              <a:ext cx="132420" cy="123280"/>
            </p14:xfrm>
          </p:contentPart>
        </mc:Choice>
        <mc:Fallback>
          <p:sp>
            <p:nvSpPr>
              <p:cNvPr id="1049908" name=""/>
              <p:cNvSpPr/>
              <p:nvPr/>
            </p:nvSpPr>
            <p:spPr>
              <a:xfrm>
                <a:off x="2256516" y="1224622"/>
                <a:ext cx="132420" cy="123280"/>
              </a:xfrm>
            </p:spPr>
          </p:sp>
        </mc:Fallback>
      </mc:AlternateContent>
      <mc:AlternateContent xmlns:mc="http://schemas.openxmlformats.org/markup-compatibility/2006">
        <mc:Choice xmlns:p14="http://schemas.microsoft.com/office/powerpoint/2010/main" Requires="p14">
          <p:contentPart p14:bwMode="auto" r:id="rId41">
            <p14:nvContentPartPr>
              <p14:cNvPr id="1049909" name=""/>
              <p14:cNvContentPartPr/>
              <p14:nvPr/>
            </p14:nvContentPartPr>
            <p14:xfrm>
              <a:off x="2045402" y="1372386"/>
              <a:ext cx="74004" cy="188708"/>
            </p14:xfrm>
          </p:contentPart>
        </mc:Choice>
        <mc:Fallback>
          <p:sp>
            <p:nvSpPr>
              <p:cNvPr id="1049909" name=""/>
              <p:cNvSpPr/>
              <p:nvPr/>
            </p:nvSpPr>
            <p:spPr>
              <a:xfrm>
                <a:off x="2045402" y="1372386"/>
                <a:ext cx="74004" cy="188708"/>
              </a:xfrm>
            </p:spPr>
          </p:sp>
        </mc:Fallback>
      </mc:AlternateContent>
      <mc:AlternateContent xmlns:mc="http://schemas.openxmlformats.org/markup-compatibility/2006">
        <mc:Choice xmlns:p14="http://schemas.microsoft.com/office/powerpoint/2010/main" Requires="p14">
          <p:contentPart p14:bwMode="auto" r:id="rId42">
            <p14:nvContentPartPr>
              <p14:cNvPr id="1049910" name=""/>
              <p14:cNvContentPartPr/>
              <p14:nvPr/>
            </p14:nvContentPartPr>
            <p14:xfrm>
              <a:off x="2453738" y="1334088"/>
              <a:ext cx="200811" cy="346929"/>
            </p14:xfrm>
          </p:contentPart>
        </mc:Choice>
        <mc:Fallback>
          <p:sp>
            <p:nvSpPr>
              <p:cNvPr id="1049910" name=""/>
              <p:cNvSpPr/>
              <p:nvPr/>
            </p:nvSpPr>
            <p:spPr>
              <a:xfrm>
                <a:off x="2453738" y="1334088"/>
                <a:ext cx="200811" cy="346929"/>
              </a:xfrm>
            </p:spPr>
          </p:sp>
        </mc:Fallback>
      </mc:AlternateContent>
      <mc:AlternateContent xmlns:mc="http://schemas.openxmlformats.org/markup-compatibility/2006">
        <mc:Choice xmlns:p14="http://schemas.microsoft.com/office/powerpoint/2010/main" Requires="p14">
          <p:contentPart p14:bwMode="auto" r:id="rId43">
            <p14:nvContentPartPr>
              <p14:cNvPr id="1049911" name=""/>
              <p14:cNvContentPartPr/>
              <p14:nvPr/>
            </p14:nvContentPartPr>
            <p14:xfrm>
              <a:off x="2593971" y="1399280"/>
              <a:ext cx="101190" cy="133307"/>
            </p14:xfrm>
          </p:contentPart>
        </mc:Choice>
        <mc:Fallback>
          <p:sp>
            <p:nvSpPr>
              <p:cNvPr id="1049911" name=""/>
              <p:cNvSpPr/>
              <p:nvPr/>
            </p:nvSpPr>
            <p:spPr>
              <a:xfrm>
                <a:off x="2593971" y="1399280"/>
                <a:ext cx="101190" cy="133307"/>
              </a:xfrm>
            </p:spPr>
          </p:sp>
        </mc:Fallback>
      </mc:AlternateContent>
      <mc:AlternateContent xmlns:mc="http://schemas.openxmlformats.org/markup-compatibility/2006">
        <mc:Choice xmlns:p14="http://schemas.microsoft.com/office/powerpoint/2010/main" Requires="p14">
          <p:contentPart p14:bwMode="auto" r:id="rId44">
            <p14:nvContentPartPr>
              <p14:cNvPr id="1049912" name=""/>
              <p14:cNvContentPartPr/>
              <p14:nvPr/>
            </p14:nvContentPartPr>
            <p14:xfrm>
              <a:off x="2739713" y="1248374"/>
              <a:ext cx="62193" cy="171363"/>
            </p14:xfrm>
          </p:contentPart>
        </mc:Choice>
        <mc:Fallback>
          <p:sp>
            <p:nvSpPr>
              <p:cNvPr id="1049912" name=""/>
              <p:cNvSpPr/>
              <p:nvPr/>
            </p:nvSpPr>
            <p:spPr>
              <a:xfrm>
                <a:off x="2739713" y="1248374"/>
                <a:ext cx="62193" cy="171363"/>
              </a:xfrm>
            </p:spPr>
          </p:sp>
        </mc:Fallback>
      </mc:AlternateContent>
      <mc:AlternateContent xmlns:mc="http://schemas.openxmlformats.org/markup-compatibility/2006">
        <mc:Choice xmlns:p14="http://schemas.microsoft.com/office/powerpoint/2010/main" Requires="p14">
          <p:contentPart p14:bwMode="auto" r:id="rId45">
            <p14:nvContentPartPr>
              <p14:cNvPr id="1049913" name=""/>
              <p14:cNvContentPartPr/>
              <p14:nvPr/>
            </p14:nvContentPartPr>
            <p14:xfrm>
              <a:off x="2735157" y="1207710"/>
              <a:ext cx="118439" cy="47861"/>
            </p14:xfrm>
          </p:contentPart>
        </mc:Choice>
        <mc:Fallback>
          <p:sp>
            <p:nvSpPr>
              <p:cNvPr id="1049913" name=""/>
              <p:cNvSpPr/>
              <p:nvPr/>
            </p:nvSpPr>
            <p:spPr>
              <a:xfrm>
                <a:off x="2735157" y="1207710"/>
                <a:ext cx="118439" cy="47861"/>
              </a:xfrm>
            </p:spPr>
          </p:sp>
        </mc:Fallback>
      </mc:AlternateContent>
      <mc:AlternateContent xmlns:mc="http://schemas.openxmlformats.org/markup-compatibility/2006">
        <mc:Choice xmlns:p14="http://schemas.microsoft.com/office/powerpoint/2010/main" Requires="p14">
          <p:contentPart p14:bwMode="auto" r:id="rId46">
            <p14:nvContentPartPr>
              <p14:cNvPr id="1049914" name=""/>
              <p14:cNvContentPartPr/>
              <p14:nvPr/>
            </p14:nvContentPartPr>
            <p14:xfrm>
              <a:off x="1954910" y="1067188"/>
              <a:ext cx="1009253" cy="612242"/>
            </p14:xfrm>
          </p:contentPart>
        </mc:Choice>
        <mc:Fallback>
          <p:sp>
            <p:nvSpPr>
              <p:cNvPr id="1049914" name=""/>
              <p:cNvSpPr/>
              <p:nvPr/>
            </p:nvSpPr>
            <p:spPr>
              <a:xfrm>
                <a:off x="1954910" y="1067188"/>
                <a:ext cx="1009253" cy="612242"/>
              </a:xfrm>
            </p:spPr>
          </p:sp>
        </mc:Fallback>
      </mc:AlternateContent>
      <mc:AlternateContent xmlns:mc="http://schemas.openxmlformats.org/markup-compatibility/2006">
        <mc:Choice xmlns:p14="http://schemas.microsoft.com/office/powerpoint/2010/main" Requires="p14">
          <p:contentPart p14:bwMode="auto" r:id="rId47">
            <p14:nvContentPartPr>
              <p14:cNvPr id="1049915" name=""/>
              <p14:cNvContentPartPr/>
              <p14:nvPr/>
            </p14:nvContentPartPr>
            <p14:xfrm>
              <a:off x="2850960" y="1147108"/>
              <a:ext cx="106143" cy="508143"/>
            </p14:xfrm>
          </p:contentPart>
        </mc:Choice>
        <mc:Fallback>
          <p:sp>
            <p:nvSpPr>
              <p:cNvPr id="1049915" name=""/>
              <p:cNvSpPr/>
              <p:nvPr/>
            </p:nvSpPr>
            <p:spPr>
              <a:xfrm>
                <a:off x="2850960" y="1147108"/>
                <a:ext cx="106143" cy="508143"/>
              </a:xfrm>
            </p:spPr>
          </p:sp>
        </mc:Fallback>
      </mc:AlternateContent>
      <mc:AlternateContent xmlns:mc="http://schemas.openxmlformats.org/markup-compatibility/2006">
        <mc:Choice xmlns:p14="http://schemas.microsoft.com/office/powerpoint/2010/main" Requires="p14">
          <p:contentPart p14:bwMode="auto" r:id="rId48">
            <p14:nvContentPartPr>
              <p14:cNvPr id="1049916" name=""/>
              <p14:cNvContentPartPr/>
              <p14:nvPr/>
            </p14:nvContentPartPr>
            <p14:xfrm>
              <a:off x="3327321" y="1111119"/>
              <a:ext cx="23191" cy="169987"/>
            </p14:xfrm>
          </p:contentPart>
        </mc:Choice>
        <mc:Fallback>
          <p:sp>
            <p:nvSpPr>
              <p:cNvPr id="1049916" name=""/>
              <p:cNvSpPr/>
              <p:nvPr/>
            </p:nvSpPr>
            <p:spPr>
              <a:xfrm>
                <a:off x="3327321" y="1111119"/>
                <a:ext cx="23191" cy="169987"/>
              </a:xfrm>
            </p:spPr>
          </p:sp>
        </mc:Fallback>
      </mc:AlternateContent>
      <mc:AlternateContent xmlns:mc="http://schemas.openxmlformats.org/markup-compatibility/2006">
        <mc:Choice xmlns:p14="http://schemas.microsoft.com/office/powerpoint/2010/main" Requires="p14">
          <p:contentPart p14:bwMode="auto" r:id="rId49">
            <p14:nvContentPartPr>
              <p14:cNvPr id="1049917" name=""/>
              <p14:cNvContentPartPr/>
              <p14:nvPr/>
            </p14:nvContentPartPr>
            <p14:xfrm>
              <a:off x="3264651" y="1183097"/>
              <a:ext cx="190048" cy="23775"/>
            </p14:xfrm>
          </p:contentPart>
        </mc:Choice>
        <mc:Fallback>
          <p:sp>
            <p:nvSpPr>
              <p:cNvPr id="1049917" name=""/>
              <p:cNvSpPr/>
              <p:nvPr/>
            </p:nvSpPr>
            <p:spPr>
              <a:xfrm>
                <a:off x="3264651" y="1183097"/>
                <a:ext cx="190048" cy="23775"/>
              </a:xfrm>
            </p:spPr>
          </p:sp>
        </mc:Fallback>
      </mc:AlternateContent>
      <mc:AlternateContent xmlns:mc="http://schemas.openxmlformats.org/markup-compatibility/2006">
        <mc:Choice xmlns:p14="http://schemas.microsoft.com/office/powerpoint/2010/main" Requires="p14">
          <p:contentPart p14:bwMode="auto" r:id="rId50">
            <p14:nvContentPartPr>
              <p14:cNvPr id="1049918" name=""/>
              <p14:cNvContentPartPr/>
              <p14:nvPr/>
            </p14:nvContentPartPr>
            <p14:xfrm>
              <a:off x="3514837" y="1145520"/>
              <a:ext cx="34629" cy="110300"/>
            </p14:xfrm>
          </p:contentPart>
        </mc:Choice>
        <mc:Fallback>
          <p:sp>
            <p:nvSpPr>
              <p:cNvPr id="1049918" name=""/>
              <p:cNvSpPr/>
              <p:nvPr/>
            </p:nvSpPr>
            <p:spPr>
              <a:xfrm>
                <a:off x="3514837" y="1145520"/>
                <a:ext cx="34629" cy="110300"/>
              </a:xfrm>
            </p:spPr>
          </p:sp>
        </mc:Fallback>
      </mc:AlternateContent>
      <mc:AlternateContent xmlns:mc="http://schemas.openxmlformats.org/markup-compatibility/2006">
        <mc:Choice xmlns:p14="http://schemas.microsoft.com/office/powerpoint/2010/main" Requires="p14">
          <p:contentPart p14:bwMode="auto" r:id="rId51">
            <p14:nvContentPartPr>
              <p14:cNvPr id="1049919" name=""/>
              <p14:cNvContentPartPr/>
              <p14:nvPr/>
            </p14:nvContentPartPr>
            <p14:xfrm>
              <a:off x="3607939" y="1171204"/>
              <a:ext cx="104117" cy="51411"/>
            </p14:xfrm>
          </p:contentPart>
        </mc:Choice>
        <mc:Fallback>
          <p:sp>
            <p:nvSpPr>
              <p:cNvPr id="1049919" name=""/>
              <p:cNvSpPr/>
              <p:nvPr/>
            </p:nvSpPr>
            <p:spPr>
              <a:xfrm>
                <a:off x="3607939" y="1171204"/>
                <a:ext cx="104117" cy="51411"/>
              </a:xfrm>
            </p:spPr>
          </p:sp>
        </mc:Fallback>
      </mc:AlternateContent>
      <mc:AlternateContent xmlns:mc="http://schemas.openxmlformats.org/markup-compatibility/2006">
        <mc:Choice xmlns:p14="http://schemas.microsoft.com/office/powerpoint/2010/main" Requires="p14">
          <p:contentPart p14:bwMode="auto" r:id="rId52">
            <p14:nvContentPartPr>
              <p14:cNvPr id="1049920" name=""/>
              <p14:cNvContentPartPr/>
              <p14:nvPr/>
            </p14:nvContentPartPr>
            <p14:xfrm>
              <a:off x="3708102" y="1125267"/>
              <a:ext cx="96157" cy="13282"/>
            </p14:xfrm>
          </p:contentPart>
        </mc:Choice>
        <mc:Fallback>
          <p:sp>
            <p:nvSpPr>
              <p:cNvPr id="1049920" name=""/>
              <p:cNvSpPr/>
              <p:nvPr/>
            </p:nvSpPr>
            <p:spPr>
              <a:xfrm>
                <a:off x="3708102" y="1125267"/>
                <a:ext cx="96157" cy="13282"/>
              </a:xfrm>
            </p:spPr>
          </p:sp>
        </mc:Fallback>
      </mc:AlternateContent>
      <mc:AlternateContent xmlns:mc="http://schemas.openxmlformats.org/markup-compatibility/2006">
        <mc:Choice xmlns:p14="http://schemas.microsoft.com/office/powerpoint/2010/main" Requires="p14">
          <p:contentPart p14:bwMode="auto" r:id="rId53">
            <p14:nvContentPartPr>
              <p14:cNvPr id="1049921" name=""/>
              <p14:cNvContentPartPr/>
              <p14:nvPr/>
            </p14:nvContentPartPr>
            <p14:xfrm>
              <a:off x="3064155" y="1070471"/>
              <a:ext cx="400380" cy="105428"/>
            </p14:xfrm>
          </p:contentPart>
        </mc:Choice>
        <mc:Fallback>
          <p:sp>
            <p:nvSpPr>
              <p:cNvPr id="1049921" name=""/>
              <p:cNvSpPr/>
              <p:nvPr/>
            </p:nvSpPr>
            <p:spPr>
              <a:xfrm>
                <a:off x="3064155" y="1070471"/>
                <a:ext cx="400380" cy="105428"/>
              </a:xfrm>
            </p:spPr>
          </p:sp>
        </mc:Fallback>
      </mc:AlternateContent>
      <mc:AlternateContent xmlns:mc="http://schemas.openxmlformats.org/markup-compatibility/2006">
        <mc:Choice xmlns:p14="http://schemas.microsoft.com/office/powerpoint/2010/main" Requires="p14">
          <p:contentPart p14:bwMode="auto" r:id="rId54">
            <p14:nvContentPartPr>
              <p14:cNvPr id="1049922" name=""/>
              <p14:cNvContentPartPr/>
              <p14:nvPr/>
            </p14:nvContentPartPr>
            <p14:xfrm>
              <a:off x="2994322" y="1082080"/>
              <a:ext cx="112805" cy="167368"/>
            </p14:xfrm>
          </p:contentPart>
        </mc:Choice>
        <mc:Fallback>
          <p:sp>
            <p:nvSpPr>
              <p:cNvPr id="1049922" name=""/>
              <p:cNvSpPr/>
              <p:nvPr/>
            </p:nvSpPr>
            <p:spPr>
              <a:xfrm>
                <a:off x="2994322" y="1082080"/>
                <a:ext cx="112805" cy="167368"/>
              </a:xfrm>
            </p:spPr>
          </p:sp>
        </mc:Fallback>
      </mc:AlternateContent>
      <mc:AlternateContent xmlns:mc="http://schemas.openxmlformats.org/markup-compatibility/2006">
        <mc:Choice xmlns:p14="http://schemas.microsoft.com/office/powerpoint/2010/main" Requires="p14">
          <p:contentPart p14:bwMode="auto" r:id="rId55">
            <p14:nvContentPartPr>
              <p14:cNvPr id="1049923" name=""/>
              <p14:cNvContentPartPr/>
              <p14:nvPr/>
            </p14:nvContentPartPr>
            <p14:xfrm>
              <a:off x="430774" y="2145121"/>
              <a:ext cx="13440" cy="337248"/>
            </p14:xfrm>
          </p:contentPart>
        </mc:Choice>
        <mc:Fallback>
          <p:sp>
            <p:nvSpPr>
              <p:cNvPr id="1049923" name=""/>
              <p:cNvSpPr/>
              <p:nvPr/>
            </p:nvSpPr>
            <p:spPr>
              <a:xfrm>
                <a:off x="430774" y="2145121"/>
                <a:ext cx="13440" cy="337248"/>
              </a:xfrm>
            </p:spPr>
          </p:sp>
        </mc:Fallback>
      </mc:AlternateContent>
      <mc:AlternateContent xmlns:mc="http://schemas.openxmlformats.org/markup-compatibility/2006">
        <mc:Choice xmlns:p14="http://schemas.microsoft.com/office/powerpoint/2010/main" Requires="p14">
          <p:contentPart p14:bwMode="auto" r:id="rId56">
            <p14:nvContentPartPr>
              <p14:cNvPr id="1049924" name=""/>
              <p14:cNvContentPartPr/>
              <p14:nvPr/>
            </p14:nvContentPartPr>
            <p14:xfrm>
              <a:off x="418182" y="2139661"/>
              <a:ext cx="155730" cy="10547"/>
            </p14:xfrm>
          </p:contentPart>
        </mc:Choice>
        <mc:Fallback>
          <p:sp>
            <p:nvSpPr>
              <p:cNvPr id="1049924" name=""/>
              <p:cNvSpPr/>
              <p:nvPr/>
            </p:nvSpPr>
            <p:spPr>
              <a:xfrm>
                <a:off x="418182" y="2139661"/>
                <a:ext cx="155730" cy="10547"/>
              </a:xfrm>
            </p:spPr>
          </p:sp>
        </mc:Fallback>
      </mc:AlternateContent>
      <mc:AlternateContent xmlns:mc="http://schemas.openxmlformats.org/markup-compatibility/2006">
        <mc:Choice xmlns:p14="http://schemas.microsoft.com/office/powerpoint/2010/main" Requires="p14">
          <p:contentPart p14:bwMode="auto" r:id="rId57">
            <p14:nvContentPartPr>
              <p14:cNvPr id="1049925" name=""/>
              <p14:cNvContentPartPr/>
              <p14:nvPr/>
            </p14:nvContentPartPr>
            <p14:xfrm>
              <a:off x="411122" y="2298757"/>
              <a:ext cx="121342" cy="16019"/>
            </p14:xfrm>
          </p:contentPart>
        </mc:Choice>
        <mc:Fallback>
          <p:sp>
            <p:nvSpPr>
              <p:cNvPr id="1049925" name=""/>
              <p:cNvSpPr/>
              <p:nvPr/>
            </p:nvSpPr>
            <p:spPr>
              <a:xfrm>
                <a:off x="411122" y="2298757"/>
                <a:ext cx="121342" cy="16019"/>
              </a:xfrm>
            </p:spPr>
          </p:sp>
        </mc:Fallback>
      </mc:AlternateContent>
      <mc:AlternateContent xmlns:mc="http://schemas.openxmlformats.org/markup-compatibility/2006">
        <mc:Choice xmlns:p14="http://schemas.microsoft.com/office/powerpoint/2010/main" Requires="p14">
          <p:contentPart p14:bwMode="auto" r:id="rId58">
            <p14:nvContentPartPr>
              <p14:cNvPr id="1049926" name=""/>
              <p14:cNvContentPartPr/>
              <p14:nvPr/>
            </p14:nvContentPartPr>
            <p14:xfrm>
              <a:off x="418182" y="2422112"/>
              <a:ext cx="178704" cy="75629"/>
            </p14:xfrm>
          </p:contentPart>
        </mc:Choice>
        <mc:Fallback>
          <p:sp>
            <p:nvSpPr>
              <p:cNvPr id="1049926" name=""/>
              <p:cNvSpPr/>
              <p:nvPr/>
            </p:nvSpPr>
            <p:spPr>
              <a:xfrm>
                <a:off x="418182" y="2422112"/>
                <a:ext cx="178704" cy="75629"/>
              </a:xfrm>
            </p:spPr>
          </p:sp>
        </mc:Fallback>
      </mc:AlternateContent>
      <mc:AlternateContent xmlns:mc="http://schemas.openxmlformats.org/markup-compatibility/2006">
        <mc:Choice xmlns:p14="http://schemas.microsoft.com/office/powerpoint/2010/main" Requires="p14">
          <p:contentPart p14:bwMode="auto" r:id="rId59">
            <p14:nvContentPartPr>
              <p14:cNvPr id="1049927" name=""/>
              <p14:cNvContentPartPr/>
              <p14:nvPr/>
            </p14:nvContentPartPr>
            <p14:xfrm>
              <a:off x="664703" y="2309430"/>
              <a:ext cx="77352" cy="198174"/>
            </p14:xfrm>
          </p:contentPart>
        </mc:Choice>
        <mc:Fallback>
          <p:sp>
            <p:nvSpPr>
              <p:cNvPr id="1049927" name=""/>
              <p:cNvSpPr/>
              <p:nvPr/>
            </p:nvSpPr>
            <p:spPr>
              <a:xfrm>
                <a:off x="664703" y="2309430"/>
                <a:ext cx="77352" cy="198174"/>
              </a:xfrm>
            </p:spPr>
          </p:sp>
        </mc:Fallback>
      </mc:AlternateContent>
      <mc:AlternateContent xmlns:mc="http://schemas.openxmlformats.org/markup-compatibility/2006">
        <mc:Choice xmlns:p14="http://schemas.microsoft.com/office/powerpoint/2010/main" Requires="p14">
          <p:contentPart p14:bwMode="auto" r:id="rId60">
            <p14:nvContentPartPr>
              <p14:cNvPr id="1049928" name=""/>
              <p14:cNvContentPartPr/>
              <p14:nvPr/>
            </p14:nvContentPartPr>
            <p14:xfrm>
              <a:off x="637786" y="2065614"/>
              <a:ext cx="964697" cy="577465"/>
            </p14:xfrm>
          </p:contentPart>
        </mc:Choice>
        <mc:Fallback>
          <p:sp>
            <p:nvSpPr>
              <p:cNvPr id="1049928" name=""/>
              <p:cNvSpPr/>
              <p:nvPr/>
            </p:nvSpPr>
            <p:spPr>
              <a:xfrm>
                <a:off x="637786" y="2065614"/>
                <a:ext cx="964697" cy="577465"/>
              </a:xfrm>
            </p:spPr>
          </p:sp>
        </mc:Fallback>
      </mc:AlternateContent>
      <mc:AlternateContent xmlns:mc="http://schemas.openxmlformats.org/markup-compatibility/2006">
        <mc:Choice xmlns:p14="http://schemas.microsoft.com/office/powerpoint/2010/main" Requires="p14">
          <p:contentPart p14:bwMode="auto" r:id="rId61">
            <p14:nvContentPartPr>
              <p14:cNvPr id="1049929" name=""/>
              <p14:cNvContentPartPr/>
              <p14:nvPr/>
            </p14:nvContentPartPr>
            <p14:xfrm>
              <a:off x="387902" y="2549935"/>
              <a:ext cx="1131185" cy="44196"/>
            </p14:xfrm>
          </p:contentPart>
        </mc:Choice>
        <mc:Fallback>
          <p:sp>
            <p:nvSpPr>
              <p:cNvPr id="1049929" name=""/>
              <p:cNvSpPr/>
              <p:nvPr/>
            </p:nvSpPr>
            <p:spPr>
              <a:xfrm>
                <a:off x="387902" y="2549935"/>
                <a:ext cx="1131185" cy="44196"/>
              </a:xfrm>
            </p:spPr>
          </p:sp>
        </mc:Fallback>
      </mc:AlternateContent>
      <mc:AlternateContent xmlns:mc="http://schemas.openxmlformats.org/markup-compatibility/2006">
        <mc:Choice xmlns:p14="http://schemas.microsoft.com/office/powerpoint/2010/main" Requires="p14">
          <p:contentPart p14:bwMode="auto" r:id="rId62">
            <p14:nvContentPartPr>
              <p14:cNvPr id="1049930" name=""/>
              <p14:cNvContentPartPr/>
              <p14:nvPr/>
            </p14:nvContentPartPr>
            <p14:xfrm>
              <a:off x="1615420" y="2331519"/>
              <a:ext cx="36922" cy="63805"/>
            </p14:xfrm>
          </p:contentPart>
        </mc:Choice>
        <mc:Fallback>
          <p:sp>
            <p:nvSpPr>
              <p:cNvPr id="1049930" name=""/>
              <p:cNvSpPr/>
              <p:nvPr/>
            </p:nvSpPr>
            <p:spPr>
              <a:xfrm>
                <a:off x="1615420" y="2331519"/>
                <a:ext cx="36922" cy="63805"/>
              </a:xfrm>
            </p:spPr>
          </p:sp>
        </mc:Fallback>
      </mc:AlternateContent>
      <mc:AlternateContent xmlns:mc="http://schemas.openxmlformats.org/markup-compatibility/2006">
        <mc:Choice xmlns:p14="http://schemas.microsoft.com/office/powerpoint/2010/main" Requires="p14">
          <p:contentPart p14:bwMode="auto" r:id="rId63">
            <p14:nvContentPartPr>
              <p14:cNvPr id="1049931" name=""/>
              <p14:cNvContentPartPr/>
              <p14:nvPr/>
            </p14:nvContentPartPr>
            <p14:xfrm>
              <a:off x="1628609" y="2450904"/>
              <a:ext cx="5201" cy="32500"/>
            </p14:xfrm>
          </p:contentPart>
        </mc:Choice>
        <mc:Fallback>
          <p:sp>
            <p:nvSpPr>
              <p:cNvPr id="1049931" name=""/>
              <p:cNvSpPr/>
              <p:nvPr/>
            </p:nvSpPr>
            <p:spPr>
              <a:xfrm>
                <a:off x="1628609" y="2450904"/>
                <a:ext cx="5201" cy="32500"/>
              </a:xfrm>
            </p:spPr>
          </p:sp>
        </mc:Fallback>
      </mc:AlternateContent>
      <mc:AlternateContent xmlns:mc="http://schemas.openxmlformats.org/markup-compatibility/2006">
        <mc:Choice xmlns:p14="http://schemas.microsoft.com/office/powerpoint/2010/main" Requires="p14">
          <p:contentPart p14:bwMode="auto" r:id="rId64">
            <p14:nvContentPartPr>
              <p14:cNvPr id="1049932" name=""/>
              <p14:cNvContentPartPr/>
              <p14:nvPr/>
            </p14:nvContentPartPr>
            <p14:xfrm>
              <a:off x="2293790" y="2262520"/>
              <a:ext cx="19537" cy="821505"/>
            </p14:xfrm>
          </p:contentPart>
        </mc:Choice>
        <mc:Fallback>
          <p:sp>
            <p:nvSpPr>
              <p:cNvPr id="1049932" name=""/>
              <p:cNvSpPr/>
              <p:nvPr/>
            </p:nvSpPr>
            <p:spPr>
              <a:xfrm>
                <a:off x="2293790" y="2262520"/>
                <a:ext cx="19537" cy="821505"/>
              </a:xfrm>
            </p:spPr>
          </p:sp>
        </mc:Fallback>
      </mc:AlternateContent>
      <mc:AlternateContent xmlns:mc="http://schemas.openxmlformats.org/markup-compatibility/2006">
        <mc:Choice xmlns:p14="http://schemas.microsoft.com/office/powerpoint/2010/main" Requires="p14">
          <p:contentPart p14:bwMode="auto" r:id="rId65">
            <p14:nvContentPartPr>
              <p14:cNvPr id="1049933" name=""/>
              <p14:cNvContentPartPr/>
              <p14:nvPr/>
            </p14:nvContentPartPr>
            <p14:xfrm>
              <a:off x="2542187" y="2262520"/>
              <a:ext cx="9092" cy="801036"/>
            </p14:xfrm>
          </p:contentPart>
        </mc:Choice>
        <mc:Fallback>
          <p:sp>
            <p:nvSpPr>
              <p:cNvPr id="1049933" name=""/>
              <p:cNvSpPr/>
              <p:nvPr/>
            </p:nvSpPr>
            <p:spPr>
              <a:xfrm>
                <a:off x="2542187" y="2262520"/>
                <a:ext cx="9092" cy="801036"/>
              </a:xfrm>
            </p:spPr>
          </p:sp>
        </mc:Fallback>
      </mc:AlternateContent>
      <mc:AlternateContent xmlns:mc="http://schemas.openxmlformats.org/markup-compatibility/2006">
        <mc:Choice xmlns:p14="http://schemas.microsoft.com/office/powerpoint/2010/main" Requires="p14">
          <p:contentPart p14:bwMode="auto" r:id="rId66">
            <p14:nvContentPartPr>
              <p14:cNvPr id="1049934" name=""/>
              <p14:cNvContentPartPr/>
              <p14:nvPr/>
            </p14:nvContentPartPr>
            <p14:xfrm>
              <a:off x="2265232" y="2700841"/>
              <a:ext cx="249930" cy="27204"/>
            </p14:xfrm>
          </p:contentPart>
        </mc:Choice>
        <mc:Fallback>
          <p:sp>
            <p:nvSpPr>
              <p:cNvPr id="1049934" name=""/>
              <p:cNvSpPr/>
              <p:nvPr/>
            </p:nvSpPr>
            <p:spPr>
              <a:xfrm>
                <a:off x="2265232" y="2700841"/>
                <a:ext cx="249930" cy="27204"/>
              </a:xfrm>
            </p:spPr>
          </p:sp>
        </mc:Fallback>
      </mc:AlternateContent>
      <mc:AlternateContent xmlns:mc="http://schemas.openxmlformats.org/markup-compatibility/2006">
        <mc:Choice xmlns:p14="http://schemas.microsoft.com/office/powerpoint/2010/main" Requires="p14">
          <p:contentPart p14:bwMode="auto" r:id="rId67">
            <p14:nvContentPartPr>
              <p14:cNvPr id="1049935" name=""/>
              <p14:cNvContentPartPr/>
              <p14:nvPr/>
            </p14:nvContentPartPr>
            <p14:xfrm>
              <a:off x="2742338" y="2648271"/>
              <a:ext cx="107016" cy="89672"/>
            </p14:xfrm>
          </p:contentPart>
        </mc:Choice>
        <mc:Fallback>
          <p:sp>
            <p:nvSpPr>
              <p:cNvPr id="1049935" name=""/>
              <p:cNvSpPr/>
              <p:nvPr/>
            </p:nvSpPr>
            <p:spPr>
              <a:xfrm>
                <a:off x="2742338" y="2648271"/>
                <a:ext cx="107016" cy="89672"/>
              </a:xfrm>
            </p:spPr>
          </p:sp>
        </mc:Fallback>
      </mc:AlternateContent>
      <mc:AlternateContent xmlns:mc="http://schemas.openxmlformats.org/markup-compatibility/2006">
        <mc:Choice xmlns:p14="http://schemas.microsoft.com/office/powerpoint/2010/main" Requires="p14">
          <p:contentPart p14:bwMode="auto" r:id="rId68">
            <p14:nvContentPartPr>
              <p14:cNvPr id="1049936" name=""/>
              <p14:cNvContentPartPr/>
              <p14:nvPr/>
            </p14:nvContentPartPr>
            <p14:xfrm>
              <a:off x="3643680" y="2277412"/>
              <a:ext cx="12112" cy="637157"/>
            </p14:xfrm>
          </p:contentPart>
        </mc:Choice>
        <mc:Fallback>
          <p:sp>
            <p:nvSpPr>
              <p:cNvPr id="1049936" name=""/>
              <p:cNvSpPr/>
              <p:nvPr/>
            </p:nvSpPr>
            <p:spPr>
              <a:xfrm>
                <a:off x="3643680" y="2277412"/>
                <a:ext cx="12112" cy="637157"/>
              </a:xfrm>
            </p:spPr>
          </p:sp>
        </mc:Fallback>
      </mc:AlternateContent>
      <mc:AlternateContent xmlns:mc="http://schemas.openxmlformats.org/markup-compatibility/2006">
        <mc:Choice xmlns:p14="http://schemas.microsoft.com/office/powerpoint/2010/main" Requires="p14">
          <p:contentPart p14:bwMode="auto" r:id="rId69">
            <p14:nvContentPartPr>
              <p14:cNvPr id="1049937" name=""/>
              <p14:cNvContentPartPr/>
              <p14:nvPr/>
            </p14:nvContentPartPr>
            <p14:xfrm>
              <a:off x="3593378" y="2286160"/>
              <a:ext cx="286368" cy="9122"/>
            </p14:xfrm>
          </p:contentPart>
        </mc:Choice>
        <mc:Fallback>
          <p:sp>
            <p:nvSpPr>
              <p:cNvPr id="1049937" name=""/>
              <p:cNvSpPr/>
              <p:nvPr/>
            </p:nvSpPr>
            <p:spPr>
              <a:xfrm>
                <a:off x="3593378" y="2286160"/>
                <a:ext cx="286368" cy="9122"/>
              </a:xfrm>
            </p:spPr>
          </p:sp>
        </mc:Fallback>
      </mc:AlternateContent>
      <mc:AlternateContent xmlns:mc="http://schemas.openxmlformats.org/markup-compatibility/2006">
        <mc:Choice xmlns:p14="http://schemas.microsoft.com/office/powerpoint/2010/main" Requires="p14">
          <p:contentPart p14:bwMode="auto" r:id="rId70">
            <p14:nvContentPartPr>
              <p14:cNvPr id="1049938" name=""/>
              <p14:cNvContentPartPr/>
              <p14:nvPr/>
            </p14:nvContentPartPr>
            <p14:xfrm>
              <a:off x="3622059" y="2588158"/>
              <a:ext cx="210685" cy="6770"/>
            </p14:xfrm>
          </p:contentPart>
        </mc:Choice>
        <mc:Fallback>
          <p:sp>
            <p:nvSpPr>
              <p:cNvPr id="1049938" name=""/>
              <p:cNvSpPr/>
              <p:nvPr/>
            </p:nvSpPr>
            <p:spPr>
              <a:xfrm>
                <a:off x="3622059" y="2588158"/>
                <a:ext cx="210685" cy="6770"/>
              </a:xfrm>
            </p:spPr>
          </p:sp>
        </mc:Fallback>
      </mc:AlternateContent>
      <mc:AlternateContent xmlns:mc="http://schemas.openxmlformats.org/markup-compatibility/2006">
        <mc:Choice xmlns:p14="http://schemas.microsoft.com/office/powerpoint/2010/main" Requires="p14">
          <p:contentPart p14:bwMode="auto" r:id="rId71">
            <p14:nvContentPartPr>
              <p14:cNvPr id="1049939" name=""/>
              <p14:cNvContentPartPr/>
              <p14:nvPr/>
            </p14:nvContentPartPr>
            <p14:xfrm>
              <a:off x="3557638" y="2146773"/>
              <a:ext cx="313709" cy="7035"/>
            </p14:xfrm>
          </p:contentPart>
        </mc:Choice>
        <mc:Fallback>
          <p:sp>
            <p:nvSpPr>
              <p:cNvPr id="1049939" name=""/>
              <p:cNvSpPr/>
              <p:nvPr/>
            </p:nvSpPr>
            <p:spPr>
              <a:xfrm>
                <a:off x="3557638" y="2146773"/>
                <a:ext cx="313709" cy="7035"/>
              </a:xfrm>
            </p:spPr>
          </p:sp>
        </mc:Fallback>
      </mc:AlternateContent>
      <mc:AlternateContent xmlns:mc="http://schemas.openxmlformats.org/markup-compatibility/2006">
        <mc:Choice xmlns:p14="http://schemas.microsoft.com/office/powerpoint/2010/main" Requires="p14">
          <p:contentPart p14:bwMode="auto" r:id="rId72">
            <p14:nvContentPartPr>
              <p14:cNvPr id="1049940" name=""/>
              <p14:cNvContentPartPr/>
              <p14:nvPr/>
            </p14:nvContentPartPr>
            <p14:xfrm>
              <a:off x="4003473" y="2357084"/>
              <a:ext cx="12729" cy="381840"/>
            </p14:xfrm>
          </p:contentPart>
        </mc:Choice>
        <mc:Fallback>
          <p:sp>
            <p:nvSpPr>
              <p:cNvPr id="1049940" name=""/>
              <p:cNvSpPr/>
              <p:nvPr/>
            </p:nvSpPr>
            <p:spPr>
              <a:xfrm>
                <a:off x="4003473" y="2357084"/>
                <a:ext cx="12729" cy="381840"/>
              </a:xfrm>
            </p:spPr>
          </p:sp>
        </mc:Fallback>
      </mc:AlternateContent>
      <mc:AlternateContent xmlns:mc="http://schemas.openxmlformats.org/markup-compatibility/2006">
        <mc:Choice xmlns:p14="http://schemas.microsoft.com/office/powerpoint/2010/main" Requires="p14">
          <p:contentPart p14:bwMode="auto" r:id="rId73">
            <p14:nvContentPartPr>
              <p14:cNvPr id="1049941" name=""/>
              <p14:cNvContentPartPr/>
              <p14:nvPr/>
            </p14:nvContentPartPr>
            <p14:xfrm>
              <a:off x="3564697" y="3015807"/>
              <a:ext cx="292015" cy="27087"/>
            </p14:xfrm>
          </p:contentPart>
        </mc:Choice>
        <mc:Fallback>
          <p:sp>
            <p:nvSpPr>
              <p:cNvPr id="1049941" name=""/>
              <p:cNvSpPr/>
              <p:nvPr/>
            </p:nvSpPr>
            <p:spPr>
              <a:xfrm>
                <a:off x="3564697" y="3015807"/>
                <a:ext cx="292015" cy="27087"/>
              </a:xfrm>
            </p:spPr>
          </p:sp>
        </mc:Fallback>
      </mc:AlternateContent>
      <mc:AlternateContent xmlns:mc="http://schemas.openxmlformats.org/markup-compatibility/2006">
        <mc:Choice xmlns:p14="http://schemas.microsoft.com/office/powerpoint/2010/main" Requires="p14">
          <p:contentPart p14:bwMode="auto" r:id="rId74">
            <p14:nvContentPartPr>
              <p14:cNvPr id="1049942" name=""/>
              <p14:cNvContentPartPr/>
              <p14:nvPr/>
            </p14:nvContentPartPr>
            <p14:xfrm>
              <a:off x="3258998" y="2653683"/>
              <a:ext cx="75801" cy="58254"/>
            </p14:xfrm>
          </p:contentPart>
        </mc:Choice>
        <mc:Fallback>
          <p:sp>
            <p:nvSpPr>
              <p:cNvPr id="1049942" name=""/>
              <p:cNvSpPr/>
              <p:nvPr/>
            </p:nvSpPr>
            <p:spPr>
              <a:xfrm>
                <a:off x="3258998" y="2653683"/>
                <a:ext cx="75801" cy="58254"/>
              </a:xfrm>
            </p:spPr>
          </p:sp>
        </mc:Fallback>
      </mc:AlternateContent>
      <mc:AlternateContent xmlns:mc="http://schemas.openxmlformats.org/markup-compatibility/2006">
        <mc:Choice xmlns:p14="http://schemas.microsoft.com/office/powerpoint/2010/main" Requires="p14">
          <p:contentPart p14:bwMode="auto" r:id="rId75">
            <p14:nvContentPartPr>
              <p14:cNvPr id="1049943" name=""/>
              <p14:cNvContentPartPr/>
              <p14:nvPr/>
            </p14:nvContentPartPr>
            <p14:xfrm>
              <a:off x="1761789" y="2080755"/>
              <a:ext cx="1648402" cy="1108692"/>
            </p14:xfrm>
          </p:contentPart>
        </mc:Choice>
        <mc:Fallback>
          <p:sp>
            <p:nvSpPr>
              <p:cNvPr id="1049943" name=""/>
              <p:cNvSpPr/>
              <p:nvPr/>
            </p:nvSpPr>
            <p:spPr>
              <a:xfrm>
                <a:off x="1761789" y="2080755"/>
                <a:ext cx="1648402" cy="1108692"/>
              </a:xfrm>
            </p:spPr>
          </p:sp>
        </mc:Fallback>
      </mc:AlternateContent>
      <mc:AlternateContent xmlns:mc="http://schemas.openxmlformats.org/markup-compatibility/2006">
        <mc:Choice xmlns:p14="http://schemas.microsoft.com/office/powerpoint/2010/main" Requires="p14">
          <p:contentPart p14:bwMode="auto" r:id="rId76">
            <p14:nvContentPartPr>
              <p14:cNvPr id="1049944" name=""/>
              <p14:cNvContentPartPr/>
              <p14:nvPr/>
            </p14:nvContentPartPr>
            <p14:xfrm>
              <a:off x="1609143" y="3385625"/>
              <a:ext cx="53348" cy="519816"/>
            </p14:xfrm>
          </p:contentPart>
        </mc:Choice>
        <mc:Fallback>
          <p:sp>
            <p:nvSpPr>
              <p:cNvPr id="1049944" name=""/>
              <p:cNvSpPr/>
              <p:nvPr/>
            </p:nvSpPr>
            <p:spPr>
              <a:xfrm>
                <a:off x="1609143" y="3385625"/>
                <a:ext cx="53348" cy="519816"/>
              </a:xfrm>
            </p:spPr>
          </p:sp>
        </mc:Fallback>
      </mc:AlternateContent>
      <mc:AlternateContent xmlns:mc="http://schemas.openxmlformats.org/markup-compatibility/2006">
        <mc:Choice xmlns:p14="http://schemas.microsoft.com/office/powerpoint/2010/main" Requires="p14">
          <p:contentPart p14:bwMode="auto" r:id="rId77">
            <p14:nvContentPartPr>
              <p14:cNvPr id="1049945" name=""/>
              <p14:cNvContentPartPr/>
              <p14:nvPr/>
            </p14:nvContentPartPr>
            <p14:xfrm>
              <a:off x="1744522" y="3463063"/>
              <a:ext cx="39753" cy="350600"/>
            </p14:xfrm>
          </p:contentPart>
        </mc:Choice>
        <mc:Fallback>
          <p:sp>
            <p:nvSpPr>
              <p:cNvPr id="1049945" name=""/>
              <p:cNvSpPr/>
              <p:nvPr/>
            </p:nvSpPr>
            <p:spPr>
              <a:xfrm>
                <a:off x="1744522" y="3463063"/>
                <a:ext cx="39753" cy="350600"/>
              </a:xfrm>
            </p:spPr>
          </p:sp>
        </mc:Fallback>
      </mc:AlternateContent>
      <mc:AlternateContent xmlns:mc="http://schemas.openxmlformats.org/markup-compatibility/2006">
        <mc:Choice xmlns:p14="http://schemas.microsoft.com/office/powerpoint/2010/main" Requires="p14">
          <p:contentPart p14:bwMode="auto" r:id="rId78">
            <p14:nvContentPartPr>
              <p14:cNvPr id="1049946" name=""/>
              <p14:cNvContentPartPr/>
              <p14:nvPr/>
            </p14:nvContentPartPr>
            <p14:xfrm>
              <a:off x="1583950" y="3638789"/>
              <a:ext cx="215088" cy="0"/>
            </p14:xfrm>
          </p:contentPart>
        </mc:Choice>
        <mc:Fallback>
          <p:sp>
            <p:nvSpPr>
              <p:cNvPr id="1049946" name=""/>
              <p:cNvSpPr/>
              <p:nvPr/>
            </p:nvSpPr>
            <p:spPr>
              <a:xfrm>
                <a:off x="1583950" y="3638789"/>
                <a:ext cx="215088" cy="0"/>
              </a:xfrm>
            </p:spPr>
          </p:sp>
        </mc:Fallback>
      </mc:AlternateContent>
      <mc:AlternateContent xmlns:mc="http://schemas.openxmlformats.org/markup-compatibility/2006">
        <mc:Choice xmlns:p14="http://schemas.microsoft.com/office/powerpoint/2010/main" Requires="p14">
          <p:contentPart p14:bwMode="auto" r:id="rId79">
            <p14:nvContentPartPr>
              <p14:cNvPr id="1049947" name=""/>
              <p14:cNvContentPartPr/>
              <p14:nvPr/>
            </p14:nvContentPartPr>
            <p14:xfrm>
              <a:off x="1784275" y="3675949"/>
              <a:ext cx="137752" cy="158368"/>
            </p14:xfrm>
          </p:contentPart>
        </mc:Choice>
        <mc:Fallback>
          <p:sp>
            <p:nvSpPr>
              <p:cNvPr id="1049947" name=""/>
              <p:cNvSpPr/>
              <p:nvPr/>
            </p:nvSpPr>
            <p:spPr>
              <a:xfrm>
                <a:off x="1784275" y="3675949"/>
                <a:ext cx="137752" cy="158368"/>
              </a:xfrm>
            </p:spPr>
          </p:sp>
        </mc:Fallback>
      </mc:AlternateContent>
      <mc:AlternateContent xmlns:mc="http://schemas.openxmlformats.org/markup-compatibility/2006">
        <mc:Choice xmlns:p14="http://schemas.microsoft.com/office/powerpoint/2010/main" Requires="p14">
          <p:contentPart p14:bwMode="auto" r:id="rId80">
            <p14:nvContentPartPr>
              <p14:cNvPr id="1049948" name=""/>
              <p14:cNvContentPartPr/>
              <p14:nvPr/>
            </p14:nvContentPartPr>
            <p14:xfrm>
              <a:off x="2695233" y="1965488"/>
              <a:ext cx="1690149" cy="1324508"/>
            </p14:xfrm>
          </p:contentPart>
        </mc:Choice>
        <mc:Fallback>
          <p:sp>
            <p:nvSpPr>
              <p:cNvPr id="1049948" name=""/>
              <p:cNvSpPr/>
              <p:nvPr/>
            </p:nvSpPr>
            <p:spPr>
              <a:xfrm>
                <a:off x="2695233" y="1965488"/>
                <a:ext cx="1690149" cy="1324508"/>
              </a:xfrm>
            </p:spPr>
          </p:sp>
        </mc:Fallback>
      </mc:AlternateContent>
      <mc:AlternateContent xmlns:mc="http://schemas.openxmlformats.org/markup-compatibility/2006">
        <mc:Choice xmlns:p14="http://schemas.microsoft.com/office/powerpoint/2010/main" Requires="p14">
          <p:contentPart p14:bwMode="auto" r:id="rId81">
            <p14:nvContentPartPr>
              <p14:cNvPr id="1049949" name=""/>
              <p14:cNvContentPartPr/>
              <p14:nvPr/>
            </p14:nvContentPartPr>
            <p14:xfrm>
              <a:off x="4328133" y="2965174"/>
              <a:ext cx="59044" cy="251820"/>
            </p14:xfrm>
          </p:contentPart>
        </mc:Choice>
        <mc:Fallback>
          <p:sp>
            <p:nvSpPr>
              <p:cNvPr id="1049949" name=""/>
              <p:cNvSpPr/>
              <p:nvPr/>
            </p:nvSpPr>
            <p:spPr>
              <a:xfrm>
                <a:off x="4328133" y="2965174"/>
                <a:ext cx="59044" cy="251820"/>
              </a:xfrm>
            </p:spPr>
          </p:sp>
        </mc:Fallback>
      </mc:AlternateContent>
      <mc:AlternateContent xmlns:mc="http://schemas.openxmlformats.org/markup-compatibility/2006">
        <mc:Choice xmlns:p14="http://schemas.microsoft.com/office/powerpoint/2010/main" Requires="p14">
          <p:contentPart p14:bwMode="auto" r:id="rId82">
            <p14:nvContentPartPr>
              <p14:cNvPr id="1049950" name=""/>
              <p14:cNvContentPartPr/>
              <p14:nvPr/>
            </p14:nvContentPartPr>
            <p14:xfrm>
              <a:off x="4337317" y="2904186"/>
              <a:ext cx="215365" cy="212666"/>
            </p14:xfrm>
          </p:contentPart>
        </mc:Choice>
        <mc:Fallback>
          <p:sp>
            <p:nvSpPr>
              <p:cNvPr id="1049950" name=""/>
              <p:cNvSpPr/>
              <p:nvPr/>
            </p:nvSpPr>
            <p:spPr>
              <a:xfrm>
                <a:off x="4337317" y="2904186"/>
                <a:ext cx="215365" cy="212666"/>
              </a:xfrm>
            </p:spPr>
          </p:sp>
        </mc:Fallback>
      </mc:AlternateContent>
      <mc:AlternateContent xmlns:mc="http://schemas.openxmlformats.org/markup-compatibility/2006">
        <mc:Choice xmlns:p14="http://schemas.microsoft.com/office/powerpoint/2010/main" Requires="p14">
          <p:contentPart p14:bwMode="auto" r:id="rId83">
            <p14:nvContentPartPr>
              <p14:cNvPr id="1049951" name=""/>
              <p14:cNvContentPartPr/>
              <p14:nvPr/>
            </p14:nvContentPartPr>
            <p14:xfrm>
              <a:off x="4544702" y="3046622"/>
              <a:ext cx="164584" cy="113679"/>
            </p14:xfrm>
          </p:contentPart>
        </mc:Choice>
        <mc:Fallback>
          <p:sp>
            <p:nvSpPr>
              <p:cNvPr id="1049951" name=""/>
              <p:cNvSpPr/>
              <p:nvPr/>
            </p:nvSpPr>
            <p:spPr>
              <a:xfrm>
                <a:off x="4544702" y="3046622"/>
                <a:ext cx="164584" cy="113679"/>
              </a:xfrm>
            </p:spPr>
          </p:sp>
        </mc:Fallback>
      </mc:AlternateContent>
      <mc:AlternateContent xmlns:mc="http://schemas.openxmlformats.org/markup-compatibility/2006">
        <mc:Choice xmlns:p14="http://schemas.microsoft.com/office/powerpoint/2010/main" Requires="p14">
          <p:contentPart p14:bwMode="auto" r:id="rId84">
            <p14:nvContentPartPr>
              <p14:cNvPr id="1049952" name=""/>
              <p14:cNvContentPartPr/>
              <p14:nvPr/>
            </p14:nvContentPartPr>
            <p14:xfrm>
              <a:off x="3510321" y="3509652"/>
              <a:ext cx="123857" cy="167038"/>
            </p14:xfrm>
          </p:contentPart>
        </mc:Choice>
        <mc:Fallback>
          <p:sp>
            <p:nvSpPr>
              <p:cNvPr id="1049952" name=""/>
              <p:cNvSpPr/>
              <p:nvPr/>
            </p:nvSpPr>
            <p:spPr>
              <a:xfrm>
                <a:off x="3510321" y="3509652"/>
                <a:ext cx="123857" cy="167038"/>
              </a:xfrm>
            </p:spPr>
          </p:sp>
        </mc:Fallback>
      </mc:AlternateContent>
      <mc:AlternateContent xmlns:mc="http://schemas.openxmlformats.org/markup-compatibility/2006">
        <mc:Choice xmlns:p14="http://schemas.microsoft.com/office/powerpoint/2010/main" Requires="p14">
          <p:contentPart p14:bwMode="auto" r:id="rId85">
            <p14:nvContentPartPr>
              <p14:cNvPr id="1049953" name=""/>
              <p14:cNvContentPartPr/>
              <p14:nvPr/>
            </p14:nvContentPartPr>
            <p14:xfrm>
              <a:off x="3658754" y="3438906"/>
              <a:ext cx="220213" cy="295105"/>
            </p14:xfrm>
          </p:contentPart>
        </mc:Choice>
        <mc:Fallback>
          <p:sp>
            <p:nvSpPr>
              <p:cNvPr id="1049953" name=""/>
              <p:cNvSpPr/>
              <p:nvPr/>
            </p:nvSpPr>
            <p:spPr>
              <a:xfrm>
                <a:off x="3658754" y="3438906"/>
                <a:ext cx="220213" cy="295105"/>
              </a:xfrm>
            </p:spPr>
          </p:sp>
        </mc:Fallback>
      </mc:AlternateContent>
      <mc:AlternateContent xmlns:mc="http://schemas.openxmlformats.org/markup-compatibility/2006">
        <mc:Choice xmlns:p14="http://schemas.microsoft.com/office/powerpoint/2010/main" Requires="p14">
          <p:contentPart p14:bwMode="auto" r:id="rId86">
            <p14:nvContentPartPr>
              <p14:cNvPr id="1049954" name=""/>
              <p14:cNvContentPartPr/>
              <p14:nvPr/>
            </p14:nvContentPartPr>
            <p14:xfrm>
              <a:off x="3800763" y="3468628"/>
              <a:ext cx="336356" cy="250714"/>
            </p14:xfrm>
          </p:contentPart>
        </mc:Choice>
        <mc:Fallback>
          <p:sp>
            <p:nvSpPr>
              <p:cNvPr id="1049954" name=""/>
              <p:cNvSpPr/>
              <p:nvPr/>
            </p:nvSpPr>
            <p:spPr>
              <a:xfrm>
                <a:off x="3800763" y="3468628"/>
                <a:ext cx="336356" cy="250714"/>
              </a:xfrm>
            </p:spPr>
          </p:sp>
        </mc:Fallback>
      </mc:AlternateContent>
      <mc:AlternateContent xmlns:mc="http://schemas.openxmlformats.org/markup-compatibility/2006">
        <mc:Choice xmlns:p14="http://schemas.microsoft.com/office/powerpoint/2010/main" Requires="p14">
          <p:contentPart p14:bwMode="auto" r:id="rId87">
            <p14:nvContentPartPr>
              <p14:cNvPr id="1049955" name=""/>
              <p14:cNvContentPartPr/>
              <p14:nvPr/>
            </p14:nvContentPartPr>
            <p14:xfrm>
              <a:off x="4065510" y="3617444"/>
              <a:ext cx="193265" cy="14147"/>
            </p14:xfrm>
          </p:contentPart>
        </mc:Choice>
        <mc:Fallback>
          <p:sp>
            <p:nvSpPr>
              <p:cNvPr id="1049955" name=""/>
              <p:cNvSpPr/>
              <p:nvPr/>
            </p:nvSpPr>
            <p:spPr>
              <a:xfrm>
                <a:off x="4065510" y="3617444"/>
                <a:ext cx="193265" cy="14147"/>
              </a:xfrm>
            </p:spPr>
          </p:sp>
        </mc:Fallback>
      </mc:AlternateContent>
      <mc:AlternateContent xmlns:mc="http://schemas.openxmlformats.org/markup-compatibility/2006">
        <mc:Choice xmlns:p14="http://schemas.microsoft.com/office/powerpoint/2010/main" Requires="p14">
          <p:contentPart p14:bwMode="auto" r:id="rId88">
            <p14:nvContentPartPr>
              <p14:cNvPr id="1049956" name=""/>
              <p14:cNvContentPartPr/>
              <p14:nvPr/>
            </p14:nvContentPartPr>
            <p14:xfrm>
              <a:off x="1583950" y="3638944"/>
              <a:ext cx="157567" cy="14489"/>
            </p14:xfrm>
          </p:contentPart>
        </mc:Choice>
        <mc:Fallback>
          <p:sp>
            <p:nvSpPr>
              <p:cNvPr id="1049956" name=""/>
              <p:cNvSpPr/>
              <p:nvPr/>
            </p:nvSpPr>
            <p:spPr>
              <a:xfrm>
                <a:off x="1583950" y="3638944"/>
                <a:ext cx="157567" cy="14489"/>
              </a:xfrm>
            </p:spPr>
          </p:sp>
        </mc:Fallback>
      </mc:AlternateContent>
      <mc:AlternateContent xmlns:mc="http://schemas.openxmlformats.org/markup-compatibility/2006">
        <mc:Choice xmlns:p14="http://schemas.microsoft.com/office/powerpoint/2010/main" Requires="p14">
          <p:contentPart p14:bwMode="auto" r:id="rId89">
            <p14:nvContentPartPr>
              <p14:cNvPr id="1049957" name=""/>
              <p14:cNvContentPartPr/>
              <p14:nvPr/>
            </p14:nvContentPartPr>
            <p14:xfrm>
              <a:off x="1002612" y="3769343"/>
              <a:ext cx="910065" cy="471513"/>
            </p14:xfrm>
          </p:contentPart>
        </mc:Choice>
        <mc:Fallback>
          <p:sp>
            <p:nvSpPr>
              <p:cNvPr id="1049957" name=""/>
              <p:cNvSpPr/>
              <p:nvPr/>
            </p:nvSpPr>
            <p:spPr>
              <a:xfrm>
                <a:off x="1002612" y="3769343"/>
                <a:ext cx="910065" cy="471513"/>
              </a:xfrm>
            </p:spPr>
          </p:sp>
        </mc:Fallback>
      </mc:AlternateContent>
      <mc:AlternateContent xmlns:mc="http://schemas.openxmlformats.org/markup-compatibility/2006">
        <mc:Choice xmlns:p14="http://schemas.microsoft.com/office/powerpoint/2010/main" Requires="p14">
          <p:contentPart p14:bwMode="auto" r:id="rId90">
            <p14:nvContentPartPr>
              <p14:cNvPr id="1049958" name=""/>
              <p14:cNvContentPartPr/>
              <p14:nvPr/>
            </p14:nvContentPartPr>
            <p14:xfrm>
              <a:off x="1855233" y="3878302"/>
              <a:ext cx="72004" cy="349791"/>
            </p14:xfrm>
          </p:contentPart>
        </mc:Choice>
        <mc:Fallback>
          <p:sp>
            <p:nvSpPr>
              <p:cNvPr id="1049958" name=""/>
              <p:cNvSpPr/>
              <p:nvPr/>
            </p:nvSpPr>
            <p:spPr>
              <a:xfrm>
                <a:off x="1855233" y="3878302"/>
                <a:ext cx="72004" cy="349791"/>
              </a:xfrm>
            </p:spPr>
          </p:sp>
        </mc:Fallback>
      </mc:AlternateContent>
      <mc:AlternateContent xmlns:mc="http://schemas.openxmlformats.org/markup-compatibility/2006">
        <mc:Choice xmlns:p14="http://schemas.microsoft.com/office/powerpoint/2010/main" Requires="p14">
          <p:contentPart p14:bwMode="auto" r:id="rId91">
            <p14:nvContentPartPr>
              <p14:cNvPr id="1049959" name=""/>
              <p14:cNvContentPartPr/>
              <p14:nvPr/>
            </p14:nvContentPartPr>
            <p14:xfrm>
              <a:off x="1835459" y="4036161"/>
              <a:ext cx="225676" cy="10670"/>
            </p14:xfrm>
          </p:contentPart>
        </mc:Choice>
        <mc:Fallback>
          <p:sp>
            <p:nvSpPr>
              <p:cNvPr id="1049959" name=""/>
              <p:cNvSpPr/>
              <p:nvPr/>
            </p:nvSpPr>
            <p:spPr>
              <a:xfrm>
                <a:off x="1835459" y="4036161"/>
                <a:ext cx="225676" cy="10670"/>
              </a:xfrm>
            </p:spPr>
          </p:sp>
        </mc:Fallback>
      </mc:AlternateContent>
      <mc:AlternateContent xmlns:mc="http://schemas.openxmlformats.org/markup-compatibility/2006">
        <mc:Choice xmlns:p14="http://schemas.microsoft.com/office/powerpoint/2010/main" Requires="p14">
          <p:contentPart p14:bwMode="auto" r:id="rId92">
            <p14:nvContentPartPr>
              <p14:cNvPr id="1049960" name=""/>
              <p14:cNvContentPartPr/>
              <p14:nvPr/>
            </p14:nvContentPartPr>
            <p14:xfrm>
              <a:off x="1329825" y="4287223"/>
              <a:ext cx="582852" cy="14893"/>
            </p14:xfrm>
          </p:contentPart>
        </mc:Choice>
        <mc:Fallback>
          <p:sp>
            <p:nvSpPr>
              <p:cNvPr id="1049960" name=""/>
              <p:cNvSpPr/>
              <p:nvPr/>
            </p:nvSpPr>
            <p:spPr>
              <a:xfrm>
                <a:off x="1329825" y="4287223"/>
                <a:ext cx="582852" cy="14893"/>
              </a:xfrm>
            </p:spPr>
          </p:sp>
        </mc:Fallback>
      </mc:AlternateContent>
      <mc:AlternateContent xmlns:mc="http://schemas.openxmlformats.org/markup-compatibility/2006">
        <mc:Choice xmlns:p14="http://schemas.microsoft.com/office/powerpoint/2010/main" Requires="p14">
          <p:contentPart p14:bwMode="auto" r:id="rId93">
            <p14:nvContentPartPr>
              <p14:cNvPr id="1049961" name=""/>
              <p14:cNvContentPartPr/>
              <p14:nvPr/>
            </p14:nvContentPartPr>
            <p14:xfrm>
              <a:off x="1336910" y="4347111"/>
              <a:ext cx="472957" cy="38264"/>
            </p14:xfrm>
          </p:contentPart>
        </mc:Choice>
        <mc:Fallback>
          <p:sp>
            <p:nvSpPr>
              <p:cNvPr id="1049961" name=""/>
              <p:cNvSpPr/>
              <p:nvPr/>
            </p:nvSpPr>
            <p:spPr>
              <a:xfrm>
                <a:off x="1336910" y="4347111"/>
                <a:ext cx="472957" cy="38264"/>
              </a:xfrm>
            </p:spPr>
          </p:sp>
        </mc:Fallback>
      </mc:AlternateContent>
      <mc:AlternateContent xmlns:mc="http://schemas.openxmlformats.org/markup-compatibility/2006">
        <mc:Choice xmlns:p14="http://schemas.microsoft.com/office/powerpoint/2010/main" Requires="p14">
          <p:contentPart p14:bwMode="auto" r:id="rId94">
            <p14:nvContentPartPr>
              <p14:cNvPr id="1049962" name=""/>
              <p14:cNvContentPartPr/>
              <p14:nvPr/>
            </p14:nvContentPartPr>
            <p14:xfrm>
              <a:off x="3629119" y="3790936"/>
              <a:ext cx="407547" cy="18158"/>
            </p14:xfrm>
          </p:contentPart>
        </mc:Choice>
        <mc:Fallback>
          <p:sp>
            <p:nvSpPr>
              <p:cNvPr id="1049962" name=""/>
              <p:cNvSpPr/>
              <p:nvPr/>
            </p:nvSpPr>
            <p:spPr>
              <a:xfrm>
                <a:off x="3629119" y="3790936"/>
                <a:ext cx="407547" cy="18158"/>
              </a:xfrm>
            </p:spPr>
          </p:sp>
        </mc:Fallback>
      </mc:AlternateContent>
      <mc:AlternateContent xmlns:mc="http://schemas.openxmlformats.org/markup-compatibility/2006">
        <mc:Choice xmlns:p14="http://schemas.microsoft.com/office/powerpoint/2010/main" Requires="p14">
          <p:contentPart p14:bwMode="auto" r:id="rId95">
            <p14:nvContentPartPr>
              <p14:cNvPr id="1049963" name=""/>
              <p14:cNvContentPartPr/>
              <p14:nvPr/>
            </p14:nvContentPartPr>
            <p14:xfrm>
              <a:off x="3693540" y="3863659"/>
              <a:ext cx="300488" cy="21841"/>
            </p14:xfrm>
          </p:contentPart>
        </mc:Choice>
        <mc:Fallback>
          <p:sp>
            <p:nvSpPr>
              <p:cNvPr id="1049963" name=""/>
              <p:cNvSpPr/>
              <p:nvPr/>
            </p:nvSpPr>
            <p:spPr>
              <a:xfrm>
                <a:off x="3693540" y="3863659"/>
                <a:ext cx="300488" cy="21841"/>
              </a:xfrm>
            </p:spPr>
          </p:sp>
        </mc:Fallback>
      </mc:AlternateContent>
      <mc:AlternateContent xmlns:mc="http://schemas.openxmlformats.org/markup-compatibility/2006">
        <mc:Choice xmlns:p14="http://schemas.microsoft.com/office/powerpoint/2010/main" Requires="p14">
          <p:contentPart p14:bwMode="auto" r:id="rId96">
            <p14:nvContentPartPr>
              <p14:cNvPr id="1049966" name=""/>
              <p14:cNvContentPartPr/>
              <p14:nvPr/>
            </p14:nvContentPartPr>
            <p14:xfrm>
              <a:off x="5626392" y="205189"/>
              <a:ext cx="247896" cy="6159669"/>
            </p14:xfrm>
          </p:contentPart>
        </mc:Choice>
        <mc:Fallback>
          <p:sp>
            <p:nvSpPr>
              <p:cNvPr id="1049966" name=""/>
              <p:cNvSpPr/>
              <p:nvPr/>
            </p:nvSpPr>
            <p:spPr>
              <a:xfrm>
                <a:off x="5626392" y="205189"/>
                <a:ext cx="247896" cy="6159669"/>
              </a:xfrm>
            </p:spPr>
          </p:sp>
        </mc:Fallback>
      </mc:AlternateContent>
      <mc:AlternateContent xmlns:mc="http://schemas.openxmlformats.org/markup-compatibility/2006">
        <mc:Choice xmlns:p14="http://schemas.microsoft.com/office/powerpoint/2010/main" Requires="p14">
          <p:contentPart p14:bwMode="auto" r:id="rId97">
            <p14:nvContentPartPr>
              <p14:cNvPr id="1049967" name=""/>
              <p14:cNvContentPartPr/>
              <p14:nvPr/>
            </p14:nvContentPartPr>
            <p14:xfrm>
              <a:off x="6193228" y="495335"/>
              <a:ext cx="67915" cy="382387"/>
            </p14:xfrm>
          </p:contentPart>
        </mc:Choice>
        <mc:Fallback>
          <p:sp>
            <p:nvSpPr>
              <p:cNvPr id="1049967" name=""/>
              <p:cNvSpPr/>
              <p:nvPr/>
            </p:nvSpPr>
            <p:spPr>
              <a:xfrm>
                <a:off x="6193228" y="495335"/>
                <a:ext cx="67915" cy="382387"/>
              </a:xfrm>
            </p:spPr>
          </p:sp>
        </mc:Fallback>
      </mc:AlternateContent>
      <mc:AlternateContent xmlns:mc="http://schemas.openxmlformats.org/markup-compatibility/2006">
        <mc:Choice xmlns:p14="http://schemas.microsoft.com/office/powerpoint/2010/main" Requires="p14">
          <p:contentPart p14:bwMode="auto" r:id="rId98">
            <p14:nvContentPartPr>
              <p14:cNvPr id="1049968" name=""/>
              <p14:cNvContentPartPr/>
              <p14:nvPr/>
            </p14:nvContentPartPr>
            <p14:xfrm>
              <a:off x="6282323" y="516680"/>
              <a:ext cx="170564" cy="293011"/>
            </p14:xfrm>
          </p:contentPart>
        </mc:Choice>
        <mc:Fallback>
          <p:sp>
            <p:nvSpPr>
              <p:cNvPr id="1049968" name=""/>
              <p:cNvSpPr/>
              <p:nvPr/>
            </p:nvSpPr>
            <p:spPr>
              <a:xfrm>
                <a:off x="6282323" y="516680"/>
                <a:ext cx="170564" cy="293011"/>
              </a:xfrm>
            </p:spPr>
          </p:sp>
        </mc:Fallback>
      </mc:AlternateContent>
      <mc:AlternateContent xmlns:mc="http://schemas.openxmlformats.org/markup-compatibility/2006">
        <mc:Choice xmlns:p14="http://schemas.microsoft.com/office/powerpoint/2010/main" Requires="p14">
          <p:contentPart p14:bwMode="auto" r:id="rId99">
            <p14:nvContentPartPr>
              <p14:cNvPr id="1049969" name=""/>
              <p14:cNvContentPartPr/>
              <p14:nvPr/>
            </p14:nvContentPartPr>
            <p14:xfrm>
              <a:off x="6601908" y="654431"/>
              <a:ext cx="2524" cy="69566"/>
            </p14:xfrm>
          </p:contentPart>
        </mc:Choice>
        <mc:Fallback>
          <p:sp>
            <p:nvSpPr>
              <p:cNvPr id="1049969" name=""/>
              <p:cNvSpPr/>
              <p:nvPr/>
            </p:nvSpPr>
            <p:spPr>
              <a:xfrm>
                <a:off x="6601908" y="654431"/>
                <a:ext cx="2524" cy="69566"/>
              </a:xfrm>
            </p:spPr>
          </p:sp>
        </mc:Fallback>
      </mc:AlternateContent>
      <mc:AlternateContent xmlns:mc="http://schemas.openxmlformats.org/markup-compatibility/2006">
        <mc:Choice xmlns:p14="http://schemas.microsoft.com/office/powerpoint/2010/main" Requires="p14">
          <p:contentPart p14:bwMode="auto" r:id="rId100">
            <p14:nvContentPartPr>
              <p14:cNvPr id="1049970" name=""/>
              <p14:cNvContentPartPr/>
              <p14:nvPr/>
            </p14:nvContentPartPr>
            <p14:xfrm>
              <a:off x="6602760" y="802607"/>
              <a:ext cx="7408" cy="69029"/>
            </p14:xfrm>
          </p:contentPart>
        </mc:Choice>
        <mc:Fallback>
          <p:sp>
            <p:nvSpPr>
              <p:cNvPr id="1049970" name=""/>
              <p:cNvSpPr/>
              <p:nvPr/>
            </p:nvSpPr>
            <p:spPr>
              <a:xfrm>
                <a:off x="6602760" y="802607"/>
                <a:ext cx="7408" cy="69029"/>
              </a:xfrm>
            </p:spPr>
          </p:sp>
        </mc:Fallback>
      </mc:AlternateContent>
      <mc:AlternateContent xmlns:mc="http://schemas.openxmlformats.org/markup-compatibility/2006">
        <mc:Choice xmlns:p14="http://schemas.microsoft.com/office/powerpoint/2010/main" Requires="p14">
          <p:contentPart p14:bwMode="auto" r:id="rId101">
            <p14:nvContentPartPr>
              <p14:cNvPr id="1049971" name=""/>
              <p14:cNvContentPartPr/>
              <p14:nvPr/>
            </p14:nvContentPartPr>
            <p14:xfrm>
              <a:off x="6103619" y="958590"/>
              <a:ext cx="424154" cy="43817"/>
            </p14:xfrm>
          </p:contentPart>
        </mc:Choice>
        <mc:Fallback>
          <p:sp>
            <p:nvSpPr>
              <p:cNvPr id="1049971" name=""/>
              <p:cNvSpPr/>
              <p:nvPr/>
            </p:nvSpPr>
            <p:spPr>
              <a:xfrm>
                <a:off x="6103619" y="958590"/>
                <a:ext cx="424154" cy="43817"/>
              </a:xfrm>
            </p:spPr>
          </p:sp>
        </mc:Fallback>
      </mc:AlternateContent>
      <mc:AlternateContent xmlns:mc="http://schemas.openxmlformats.org/markup-compatibility/2006">
        <mc:Choice xmlns:p14="http://schemas.microsoft.com/office/powerpoint/2010/main" Requires="p14">
          <p:contentPart p14:bwMode="auto" r:id="rId102">
            <p14:nvContentPartPr>
              <p14:cNvPr id="1049972" name=""/>
              <p14:cNvContentPartPr/>
              <p14:nvPr/>
            </p14:nvContentPartPr>
            <p14:xfrm>
              <a:off x="6840497" y="510604"/>
              <a:ext cx="178796" cy="354298"/>
            </p14:xfrm>
          </p:contentPart>
        </mc:Choice>
        <mc:Fallback>
          <p:sp>
            <p:nvSpPr>
              <p:cNvPr id="1049972" name=""/>
              <p:cNvSpPr/>
              <p:nvPr/>
            </p:nvSpPr>
            <p:spPr>
              <a:xfrm>
                <a:off x="6840497" y="510604"/>
                <a:ext cx="178796" cy="354298"/>
              </a:xfrm>
            </p:spPr>
          </p:sp>
        </mc:Fallback>
      </mc:AlternateContent>
      <mc:AlternateContent xmlns:mc="http://schemas.openxmlformats.org/markup-compatibility/2006">
        <mc:Choice xmlns:p14="http://schemas.microsoft.com/office/powerpoint/2010/main" Requires="p14">
          <p:contentPart p14:bwMode="auto" r:id="rId103">
            <p14:nvContentPartPr>
              <p14:cNvPr id="1049973" name=""/>
              <p14:cNvContentPartPr/>
              <p14:nvPr/>
            </p14:nvContentPartPr>
            <p14:xfrm>
              <a:off x="6854617" y="668579"/>
              <a:ext cx="164584" cy="7446"/>
            </p14:xfrm>
          </p:contentPart>
        </mc:Choice>
        <mc:Fallback>
          <p:sp>
            <p:nvSpPr>
              <p:cNvPr id="1049973" name=""/>
              <p:cNvSpPr/>
              <p:nvPr/>
            </p:nvSpPr>
            <p:spPr>
              <a:xfrm>
                <a:off x="6854617" y="668579"/>
                <a:ext cx="164584" cy="7446"/>
              </a:xfrm>
            </p:spPr>
          </p:sp>
        </mc:Fallback>
      </mc:AlternateContent>
      <mc:AlternateContent xmlns:mc="http://schemas.openxmlformats.org/markup-compatibility/2006">
        <mc:Choice xmlns:p14="http://schemas.microsoft.com/office/powerpoint/2010/main" Requires="p14">
          <p:contentPart p14:bwMode="auto" r:id="rId104">
            <p14:nvContentPartPr>
              <p14:cNvPr id="1049974" name=""/>
              <p14:cNvContentPartPr/>
              <p14:nvPr/>
            </p14:nvContentPartPr>
            <p14:xfrm>
              <a:off x="7119364" y="659120"/>
              <a:ext cx="136127" cy="16904"/>
            </p14:xfrm>
          </p:contentPart>
        </mc:Choice>
        <mc:Fallback>
          <p:sp>
            <p:nvSpPr>
              <p:cNvPr id="1049974" name=""/>
              <p:cNvSpPr/>
              <p:nvPr/>
            </p:nvSpPr>
            <p:spPr>
              <a:xfrm>
                <a:off x="7119364" y="659120"/>
                <a:ext cx="136127" cy="16904"/>
              </a:xfrm>
            </p:spPr>
          </p:sp>
        </mc:Fallback>
      </mc:AlternateContent>
      <mc:AlternateContent xmlns:mc="http://schemas.openxmlformats.org/markup-compatibility/2006">
        <mc:Choice xmlns:p14="http://schemas.microsoft.com/office/powerpoint/2010/main" Requires="p14">
          <p:contentPart p14:bwMode="auto" r:id="rId105">
            <p14:nvContentPartPr>
              <p14:cNvPr id="1049975" name=""/>
              <p14:cNvContentPartPr/>
              <p14:nvPr/>
            </p14:nvContentPartPr>
            <p14:xfrm>
              <a:off x="7126424" y="751509"/>
              <a:ext cx="159297" cy="40425"/>
            </p14:xfrm>
          </p:contentPart>
        </mc:Choice>
        <mc:Fallback>
          <p:sp>
            <p:nvSpPr>
              <p:cNvPr id="1049975" name=""/>
              <p:cNvSpPr/>
              <p:nvPr/>
            </p:nvSpPr>
            <p:spPr>
              <a:xfrm>
                <a:off x="7126424" y="751509"/>
                <a:ext cx="159297" cy="40425"/>
              </a:xfrm>
            </p:spPr>
          </p:sp>
        </mc:Fallback>
      </mc:AlternateContent>
      <mc:AlternateContent xmlns:mc="http://schemas.openxmlformats.org/markup-compatibility/2006">
        <mc:Choice xmlns:p14="http://schemas.microsoft.com/office/powerpoint/2010/main" Requires="p14">
          <p:contentPart p14:bwMode="auto" r:id="rId106">
            <p14:nvContentPartPr>
              <p14:cNvPr id="1049976" name=""/>
              <p14:cNvContentPartPr/>
              <p14:nvPr/>
            </p14:nvContentPartPr>
            <p14:xfrm>
              <a:off x="7340869" y="530617"/>
              <a:ext cx="223629" cy="301053"/>
            </p14:xfrm>
          </p:contentPart>
        </mc:Choice>
        <mc:Fallback>
          <p:sp>
            <p:nvSpPr>
              <p:cNvPr id="1049976" name=""/>
              <p:cNvSpPr/>
              <p:nvPr/>
            </p:nvSpPr>
            <p:spPr>
              <a:xfrm>
                <a:off x="7340869" y="530617"/>
                <a:ext cx="223629" cy="301053"/>
              </a:xfrm>
            </p:spPr>
          </p:sp>
        </mc:Fallback>
      </mc:AlternateContent>
      <mc:AlternateContent xmlns:mc="http://schemas.openxmlformats.org/markup-compatibility/2006">
        <mc:Choice xmlns:p14="http://schemas.microsoft.com/office/powerpoint/2010/main" Requires="p14">
          <p:contentPart p14:bwMode="auto" r:id="rId107">
            <p14:nvContentPartPr>
              <p14:cNvPr id="1049977" name=""/>
              <p14:cNvContentPartPr/>
              <p14:nvPr/>
            </p14:nvContentPartPr>
            <p14:xfrm>
              <a:off x="7448091" y="661629"/>
              <a:ext cx="200326" cy="29287"/>
            </p14:xfrm>
          </p:contentPart>
        </mc:Choice>
        <mc:Fallback>
          <p:sp>
            <p:nvSpPr>
              <p:cNvPr id="1049977" name=""/>
              <p:cNvSpPr/>
              <p:nvPr/>
            </p:nvSpPr>
            <p:spPr>
              <a:xfrm>
                <a:off x="7448091" y="661629"/>
                <a:ext cx="200326" cy="29287"/>
              </a:xfrm>
            </p:spPr>
          </p:sp>
        </mc:Fallback>
      </mc:AlternateContent>
      <mc:AlternateContent xmlns:mc="http://schemas.openxmlformats.org/markup-compatibility/2006">
        <mc:Choice xmlns:p14="http://schemas.microsoft.com/office/powerpoint/2010/main" Requires="p14">
          <p:contentPart p14:bwMode="auto" r:id="rId108">
            <p14:nvContentPartPr>
              <p14:cNvPr id="1049978" name=""/>
              <p14:cNvContentPartPr/>
              <p14:nvPr/>
            </p14:nvContentPartPr>
            <p14:xfrm>
              <a:off x="8131138" y="679871"/>
              <a:ext cx="148139" cy="305227"/>
            </p14:xfrm>
          </p:contentPart>
        </mc:Choice>
        <mc:Fallback>
          <p:sp>
            <p:nvSpPr>
              <p:cNvPr id="1049978" name=""/>
              <p:cNvSpPr/>
              <p:nvPr/>
            </p:nvSpPr>
            <p:spPr>
              <a:xfrm>
                <a:off x="8131138" y="679871"/>
                <a:ext cx="148139" cy="305227"/>
              </a:xfrm>
            </p:spPr>
          </p:sp>
        </mc:Fallback>
      </mc:AlternateContent>
      <mc:AlternateContent xmlns:mc="http://schemas.openxmlformats.org/markup-compatibility/2006">
        <mc:Choice xmlns:p14="http://schemas.microsoft.com/office/powerpoint/2010/main" Requires="p14">
          <p:contentPart p14:bwMode="auto" r:id="rId109">
            <p14:nvContentPartPr>
              <p14:cNvPr id="1049979" name=""/>
              <p14:cNvContentPartPr/>
              <p14:nvPr/>
            </p14:nvContentPartPr>
            <p14:xfrm>
              <a:off x="8351319" y="713504"/>
              <a:ext cx="132911" cy="215328"/>
            </p14:xfrm>
          </p:contentPart>
        </mc:Choice>
        <mc:Fallback>
          <p:sp>
            <p:nvSpPr>
              <p:cNvPr id="1049979" name=""/>
              <p:cNvSpPr/>
              <p:nvPr/>
            </p:nvSpPr>
            <p:spPr>
              <a:xfrm>
                <a:off x="8351319" y="713504"/>
                <a:ext cx="132911" cy="215328"/>
              </a:xfrm>
            </p:spPr>
          </p:sp>
        </mc:Fallback>
      </mc:AlternateContent>
      <mc:AlternateContent xmlns:mc="http://schemas.openxmlformats.org/markup-compatibility/2006">
        <mc:Choice xmlns:p14="http://schemas.microsoft.com/office/powerpoint/2010/main" Requires="p14">
          <p:contentPart p14:bwMode="auto" r:id="rId110">
            <p14:nvContentPartPr>
              <p14:cNvPr id="1049980" name=""/>
              <p14:cNvContentPartPr/>
              <p14:nvPr/>
            </p14:nvContentPartPr>
            <p14:xfrm>
              <a:off x="8501885" y="574140"/>
              <a:ext cx="101900" cy="133719"/>
            </p14:xfrm>
          </p:contentPart>
        </mc:Choice>
        <mc:Fallback>
          <p:sp>
            <p:nvSpPr>
              <p:cNvPr id="1049980" name=""/>
              <p:cNvSpPr/>
              <p:nvPr/>
            </p:nvSpPr>
            <p:spPr>
              <a:xfrm>
                <a:off x="8501885" y="574140"/>
                <a:ext cx="101900" cy="133719"/>
              </a:xfrm>
            </p:spPr>
          </p:sp>
        </mc:Fallback>
      </mc:AlternateContent>
      <mc:AlternateContent xmlns:mc="http://schemas.openxmlformats.org/markup-compatibility/2006">
        <mc:Choice xmlns:p14="http://schemas.microsoft.com/office/powerpoint/2010/main" Requires="p14">
          <p:contentPart p14:bwMode="auto" r:id="rId111">
            <p14:nvContentPartPr>
              <p14:cNvPr id="1049981" name=""/>
              <p14:cNvContentPartPr/>
              <p14:nvPr/>
            </p14:nvContentPartPr>
            <p14:xfrm>
              <a:off x="7989252" y="462007"/>
              <a:ext cx="702037" cy="654256"/>
            </p14:xfrm>
          </p:contentPart>
        </mc:Choice>
        <mc:Fallback>
          <p:sp>
            <p:nvSpPr>
              <p:cNvPr id="1049981" name=""/>
              <p:cNvSpPr/>
              <p:nvPr/>
            </p:nvSpPr>
            <p:spPr>
              <a:xfrm>
                <a:off x="7989252" y="462007"/>
                <a:ext cx="702037" cy="654256"/>
              </a:xfrm>
            </p:spPr>
          </p:sp>
        </mc:Fallback>
      </mc:AlternateContent>
      <mc:AlternateContent xmlns:mc="http://schemas.openxmlformats.org/markup-compatibility/2006">
        <mc:Choice xmlns:p14="http://schemas.microsoft.com/office/powerpoint/2010/main" Requires="p14">
          <p:contentPart p14:bwMode="auto" r:id="rId112">
            <p14:nvContentPartPr>
              <p14:cNvPr id="1049982" name=""/>
              <p14:cNvContentPartPr/>
              <p14:nvPr/>
            </p14:nvContentPartPr>
            <p14:xfrm>
              <a:off x="9264696" y="646625"/>
              <a:ext cx="142084" cy="294681"/>
            </p14:xfrm>
          </p:contentPart>
        </mc:Choice>
        <mc:Fallback>
          <p:sp>
            <p:nvSpPr>
              <p:cNvPr id="1049982" name=""/>
              <p:cNvSpPr/>
              <p:nvPr/>
            </p:nvSpPr>
            <p:spPr>
              <a:xfrm>
                <a:off x="9264696" y="646625"/>
                <a:ext cx="142084" cy="294681"/>
              </a:xfrm>
            </p:spPr>
          </p:sp>
        </mc:Fallback>
      </mc:AlternateContent>
      <mc:AlternateContent xmlns:mc="http://schemas.openxmlformats.org/markup-compatibility/2006">
        <mc:Choice xmlns:p14="http://schemas.microsoft.com/office/powerpoint/2010/main" Requires="p14">
          <p:contentPart p14:bwMode="auto" r:id="rId113">
            <p14:nvContentPartPr>
              <p14:cNvPr id="1049983" name=""/>
              <p14:cNvContentPartPr/>
              <p14:nvPr/>
            </p14:nvContentPartPr>
            <p14:xfrm>
              <a:off x="9486642" y="701106"/>
              <a:ext cx="124643" cy="191771"/>
            </p14:xfrm>
          </p:contentPart>
        </mc:Choice>
        <mc:Fallback>
          <p:sp>
            <p:nvSpPr>
              <p:cNvPr id="1049983" name=""/>
              <p:cNvSpPr/>
              <p:nvPr/>
            </p:nvSpPr>
            <p:spPr>
              <a:xfrm>
                <a:off x="9486642" y="701106"/>
                <a:ext cx="124643" cy="191771"/>
              </a:xfrm>
            </p:spPr>
          </p:sp>
        </mc:Fallback>
      </mc:AlternateContent>
      <mc:AlternateContent xmlns:mc="http://schemas.openxmlformats.org/markup-compatibility/2006">
        <mc:Choice xmlns:p14="http://schemas.microsoft.com/office/powerpoint/2010/main" Requires="p14">
          <p:contentPart p14:bwMode="auto" r:id="rId114">
            <p14:nvContentPartPr>
              <p14:cNvPr id="1049984" name=""/>
              <p14:cNvContentPartPr/>
              <p14:nvPr/>
            </p14:nvContentPartPr>
            <p14:xfrm>
              <a:off x="9611575" y="543956"/>
              <a:ext cx="96997" cy="128749"/>
            </p14:xfrm>
          </p:contentPart>
        </mc:Choice>
        <mc:Fallback>
          <p:sp>
            <p:nvSpPr>
              <p:cNvPr id="1049984" name=""/>
              <p:cNvSpPr/>
              <p:nvPr/>
            </p:nvSpPr>
            <p:spPr>
              <a:xfrm>
                <a:off x="9611575" y="543956"/>
                <a:ext cx="96997" cy="128749"/>
              </a:xfrm>
            </p:spPr>
          </p:sp>
        </mc:Fallback>
      </mc:AlternateContent>
      <mc:AlternateContent xmlns:mc="http://schemas.openxmlformats.org/markup-compatibility/2006">
        <mc:Choice xmlns:p14="http://schemas.microsoft.com/office/powerpoint/2010/main" Requires="p14">
          <p:contentPart p14:bwMode="auto" r:id="rId115">
            <p14:nvContentPartPr>
              <p14:cNvPr id="1049985" name=""/>
              <p14:cNvContentPartPr/>
              <p14:nvPr/>
            </p14:nvContentPartPr>
            <p14:xfrm>
              <a:off x="9799105" y="635179"/>
              <a:ext cx="179459" cy="375926"/>
            </p14:xfrm>
          </p:contentPart>
        </mc:Choice>
        <mc:Fallback>
          <p:sp>
            <p:nvSpPr>
              <p:cNvPr id="1049985" name=""/>
              <p:cNvSpPr/>
              <p:nvPr/>
            </p:nvSpPr>
            <p:spPr>
              <a:xfrm>
                <a:off x="9799105" y="635179"/>
                <a:ext cx="179459" cy="375926"/>
              </a:xfrm>
            </p:spPr>
          </p:sp>
        </mc:Fallback>
      </mc:AlternateContent>
      <mc:AlternateContent xmlns:mc="http://schemas.openxmlformats.org/markup-compatibility/2006">
        <mc:Choice xmlns:p14="http://schemas.microsoft.com/office/powerpoint/2010/main" Requires="p14">
          <p:contentPart p14:bwMode="auto" r:id="rId116">
            <p14:nvContentPartPr>
              <p14:cNvPr id="1049986" name=""/>
              <p14:cNvContentPartPr/>
              <p14:nvPr/>
            </p14:nvContentPartPr>
            <p14:xfrm>
              <a:off x="9958332" y="701959"/>
              <a:ext cx="119572" cy="126708"/>
            </p14:xfrm>
          </p:contentPart>
        </mc:Choice>
        <mc:Fallback>
          <p:sp>
            <p:nvSpPr>
              <p:cNvPr id="1049986" name=""/>
              <p:cNvSpPr/>
              <p:nvPr/>
            </p:nvSpPr>
            <p:spPr>
              <a:xfrm>
                <a:off x="9958332" y="701959"/>
                <a:ext cx="119572" cy="126708"/>
              </a:xfrm>
            </p:spPr>
          </p:sp>
        </mc:Fallback>
      </mc:AlternateContent>
      <mc:AlternateContent xmlns:mc="http://schemas.openxmlformats.org/markup-compatibility/2006">
        <mc:Choice xmlns:p14="http://schemas.microsoft.com/office/powerpoint/2010/main" Requires="p14">
          <p:contentPart p14:bwMode="auto" r:id="rId117">
            <p14:nvContentPartPr>
              <p14:cNvPr id="1049987" name=""/>
              <p14:cNvContentPartPr/>
              <p14:nvPr/>
            </p14:nvContentPartPr>
            <p14:xfrm>
              <a:off x="10022754" y="499758"/>
              <a:ext cx="95046" cy="158781"/>
            </p14:xfrm>
          </p:contentPart>
        </mc:Choice>
        <mc:Fallback>
          <p:sp>
            <p:nvSpPr>
              <p:cNvPr id="1049987" name=""/>
              <p:cNvSpPr/>
              <p:nvPr/>
            </p:nvSpPr>
            <p:spPr>
              <a:xfrm>
                <a:off x="10022754" y="499758"/>
                <a:ext cx="95046" cy="158781"/>
              </a:xfrm>
            </p:spPr>
          </p:sp>
        </mc:Fallback>
      </mc:AlternateContent>
      <mc:AlternateContent xmlns:mc="http://schemas.openxmlformats.org/markup-compatibility/2006">
        <mc:Choice xmlns:p14="http://schemas.microsoft.com/office/powerpoint/2010/main" Requires="p14">
          <p:contentPart p14:bwMode="auto" r:id="rId118">
            <p14:nvContentPartPr>
              <p14:cNvPr id="1049988" name=""/>
              <p14:cNvContentPartPr/>
              <p14:nvPr/>
            </p14:nvContentPartPr>
            <p14:xfrm>
              <a:off x="9195165" y="336215"/>
              <a:ext cx="1040649" cy="807728"/>
            </p14:xfrm>
          </p:contentPart>
        </mc:Choice>
        <mc:Fallback>
          <p:sp>
            <p:nvSpPr>
              <p:cNvPr id="1049988" name=""/>
              <p:cNvSpPr/>
              <p:nvPr/>
            </p:nvSpPr>
            <p:spPr>
              <a:xfrm>
                <a:off x="9195165" y="336215"/>
                <a:ext cx="1040649" cy="807728"/>
              </a:xfrm>
            </p:spPr>
          </p:sp>
        </mc:Fallback>
      </mc:AlternateContent>
      <mc:AlternateContent xmlns:mc="http://schemas.openxmlformats.org/markup-compatibility/2006">
        <mc:Choice xmlns:p14="http://schemas.microsoft.com/office/powerpoint/2010/main" Requires="p14">
          <p:contentPart p14:bwMode="auto" r:id="rId119">
            <p14:nvContentPartPr>
              <p14:cNvPr id="1049989" name=""/>
              <p14:cNvContentPartPr/>
              <p14:nvPr/>
            </p14:nvContentPartPr>
            <p14:xfrm>
              <a:off x="9858170" y="1154525"/>
              <a:ext cx="146393" cy="208344"/>
            </p14:xfrm>
          </p:contentPart>
        </mc:Choice>
        <mc:Fallback>
          <p:sp>
            <p:nvSpPr>
              <p:cNvPr id="1049989" name=""/>
              <p:cNvSpPr/>
              <p:nvPr/>
            </p:nvSpPr>
            <p:spPr>
              <a:xfrm>
                <a:off x="9858170" y="1154525"/>
                <a:ext cx="146393" cy="208344"/>
              </a:xfrm>
            </p:spPr>
          </p:sp>
        </mc:Fallback>
      </mc:AlternateContent>
      <mc:AlternateContent xmlns:mc="http://schemas.openxmlformats.org/markup-compatibility/2006">
        <mc:Choice xmlns:p14="http://schemas.microsoft.com/office/powerpoint/2010/main" Requires="p14">
          <p:contentPart p14:bwMode="auto" r:id="rId120">
            <p14:nvContentPartPr>
              <p14:cNvPr id="1049990" name=""/>
              <p14:cNvContentPartPr/>
              <p14:nvPr/>
            </p14:nvContentPartPr>
            <p14:xfrm>
              <a:off x="9314589" y="1316032"/>
              <a:ext cx="144093" cy="164810"/>
            </p14:xfrm>
          </p:contentPart>
        </mc:Choice>
        <mc:Fallback>
          <p:sp>
            <p:nvSpPr>
              <p:cNvPr id="1049990" name=""/>
              <p:cNvSpPr/>
              <p:nvPr/>
            </p:nvSpPr>
            <p:spPr>
              <a:xfrm>
                <a:off x="9314589" y="1316032"/>
                <a:ext cx="144093" cy="164810"/>
              </a:xfrm>
            </p:spPr>
          </p:sp>
        </mc:Fallback>
      </mc:AlternateContent>
      <mc:AlternateContent xmlns:mc="http://schemas.openxmlformats.org/markup-compatibility/2006">
        <mc:Choice xmlns:p14="http://schemas.microsoft.com/office/powerpoint/2010/main" Requires="p14">
          <p:contentPart p14:bwMode="auto" r:id="rId121">
            <p14:nvContentPartPr>
              <p14:cNvPr id="1049991" name=""/>
              <p14:cNvContentPartPr/>
              <p14:nvPr/>
            </p14:nvContentPartPr>
            <p14:xfrm>
              <a:off x="9465021" y="1238859"/>
              <a:ext cx="102269" cy="31605"/>
            </p14:xfrm>
          </p:contentPart>
        </mc:Choice>
        <mc:Fallback>
          <p:sp>
            <p:nvSpPr>
              <p:cNvPr id="1049991" name=""/>
              <p:cNvSpPr/>
              <p:nvPr/>
            </p:nvSpPr>
            <p:spPr>
              <a:xfrm>
                <a:off x="9465021" y="1238859"/>
                <a:ext cx="102269" cy="31605"/>
              </a:xfrm>
            </p:spPr>
          </p:sp>
        </mc:Fallback>
      </mc:AlternateContent>
      <mc:AlternateContent xmlns:mc="http://schemas.openxmlformats.org/markup-compatibility/2006">
        <mc:Choice xmlns:p14="http://schemas.microsoft.com/office/powerpoint/2010/main" Requires="p14">
          <p:contentPart p14:bwMode="auto" r:id="rId122">
            <p14:nvContentPartPr>
              <p14:cNvPr id="1049992" name=""/>
              <p14:cNvContentPartPr/>
              <p14:nvPr/>
            </p14:nvContentPartPr>
            <p14:xfrm>
              <a:off x="9576496" y="1230007"/>
              <a:ext cx="197990" cy="286518"/>
            </p14:xfrm>
          </p:contentPart>
        </mc:Choice>
        <mc:Fallback>
          <p:sp>
            <p:nvSpPr>
              <p:cNvPr id="1049992" name=""/>
              <p:cNvSpPr/>
              <p:nvPr/>
            </p:nvSpPr>
            <p:spPr>
              <a:xfrm>
                <a:off x="9576496" y="1230007"/>
                <a:ext cx="197990" cy="286518"/>
              </a:xfrm>
            </p:spPr>
          </p:sp>
        </mc:Fallback>
      </mc:AlternateContent>
      <mc:AlternateContent xmlns:mc="http://schemas.openxmlformats.org/markup-compatibility/2006">
        <mc:Choice xmlns:p14="http://schemas.microsoft.com/office/powerpoint/2010/main" Requires="p14">
          <p:contentPart p14:bwMode="auto" r:id="rId123">
            <p14:nvContentPartPr>
              <p14:cNvPr id="1049993" name=""/>
              <p14:cNvContentPartPr/>
              <p14:nvPr/>
            </p14:nvContentPartPr>
            <p14:xfrm>
              <a:off x="9995111" y="1146496"/>
              <a:ext cx="512229" cy="239892"/>
            </p14:xfrm>
          </p:contentPart>
        </mc:Choice>
        <mc:Fallback>
          <p:sp>
            <p:nvSpPr>
              <p:cNvPr id="1049993" name=""/>
              <p:cNvSpPr/>
              <p:nvPr/>
            </p:nvSpPr>
            <p:spPr>
              <a:xfrm>
                <a:off x="9995111" y="1146496"/>
                <a:ext cx="512229" cy="239892"/>
              </a:xfrm>
            </p:spPr>
          </p:sp>
        </mc:Fallback>
      </mc:AlternateContent>
      <mc:AlternateContent xmlns:mc="http://schemas.openxmlformats.org/markup-compatibility/2006">
        <mc:Choice xmlns:p14="http://schemas.microsoft.com/office/powerpoint/2010/main" Requires="p14">
          <p:contentPart p14:bwMode="auto" r:id="rId124">
            <p14:nvContentPartPr>
              <p14:cNvPr id="1049994" name=""/>
              <p14:cNvContentPartPr/>
              <p14:nvPr/>
            </p14:nvContentPartPr>
            <p14:xfrm>
              <a:off x="10522385" y="1197989"/>
              <a:ext cx="174633" cy="146536"/>
            </p14:xfrm>
          </p:contentPart>
        </mc:Choice>
        <mc:Fallback>
          <p:sp>
            <p:nvSpPr>
              <p:cNvPr id="1049994" name=""/>
              <p:cNvSpPr/>
              <p:nvPr/>
            </p:nvSpPr>
            <p:spPr>
              <a:xfrm>
                <a:off x="10522385" y="1197989"/>
                <a:ext cx="174633" cy="146536"/>
              </a:xfrm>
            </p:spPr>
          </p:sp>
        </mc:Fallback>
      </mc:AlternateContent>
      <mc:AlternateContent xmlns:mc="http://schemas.openxmlformats.org/markup-compatibility/2006">
        <mc:Choice xmlns:p14="http://schemas.microsoft.com/office/powerpoint/2010/main" Requires="p14">
          <p:contentPart p14:bwMode="auto" r:id="rId125">
            <p14:nvContentPartPr>
              <p14:cNvPr id="1049995" name=""/>
              <p14:cNvContentPartPr/>
              <p14:nvPr/>
            </p14:nvContentPartPr>
            <p14:xfrm>
              <a:off x="6979931" y="1857209"/>
              <a:ext cx="39270" cy="278728"/>
            </p14:xfrm>
          </p:contentPart>
        </mc:Choice>
        <mc:Fallback>
          <p:sp>
            <p:nvSpPr>
              <p:cNvPr id="1049995" name=""/>
              <p:cNvSpPr/>
              <p:nvPr/>
            </p:nvSpPr>
            <p:spPr>
              <a:xfrm>
                <a:off x="6979931" y="1857209"/>
                <a:ext cx="39270" cy="278728"/>
              </a:xfrm>
            </p:spPr>
          </p:sp>
        </mc:Fallback>
      </mc:AlternateContent>
      <mc:AlternateContent xmlns:mc="http://schemas.openxmlformats.org/markup-compatibility/2006">
        <mc:Choice xmlns:p14="http://schemas.microsoft.com/office/powerpoint/2010/main" Requires="p14">
          <p:contentPart p14:bwMode="auto" r:id="rId126">
            <p14:nvContentPartPr>
              <p14:cNvPr id="1049996" name=""/>
              <p14:cNvContentPartPr/>
              <p14:nvPr/>
            </p14:nvContentPartPr>
            <p14:xfrm>
              <a:off x="7033322" y="1824983"/>
              <a:ext cx="153228" cy="244099"/>
            </p14:xfrm>
          </p:contentPart>
        </mc:Choice>
        <mc:Fallback>
          <p:sp>
            <p:nvSpPr>
              <p:cNvPr id="1049996" name=""/>
              <p:cNvSpPr/>
              <p:nvPr/>
            </p:nvSpPr>
            <p:spPr>
              <a:xfrm>
                <a:off x="7033322" y="1824983"/>
                <a:ext cx="153228" cy="244099"/>
              </a:xfrm>
            </p:spPr>
          </p:sp>
        </mc:Fallback>
      </mc:AlternateContent>
      <mc:AlternateContent xmlns:mc="http://schemas.openxmlformats.org/markup-compatibility/2006">
        <mc:Choice xmlns:p14="http://schemas.microsoft.com/office/powerpoint/2010/main" Requires="p14">
          <p:contentPart p14:bwMode="auto" r:id="rId127">
            <p14:nvContentPartPr>
              <p14:cNvPr id="1049997" name=""/>
              <p14:cNvContentPartPr/>
              <p14:nvPr/>
            </p14:nvContentPartPr>
            <p14:xfrm>
              <a:off x="7255267" y="1843558"/>
              <a:ext cx="6500" cy="278746"/>
            </p14:xfrm>
          </p:contentPart>
        </mc:Choice>
        <mc:Fallback>
          <p:sp>
            <p:nvSpPr>
              <p:cNvPr id="1049997" name=""/>
              <p:cNvSpPr/>
              <p:nvPr/>
            </p:nvSpPr>
            <p:spPr>
              <a:xfrm>
                <a:off x="7255267" y="1843558"/>
                <a:ext cx="6500" cy="278746"/>
              </a:xfrm>
            </p:spPr>
          </p:sp>
        </mc:Fallback>
      </mc:AlternateContent>
      <mc:AlternateContent xmlns:mc="http://schemas.openxmlformats.org/markup-compatibility/2006">
        <mc:Choice xmlns:p14="http://schemas.microsoft.com/office/powerpoint/2010/main" Requires="p14">
          <p:contentPart p14:bwMode="auto" r:id="rId128">
            <p14:nvContentPartPr>
              <p14:cNvPr id="1049998" name=""/>
              <p14:cNvContentPartPr/>
              <p14:nvPr/>
            </p14:nvContentPartPr>
            <p14:xfrm>
              <a:off x="7327525" y="1879795"/>
              <a:ext cx="4961" cy="223717"/>
            </p14:xfrm>
          </p:contentPart>
        </mc:Choice>
        <mc:Fallback>
          <p:sp>
            <p:nvSpPr>
              <p:cNvPr id="1049998" name=""/>
              <p:cNvSpPr/>
              <p:nvPr/>
            </p:nvSpPr>
            <p:spPr>
              <a:xfrm>
                <a:off x="7327525" y="1879795"/>
                <a:ext cx="4961" cy="223717"/>
              </a:xfrm>
            </p:spPr>
          </p:sp>
        </mc:Fallback>
      </mc:AlternateContent>
      <mc:AlternateContent xmlns:mc="http://schemas.openxmlformats.org/markup-compatibility/2006">
        <mc:Choice xmlns:p14="http://schemas.microsoft.com/office/powerpoint/2010/main" Requires="p14">
          <p:contentPart p14:bwMode="auto" r:id="rId129">
            <p14:nvContentPartPr>
              <p14:cNvPr id="1049999" name=""/>
              <p14:cNvContentPartPr/>
              <p14:nvPr/>
            </p14:nvContentPartPr>
            <p14:xfrm>
              <a:off x="7219527" y="1971458"/>
              <a:ext cx="258235" cy="227163"/>
            </p14:xfrm>
          </p:contentPart>
        </mc:Choice>
        <mc:Fallback>
          <p:sp>
            <p:nvSpPr>
              <p:cNvPr id="1049999" name=""/>
              <p:cNvSpPr/>
              <p:nvPr/>
            </p:nvSpPr>
            <p:spPr>
              <a:xfrm>
                <a:off x="7219527" y="1971458"/>
                <a:ext cx="258235" cy="227163"/>
              </a:xfrm>
            </p:spPr>
          </p:sp>
        </mc:Fallback>
      </mc:AlternateContent>
      <mc:AlternateContent xmlns:mc="http://schemas.openxmlformats.org/markup-compatibility/2006">
        <mc:Choice xmlns:p14="http://schemas.microsoft.com/office/powerpoint/2010/main" Requires="p14">
          <p:contentPart p14:bwMode="auto" r:id="rId130">
            <p14:nvContentPartPr>
              <p14:cNvPr id="1050000" name=""/>
              <p14:cNvContentPartPr/>
              <p14:nvPr/>
            </p14:nvContentPartPr>
            <p14:xfrm>
              <a:off x="6933159" y="2276492"/>
              <a:ext cx="377808" cy="36660"/>
            </p14:xfrm>
          </p:contentPart>
        </mc:Choice>
        <mc:Fallback>
          <p:sp>
            <p:nvSpPr>
              <p:cNvPr id="1050000" name=""/>
              <p:cNvSpPr/>
              <p:nvPr/>
            </p:nvSpPr>
            <p:spPr>
              <a:xfrm>
                <a:off x="6933159" y="2276492"/>
                <a:ext cx="377808" cy="36660"/>
              </a:xfrm>
            </p:spPr>
          </p:sp>
        </mc:Fallback>
      </mc:AlternateContent>
      <mc:AlternateContent xmlns:mc="http://schemas.openxmlformats.org/markup-compatibility/2006">
        <mc:Choice xmlns:p14="http://schemas.microsoft.com/office/powerpoint/2010/main" Requires="p14">
          <p:contentPart p14:bwMode="auto" r:id="rId131">
            <p14:nvContentPartPr>
              <p14:cNvPr id="1050001" name=""/>
              <p14:cNvContentPartPr/>
              <p14:nvPr/>
            </p14:nvContentPartPr>
            <p14:xfrm>
              <a:off x="8252182" y="1944079"/>
              <a:ext cx="25448" cy="199838"/>
            </p14:xfrm>
          </p:contentPart>
        </mc:Choice>
        <mc:Fallback>
          <p:sp>
            <p:nvSpPr>
              <p:cNvPr id="1050001" name=""/>
              <p:cNvSpPr/>
              <p:nvPr/>
            </p:nvSpPr>
            <p:spPr>
              <a:xfrm>
                <a:off x="8252182" y="1944079"/>
                <a:ext cx="25448" cy="199838"/>
              </a:xfrm>
            </p:spPr>
          </p:sp>
        </mc:Fallback>
      </mc:AlternateContent>
      <mc:AlternateContent xmlns:mc="http://schemas.openxmlformats.org/markup-compatibility/2006">
        <mc:Choice xmlns:p14="http://schemas.microsoft.com/office/powerpoint/2010/main" Requires="p14">
          <p:contentPart p14:bwMode="auto" r:id="rId132">
            <p14:nvContentPartPr>
              <p14:cNvPr id="1050002" name=""/>
              <p14:cNvContentPartPr/>
              <p14:nvPr/>
            </p14:nvContentPartPr>
            <p14:xfrm>
              <a:off x="8277631" y="1893446"/>
              <a:ext cx="180144" cy="212033"/>
            </p14:xfrm>
          </p:contentPart>
        </mc:Choice>
        <mc:Fallback>
          <p:sp>
            <p:nvSpPr>
              <p:cNvPr id="1050002" name=""/>
              <p:cNvSpPr/>
              <p:nvPr/>
            </p:nvSpPr>
            <p:spPr>
              <a:xfrm>
                <a:off x="8277631" y="1893446"/>
                <a:ext cx="180144" cy="212033"/>
              </a:xfrm>
            </p:spPr>
          </p:sp>
        </mc:Fallback>
      </mc:AlternateContent>
      <mc:AlternateContent xmlns:mc="http://schemas.openxmlformats.org/markup-compatibility/2006">
        <mc:Choice xmlns:p14="http://schemas.microsoft.com/office/powerpoint/2010/main" Requires="p14">
          <p:contentPart p14:bwMode="auto" r:id="rId133">
            <p14:nvContentPartPr>
              <p14:cNvPr id="1050003" name=""/>
              <p14:cNvContentPartPr/>
              <p14:nvPr/>
            </p14:nvContentPartPr>
            <p14:xfrm>
              <a:off x="8355063" y="1538024"/>
              <a:ext cx="21407" cy="174133"/>
            </p14:xfrm>
          </p:contentPart>
        </mc:Choice>
        <mc:Fallback>
          <p:sp>
            <p:nvSpPr>
              <p:cNvPr id="1050003" name=""/>
              <p:cNvSpPr/>
              <p:nvPr/>
            </p:nvSpPr>
            <p:spPr>
              <a:xfrm>
                <a:off x="8355063" y="1538024"/>
                <a:ext cx="21407" cy="174133"/>
              </a:xfrm>
            </p:spPr>
          </p:sp>
        </mc:Fallback>
      </mc:AlternateContent>
      <mc:AlternateContent xmlns:mc="http://schemas.openxmlformats.org/markup-compatibility/2006">
        <mc:Choice xmlns:p14="http://schemas.microsoft.com/office/powerpoint/2010/main" Requires="p14">
          <p:contentPart p14:bwMode="auto" r:id="rId134">
            <p14:nvContentPartPr>
              <p14:cNvPr id="1050004" name=""/>
              <p14:cNvContentPartPr/>
              <p14:nvPr/>
            </p14:nvContentPartPr>
            <p14:xfrm>
              <a:off x="7947377" y="2182848"/>
              <a:ext cx="164787" cy="175254"/>
            </p14:xfrm>
          </p:contentPart>
        </mc:Choice>
        <mc:Fallback>
          <p:sp>
            <p:nvSpPr>
              <p:cNvPr id="1050004" name=""/>
              <p:cNvSpPr/>
              <p:nvPr/>
            </p:nvSpPr>
            <p:spPr>
              <a:xfrm>
                <a:off x="7947377" y="2182848"/>
                <a:ext cx="164787" cy="175254"/>
              </a:xfrm>
            </p:spPr>
          </p:sp>
        </mc:Fallback>
      </mc:AlternateContent>
      <mc:AlternateContent xmlns:mc="http://schemas.openxmlformats.org/markup-compatibility/2006">
        <mc:Choice xmlns:p14="http://schemas.microsoft.com/office/powerpoint/2010/main" Requires="p14">
          <p:contentPart p14:bwMode="auto" r:id="rId135">
            <p14:nvContentPartPr>
              <p14:cNvPr id="1050005" name=""/>
              <p14:cNvContentPartPr/>
              <p14:nvPr/>
            </p14:nvContentPartPr>
            <p14:xfrm>
              <a:off x="8547673" y="2157283"/>
              <a:ext cx="148463" cy="149020"/>
            </p14:xfrm>
          </p:contentPart>
        </mc:Choice>
        <mc:Fallback>
          <p:sp>
            <p:nvSpPr>
              <p:cNvPr id="1050005" name=""/>
              <p:cNvSpPr/>
              <p:nvPr/>
            </p:nvSpPr>
            <p:spPr>
              <a:xfrm>
                <a:off x="8547673" y="2157283"/>
                <a:ext cx="148463" cy="149020"/>
              </a:xfrm>
            </p:spPr>
          </p:sp>
        </mc:Fallback>
      </mc:AlternateContent>
      <mc:AlternateContent xmlns:mc="http://schemas.openxmlformats.org/markup-compatibility/2006">
        <mc:Choice xmlns:p14="http://schemas.microsoft.com/office/powerpoint/2010/main" Requires="p14">
          <p:contentPart p14:bwMode="auto" r:id="rId136">
            <p14:nvContentPartPr>
              <p14:cNvPr id="1050006" name=""/>
              <p14:cNvContentPartPr/>
              <p14:nvPr/>
            </p14:nvContentPartPr>
            <p14:xfrm>
              <a:off x="8395885" y="1277662"/>
              <a:ext cx="31742" cy="271282"/>
            </p14:xfrm>
          </p:contentPart>
        </mc:Choice>
        <mc:Fallback>
          <p:sp>
            <p:nvSpPr>
              <p:cNvPr id="1050006" name=""/>
              <p:cNvSpPr/>
              <p:nvPr/>
            </p:nvSpPr>
            <p:spPr>
              <a:xfrm>
                <a:off x="8395885" y="1277662"/>
                <a:ext cx="31742" cy="271282"/>
              </a:xfrm>
            </p:spPr>
          </p:sp>
        </mc:Fallback>
      </mc:AlternateContent>
      <mc:AlternateContent xmlns:mc="http://schemas.openxmlformats.org/markup-compatibility/2006">
        <mc:Choice xmlns:p14="http://schemas.microsoft.com/office/powerpoint/2010/main" Requires="p14">
          <p:contentPart p14:bwMode="auto" r:id="rId137">
            <p14:nvContentPartPr>
              <p14:cNvPr id="1050007" name=""/>
              <p14:cNvContentPartPr/>
              <p14:nvPr/>
            </p14:nvContentPartPr>
            <p14:xfrm>
              <a:off x="8457317" y="1291809"/>
              <a:ext cx="27976" cy="231139"/>
            </p14:xfrm>
          </p:contentPart>
        </mc:Choice>
        <mc:Fallback>
          <p:sp>
            <p:nvSpPr>
              <p:cNvPr id="1050007" name=""/>
              <p:cNvSpPr/>
              <p:nvPr/>
            </p:nvSpPr>
            <p:spPr>
              <a:xfrm>
                <a:off x="8457317" y="1291809"/>
                <a:ext cx="27976" cy="231139"/>
              </a:xfrm>
            </p:spPr>
          </p:sp>
        </mc:Fallback>
      </mc:AlternateContent>
      <mc:AlternateContent xmlns:mc="http://schemas.openxmlformats.org/markup-compatibility/2006">
        <mc:Choice xmlns:p14="http://schemas.microsoft.com/office/powerpoint/2010/main" Requires="p14">
          <p:contentPart p14:bwMode="auto" r:id="rId138">
            <p14:nvContentPartPr>
              <p14:cNvPr id="1050008" name=""/>
              <p14:cNvContentPartPr/>
              <p14:nvPr/>
            </p14:nvContentPartPr>
            <p14:xfrm>
              <a:off x="8342053" y="1415016"/>
              <a:ext cx="166553" cy="14543"/>
            </p14:xfrm>
          </p:contentPart>
        </mc:Choice>
        <mc:Fallback>
          <p:sp>
            <p:nvSpPr>
              <p:cNvPr id="1050008" name=""/>
              <p:cNvSpPr/>
              <p:nvPr/>
            </p:nvSpPr>
            <p:spPr>
              <a:xfrm>
                <a:off x="8342053" y="1415016"/>
                <a:ext cx="166553" cy="14543"/>
              </a:xfrm>
            </p:spPr>
          </p:sp>
        </mc:Fallback>
      </mc:AlternateContent>
      <mc:AlternateContent xmlns:mc="http://schemas.openxmlformats.org/markup-compatibility/2006">
        <mc:Choice xmlns:p14="http://schemas.microsoft.com/office/powerpoint/2010/main" Requires="p14">
          <p:contentPart p14:bwMode="auto" r:id="rId139">
            <p14:nvContentPartPr>
              <p14:cNvPr id="1050009" name=""/>
              <p14:cNvContentPartPr/>
              <p14:nvPr/>
            </p14:nvContentPartPr>
            <p14:xfrm>
              <a:off x="7790544" y="2303721"/>
              <a:ext cx="7013" cy="233363"/>
            </p14:xfrm>
          </p:contentPart>
        </mc:Choice>
        <mc:Fallback>
          <p:sp>
            <p:nvSpPr>
              <p:cNvPr id="1050009" name=""/>
              <p:cNvSpPr/>
              <p:nvPr/>
            </p:nvSpPr>
            <p:spPr>
              <a:xfrm>
                <a:off x="7790544" y="2303721"/>
                <a:ext cx="7013" cy="233363"/>
              </a:xfrm>
            </p:spPr>
          </p:sp>
        </mc:Fallback>
      </mc:AlternateContent>
      <mc:AlternateContent xmlns:mc="http://schemas.openxmlformats.org/markup-compatibility/2006">
        <mc:Choice xmlns:p14="http://schemas.microsoft.com/office/powerpoint/2010/main" Requires="p14">
          <p:contentPart p14:bwMode="auto" r:id="rId140">
            <p14:nvContentPartPr>
              <p14:cNvPr id="1050010" name=""/>
              <p14:cNvContentPartPr/>
              <p14:nvPr/>
            </p14:nvContentPartPr>
            <p14:xfrm>
              <a:off x="7670173" y="2407469"/>
              <a:ext cx="121206" cy="43940"/>
            </p14:xfrm>
          </p:contentPart>
        </mc:Choice>
        <mc:Fallback>
          <p:sp>
            <p:nvSpPr>
              <p:cNvPr id="1050010" name=""/>
              <p:cNvSpPr/>
              <p:nvPr/>
            </p:nvSpPr>
            <p:spPr>
              <a:xfrm>
                <a:off x="7670173" y="2407469"/>
                <a:ext cx="121206" cy="43940"/>
              </a:xfrm>
            </p:spPr>
          </p:sp>
        </mc:Fallback>
      </mc:AlternateContent>
      <mc:AlternateContent xmlns:mc="http://schemas.openxmlformats.org/markup-compatibility/2006">
        <mc:Choice xmlns:p14="http://schemas.microsoft.com/office/powerpoint/2010/main" Requires="p14">
          <p:contentPart p14:bwMode="auto" r:id="rId141">
            <p14:nvContentPartPr>
              <p14:cNvPr id="1050011" name=""/>
              <p14:cNvContentPartPr/>
              <p14:nvPr/>
            </p14:nvContentPartPr>
            <p14:xfrm>
              <a:off x="7642144" y="2356588"/>
              <a:ext cx="12007" cy="257162"/>
            </p14:xfrm>
          </p:contentPart>
        </mc:Choice>
        <mc:Fallback>
          <p:sp>
            <p:nvSpPr>
              <p:cNvPr id="1050011" name=""/>
              <p:cNvSpPr/>
              <p:nvPr/>
            </p:nvSpPr>
            <p:spPr>
              <a:xfrm>
                <a:off x="7642144" y="2356588"/>
                <a:ext cx="12007" cy="257162"/>
              </a:xfrm>
            </p:spPr>
          </p:sp>
        </mc:Fallback>
      </mc:AlternateContent>
      <mc:AlternateContent xmlns:mc="http://schemas.openxmlformats.org/markup-compatibility/2006">
        <mc:Choice xmlns:p14="http://schemas.microsoft.com/office/powerpoint/2010/main" Requires="p14">
          <p:contentPart p14:bwMode="auto" r:id="rId142">
            <p14:nvContentPartPr>
              <p14:cNvPr id="1050012" name=""/>
              <p14:cNvContentPartPr/>
              <p14:nvPr/>
            </p14:nvContentPartPr>
            <p14:xfrm>
              <a:off x="8744633" y="2316876"/>
              <a:ext cx="54108" cy="205475"/>
            </p14:xfrm>
          </p:contentPart>
        </mc:Choice>
        <mc:Fallback>
          <p:sp>
            <p:nvSpPr>
              <p:cNvPr id="1050012" name=""/>
              <p:cNvSpPr/>
              <p:nvPr/>
            </p:nvSpPr>
            <p:spPr>
              <a:xfrm>
                <a:off x="8744633" y="2316876"/>
                <a:ext cx="54108" cy="205475"/>
              </a:xfrm>
            </p:spPr>
          </p:sp>
        </mc:Fallback>
      </mc:AlternateContent>
      <mc:AlternateContent xmlns:mc="http://schemas.openxmlformats.org/markup-compatibility/2006">
        <mc:Choice xmlns:p14="http://schemas.microsoft.com/office/powerpoint/2010/main" Requires="p14">
          <p:contentPart p14:bwMode="auto" r:id="rId143">
            <p14:nvContentPartPr>
              <p14:cNvPr id="1050013" name=""/>
              <p14:cNvContentPartPr/>
              <p14:nvPr/>
            </p14:nvContentPartPr>
            <p14:xfrm>
              <a:off x="8846297" y="2313153"/>
              <a:ext cx="32309" cy="211673"/>
            </p14:xfrm>
          </p:contentPart>
        </mc:Choice>
        <mc:Fallback>
          <p:sp>
            <p:nvSpPr>
              <p:cNvPr id="1050013" name=""/>
              <p:cNvSpPr/>
              <p:nvPr/>
            </p:nvSpPr>
            <p:spPr>
              <a:xfrm>
                <a:off x="8846297" y="2313153"/>
                <a:ext cx="32309" cy="211673"/>
              </a:xfrm>
            </p:spPr>
          </p:sp>
        </mc:Fallback>
      </mc:AlternateContent>
      <mc:AlternateContent xmlns:mc="http://schemas.openxmlformats.org/markup-compatibility/2006">
        <mc:Choice xmlns:p14="http://schemas.microsoft.com/office/powerpoint/2010/main" Requires="p14">
          <p:contentPart p14:bwMode="auto" r:id="rId144">
            <p14:nvContentPartPr>
              <p14:cNvPr id="1050014" name=""/>
              <p14:cNvContentPartPr/>
              <p14:nvPr/>
            </p14:nvContentPartPr>
            <p14:xfrm>
              <a:off x="8714022" y="2414666"/>
              <a:ext cx="171650" cy="8148"/>
            </p14:xfrm>
          </p:contentPart>
        </mc:Choice>
        <mc:Fallback>
          <p:sp>
            <p:nvSpPr>
              <p:cNvPr id="1050014" name=""/>
              <p:cNvSpPr/>
              <p:nvPr/>
            </p:nvSpPr>
            <p:spPr>
              <a:xfrm>
                <a:off x="8714022" y="2414666"/>
                <a:ext cx="171650" cy="8148"/>
              </a:xfrm>
            </p:spPr>
          </p:sp>
        </mc:Fallback>
      </mc:AlternateContent>
      <mc:AlternateContent xmlns:mc="http://schemas.openxmlformats.org/markup-compatibility/2006">
        <mc:Choice xmlns:p14="http://schemas.microsoft.com/office/powerpoint/2010/main" Requires="p14">
          <p:contentPart p14:bwMode="auto" r:id="rId145">
            <p14:nvContentPartPr>
              <p14:cNvPr id="1050015" name=""/>
              <p14:cNvContentPartPr/>
              <p14:nvPr/>
            </p14:nvContentPartPr>
            <p14:xfrm>
              <a:off x="8096007" y="1871356"/>
              <a:ext cx="74401" cy="193129"/>
            </p14:xfrm>
          </p:contentPart>
        </mc:Choice>
        <mc:Fallback>
          <p:sp>
            <p:nvSpPr>
              <p:cNvPr id="1050015" name=""/>
              <p:cNvSpPr/>
              <p:nvPr/>
            </p:nvSpPr>
            <p:spPr>
              <a:xfrm>
                <a:off x="8096007" y="1871356"/>
                <a:ext cx="74401" cy="193129"/>
              </a:xfrm>
            </p:spPr>
          </p:sp>
        </mc:Fallback>
      </mc:AlternateContent>
      <mc:AlternateContent xmlns:mc="http://schemas.openxmlformats.org/markup-compatibility/2006">
        <mc:Choice xmlns:p14="http://schemas.microsoft.com/office/powerpoint/2010/main" Requires="p14">
          <p:contentPart p14:bwMode="auto" r:id="rId146">
            <p14:nvContentPartPr>
              <p14:cNvPr id="1050016" name=""/>
              <p14:cNvContentPartPr/>
              <p14:nvPr/>
            </p14:nvContentPartPr>
            <p14:xfrm>
              <a:off x="9572243" y="799628"/>
              <a:ext cx="32166" cy="16914"/>
            </p14:xfrm>
          </p:contentPart>
        </mc:Choice>
        <mc:Fallback>
          <p:sp>
            <p:nvSpPr>
              <p:cNvPr id="1050016" name=""/>
              <p:cNvSpPr/>
              <p:nvPr/>
            </p:nvSpPr>
            <p:spPr>
              <a:xfrm>
                <a:off x="9572243" y="799628"/>
                <a:ext cx="32166" cy="16914"/>
              </a:xfrm>
            </p:spPr>
          </p:sp>
        </mc:Fallback>
      </mc:AlternateContent>
      <mc:AlternateContent xmlns:mc="http://schemas.openxmlformats.org/markup-compatibility/2006">
        <mc:Choice xmlns:p14="http://schemas.microsoft.com/office/powerpoint/2010/main" Requires="p14">
          <p:contentPart p14:bwMode="auto" r:id="rId147">
            <p14:nvContentPartPr>
              <p14:cNvPr id="1050017" name=""/>
              <p14:cNvContentPartPr/>
              <p14:nvPr/>
            </p14:nvContentPartPr>
            <p14:xfrm>
              <a:off x="6142450" y="2943829"/>
              <a:ext cx="11470" cy="570877"/>
            </p14:xfrm>
          </p:contentPart>
        </mc:Choice>
        <mc:Fallback>
          <p:sp>
            <p:nvSpPr>
              <p:cNvPr id="1050017" name=""/>
              <p:cNvSpPr/>
              <p:nvPr/>
            </p:nvSpPr>
            <p:spPr>
              <a:xfrm>
                <a:off x="6142450" y="2943829"/>
                <a:ext cx="11470" cy="570877"/>
              </a:xfrm>
            </p:spPr>
          </p:sp>
        </mc:Fallback>
      </mc:AlternateContent>
      <mc:AlternateContent xmlns:mc="http://schemas.openxmlformats.org/markup-compatibility/2006">
        <mc:Choice xmlns:p14="http://schemas.microsoft.com/office/powerpoint/2010/main" Requires="p14">
          <p:contentPart p14:bwMode="auto" r:id="rId148">
            <p14:nvContentPartPr>
              <p14:cNvPr id="1050018" name=""/>
              <p14:cNvContentPartPr/>
              <p14:nvPr/>
            </p14:nvContentPartPr>
            <p14:xfrm>
              <a:off x="6089499" y="2981295"/>
              <a:ext cx="219376" cy="234532"/>
            </p14:xfrm>
          </p:contentPart>
        </mc:Choice>
        <mc:Fallback>
          <p:sp>
            <p:nvSpPr>
              <p:cNvPr id="1050018" name=""/>
              <p:cNvSpPr/>
              <p:nvPr/>
            </p:nvSpPr>
            <p:spPr>
              <a:xfrm>
                <a:off x="6089499" y="2981295"/>
                <a:ext cx="219376" cy="234532"/>
              </a:xfrm>
            </p:spPr>
          </p:sp>
        </mc:Fallback>
      </mc:AlternateContent>
      <mc:AlternateContent xmlns:mc="http://schemas.openxmlformats.org/markup-compatibility/2006">
        <mc:Choice xmlns:p14="http://schemas.microsoft.com/office/powerpoint/2010/main" Requires="p14">
          <p:contentPart p14:bwMode="auto" r:id="rId149">
            <p14:nvContentPartPr>
              <p14:cNvPr id="1050019" name=""/>
              <p14:cNvContentPartPr/>
              <p14:nvPr/>
            </p14:nvContentPartPr>
            <p14:xfrm>
              <a:off x="6437324" y="3226281"/>
              <a:ext cx="2523" cy="69312"/>
            </p14:xfrm>
          </p:contentPart>
        </mc:Choice>
        <mc:Fallback>
          <p:sp>
            <p:nvSpPr>
              <p:cNvPr id="1050019" name=""/>
              <p:cNvSpPr/>
              <p:nvPr/>
            </p:nvSpPr>
            <p:spPr>
              <a:xfrm>
                <a:off x="6437324" y="3226281"/>
                <a:ext cx="2523" cy="69312"/>
              </a:xfrm>
            </p:spPr>
          </p:sp>
        </mc:Fallback>
      </mc:AlternateContent>
      <mc:AlternateContent xmlns:mc="http://schemas.openxmlformats.org/markup-compatibility/2006">
        <mc:Choice xmlns:p14="http://schemas.microsoft.com/office/powerpoint/2010/main" Requires="p14">
          <p:contentPart p14:bwMode="auto" r:id="rId150">
            <p14:nvContentPartPr>
              <p14:cNvPr id="1050020" name=""/>
              <p14:cNvContentPartPr/>
              <p14:nvPr/>
            </p14:nvContentPartPr>
            <p14:xfrm>
              <a:off x="6441708" y="3363535"/>
              <a:ext cx="12259" cy="69519"/>
            </p14:xfrm>
          </p:contentPart>
        </mc:Choice>
        <mc:Fallback>
          <p:sp>
            <p:nvSpPr>
              <p:cNvPr id="1050020" name=""/>
              <p:cNvSpPr/>
              <p:nvPr/>
            </p:nvSpPr>
            <p:spPr>
              <a:xfrm>
                <a:off x="6441708" y="3363535"/>
                <a:ext cx="12259" cy="69519"/>
              </a:xfrm>
            </p:spPr>
          </p:sp>
        </mc:Fallback>
      </mc:AlternateContent>
      <mc:AlternateContent xmlns:mc="http://schemas.openxmlformats.org/markup-compatibility/2006">
        <mc:Choice xmlns:p14="http://schemas.microsoft.com/office/powerpoint/2010/main" Requires="p14">
          <p:contentPart p14:bwMode="auto" r:id="rId151">
            <p14:nvContentPartPr>
              <p14:cNvPr id="1050021" name=""/>
              <p14:cNvContentPartPr/>
              <p14:nvPr/>
            </p14:nvContentPartPr>
            <p14:xfrm>
              <a:off x="10011034" y="2700841"/>
              <a:ext cx="83201" cy="1518435"/>
            </p14:xfrm>
          </p:contentPart>
        </mc:Choice>
        <mc:Fallback>
          <p:sp>
            <p:nvSpPr>
              <p:cNvPr id="1050021" name=""/>
              <p:cNvSpPr/>
              <p:nvPr/>
            </p:nvSpPr>
            <p:spPr>
              <a:xfrm>
                <a:off x="10011034" y="2700841"/>
                <a:ext cx="83201" cy="1518435"/>
              </a:xfrm>
            </p:spPr>
          </p:sp>
        </mc:Fallback>
      </mc:AlternateContent>
      <mc:AlternateContent xmlns:mc="http://schemas.openxmlformats.org/markup-compatibility/2006">
        <mc:Choice xmlns:p14="http://schemas.microsoft.com/office/powerpoint/2010/main" Requires="p14">
          <p:contentPart p14:bwMode="auto" r:id="rId152">
            <p14:nvContentPartPr>
              <p14:cNvPr id="1050022" name=""/>
              <p14:cNvContentPartPr/>
              <p14:nvPr/>
            </p14:nvContentPartPr>
            <p14:xfrm>
              <a:off x="10051435" y="2714990"/>
              <a:ext cx="546368" cy="1531559"/>
            </p14:xfrm>
          </p:contentPart>
        </mc:Choice>
        <mc:Fallback>
          <p:sp>
            <p:nvSpPr>
              <p:cNvPr id="1050022" name=""/>
              <p:cNvSpPr/>
              <p:nvPr/>
            </p:nvSpPr>
            <p:spPr>
              <a:xfrm>
                <a:off x="10051435" y="2714990"/>
                <a:ext cx="546368" cy="1531559"/>
              </a:xfrm>
            </p:spPr>
          </p:sp>
        </mc:Fallback>
      </mc:AlternateContent>
      <mc:AlternateContent xmlns:mc="http://schemas.openxmlformats.org/markup-compatibility/2006">
        <mc:Choice xmlns:p14="http://schemas.microsoft.com/office/powerpoint/2010/main" Requires="p14">
          <p:contentPart p14:bwMode="auto" r:id="rId153">
            <p14:nvContentPartPr>
              <p14:cNvPr id="1050023" name=""/>
              <p14:cNvContentPartPr/>
              <p14:nvPr/>
            </p14:nvContentPartPr>
            <p14:xfrm>
              <a:off x="10073056" y="3492554"/>
              <a:ext cx="417183" cy="24071"/>
            </p14:xfrm>
          </p:contentPart>
        </mc:Choice>
        <mc:Fallback>
          <p:sp>
            <p:nvSpPr>
              <p:cNvPr id="1050023" name=""/>
              <p:cNvSpPr/>
              <p:nvPr/>
            </p:nvSpPr>
            <p:spPr>
              <a:xfrm>
                <a:off x="10073056" y="3492554"/>
                <a:ext cx="417183" cy="24071"/>
              </a:xfrm>
            </p:spPr>
          </p:sp>
        </mc:Fallback>
      </mc:AlternateContent>
      <mc:AlternateContent xmlns:mc="http://schemas.openxmlformats.org/markup-compatibility/2006">
        <mc:Choice xmlns:p14="http://schemas.microsoft.com/office/powerpoint/2010/main" Requires="p14">
          <p:contentPart p14:bwMode="auto" r:id="rId154">
            <p14:nvContentPartPr>
              <p14:cNvPr id="1050024" name=""/>
              <p14:cNvContentPartPr/>
              <p14:nvPr/>
            </p14:nvContentPartPr>
            <p14:xfrm>
              <a:off x="10216099" y="2987016"/>
              <a:ext cx="21100" cy="301451"/>
            </p14:xfrm>
          </p:contentPart>
        </mc:Choice>
        <mc:Fallback>
          <p:sp>
            <p:nvSpPr>
              <p:cNvPr id="1050024" name=""/>
              <p:cNvSpPr/>
              <p:nvPr/>
            </p:nvSpPr>
            <p:spPr>
              <a:xfrm>
                <a:off x="10216099" y="2987016"/>
                <a:ext cx="21100" cy="301451"/>
              </a:xfrm>
            </p:spPr>
          </p:sp>
        </mc:Fallback>
      </mc:AlternateContent>
      <mc:AlternateContent xmlns:mc="http://schemas.openxmlformats.org/markup-compatibility/2006">
        <mc:Choice xmlns:p14="http://schemas.microsoft.com/office/powerpoint/2010/main" Requires="p14">
          <p:contentPart p14:bwMode="auto" r:id="rId155">
            <p14:nvContentPartPr>
              <p14:cNvPr id="1050025" name=""/>
              <p14:cNvContentPartPr/>
              <p14:nvPr/>
            </p14:nvContentPartPr>
            <p14:xfrm>
              <a:off x="10237199" y="2942197"/>
              <a:ext cx="153544" cy="323809"/>
            </p14:xfrm>
          </p:contentPart>
        </mc:Choice>
        <mc:Fallback>
          <p:sp>
            <p:nvSpPr>
              <p:cNvPr id="1050025" name=""/>
              <p:cNvSpPr/>
              <p:nvPr/>
            </p:nvSpPr>
            <p:spPr>
              <a:xfrm>
                <a:off x="10237199" y="2942197"/>
                <a:ext cx="153544" cy="323809"/>
              </a:xfrm>
            </p:spPr>
          </p:sp>
        </mc:Fallback>
      </mc:AlternateContent>
      <mc:AlternateContent xmlns:mc="http://schemas.openxmlformats.org/markup-compatibility/2006">
        <mc:Choice xmlns:p14="http://schemas.microsoft.com/office/powerpoint/2010/main" Requires="p14">
          <p:contentPart p14:bwMode="auto" r:id="rId156">
            <p14:nvContentPartPr>
              <p14:cNvPr id="1050026" name=""/>
              <p14:cNvContentPartPr/>
              <p14:nvPr/>
            </p14:nvContentPartPr>
            <p14:xfrm>
              <a:off x="10183729" y="3649483"/>
              <a:ext cx="189950" cy="361425"/>
            </p14:xfrm>
          </p:contentPart>
        </mc:Choice>
        <mc:Fallback>
          <p:sp>
            <p:nvSpPr>
              <p:cNvPr id="1050026" name=""/>
              <p:cNvSpPr/>
              <p:nvPr/>
            </p:nvSpPr>
            <p:spPr>
              <a:xfrm>
                <a:off x="10183729" y="3649483"/>
                <a:ext cx="189950" cy="361425"/>
              </a:xfrm>
            </p:spPr>
          </p:sp>
        </mc:Fallback>
      </mc:AlternateContent>
      <mc:AlternateContent xmlns:mc="http://schemas.openxmlformats.org/markup-compatibility/2006">
        <mc:Choice xmlns:p14="http://schemas.microsoft.com/office/powerpoint/2010/main" Requires="p14">
          <p:contentPart p14:bwMode="auto" r:id="rId157">
            <p14:nvContentPartPr>
              <p14:cNvPr id="1050027" name=""/>
              <p14:cNvContentPartPr/>
              <p14:nvPr/>
            </p14:nvContentPartPr>
            <p14:xfrm>
              <a:off x="6633112" y="3124519"/>
              <a:ext cx="171476" cy="279732"/>
            </p14:xfrm>
          </p:contentPart>
        </mc:Choice>
        <mc:Fallback>
          <p:sp>
            <p:nvSpPr>
              <p:cNvPr id="1050027" name=""/>
              <p:cNvSpPr/>
              <p:nvPr/>
            </p:nvSpPr>
            <p:spPr>
              <a:xfrm>
                <a:off x="6633112" y="3124519"/>
                <a:ext cx="171476" cy="279732"/>
              </a:xfrm>
            </p:spPr>
          </p:sp>
        </mc:Fallback>
      </mc:AlternateContent>
      <mc:AlternateContent xmlns:mc="http://schemas.openxmlformats.org/markup-compatibility/2006">
        <mc:Choice xmlns:p14="http://schemas.microsoft.com/office/powerpoint/2010/main" Requires="p14">
          <p:contentPart p14:bwMode="auto" r:id="rId158">
            <p14:nvContentPartPr>
              <p14:cNvPr id="1050028" name=""/>
              <p14:cNvContentPartPr/>
              <p14:nvPr/>
            </p14:nvContentPartPr>
            <p14:xfrm>
              <a:off x="6633112" y="3232918"/>
              <a:ext cx="177013" cy="22402"/>
            </p14:xfrm>
          </p:contentPart>
        </mc:Choice>
        <mc:Fallback>
          <p:sp>
            <p:nvSpPr>
              <p:cNvPr id="1050028" name=""/>
              <p:cNvSpPr/>
              <p:nvPr/>
            </p:nvSpPr>
            <p:spPr>
              <a:xfrm>
                <a:off x="6633112" y="3232918"/>
                <a:ext cx="177013" cy="22402"/>
              </a:xfrm>
            </p:spPr>
          </p:sp>
        </mc:Fallback>
      </mc:AlternateContent>
      <mc:AlternateContent xmlns:mc="http://schemas.openxmlformats.org/markup-compatibility/2006">
        <mc:Choice xmlns:p14="http://schemas.microsoft.com/office/powerpoint/2010/main" Requires="p14">
          <p:contentPart p14:bwMode="auto" r:id="rId159">
            <p14:nvContentPartPr>
              <p14:cNvPr id="1050029" name=""/>
              <p14:cNvContentPartPr/>
              <p14:nvPr/>
            </p14:nvContentPartPr>
            <p14:xfrm>
              <a:off x="6840497" y="3280389"/>
              <a:ext cx="96192" cy="10920"/>
            </p14:xfrm>
          </p:contentPart>
        </mc:Choice>
        <mc:Fallback>
          <p:sp>
            <p:nvSpPr>
              <p:cNvPr id="1050029" name=""/>
              <p:cNvSpPr/>
              <p:nvPr/>
            </p:nvSpPr>
            <p:spPr>
              <a:xfrm>
                <a:off x="6840497" y="3280389"/>
                <a:ext cx="96192" cy="10920"/>
              </a:xfrm>
            </p:spPr>
          </p:sp>
        </mc:Fallback>
      </mc:AlternateContent>
      <mc:AlternateContent xmlns:mc="http://schemas.openxmlformats.org/markup-compatibility/2006">
        <mc:Choice xmlns:p14="http://schemas.microsoft.com/office/powerpoint/2010/main" Requires="p14">
          <p:contentPart p14:bwMode="auto" r:id="rId160">
            <p14:nvContentPartPr>
              <p14:cNvPr id="1050030" name=""/>
              <p14:cNvContentPartPr/>
              <p14:nvPr/>
            </p14:nvContentPartPr>
            <p14:xfrm>
              <a:off x="6840497" y="3349140"/>
              <a:ext cx="114777" cy="1643"/>
            </p14:xfrm>
          </p:contentPart>
        </mc:Choice>
        <mc:Fallback>
          <p:sp>
            <p:nvSpPr>
              <p:cNvPr id="1050030" name=""/>
              <p:cNvSpPr/>
              <p:nvPr/>
            </p:nvSpPr>
            <p:spPr>
              <a:xfrm>
                <a:off x="6840497" y="3349140"/>
                <a:ext cx="114777" cy="1643"/>
              </a:xfrm>
            </p:spPr>
          </p:sp>
        </mc:Fallback>
      </mc:AlternateContent>
      <mc:AlternateContent xmlns:mc="http://schemas.openxmlformats.org/markup-compatibility/2006">
        <mc:Choice xmlns:p14="http://schemas.microsoft.com/office/powerpoint/2010/main" Requires="p14">
          <p:contentPart p14:bwMode="auto" r:id="rId161">
            <p14:nvContentPartPr>
              <p14:cNvPr id="1050031" name=""/>
              <p14:cNvContentPartPr/>
              <p14:nvPr/>
            </p14:nvContentPartPr>
            <p14:xfrm>
              <a:off x="7047882" y="3131610"/>
              <a:ext cx="122319" cy="281955"/>
            </p14:xfrm>
          </p:contentPart>
        </mc:Choice>
        <mc:Fallback>
          <p:sp>
            <p:nvSpPr>
              <p:cNvPr id="1050031" name=""/>
              <p:cNvSpPr/>
              <p:nvPr/>
            </p:nvSpPr>
            <p:spPr>
              <a:xfrm>
                <a:off x="7047882" y="3131610"/>
                <a:ext cx="122319" cy="281955"/>
              </a:xfrm>
            </p:spPr>
          </p:sp>
        </mc:Fallback>
      </mc:AlternateContent>
      <mc:AlternateContent xmlns:mc="http://schemas.openxmlformats.org/markup-compatibility/2006">
        <mc:Choice xmlns:p14="http://schemas.microsoft.com/office/powerpoint/2010/main" Requires="p14">
          <p:contentPart p14:bwMode="auto" r:id="rId162">
            <p14:nvContentPartPr>
              <p14:cNvPr id="1050032" name=""/>
              <p14:cNvContentPartPr/>
              <p14:nvPr/>
            </p14:nvContentPartPr>
            <p14:xfrm>
              <a:off x="7212025" y="3167954"/>
              <a:ext cx="80761" cy="221656"/>
            </p14:xfrm>
          </p:contentPart>
        </mc:Choice>
        <mc:Fallback>
          <p:sp>
            <p:nvSpPr>
              <p:cNvPr id="1050032" name=""/>
              <p:cNvSpPr/>
              <p:nvPr/>
            </p:nvSpPr>
            <p:spPr>
              <a:xfrm>
                <a:off x="7212025" y="3167954"/>
                <a:ext cx="80761" cy="221656"/>
              </a:xfrm>
            </p:spPr>
          </p:sp>
        </mc:Fallback>
      </mc:AlternateContent>
      <mc:AlternateContent xmlns:mc="http://schemas.openxmlformats.org/markup-compatibility/2006">
        <mc:Choice xmlns:p14="http://schemas.microsoft.com/office/powerpoint/2010/main" Requires="p14">
          <p:contentPart p14:bwMode="auto" r:id="rId163">
            <p14:nvContentPartPr>
              <p14:cNvPr id="1050033" name=""/>
              <p14:cNvContentPartPr/>
              <p14:nvPr/>
            </p14:nvContentPartPr>
            <p14:xfrm>
              <a:off x="7197905" y="3100998"/>
              <a:ext cx="170541" cy="66955"/>
            </p14:xfrm>
          </p:contentPart>
        </mc:Choice>
        <mc:Fallback>
          <p:sp>
            <p:nvSpPr>
              <p:cNvPr id="1050033" name=""/>
              <p:cNvSpPr/>
              <p:nvPr/>
            </p:nvSpPr>
            <p:spPr>
              <a:xfrm>
                <a:off x="7197905" y="3100998"/>
                <a:ext cx="170541" cy="66955"/>
              </a:xfrm>
            </p:spPr>
          </p:sp>
        </mc:Fallback>
      </mc:AlternateContent>
      <mc:AlternateContent xmlns:mc="http://schemas.openxmlformats.org/markup-compatibility/2006">
        <mc:Choice xmlns:p14="http://schemas.microsoft.com/office/powerpoint/2010/main" Requires="p14">
          <p:contentPart p14:bwMode="auto" r:id="rId164">
            <p14:nvContentPartPr>
              <p14:cNvPr id="1050034" name=""/>
              <p14:cNvContentPartPr/>
              <p14:nvPr/>
            </p14:nvContentPartPr>
            <p14:xfrm>
              <a:off x="6375426" y="3805170"/>
              <a:ext cx="105961" cy="203912"/>
            </p14:xfrm>
          </p:contentPart>
        </mc:Choice>
        <mc:Fallback>
          <p:sp>
            <p:nvSpPr>
              <p:cNvPr id="1050034" name=""/>
              <p:cNvSpPr/>
              <p:nvPr/>
            </p:nvSpPr>
            <p:spPr>
              <a:xfrm>
                <a:off x="6375426" y="3805170"/>
                <a:ext cx="105961" cy="203912"/>
              </a:xfrm>
            </p:spPr>
          </p:sp>
        </mc:Fallback>
      </mc:AlternateContent>
      <mc:AlternateContent xmlns:mc="http://schemas.openxmlformats.org/markup-compatibility/2006">
        <mc:Choice xmlns:p14="http://schemas.microsoft.com/office/powerpoint/2010/main" Requires="p14">
          <p:contentPart p14:bwMode="auto" r:id="rId165">
            <p14:nvContentPartPr>
              <p14:cNvPr id="1050035" name=""/>
              <p14:cNvContentPartPr/>
              <p14:nvPr/>
            </p14:nvContentPartPr>
            <p14:xfrm>
              <a:off x="6565161" y="3837177"/>
              <a:ext cx="105219" cy="161213"/>
            </p14:xfrm>
          </p:contentPart>
        </mc:Choice>
        <mc:Fallback>
          <p:sp>
            <p:nvSpPr>
              <p:cNvPr id="1050035" name=""/>
              <p:cNvSpPr/>
              <p:nvPr/>
            </p:nvSpPr>
            <p:spPr>
              <a:xfrm>
                <a:off x="6565161" y="3837177"/>
                <a:ext cx="105219" cy="161213"/>
              </a:xfrm>
            </p:spPr>
          </p:sp>
        </mc:Fallback>
      </mc:AlternateContent>
      <mc:AlternateContent xmlns:mc="http://schemas.openxmlformats.org/markup-compatibility/2006">
        <mc:Choice xmlns:p14="http://schemas.microsoft.com/office/powerpoint/2010/main" Requires="p14">
          <p:contentPart p14:bwMode="auto" r:id="rId166">
            <p14:nvContentPartPr>
              <p14:cNvPr id="1050036" name=""/>
              <p14:cNvContentPartPr/>
              <p14:nvPr/>
            </p14:nvContentPartPr>
            <p14:xfrm>
              <a:off x="6661352" y="3719315"/>
              <a:ext cx="137786" cy="107739"/>
            </p14:xfrm>
          </p:contentPart>
        </mc:Choice>
        <mc:Fallback>
          <p:sp>
            <p:nvSpPr>
              <p:cNvPr id="1050036" name=""/>
              <p:cNvSpPr/>
              <p:nvPr/>
            </p:nvSpPr>
            <p:spPr>
              <a:xfrm>
                <a:off x="6661352" y="3719315"/>
                <a:ext cx="137786" cy="107739"/>
              </a:xfrm>
            </p:spPr>
          </p:sp>
        </mc:Fallback>
      </mc:AlternateContent>
      <mc:AlternateContent xmlns:mc="http://schemas.openxmlformats.org/markup-compatibility/2006">
        <mc:Choice xmlns:p14="http://schemas.microsoft.com/office/powerpoint/2010/main" Requires="p14">
          <p:contentPart p14:bwMode="auto" r:id="rId167">
            <p14:nvContentPartPr>
              <p14:cNvPr id="1050037" name=""/>
              <p14:cNvContentPartPr/>
              <p14:nvPr/>
            </p14:nvContentPartPr>
            <p14:xfrm>
              <a:off x="6975612" y="3832952"/>
              <a:ext cx="214443" cy="162467"/>
            </p14:xfrm>
          </p:contentPart>
        </mc:Choice>
        <mc:Fallback>
          <p:sp>
            <p:nvSpPr>
              <p:cNvPr id="1050037" name=""/>
              <p:cNvSpPr/>
              <p:nvPr/>
            </p:nvSpPr>
            <p:spPr>
              <a:xfrm>
                <a:off x="6975612" y="3832952"/>
                <a:ext cx="214443" cy="162467"/>
              </a:xfrm>
            </p:spPr>
          </p:sp>
        </mc:Fallback>
      </mc:AlternateContent>
      <mc:AlternateContent xmlns:mc="http://schemas.openxmlformats.org/markup-compatibility/2006">
        <mc:Choice xmlns:p14="http://schemas.microsoft.com/office/powerpoint/2010/main" Requires="p14">
          <p:contentPart p14:bwMode="auto" r:id="rId168">
            <p14:nvContentPartPr>
              <p14:cNvPr id="1050038" name=""/>
              <p14:cNvContentPartPr/>
              <p14:nvPr/>
            </p14:nvContentPartPr>
            <p14:xfrm>
              <a:off x="7155105" y="3710454"/>
              <a:ext cx="156307" cy="102038"/>
            </p14:xfrm>
          </p:contentPart>
        </mc:Choice>
        <mc:Fallback>
          <p:sp>
            <p:nvSpPr>
              <p:cNvPr id="1050038" name=""/>
              <p:cNvSpPr/>
              <p:nvPr/>
            </p:nvSpPr>
            <p:spPr>
              <a:xfrm>
                <a:off x="7155105" y="3710454"/>
                <a:ext cx="156307" cy="102038"/>
              </a:xfrm>
            </p:spPr>
          </p:sp>
        </mc:Fallback>
      </mc:AlternateContent>
      <mc:AlternateContent xmlns:mc="http://schemas.openxmlformats.org/markup-compatibility/2006">
        <mc:Choice xmlns:p14="http://schemas.microsoft.com/office/powerpoint/2010/main" Requires="p14">
          <p:contentPart p14:bwMode="auto" r:id="rId169">
            <p14:nvContentPartPr>
              <p14:cNvPr id="1050039" name=""/>
              <p14:cNvContentPartPr/>
              <p14:nvPr/>
            </p14:nvContentPartPr>
            <p14:xfrm>
              <a:off x="7404489" y="3783733"/>
              <a:ext cx="264497" cy="306884"/>
            </p14:xfrm>
          </p:contentPart>
        </mc:Choice>
        <mc:Fallback>
          <p:sp>
            <p:nvSpPr>
              <p:cNvPr id="1050039" name=""/>
              <p:cNvSpPr/>
              <p:nvPr/>
            </p:nvSpPr>
            <p:spPr>
              <a:xfrm>
                <a:off x="7404489" y="3783733"/>
                <a:ext cx="264497" cy="306884"/>
              </a:xfrm>
            </p:spPr>
          </p:sp>
        </mc:Fallback>
      </mc:AlternateContent>
      <mc:AlternateContent xmlns:mc="http://schemas.openxmlformats.org/markup-compatibility/2006">
        <mc:Choice xmlns:p14="http://schemas.microsoft.com/office/powerpoint/2010/main" Requires="p14">
          <p:contentPart p14:bwMode="auto" r:id="rId170">
            <p14:nvContentPartPr>
              <p14:cNvPr id="1050040" name=""/>
              <p14:cNvContentPartPr/>
              <p14:nvPr/>
            </p14:nvContentPartPr>
            <p14:xfrm>
              <a:off x="7680671" y="3631592"/>
              <a:ext cx="89528" cy="196873"/>
            </p14:xfrm>
          </p:contentPart>
        </mc:Choice>
        <mc:Fallback>
          <p:sp>
            <p:nvSpPr>
              <p:cNvPr id="1050040" name=""/>
              <p:cNvSpPr/>
              <p:nvPr/>
            </p:nvSpPr>
            <p:spPr>
              <a:xfrm>
                <a:off x="7680671" y="3631592"/>
                <a:ext cx="89528" cy="196873"/>
              </a:xfrm>
            </p:spPr>
          </p:sp>
        </mc:Fallback>
      </mc:AlternateContent>
      <mc:AlternateContent xmlns:mc="http://schemas.openxmlformats.org/markup-compatibility/2006">
        <mc:Choice xmlns:p14="http://schemas.microsoft.com/office/powerpoint/2010/main" Requires="p14">
          <p:contentPart p14:bwMode="auto" r:id="rId171">
            <p14:nvContentPartPr>
              <p14:cNvPr id="1050041" name=""/>
              <p14:cNvContentPartPr/>
              <p14:nvPr/>
            </p14:nvContentPartPr>
            <p14:xfrm>
              <a:off x="6304022" y="3892698"/>
              <a:ext cx="1569387" cy="377077"/>
            </p14:xfrm>
          </p:contentPart>
        </mc:Choice>
        <mc:Fallback>
          <p:sp>
            <p:nvSpPr>
              <p:cNvPr id="1050041" name=""/>
              <p:cNvSpPr/>
              <p:nvPr/>
            </p:nvSpPr>
            <p:spPr>
              <a:xfrm>
                <a:off x="6304022" y="3892698"/>
                <a:ext cx="1569387" cy="377077"/>
              </a:xfrm>
            </p:spPr>
          </p:sp>
        </mc:Fallback>
      </mc:AlternateContent>
      <mc:AlternateContent xmlns:mc="http://schemas.openxmlformats.org/markup-compatibility/2006">
        <mc:Choice xmlns:p14="http://schemas.microsoft.com/office/powerpoint/2010/main" Requires="p14">
          <p:contentPart p14:bwMode="auto" r:id="rId172">
            <p14:nvContentPartPr>
              <p14:cNvPr id="1050042" name=""/>
              <p14:cNvContentPartPr/>
              <p14:nvPr/>
            </p14:nvContentPartPr>
            <p14:xfrm>
              <a:off x="7948904" y="3810622"/>
              <a:ext cx="280217" cy="223602"/>
            </p14:xfrm>
          </p:contentPart>
        </mc:Choice>
        <mc:Fallback>
          <p:sp>
            <p:nvSpPr>
              <p:cNvPr id="1050042" name=""/>
              <p:cNvSpPr/>
              <p:nvPr/>
            </p:nvSpPr>
            <p:spPr>
              <a:xfrm>
                <a:off x="7948904" y="3810622"/>
                <a:ext cx="280217" cy="223602"/>
              </a:xfrm>
            </p:spPr>
          </p:sp>
        </mc:Fallback>
      </mc:AlternateContent>
      <mc:AlternateContent xmlns:mc="http://schemas.openxmlformats.org/markup-compatibility/2006">
        <mc:Choice xmlns:p14="http://schemas.microsoft.com/office/powerpoint/2010/main" Requires="p14">
          <p:contentPart p14:bwMode="auto" r:id="rId173">
            <p14:nvContentPartPr>
              <p14:cNvPr id="1050043" name=""/>
              <p14:cNvContentPartPr/>
              <p14:nvPr/>
            </p14:nvContentPartPr>
            <p14:xfrm>
              <a:off x="8241496" y="3691035"/>
              <a:ext cx="139436" cy="134937"/>
            </p14:xfrm>
          </p:contentPart>
        </mc:Choice>
        <mc:Fallback>
          <p:sp>
            <p:nvSpPr>
              <p:cNvPr id="1050043" name=""/>
              <p:cNvSpPr/>
              <p:nvPr/>
            </p:nvSpPr>
            <p:spPr>
              <a:xfrm>
                <a:off x="8241496" y="3691035"/>
                <a:ext cx="139436" cy="134937"/>
              </a:xfrm>
            </p:spPr>
          </p:sp>
        </mc:Fallback>
      </mc:AlternateContent>
      <mc:AlternateContent xmlns:mc="http://schemas.openxmlformats.org/markup-compatibility/2006">
        <mc:Choice xmlns:p14="http://schemas.microsoft.com/office/powerpoint/2010/main" Requires="p14">
          <p:contentPart p14:bwMode="auto" r:id="rId174">
            <p14:nvContentPartPr>
              <p14:cNvPr id="1050044" name=""/>
              <p14:cNvContentPartPr/>
              <p14:nvPr/>
            </p14:nvContentPartPr>
            <p14:xfrm>
              <a:off x="8435156" y="3780232"/>
              <a:ext cx="120304" cy="190123"/>
            </p14:xfrm>
          </p:contentPart>
        </mc:Choice>
        <mc:Fallback>
          <p:sp>
            <p:nvSpPr>
              <p:cNvPr id="1050044" name=""/>
              <p:cNvSpPr/>
              <p:nvPr/>
            </p:nvSpPr>
            <p:spPr>
              <a:xfrm>
                <a:off x="8435156" y="3780232"/>
                <a:ext cx="120304" cy="190123"/>
              </a:xfrm>
            </p:spPr>
          </p:sp>
        </mc:Fallback>
      </mc:AlternateContent>
      <mc:AlternateContent xmlns:mc="http://schemas.openxmlformats.org/markup-compatibility/2006">
        <mc:Choice xmlns:p14="http://schemas.microsoft.com/office/powerpoint/2010/main" Requires="p14">
          <p:contentPart p14:bwMode="auto" r:id="rId175">
            <p14:nvContentPartPr>
              <p14:cNvPr id="1050045" name=""/>
              <p14:cNvContentPartPr/>
              <p14:nvPr/>
            </p14:nvContentPartPr>
            <p14:xfrm>
              <a:off x="8560717" y="3813026"/>
              <a:ext cx="17402" cy="313576"/>
            </p14:xfrm>
          </p:contentPart>
        </mc:Choice>
        <mc:Fallback>
          <p:sp>
            <p:nvSpPr>
              <p:cNvPr id="1050045" name=""/>
              <p:cNvSpPr/>
              <p:nvPr/>
            </p:nvSpPr>
            <p:spPr>
              <a:xfrm>
                <a:off x="8560717" y="3813026"/>
                <a:ext cx="17402" cy="313576"/>
              </a:xfrm>
            </p:spPr>
          </p:sp>
        </mc:Fallback>
      </mc:AlternateContent>
      <mc:AlternateContent xmlns:mc="http://schemas.openxmlformats.org/markup-compatibility/2006">
        <mc:Choice xmlns:p14="http://schemas.microsoft.com/office/powerpoint/2010/main" Requires="p14">
          <p:contentPart p14:bwMode="auto" r:id="rId176">
            <p14:nvContentPartPr>
              <p14:cNvPr id="1050046" name=""/>
              <p14:cNvContentPartPr/>
              <p14:nvPr/>
            </p14:nvContentPartPr>
            <p14:xfrm>
              <a:off x="8549438" y="3879967"/>
              <a:ext cx="87982" cy="74148"/>
            </p14:xfrm>
          </p:contentPart>
        </mc:Choice>
        <mc:Fallback>
          <p:sp>
            <p:nvSpPr>
              <p:cNvPr id="1050046" name=""/>
              <p:cNvSpPr/>
              <p:nvPr/>
            </p:nvSpPr>
            <p:spPr>
              <a:xfrm>
                <a:off x="8549438" y="3879967"/>
                <a:ext cx="87982" cy="74148"/>
              </a:xfrm>
            </p:spPr>
          </p:sp>
        </mc:Fallback>
      </mc:AlternateContent>
      <mc:AlternateContent xmlns:mc="http://schemas.openxmlformats.org/markup-compatibility/2006">
        <mc:Choice xmlns:p14="http://schemas.microsoft.com/office/powerpoint/2010/main" Requires="p14">
          <p:contentPart p14:bwMode="auto" r:id="rId177">
            <p14:nvContentPartPr>
              <p14:cNvPr id="1050047" name=""/>
              <p14:cNvContentPartPr/>
              <p14:nvPr/>
            </p14:nvContentPartPr>
            <p14:xfrm>
              <a:off x="8649601" y="3669145"/>
              <a:ext cx="120469" cy="211487"/>
            </p14:xfrm>
          </p:contentPart>
        </mc:Choice>
        <mc:Fallback>
          <p:sp>
            <p:nvSpPr>
              <p:cNvPr id="1050047" name=""/>
              <p:cNvSpPr/>
              <p:nvPr/>
            </p:nvSpPr>
            <p:spPr>
              <a:xfrm>
                <a:off x="8649601" y="3669145"/>
                <a:ext cx="120469" cy="211487"/>
              </a:xfrm>
            </p:spPr>
          </p:sp>
        </mc:Fallback>
      </mc:AlternateContent>
      <mc:AlternateContent xmlns:mc="http://schemas.openxmlformats.org/markup-compatibility/2006">
        <mc:Choice xmlns:p14="http://schemas.microsoft.com/office/powerpoint/2010/main" Requires="p14">
          <p:contentPart p14:bwMode="auto" r:id="rId178">
            <p14:nvContentPartPr>
              <p14:cNvPr id="1050048" name=""/>
              <p14:cNvContentPartPr/>
              <p14:nvPr/>
            </p14:nvContentPartPr>
            <p14:xfrm>
              <a:off x="7891759" y="3479972"/>
              <a:ext cx="1020149" cy="771568"/>
            </p14:xfrm>
          </p:contentPart>
        </mc:Choice>
        <mc:Fallback>
          <p:sp>
            <p:nvSpPr>
              <p:cNvPr id="1050048" name=""/>
              <p:cNvSpPr/>
              <p:nvPr/>
            </p:nvSpPr>
            <p:spPr>
              <a:xfrm>
                <a:off x="7891759" y="3479972"/>
                <a:ext cx="1020149" cy="771568"/>
              </a:xfrm>
            </p:spPr>
          </p:sp>
        </mc:Fallback>
      </mc:AlternateContent>
      <mc:AlternateContent xmlns:mc="http://schemas.openxmlformats.org/markup-compatibility/2006">
        <mc:Choice xmlns:p14="http://schemas.microsoft.com/office/powerpoint/2010/main" Requires="p14">
          <p:contentPart p14:bwMode="auto" r:id="rId179">
            <p14:nvContentPartPr>
              <p14:cNvPr id="1050049" name=""/>
              <p14:cNvContentPartPr/>
              <p14:nvPr/>
            </p14:nvContentPartPr>
            <p14:xfrm>
              <a:off x="8256452" y="4443206"/>
              <a:ext cx="137969" cy="238475"/>
            </p14:xfrm>
          </p:contentPart>
        </mc:Choice>
        <mc:Fallback>
          <p:sp>
            <p:nvSpPr>
              <p:cNvPr id="1050049" name=""/>
              <p:cNvSpPr/>
              <p:nvPr/>
            </p:nvSpPr>
            <p:spPr>
              <a:xfrm>
                <a:off x="8256452" y="4443206"/>
                <a:ext cx="137969" cy="238475"/>
              </a:xfrm>
            </p:spPr>
          </p:sp>
        </mc:Fallback>
      </mc:AlternateContent>
      <mc:AlternateContent xmlns:mc="http://schemas.openxmlformats.org/markup-compatibility/2006">
        <mc:Choice xmlns:p14="http://schemas.microsoft.com/office/powerpoint/2010/main" Requires="p14">
          <p:contentPart p14:bwMode="auto" r:id="rId180">
            <p14:nvContentPartPr>
              <p14:cNvPr id="1050050" name=""/>
              <p14:cNvContentPartPr/>
              <p14:nvPr/>
            </p14:nvContentPartPr>
            <p14:xfrm>
              <a:off x="8256452" y="4450403"/>
              <a:ext cx="153810" cy="505"/>
            </p14:xfrm>
          </p:contentPart>
        </mc:Choice>
        <mc:Fallback>
          <p:sp>
            <p:nvSpPr>
              <p:cNvPr id="1050050" name=""/>
              <p:cNvSpPr/>
              <p:nvPr/>
            </p:nvSpPr>
            <p:spPr>
              <a:xfrm>
                <a:off x="8256452" y="4450403"/>
                <a:ext cx="153810" cy="505"/>
              </a:xfrm>
            </p:spPr>
          </p:sp>
        </mc:Fallback>
      </mc:AlternateContent>
      <mc:AlternateContent xmlns:mc="http://schemas.openxmlformats.org/markup-compatibility/2006">
        <mc:Choice xmlns:p14="http://schemas.microsoft.com/office/powerpoint/2010/main" Requires="p14">
          <p:contentPart p14:bwMode="auto" r:id="rId181">
            <p14:nvContentPartPr>
              <p14:cNvPr id="1050051" name=""/>
              <p14:cNvContentPartPr/>
              <p14:nvPr/>
            </p14:nvContentPartPr>
            <p14:xfrm>
              <a:off x="8442216" y="4542401"/>
              <a:ext cx="166881" cy="112492"/>
            </p14:xfrm>
          </p:contentPart>
        </mc:Choice>
        <mc:Fallback>
          <p:sp>
            <p:nvSpPr>
              <p:cNvPr id="1050051" name=""/>
              <p:cNvSpPr/>
              <p:nvPr/>
            </p:nvSpPr>
            <p:spPr>
              <a:xfrm>
                <a:off x="8442216" y="4542401"/>
                <a:ext cx="166881" cy="112492"/>
              </a:xfrm>
            </p:spPr>
          </p:sp>
        </mc:Fallback>
      </mc:AlternateContent>
      <mc:AlternateContent xmlns:mc="http://schemas.openxmlformats.org/markup-compatibility/2006">
        <mc:Choice xmlns:p14="http://schemas.microsoft.com/office/powerpoint/2010/main" Requires="p14">
          <p:contentPart p14:bwMode="auto" r:id="rId182">
            <p14:nvContentPartPr>
              <p14:cNvPr id="1050052" name=""/>
              <p14:cNvContentPartPr/>
              <p14:nvPr/>
            </p14:nvContentPartPr>
            <p14:xfrm>
              <a:off x="8542378" y="4465048"/>
              <a:ext cx="149082" cy="3664"/>
            </p14:xfrm>
          </p:contentPart>
        </mc:Choice>
        <mc:Fallback>
          <p:sp>
            <p:nvSpPr>
              <p:cNvPr id="1050052" name=""/>
              <p:cNvSpPr/>
              <p:nvPr/>
            </p:nvSpPr>
            <p:spPr>
              <a:xfrm>
                <a:off x="8542378" y="4465048"/>
                <a:ext cx="149082" cy="3664"/>
              </a:xfrm>
            </p:spPr>
          </p:sp>
        </mc:Fallback>
      </mc:AlternateContent>
      <mc:AlternateContent xmlns:mc="http://schemas.openxmlformats.org/markup-compatibility/2006">
        <mc:Choice xmlns:p14="http://schemas.microsoft.com/office/powerpoint/2010/main" Requires="p14">
          <p:contentPart p14:bwMode="auto" r:id="rId183">
            <p14:nvContentPartPr>
              <p14:cNvPr id="1050053" name=""/>
              <p14:cNvContentPartPr/>
              <p14:nvPr/>
            </p14:nvContentPartPr>
            <p14:xfrm>
              <a:off x="8821244" y="4341444"/>
              <a:ext cx="4067" cy="254783"/>
            </p14:xfrm>
          </p:contentPart>
        </mc:Choice>
        <mc:Fallback>
          <p:sp>
            <p:nvSpPr>
              <p:cNvPr id="1050053" name=""/>
              <p:cNvSpPr/>
              <p:nvPr/>
            </p:nvSpPr>
            <p:spPr>
              <a:xfrm>
                <a:off x="8821244" y="4341444"/>
                <a:ext cx="4067" cy="254783"/>
              </a:xfrm>
            </p:spPr>
          </p:sp>
        </mc:Fallback>
      </mc:AlternateContent>
      <mc:AlternateContent xmlns:mc="http://schemas.openxmlformats.org/markup-compatibility/2006">
        <mc:Choice xmlns:p14="http://schemas.microsoft.com/office/powerpoint/2010/main" Requires="p14">
          <p:contentPart p14:bwMode="auto" r:id="rId184">
            <p14:nvContentPartPr>
              <p14:cNvPr id="1050054" name=""/>
              <p14:cNvContentPartPr/>
              <p14:nvPr/>
            </p14:nvContentPartPr>
            <p14:xfrm>
              <a:off x="8760092" y="4528087"/>
              <a:ext cx="232797" cy="83697"/>
            </p14:xfrm>
          </p:contentPart>
        </mc:Choice>
        <mc:Fallback>
          <p:sp>
            <p:nvSpPr>
              <p:cNvPr id="1050054" name=""/>
              <p:cNvSpPr/>
              <p:nvPr/>
            </p:nvSpPr>
            <p:spPr>
              <a:xfrm>
                <a:off x="8760092" y="4528087"/>
                <a:ext cx="232797" cy="83697"/>
              </a:xfrm>
            </p:spPr>
          </p:sp>
        </mc:Fallback>
      </mc:AlternateContent>
      <mc:AlternateContent xmlns:mc="http://schemas.openxmlformats.org/markup-compatibility/2006">
        <mc:Choice xmlns:p14="http://schemas.microsoft.com/office/powerpoint/2010/main" Requires="p14">
          <p:contentPart p14:bwMode="auto" r:id="rId185">
            <p14:nvContentPartPr>
              <p14:cNvPr id="1050055" name=""/>
              <p14:cNvContentPartPr/>
              <p14:nvPr/>
            </p14:nvContentPartPr>
            <p14:xfrm>
              <a:off x="9036131" y="4433930"/>
              <a:ext cx="136040" cy="164049"/>
            </p14:xfrm>
          </p:contentPart>
        </mc:Choice>
        <mc:Fallback>
          <p:sp>
            <p:nvSpPr>
              <p:cNvPr id="1050055" name=""/>
              <p:cNvSpPr/>
              <p:nvPr/>
            </p:nvSpPr>
            <p:spPr>
              <a:xfrm>
                <a:off x="9036131" y="4433930"/>
                <a:ext cx="136040" cy="164049"/>
              </a:xfrm>
            </p:spPr>
          </p:sp>
        </mc:Fallback>
      </mc:AlternateContent>
      <mc:AlternateContent xmlns:mc="http://schemas.openxmlformats.org/markup-compatibility/2006">
        <mc:Choice xmlns:p14="http://schemas.microsoft.com/office/powerpoint/2010/main" Requires="p14">
          <p:contentPart p14:bwMode="auto" r:id="rId186">
            <p14:nvContentPartPr>
              <p14:cNvPr id="1050056" name=""/>
              <p14:cNvContentPartPr/>
              <p14:nvPr/>
            </p14:nvContentPartPr>
            <p14:xfrm>
              <a:off x="9191698" y="4276680"/>
              <a:ext cx="552189" cy="313940"/>
            </p14:xfrm>
          </p:contentPart>
        </mc:Choice>
        <mc:Fallback>
          <p:sp>
            <p:nvSpPr>
              <p:cNvPr id="1050056" name=""/>
              <p:cNvSpPr/>
              <p:nvPr/>
            </p:nvSpPr>
            <p:spPr>
              <a:xfrm>
                <a:off x="9191698" y="4276680"/>
                <a:ext cx="552189" cy="313940"/>
              </a:xfrm>
            </p:spPr>
          </p:sp>
        </mc:Fallback>
      </mc:AlternateContent>
      <mc:AlternateContent xmlns:mc="http://schemas.openxmlformats.org/markup-compatibility/2006">
        <mc:Choice xmlns:p14="http://schemas.microsoft.com/office/powerpoint/2010/main" Requires="p14">
          <p:contentPart p14:bwMode="auto" r:id="rId187">
            <p14:nvContentPartPr>
              <p14:cNvPr id="1050057" name=""/>
              <p14:cNvContentPartPr/>
              <p14:nvPr/>
            </p14:nvContentPartPr>
            <p14:xfrm>
              <a:off x="9757402" y="4392573"/>
              <a:ext cx="169765" cy="209729"/>
            </p14:xfrm>
          </p:contentPart>
        </mc:Choice>
        <mc:Fallback>
          <p:sp>
            <p:nvSpPr>
              <p:cNvPr id="1050057" name=""/>
              <p:cNvSpPr/>
              <p:nvPr/>
            </p:nvSpPr>
            <p:spPr>
              <a:xfrm>
                <a:off x="9757402" y="4392573"/>
                <a:ext cx="169765" cy="209729"/>
              </a:xfrm>
            </p:spPr>
          </p:sp>
        </mc:Fallback>
      </mc:AlternateContent>
      <mc:AlternateContent xmlns:mc="http://schemas.openxmlformats.org/markup-compatibility/2006">
        <mc:Choice xmlns:p14="http://schemas.microsoft.com/office/powerpoint/2010/main" Requires="p14">
          <p:contentPart p14:bwMode="auto" r:id="rId188">
            <p14:nvContentPartPr>
              <p14:cNvPr id="1050058" name=""/>
              <p14:cNvContentPartPr/>
              <p14:nvPr/>
            </p14:nvContentPartPr>
            <p14:xfrm>
              <a:off x="9579303" y="4479443"/>
              <a:ext cx="72991" cy="109878"/>
            </p14:xfrm>
          </p:contentPart>
        </mc:Choice>
        <mc:Fallback>
          <p:sp>
            <p:nvSpPr>
              <p:cNvPr id="1050058" name=""/>
              <p:cNvSpPr/>
              <p:nvPr/>
            </p:nvSpPr>
            <p:spPr>
              <a:xfrm>
                <a:off x="9579303" y="4479443"/>
                <a:ext cx="72991" cy="109878"/>
              </a:xfrm>
            </p:spPr>
          </p:sp>
        </mc:Fallback>
      </mc:AlternateContent>
      <mc:AlternateContent xmlns:mc="http://schemas.openxmlformats.org/markup-compatibility/2006">
        <mc:Choice xmlns:p14="http://schemas.microsoft.com/office/powerpoint/2010/main" Requires="p14">
          <p:contentPart p14:bwMode="auto" r:id="rId189">
            <p14:nvContentPartPr>
              <p14:cNvPr id="1050059" name=""/>
              <p14:cNvContentPartPr/>
              <p14:nvPr/>
            </p14:nvContentPartPr>
            <p14:xfrm>
              <a:off x="8871682" y="4696867"/>
              <a:ext cx="925155" cy="106747"/>
            </p14:xfrm>
          </p:contentPart>
        </mc:Choice>
        <mc:Fallback>
          <p:sp>
            <p:nvSpPr>
              <p:cNvPr id="1050059" name=""/>
              <p:cNvSpPr/>
              <p:nvPr/>
            </p:nvSpPr>
            <p:spPr>
              <a:xfrm>
                <a:off x="8871682" y="4696867"/>
                <a:ext cx="925155" cy="106747"/>
              </a:xfrm>
            </p:spPr>
          </p:sp>
        </mc:Fallback>
      </mc:AlternateContent>
      <mc:AlternateContent xmlns:mc="http://schemas.openxmlformats.org/markup-compatibility/2006">
        <mc:Choice xmlns:p14="http://schemas.microsoft.com/office/powerpoint/2010/main" Requires="p14">
          <p:contentPart p14:bwMode="auto" r:id="rId190">
            <p14:nvContentPartPr>
              <p14:cNvPr id="1050060" name=""/>
              <p14:cNvContentPartPr/>
              <p14:nvPr/>
            </p14:nvContentPartPr>
            <p14:xfrm>
              <a:off x="8943028" y="4819726"/>
              <a:ext cx="21180" cy="36485"/>
            </p14:xfrm>
          </p:contentPart>
        </mc:Choice>
        <mc:Fallback>
          <p:sp>
            <p:nvSpPr>
              <p:cNvPr id="1050060" name=""/>
              <p:cNvSpPr/>
              <p:nvPr/>
            </p:nvSpPr>
            <p:spPr>
              <a:xfrm>
                <a:off x="8943028" y="4819726"/>
                <a:ext cx="21180" cy="36485"/>
              </a:xfrm>
            </p:spPr>
          </p:sp>
        </mc:Fallback>
      </mc:AlternateContent>
      <mc:AlternateContent xmlns:mc="http://schemas.openxmlformats.org/markup-compatibility/2006">
        <mc:Choice xmlns:p14="http://schemas.microsoft.com/office/powerpoint/2010/main" Requires="p14">
          <p:contentPart p14:bwMode="auto" r:id="rId191">
            <p14:nvContentPartPr>
              <p14:cNvPr id="1050061" name=""/>
              <p14:cNvContentPartPr/>
              <p14:nvPr/>
            </p14:nvContentPartPr>
            <p14:xfrm>
              <a:off x="6339685" y="5036901"/>
              <a:ext cx="72245" cy="621466"/>
            </p14:xfrm>
          </p:contentPart>
        </mc:Choice>
        <mc:Fallback>
          <p:sp>
            <p:nvSpPr>
              <p:cNvPr id="1050061" name=""/>
              <p:cNvSpPr/>
              <p:nvPr/>
            </p:nvSpPr>
            <p:spPr>
              <a:xfrm>
                <a:off x="6339685" y="5036901"/>
                <a:ext cx="72245" cy="621466"/>
              </a:xfrm>
            </p:spPr>
          </p:sp>
        </mc:Fallback>
      </mc:AlternateContent>
      <mc:AlternateContent xmlns:mc="http://schemas.openxmlformats.org/markup-compatibility/2006">
        <mc:Choice xmlns:p14="http://schemas.microsoft.com/office/powerpoint/2010/main" Requires="p14">
          <p:contentPart p14:bwMode="auto" r:id="rId192">
            <p14:nvContentPartPr>
              <p14:cNvPr id="1050062" name=""/>
              <p14:cNvContentPartPr/>
              <p14:nvPr/>
            </p14:nvContentPartPr>
            <p14:xfrm>
              <a:off x="6282323" y="5055227"/>
              <a:ext cx="249647" cy="182343"/>
            </p14:xfrm>
          </p:contentPart>
        </mc:Choice>
        <mc:Fallback>
          <p:sp>
            <p:nvSpPr>
              <p:cNvPr id="1050062" name=""/>
              <p:cNvSpPr/>
              <p:nvPr/>
            </p:nvSpPr>
            <p:spPr>
              <a:xfrm>
                <a:off x="6282323" y="5055227"/>
                <a:ext cx="249647" cy="182343"/>
              </a:xfrm>
            </p:spPr>
          </p:sp>
        </mc:Fallback>
      </mc:AlternateContent>
      <mc:AlternateContent xmlns:mc="http://schemas.openxmlformats.org/markup-compatibility/2006">
        <mc:Choice xmlns:p14="http://schemas.microsoft.com/office/powerpoint/2010/main" Requires="p14">
          <p:contentPart p14:bwMode="auto" r:id="rId193">
            <p14:nvContentPartPr>
              <p14:cNvPr id="1050063" name=""/>
              <p14:cNvContentPartPr/>
              <p14:nvPr/>
            </p14:nvContentPartPr>
            <p14:xfrm>
              <a:off x="6574291" y="4962786"/>
              <a:ext cx="262322" cy="733790"/>
            </p14:xfrm>
          </p:contentPart>
        </mc:Choice>
        <mc:Fallback>
          <p:sp>
            <p:nvSpPr>
              <p:cNvPr id="1050063" name=""/>
              <p:cNvSpPr/>
              <p:nvPr/>
            </p:nvSpPr>
            <p:spPr>
              <a:xfrm>
                <a:off x="6574291" y="4962786"/>
                <a:ext cx="262322" cy="733790"/>
              </a:xfrm>
            </p:spPr>
          </p:sp>
        </mc:Fallback>
      </mc:AlternateContent>
      <mc:AlternateContent xmlns:mc="http://schemas.openxmlformats.org/markup-compatibility/2006">
        <mc:Choice xmlns:p14="http://schemas.microsoft.com/office/powerpoint/2010/main" Requires="p14">
          <p:contentPart p14:bwMode="auto" r:id="rId194">
            <p14:nvContentPartPr>
              <p14:cNvPr id="1050064" name=""/>
              <p14:cNvContentPartPr/>
              <p14:nvPr/>
            </p14:nvContentPartPr>
            <p14:xfrm>
              <a:off x="6847557" y="5622597"/>
              <a:ext cx="115215" cy="223660"/>
            </p14:xfrm>
          </p:contentPart>
        </mc:Choice>
        <mc:Fallback>
          <p:sp>
            <p:nvSpPr>
              <p:cNvPr id="1050064" name=""/>
              <p:cNvSpPr/>
              <p:nvPr/>
            </p:nvSpPr>
            <p:spPr>
              <a:xfrm>
                <a:off x="6847557" y="5622597"/>
                <a:ext cx="115215" cy="223660"/>
              </a:xfrm>
            </p:spPr>
          </p:sp>
        </mc:Fallback>
      </mc:AlternateContent>
      <mc:AlternateContent xmlns:mc="http://schemas.openxmlformats.org/markup-compatibility/2006">
        <mc:Choice xmlns:p14="http://schemas.microsoft.com/office/powerpoint/2010/main" Requires="p14">
          <p:contentPart p14:bwMode="auto" r:id="rId195">
            <p14:nvContentPartPr>
              <p14:cNvPr id="1050065" name=""/>
              <p14:cNvContentPartPr/>
              <p14:nvPr/>
            </p14:nvContentPartPr>
            <p14:xfrm>
              <a:off x="7884482" y="5297759"/>
              <a:ext cx="26804" cy="381320"/>
            </p14:xfrm>
          </p:contentPart>
        </mc:Choice>
        <mc:Fallback>
          <p:sp>
            <p:nvSpPr>
              <p:cNvPr id="1050065" name=""/>
              <p:cNvSpPr/>
              <p:nvPr/>
            </p:nvSpPr>
            <p:spPr>
              <a:xfrm>
                <a:off x="7884482" y="5297759"/>
                <a:ext cx="26804" cy="381320"/>
              </a:xfrm>
            </p:spPr>
          </p:sp>
        </mc:Fallback>
      </mc:AlternateContent>
      <mc:AlternateContent xmlns:mc="http://schemas.openxmlformats.org/markup-compatibility/2006">
        <mc:Choice xmlns:p14="http://schemas.microsoft.com/office/powerpoint/2010/main" Requires="p14">
          <p:contentPart p14:bwMode="auto" r:id="rId196">
            <p14:nvContentPartPr>
              <p14:cNvPr id="1050066" name=""/>
              <p14:cNvContentPartPr/>
              <p14:nvPr/>
            </p14:nvContentPartPr>
            <p14:xfrm>
              <a:off x="7848742" y="5281465"/>
              <a:ext cx="158021" cy="158070"/>
            </p14:xfrm>
          </p:contentPart>
        </mc:Choice>
        <mc:Fallback>
          <p:sp>
            <p:nvSpPr>
              <p:cNvPr id="1050066" name=""/>
              <p:cNvSpPr/>
              <p:nvPr/>
            </p:nvSpPr>
            <p:spPr>
              <a:xfrm>
                <a:off x="7848742" y="5281465"/>
                <a:ext cx="158021" cy="158070"/>
              </a:xfrm>
            </p:spPr>
          </p:sp>
        </mc:Fallback>
      </mc:AlternateContent>
      <mc:AlternateContent xmlns:mc="http://schemas.openxmlformats.org/markup-compatibility/2006">
        <mc:Choice xmlns:p14="http://schemas.microsoft.com/office/powerpoint/2010/main" Requires="p14">
          <p:contentPart p14:bwMode="auto" r:id="rId197">
            <p14:nvContentPartPr>
              <p14:cNvPr id="1050067" name=""/>
              <p14:cNvContentPartPr/>
              <p14:nvPr/>
            </p14:nvContentPartPr>
            <p14:xfrm>
              <a:off x="8067535" y="5206430"/>
              <a:ext cx="224657" cy="598998"/>
            </p14:xfrm>
          </p:contentPart>
        </mc:Choice>
        <mc:Fallback>
          <p:sp>
            <p:nvSpPr>
              <p:cNvPr id="1050067" name=""/>
              <p:cNvSpPr/>
              <p:nvPr/>
            </p:nvSpPr>
            <p:spPr>
              <a:xfrm>
                <a:off x="8067535" y="5206430"/>
                <a:ext cx="224657" cy="598998"/>
              </a:xfrm>
            </p:spPr>
          </p:sp>
        </mc:Fallback>
      </mc:AlternateContent>
      <mc:AlternateContent xmlns:mc="http://schemas.openxmlformats.org/markup-compatibility/2006">
        <mc:Choice xmlns:p14="http://schemas.microsoft.com/office/powerpoint/2010/main" Requires="p14">
          <p:contentPart p14:bwMode="auto" r:id="rId198">
            <p14:nvContentPartPr>
              <p14:cNvPr id="1050068" name=""/>
              <p14:cNvContentPartPr/>
              <p14:nvPr/>
            </p14:nvContentPartPr>
            <p14:xfrm>
              <a:off x="8315562" y="5746753"/>
              <a:ext cx="86345" cy="226996"/>
            </p14:xfrm>
          </p:contentPart>
        </mc:Choice>
        <mc:Fallback>
          <p:sp>
            <p:nvSpPr>
              <p:cNvPr id="1050068" name=""/>
              <p:cNvSpPr/>
              <p:nvPr/>
            </p:nvSpPr>
            <p:spPr>
              <a:xfrm>
                <a:off x="8315562" y="5746753"/>
                <a:ext cx="86345" cy="226996"/>
              </a:xfrm>
            </p:spPr>
          </p:sp>
        </mc:Fallback>
      </mc:AlternateContent>
      <mc:AlternateContent xmlns:mc="http://schemas.openxmlformats.org/markup-compatibility/2006">
        <mc:Choice xmlns:p14="http://schemas.microsoft.com/office/powerpoint/2010/main" Requires="p14">
          <p:contentPart p14:bwMode="auto" r:id="rId199">
            <p14:nvContentPartPr>
              <p14:cNvPr id="1050069" name=""/>
              <p14:cNvContentPartPr/>
              <p14:nvPr/>
            </p14:nvContentPartPr>
            <p14:xfrm>
              <a:off x="8306312" y="5687648"/>
              <a:ext cx="148581" cy="51907"/>
            </p14:xfrm>
          </p:contentPart>
        </mc:Choice>
        <mc:Fallback>
          <p:sp>
            <p:nvSpPr>
              <p:cNvPr id="1050069" name=""/>
              <p:cNvSpPr/>
              <p:nvPr/>
            </p:nvSpPr>
            <p:spPr>
              <a:xfrm>
                <a:off x="8306312" y="5687648"/>
                <a:ext cx="148581" cy="51907"/>
              </a:xfrm>
            </p:spPr>
          </p:sp>
        </mc:Fallback>
      </mc:AlternateContent>
      <mc:AlternateContent xmlns:mc="http://schemas.openxmlformats.org/markup-compatibility/2006">
        <mc:Choice xmlns:p14="http://schemas.microsoft.com/office/powerpoint/2010/main" Requires="p14">
          <p:contentPart p14:bwMode="auto" r:id="rId200">
            <p14:nvContentPartPr>
              <p14:cNvPr id="1050070" name=""/>
              <p14:cNvContentPartPr/>
              <p14:nvPr/>
            </p14:nvContentPartPr>
            <p14:xfrm>
              <a:off x="8528258" y="5287883"/>
              <a:ext cx="519220" cy="719554"/>
            </p14:xfrm>
          </p:contentPart>
        </mc:Choice>
        <mc:Fallback>
          <p:sp>
            <p:nvSpPr>
              <p:cNvPr id="1050070" name=""/>
              <p:cNvSpPr/>
              <p:nvPr/>
            </p:nvSpPr>
            <p:spPr>
              <a:xfrm>
                <a:off x="8528258" y="5287883"/>
                <a:ext cx="519220" cy="719554"/>
              </a:xfrm>
            </p:spPr>
          </p:sp>
        </mc:Fallback>
      </mc:AlternateContent>
      <mc:AlternateContent xmlns:mc="http://schemas.openxmlformats.org/markup-compatibility/2006">
        <mc:Choice xmlns:p14="http://schemas.microsoft.com/office/powerpoint/2010/main" Requires="p14">
          <p:contentPart p14:bwMode="auto" r:id="rId201">
            <p14:nvContentPartPr>
              <p14:cNvPr id="1050071" name=""/>
              <p14:cNvContentPartPr/>
              <p14:nvPr/>
            </p14:nvContentPartPr>
            <p14:xfrm>
              <a:off x="9061508" y="5605715"/>
              <a:ext cx="373886" cy="136953"/>
            </p14:xfrm>
          </p:contentPart>
        </mc:Choice>
        <mc:Fallback>
          <p:sp>
            <p:nvSpPr>
              <p:cNvPr id="1050071" name=""/>
              <p:cNvSpPr/>
              <p:nvPr/>
            </p:nvSpPr>
            <p:spPr>
              <a:xfrm>
                <a:off x="9061508" y="5605715"/>
                <a:ext cx="373886" cy="136953"/>
              </a:xfrm>
            </p:spPr>
          </p:sp>
        </mc:Fallback>
      </mc:AlternateContent>
      <mc:AlternateContent xmlns:mc="http://schemas.openxmlformats.org/markup-compatibility/2006">
        <mc:Choice xmlns:p14="http://schemas.microsoft.com/office/powerpoint/2010/main" Requires="p14">
          <p:contentPart p14:bwMode="auto" r:id="rId202">
            <p14:nvContentPartPr>
              <p14:cNvPr id="1050072" name=""/>
              <p14:cNvContentPartPr/>
              <p14:nvPr/>
            </p14:nvContentPartPr>
            <p14:xfrm>
              <a:off x="9413435" y="5347114"/>
              <a:ext cx="463119" cy="346879"/>
            </p14:xfrm>
          </p:contentPart>
        </mc:Choice>
        <mc:Fallback>
          <p:sp>
            <p:nvSpPr>
              <p:cNvPr id="1050072" name=""/>
              <p:cNvSpPr/>
              <p:nvPr/>
            </p:nvSpPr>
            <p:spPr>
              <a:xfrm>
                <a:off x="9413435" y="5347114"/>
                <a:ext cx="463119" cy="346879"/>
              </a:xfrm>
            </p:spPr>
          </p:sp>
        </mc:Fallback>
      </mc:AlternateContent>
      <mc:AlternateContent xmlns:mc="http://schemas.openxmlformats.org/markup-compatibility/2006">
        <mc:Choice xmlns:p14="http://schemas.microsoft.com/office/powerpoint/2010/main" Requires="p14">
          <p:contentPart p14:bwMode="auto" r:id="rId203">
            <p14:nvContentPartPr>
              <p14:cNvPr id="1050073" name=""/>
              <p14:cNvContentPartPr/>
              <p14:nvPr/>
            </p14:nvContentPartPr>
            <p14:xfrm>
              <a:off x="9887207" y="5507985"/>
              <a:ext cx="123212" cy="218918"/>
            </p14:xfrm>
          </p:contentPart>
        </mc:Choice>
        <mc:Fallback>
          <p:sp>
            <p:nvSpPr>
              <p:cNvPr id="1050073" name=""/>
              <p:cNvSpPr/>
              <p:nvPr/>
            </p:nvSpPr>
            <p:spPr>
              <a:xfrm>
                <a:off x="9887207" y="5507985"/>
                <a:ext cx="123212" cy="218918"/>
              </a:xfrm>
            </p:spPr>
          </p:sp>
        </mc:Fallback>
      </mc:AlternateContent>
      <mc:AlternateContent xmlns:mc="http://schemas.openxmlformats.org/markup-compatibility/2006">
        <mc:Choice xmlns:p14="http://schemas.microsoft.com/office/powerpoint/2010/main" Requires="p14">
          <p:contentPart p14:bwMode="auto" r:id="rId204">
            <p14:nvContentPartPr>
              <p14:cNvPr id="1050074" name=""/>
              <p14:cNvContentPartPr/>
              <p14:nvPr/>
            </p14:nvContentPartPr>
            <p14:xfrm>
              <a:off x="8862359" y="5746753"/>
              <a:ext cx="1103474" cy="63815"/>
            </p14:xfrm>
          </p:contentPart>
        </mc:Choice>
        <mc:Fallback>
          <p:sp>
            <p:nvSpPr>
              <p:cNvPr id="1050074" name=""/>
              <p:cNvSpPr/>
              <p:nvPr/>
            </p:nvSpPr>
            <p:spPr>
              <a:xfrm>
                <a:off x="8862359" y="5746753"/>
                <a:ext cx="1103474" cy="63815"/>
              </a:xfrm>
            </p:spPr>
          </p:sp>
        </mc:Fallback>
      </mc:AlternateContent>
      <mc:AlternateContent xmlns:mc="http://schemas.openxmlformats.org/markup-compatibility/2006">
        <mc:Choice xmlns:p14="http://schemas.microsoft.com/office/powerpoint/2010/main" Requires="p14">
          <p:contentPart p14:bwMode="auto" r:id="rId205">
            <p14:nvContentPartPr>
              <p14:cNvPr id="1050075" name=""/>
              <p14:cNvContentPartPr/>
              <p14:nvPr/>
            </p14:nvContentPartPr>
            <p14:xfrm>
              <a:off x="8091867" y="6057050"/>
              <a:ext cx="421829" cy="15837"/>
            </p14:xfrm>
          </p:contentPart>
        </mc:Choice>
        <mc:Fallback>
          <p:sp>
            <p:nvSpPr>
              <p:cNvPr id="1050075" name=""/>
              <p:cNvSpPr/>
              <p:nvPr/>
            </p:nvSpPr>
            <p:spPr>
              <a:xfrm>
                <a:off x="8091867" y="6057050"/>
                <a:ext cx="421829" cy="15837"/>
              </a:xfrm>
            </p:spPr>
          </p:sp>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69" name=""/>
        <p:cNvGrpSpPr/>
        <p:nvPr/>
      </p:nvGrpSpPr>
      <p:grpSpPr>
        <a:xfrm>
          <a:off x="0" y="0"/>
          <a:ext cx="0" cy="0"/>
          <a:chOff x="0" y="0"/>
          <a:chExt cx="0" cy="0"/>
        </a:xfrm>
      </p:grpSpPr>
      <p:sp>
        <p:nvSpPr>
          <p:cNvPr id="1048732" name="Rectangle 1"/>
          <p:cNvSpPr/>
          <p:nvPr/>
        </p:nvSpPr>
        <p:spPr>
          <a:xfrm>
            <a:off x="659105" y="359466"/>
            <a:ext cx="3649980" cy="396240"/>
          </a:xfrm>
          <a:prstGeom prst="rect"/>
        </p:spPr>
        <p:txBody>
          <a:bodyPr wrap="none">
            <a:spAutoFit/>
          </a:bodyPr>
          <a:p>
            <a:pPr indent="-285750" marL="285750">
              <a:buFont typeface="Wingdings" panose="05000000000000000000" pitchFamily="2" charset="2"/>
              <a:buChar char="Ø"/>
            </a:pPr>
            <a:r>
              <a:rPr b="1" dirty="0" sz="2000" lang="fr-FR" u="sng"/>
              <a:t>Limites de la règle de l’octet</a:t>
            </a:r>
            <a:endParaRPr dirty="0" sz="2000" lang="fr-MA" u="sng"/>
          </a:p>
        </p:txBody>
      </p:sp>
      <p:sp>
        <p:nvSpPr>
          <p:cNvPr id="1048733" name="Rectangle 2"/>
          <p:cNvSpPr/>
          <p:nvPr/>
        </p:nvSpPr>
        <p:spPr>
          <a:xfrm>
            <a:off x="659105" y="759576"/>
            <a:ext cx="11292489" cy="1692771"/>
          </a:xfrm>
          <a:prstGeom prst="rect"/>
        </p:spPr>
        <p:txBody>
          <a:bodyPr wrap="square">
            <a:spAutoFit/>
          </a:bodyPr>
          <a:p>
            <a:pPr algn="just" indent="-342900" marL="342900">
              <a:buFont typeface="Wingdings" panose="05000000000000000000" pitchFamily="2" charset="2"/>
              <a:buChar char="§"/>
            </a:pPr>
            <a:r>
              <a:rPr dirty="0" sz="2400" lang="fr-MA" u="sng">
                <a:effectLst>
                  <a:outerShdw algn="tl" blurRad="38100" dir="2700000" dist="38100">
                    <a:srgbClr val="000000">
                      <a:alpha val="43137"/>
                    </a:srgbClr>
                  </a:outerShdw>
                </a:effectLst>
              </a:rPr>
              <a:t>Composés </a:t>
            </a:r>
            <a:r>
              <a:rPr dirty="0" sz="2400" lang="fr-MA" err="1" u="sng">
                <a:effectLst>
                  <a:outerShdw algn="tl" blurRad="38100" dir="2700000" dist="38100">
                    <a:srgbClr val="000000">
                      <a:alpha val="43137"/>
                    </a:srgbClr>
                  </a:outerShdw>
                </a:effectLst>
              </a:rPr>
              <a:t>hypervalents</a:t>
            </a:r>
            <a:endParaRPr dirty="0" sz="2400" lang="fr-MA" u="sng">
              <a:effectLst>
                <a:outerShdw algn="tl" blurRad="38100" dir="2700000" dist="38100">
                  <a:srgbClr val="000000">
                    <a:alpha val="43137"/>
                  </a:srgbClr>
                </a:outerShdw>
              </a:effectLst>
            </a:endParaRPr>
          </a:p>
          <a:p>
            <a:pPr algn="just" indent="-342900" marL="342900">
              <a:buFont typeface="Wingdings" panose="05000000000000000000" pitchFamily="2" charset="2"/>
              <a:buChar char="Ø"/>
            </a:pPr>
            <a:r>
              <a:rPr dirty="0" sz="2000" lang="fr-FR"/>
              <a:t>Les atomes de la 2</a:t>
            </a:r>
            <a:r>
              <a:rPr baseline="30000" dirty="0" sz="2000" lang="fr-FR"/>
              <a:t>ème</a:t>
            </a:r>
            <a:r>
              <a:rPr dirty="0" sz="2000" lang="fr-FR"/>
              <a:t> période </a:t>
            </a:r>
            <a:r>
              <a:rPr dirty="0" sz="2000" lang="fr-FR" u="sng">
                <a:effectLst>
                  <a:outerShdw algn="tl" blurRad="38100" dir="2700000" dist="38100">
                    <a:srgbClr val="000000">
                      <a:alpha val="43137"/>
                    </a:srgbClr>
                  </a:outerShdw>
                </a:effectLst>
              </a:rPr>
              <a:t>ne peuvent </a:t>
            </a:r>
            <a:r>
              <a:rPr dirty="0" sz="2000" i="1" lang="fr-FR" u="sng">
                <a:effectLst>
                  <a:outerShdw algn="tl" blurRad="38100" dir="2700000" dist="38100">
                    <a:srgbClr val="000000">
                      <a:alpha val="43137"/>
                    </a:srgbClr>
                  </a:outerShdw>
                </a:effectLst>
              </a:rPr>
              <a:t>JAMAIS!!</a:t>
            </a:r>
            <a:r>
              <a:rPr dirty="0" sz="2000" lang="fr-FR" u="sng">
                <a:effectLst>
                  <a:outerShdw algn="tl" blurRad="38100" dir="2700000" dist="38100">
                    <a:srgbClr val="000000">
                      <a:alpha val="43137"/>
                    </a:srgbClr>
                  </a:outerShdw>
                </a:effectLst>
              </a:rPr>
              <a:t> </a:t>
            </a:r>
            <a:r>
              <a:rPr dirty="0" sz="2000" lang="fr-FR"/>
              <a:t>être entourés de plus de 8 électrons !</a:t>
            </a:r>
          </a:p>
          <a:p>
            <a:pPr algn="just" indent="-342900" marL="342900">
              <a:buFont typeface="Wingdings" panose="05000000000000000000" pitchFamily="2" charset="2"/>
              <a:buChar char="Ø"/>
            </a:pPr>
            <a:endParaRPr dirty="0" sz="2000" lang="fr-FR"/>
          </a:p>
          <a:p>
            <a:pPr algn="just" indent="-342900" marL="342900">
              <a:buFont typeface="Wingdings" panose="05000000000000000000" pitchFamily="2" charset="2"/>
              <a:buChar char="Ø"/>
            </a:pPr>
            <a:r>
              <a:rPr dirty="0" sz="2000" lang="fr-FR"/>
              <a:t>Par contre, à partir de la 3ème période, certains atomes de composés poly-atomiques peuvent engager plus de 4 liaisons (composés hyper-</a:t>
            </a:r>
            <a:r>
              <a:rPr dirty="0" sz="2000" lang="fr-FR" err="1"/>
              <a:t>valents</a:t>
            </a:r>
            <a:r>
              <a:rPr dirty="0" sz="2000" lang="fr-FR"/>
              <a:t>).</a:t>
            </a:r>
            <a:endParaRPr dirty="0" sz="2000" lang="fr-MA"/>
          </a:p>
        </p:txBody>
      </p:sp>
      <p:pic>
        <p:nvPicPr>
          <p:cNvPr id="2097165" name="Picture 4" descr="http://www.aclg.ulg.ac.be/Create/GeometrieMoleculaire_CG/images/pic026.jpg"/>
          <p:cNvPicPr>
            <a:picLocks noChangeAspect="1" noChangeArrowheads="1"/>
          </p:cNvPicPr>
          <p:nvPr/>
        </p:nvPicPr>
        <p:blipFill>
          <a:blip xmlns:r="http://schemas.openxmlformats.org/officeDocument/2006/relationships" r:embed="rId1"/>
          <a:srcRect/>
          <a:stretch>
            <a:fillRect/>
          </a:stretch>
        </p:blipFill>
        <p:spPr bwMode="auto">
          <a:xfrm>
            <a:off x="1184856" y="2580802"/>
            <a:ext cx="9903854" cy="3853280"/>
          </a:xfrm>
          <a:prstGeom prst="rect"/>
          <a:noFill/>
        </p:spPr>
      </p:pic>
      <p:sp>
        <p:nvSpPr>
          <p:cNvPr id="1048734" name="Espace réservé de la date 3"/>
          <p:cNvSpPr>
            <a:spLocks noGrp="1"/>
          </p:cNvSpPr>
          <p:nvPr>
            <p:ph type="dt" sz="half" idx="10"/>
          </p:nvPr>
        </p:nvSpPr>
        <p:spPr/>
        <p:txBody>
          <a:bodyPr/>
          <a:p>
            <a:fld id="{C9EE11C1-4DFE-4B9B-9053-50ABF569D223}" type="datetime1">
              <a:rPr lang="fr-MA" smtClean="0"/>
              <a:t>2/26/2026</a:t>
            </a:fld>
            <a:endParaRPr lang="fr-MA"/>
          </a:p>
        </p:txBody>
      </p:sp>
      <p:sp>
        <p:nvSpPr>
          <p:cNvPr id="1048735" name="Espace réservé du pied de page 4"/>
          <p:cNvSpPr>
            <a:spLocks noGrp="1"/>
          </p:cNvSpPr>
          <p:nvPr>
            <p:ph type="ftr" sz="quarter" idx="11"/>
          </p:nvPr>
        </p:nvSpPr>
        <p:spPr/>
        <p:txBody>
          <a:bodyPr/>
          <a:p>
            <a:r>
              <a:rPr lang="fr-MA"/>
              <a:t>Azagrouze</a:t>
            </a:r>
          </a:p>
        </p:txBody>
      </p:sp>
      <p:sp>
        <p:nvSpPr>
          <p:cNvPr id="1048736" name="Espace réservé du numéro de diapositive 5"/>
          <p:cNvSpPr>
            <a:spLocks noGrp="1"/>
          </p:cNvSpPr>
          <p:nvPr>
            <p:ph type="sldNum" sz="quarter" idx="12"/>
          </p:nvPr>
        </p:nvSpPr>
        <p:spPr/>
        <p:txBody>
          <a:bodyPr/>
          <a:p>
            <a:fld id="{FF4E3B11-ADB7-4E0C-98DE-03B52B014AC4}" type="slidenum">
              <a:rPr lang="fr-MA" smtClean="0"/>
              <a:t>16</a:t>
            </a:fld>
            <a:endParaRPr lang="fr-MA"/>
          </a:p>
        </p:txBody>
      </p:sp>
      <mc:AlternateContent xmlns:mc="http://schemas.openxmlformats.org/markup-compatibility/2006">
        <mc:Choice xmlns:p14="http://schemas.microsoft.com/office/powerpoint/2010/main" Requires="p14">
          <p:contentPart p14:bwMode="auto" r:id="rId2">
            <p14:nvContentPartPr>
              <p14:cNvPr id="1048737" name=""/>
              <p14:cNvContentPartPr/>
              <p14:nvPr/>
            </p14:nvContentPartPr>
            <p14:xfrm>
              <a:off x="2763838" y="2088780"/>
              <a:ext cx="2682777" cy="33878"/>
            </p14:xfrm>
          </p:contentPart>
        </mc:Choice>
        <mc:Fallback>
          <p:sp>
            <p:nvSpPr>
              <p:cNvPr id="1048737" name=""/>
              <p:cNvSpPr/>
              <p:nvPr/>
            </p:nvSpPr>
            <p:spPr>
              <a:xfrm>
                <a:off x="2763838" y="2088780"/>
                <a:ext cx="2682777" cy="33878"/>
              </a:xfrm>
            </p:spPr>
          </p:sp>
        </mc:Fallback>
      </mc:AlternateContent>
      <mc:AlternateContent xmlns:mc="http://schemas.openxmlformats.org/markup-compatibility/2006">
        <mc:Choice xmlns:p14="http://schemas.microsoft.com/office/powerpoint/2010/main" Requires="p14">
          <p:contentPart p14:bwMode="auto" r:id="rId3">
            <p14:nvContentPartPr>
              <p14:cNvPr id="1050076" name=""/>
              <p14:cNvContentPartPr/>
              <p14:nvPr/>
            </p14:nvContentPartPr>
            <p14:xfrm>
              <a:off x="9378133" y="3624394"/>
              <a:ext cx="1286" cy="31736"/>
            </p14:xfrm>
          </p:contentPart>
        </mc:Choice>
        <mc:Fallback>
          <p:sp>
            <p:nvSpPr>
              <p:cNvPr id="1050076" name=""/>
              <p:cNvSpPr/>
              <p:nvPr/>
            </p:nvSpPr>
            <p:spPr>
              <a:xfrm>
                <a:off x="9378133" y="3624394"/>
                <a:ext cx="1286" cy="31736"/>
              </a:xfrm>
            </p:spPr>
          </p:sp>
        </mc:Fallback>
      </mc:AlternateContent>
      <mc:AlternateContent xmlns:mc="http://schemas.openxmlformats.org/markup-compatibility/2006">
        <mc:Choice xmlns:p14="http://schemas.microsoft.com/office/powerpoint/2010/main" Requires="p14">
          <p:contentPart p14:bwMode="auto" r:id="rId4">
            <p14:nvContentPartPr>
              <p14:cNvPr id="1050077" name=""/>
              <p14:cNvContentPartPr/>
              <p14:nvPr/>
            </p14:nvContentPartPr>
            <p14:xfrm>
              <a:off x="9888708" y="3831073"/>
              <a:ext cx="5202" cy="32585"/>
            </p14:xfrm>
          </p:contentPart>
        </mc:Choice>
        <mc:Fallback>
          <p:sp>
            <p:nvSpPr>
              <p:cNvPr id="1050077" name=""/>
              <p:cNvSpPr/>
              <p:nvPr/>
            </p:nvSpPr>
            <p:spPr>
              <a:xfrm>
                <a:off x="9888708" y="3831073"/>
                <a:ext cx="5202" cy="32585"/>
              </a:xfrm>
            </p:spPr>
          </p:sp>
        </mc:Fallback>
      </mc:AlternateContent>
      <mc:AlternateContent xmlns:mc="http://schemas.openxmlformats.org/markup-compatibility/2006">
        <mc:Choice xmlns:p14="http://schemas.microsoft.com/office/powerpoint/2010/main" Requires="p14">
          <p:contentPart p14:bwMode="auto" r:id="rId5">
            <p14:nvContentPartPr>
              <p14:cNvPr id="1050078" name=""/>
              <p14:cNvContentPartPr/>
              <p14:nvPr/>
            </p14:nvContentPartPr>
            <p14:xfrm>
              <a:off x="8656102" y="2591344"/>
              <a:ext cx="2385493" cy="2367688"/>
            </p14:xfrm>
          </p:contentPart>
        </mc:Choice>
        <mc:Fallback>
          <p:sp>
            <p:nvSpPr>
              <p:cNvPr id="1050078" name=""/>
              <p:cNvSpPr/>
              <p:nvPr/>
            </p:nvSpPr>
            <p:spPr>
              <a:xfrm>
                <a:off x="8656102" y="2591344"/>
                <a:ext cx="2385493" cy="2367688"/>
              </a:xfrm>
            </p:spPr>
          </p:sp>
        </mc:Fallback>
      </mc:AlternateContent>
      <mc:AlternateContent xmlns:mc="http://schemas.openxmlformats.org/markup-compatibility/2006">
        <mc:Choice xmlns:p14="http://schemas.microsoft.com/office/powerpoint/2010/main" Requires="p14">
          <p:contentPart p14:bwMode="auto" r:id="rId6">
            <p14:nvContentPartPr>
              <p14:cNvPr id="1050079" name=""/>
              <p14:cNvContentPartPr/>
              <p14:nvPr/>
            </p14:nvContentPartPr>
            <p14:xfrm>
              <a:off x="1826234" y="5222393"/>
              <a:ext cx="1215626" cy="1107658"/>
            </p14:xfrm>
          </p:contentPart>
        </mc:Choice>
        <mc:Fallback>
          <p:sp>
            <p:nvSpPr>
              <p:cNvPr id="1050079" name=""/>
              <p:cNvSpPr/>
              <p:nvPr/>
            </p:nvSpPr>
            <p:spPr>
              <a:xfrm>
                <a:off x="1826234" y="5222393"/>
                <a:ext cx="1215626" cy="1107658"/>
              </a:xfrm>
            </p:spPr>
          </p:sp>
        </mc:Fallback>
      </mc:AlternateContent>
      <mc:AlternateContent xmlns:mc="http://schemas.openxmlformats.org/markup-compatibility/2006">
        <mc:Choice xmlns:p14="http://schemas.microsoft.com/office/powerpoint/2010/main" Requires="p14">
          <p:contentPart p14:bwMode="auto" r:id="rId7">
            <p14:nvContentPartPr>
              <p14:cNvPr id="1050080" name=""/>
              <p14:cNvContentPartPr/>
              <p14:nvPr/>
            </p14:nvContentPartPr>
            <p14:xfrm>
              <a:off x="5495432" y="5160260"/>
              <a:ext cx="1057989" cy="1021731"/>
            </p14:xfrm>
          </p:contentPart>
        </mc:Choice>
        <mc:Fallback>
          <p:sp>
            <p:nvSpPr>
              <p:cNvPr id="1050080" name=""/>
              <p:cNvSpPr/>
              <p:nvPr/>
            </p:nvSpPr>
            <p:spPr>
              <a:xfrm>
                <a:off x="5495432" y="5160260"/>
                <a:ext cx="1057989" cy="1021731"/>
              </a:xfrm>
            </p:spPr>
          </p:sp>
        </mc:Fallback>
      </mc:AlternateContent>
      <mc:AlternateContent xmlns:mc="http://schemas.openxmlformats.org/markup-compatibility/2006">
        <mc:Choice xmlns:p14="http://schemas.microsoft.com/office/powerpoint/2010/main" Requires="p14">
          <p:contentPart p14:bwMode="auto" r:id="rId8">
            <p14:nvContentPartPr>
              <p14:cNvPr id="1050081" name=""/>
              <p14:cNvContentPartPr/>
              <p14:nvPr/>
            </p14:nvContentPartPr>
            <p14:xfrm>
              <a:off x="9336745" y="5127715"/>
              <a:ext cx="1169063" cy="1072499"/>
            </p14:xfrm>
          </p:contentPart>
        </mc:Choice>
        <mc:Fallback>
          <p:sp>
            <p:nvSpPr>
              <p:cNvPr id="1050081" name=""/>
              <p:cNvSpPr/>
              <p:nvPr/>
            </p:nvSpPr>
            <p:spPr>
              <a:xfrm>
                <a:off x="9336745" y="5127715"/>
                <a:ext cx="1169063" cy="1072499"/>
              </a:xfrm>
            </p:spPr>
          </p:sp>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70" name=""/>
        <p:cNvGrpSpPr/>
        <p:nvPr/>
      </p:nvGrpSpPr>
      <p:grpSpPr>
        <a:xfrm>
          <a:off x="0" y="0"/>
          <a:ext cx="0" cy="0"/>
          <a:chOff x="0" y="0"/>
          <a:chExt cx="0" cy="0"/>
        </a:xfrm>
      </p:grpSpPr>
      <p:sp>
        <p:nvSpPr>
          <p:cNvPr id="1048738" name="Rectangle 3"/>
          <p:cNvSpPr/>
          <p:nvPr/>
        </p:nvSpPr>
        <p:spPr>
          <a:xfrm>
            <a:off x="497098" y="239676"/>
            <a:ext cx="4602480" cy="510540"/>
          </a:xfrm>
          <a:prstGeom prst="rect"/>
          <a:solidFill>
            <a:schemeClr val="accent4">
              <a:lumMod val="60000"/>
              <a:lumOff val="40000"/>
            </a:schemeClr>
          </a:solidFill>
        </p:spPr>
        <p:txBody>
          <a:bodyPr wrap="none">
            <a:spAutoFit/>
          </a:bodyPr>
          <a:p>
            <a:r>
              <a:rPr dirty="0" sz="2800" lang="fr-FR">
                <a:latin typeface="AR BLANCA" panose="02000000000000000000" pitchFamily="2" charset="0"/>
              </a:rPr>
              <a:t>II. Géométrie des molécules </a:t>
            </a:r>
            <a:endParaRPr dirty="0" sz="2800" lang="fr-MA">
              <a:latin typeface="AR BLANCA" panose="02000000000000000000" pitchFamily="2" charset="0"/>
            </a:endParaRPr>
          </a:p>
        </p:txBody>
      </p:sp>
      <p:sp>
        <p:nvSpPr>
          <p:cNvPr id="1048739" name="Rectangle 1"/>
          <p:cNvSpPr/>
          <p:nvPr/>
        </p:nvSpPr>
        <p:spPr>
          <a:xfrm>
            <a:off x="497098" y="901896"/>
            <a:ext cx="6151880" cy="447041"/>
          </a:xfrm>
          <a:prstGeom prst="rect"/>
          <a:solidFill>
            <a:schemeClr val="accent1">
              <a:lumMod val="60000"/>
              <a:lumOff val="40000"/>
            </a:schemeClr>
          </a:solidFill>
        </p:spPr>
        <p:txBody>
          <a:bodyPr wrap="none">
            <a:spAutoFit/>
          </a:bodyPr>
          <a:p>
            <a:r>
              <a:rPr dirty="0" sz="2400" lang="fr-FR">
                <a:latin typeface="AR BLANCA" panose="02000000000000000000" pitchFamily="2" charset="0"/>
              </a:rPr>
              <a:t>II.1. Méthode VSEPR (ou règles de Gillespie)</a:t>
            </a:r>
            <a:endParaRPr dirty="0" sz="2400" lang="fr-MA">
              <a:latin typeface="AR BLANCA" panose="02000000000000000000" pitchFamily="2" charset="0"/>
            </a:endParaRPr>
          </a:p>
        </p:txBody>
      </p:sp>
      <p:sp>
        <p:nvSpPr>
          <p:cNvPr id="1048740" name="Rectangle 2"/>
          <p:cNvSpPr/>
          <p:nvPr/>
        </p:nvSpPr>
        <p:spPr>
          <a:xfrm>
            <a:off x="497098" y="1372173"/>
            <a:ext cx="11106767" cy="3812540"/>
          </a:xfrm>
          <a:prstGeom prst="rect"/>
        </p:spPr>
        <p:txBody>
          <a:bodyPr wrap="square">
            <a:spAutoFit/>
          </a:bodyPr>
          <a:p>
            <a:pPr algn="just" indent="-285750" marL="285750">
              <a:buFont typeface="Wingdings" panose="05000000000000000000" pitchFamily="2" charset="2"/>
              <a:buChar char="q"/>
            </a:pPr>
            <a:r>
              <a:rPr dirty="0" sz="2000" lang="fr-FR">
                <a:latin typeface="Calibri" panose="020F0502020204030204" pitchFamily="34" charset="0"/>
              </a:rPr>
              <a:t>La représentation de Lewis </a:t>
            </a:r>
            <a:r>
              <a:rPr b="1" dirty="0" sz="2200" lang="fr-FR">
                <a:effectLst>
                  <a:outerShdw algn="tl" blurRad="38100" dir="2700000" dist="38100">
                    <a:srgbClr val="000000">
                      <a:alpha val="43137"/>
                    </a:srgbClr>
                  </a:outerShdw>
                </a:effectLst>
                <a:latin typeface="Calibri" panose="020F0502020204030204" pitchFamily="34" charset="0"/>
              </a:rPr>
              <a:t>est insuffisante </a:t>
            </a:r>
            <a:r>
              <a:rPr dirty="0" sz="2000" lang="fr-FR">
                <a:latin typeface="Calibri" panose="020F0502020204030204" pitchFamily="34" charset="0"/>
              </a:rPr>
              <a:t>pour décrire un édifice poly-atomique car elle ne nous renseigne pas sur la géométrie de cet édifice (répartition des atomes dans l’espace).</a:t>
            </a:r>
          </a:p>
          <a:p>
            <a:pPr algn="just" indent="-285750" marL="285750">
              <a:buFont typeface="Wingdings" panose="05000000000000000000" pitchFamily="2" charset="2"/>
              <a:buChar char="q"/>
            </a:pPr>
            <a:endParaRPr dirty="0" sz="2000" lang="fr-FR">
              <a:latin typeface="Calibri" panose="020F0502020204030204" pitchFamily="34" charset="0"/>
            </a:endParaRPr>
          </a:p>
          <a:p>
            <a:pPr algn="just" indent="-342900" marL="342900">
              <a:buFont typeface="Wingdings" panose="05000000000000000000" pitchFamily="2" charset="2"/>
              <a:buChar char="q"/>
            </a:pPr>
            <a:r>
              <a:rPr b="1" dirty="0" sz="2400" lang="fr-FR">
                <a:effectLst>
                  <a:outerShdw algn="tl" blurRad="38100" dir="2700000" dist="38100">
                    <a:srgbClr val="000000">
                      <a:alpha val="43137"/>
                    </a:srgbClr>
                  </a:outerShdw>
                </a:effectLst>
              </a:rPr>
              <a:t>La méthode VSEPR </a:t>
            </a:r>
            <a:r>
              <a:rPr dirty="0" sz="2000" lang="fr-FR"/>
              <a:t>(</a:t>
            </a:r>
            <a:r>
              <a:rPr b="1" dirty="0" sz="2400" lang="fr-FR" u="sng">
                <a:effectLst>
                  <a:outerShdw algn="tl" blurRad="38100" dir="2700000" dist="38100">
                    <a:srgbClr val="000000">
                      <a:alpha val="43137"/>
                    </a:srgbClr>
                  </a:outerShdw>
                </a:effectLst>
              </a:rPr>
              <a:t>V</a:t>
            </a:r>
            <a:r>
              <a:rPr dirty="0" sz="2000" lang="fr-FR" u="sng">
                <a:effectLst>
                  <a:outerShdw algn="tl" blurRad="38100" dir="2700000" dist="38100">
                    <a:srgbClr val="000000">
                      <a:alpha val="43137"/>
                    </a:srgbClr>
                  </a:outerShdw>
                </a:effectLst>
              </a:rPr>
              <a:t>alence </a:t>
            </a:r>
            <a:r>
              <a:rPr b="1" dirty="0" sz="2400" lang="fr-FR" u="sng">
                <a:effectLst>
                  <a:outerShdw algn="tl" blurRad="38100" dir="2700000" dist="38100">
                    <a:srgbClr val="000000">
                      <a:alpha val="43137"/>
                    </a:srgbClr>
                  </a:outerShdw>
                </a:effectLst>
              </a:rPr>
              <a:t>S</a:t>
            </a:r>
            <a:r>
              <a:rPr dirty="0" sz="2000" lang="fr-FR" u="sng">
                <a:effectLst>
                  <a:outerShdw algn="tl" blurRad="38100" dir="2700000" dist="38100">
                    <a:srgbClr val="000000">
                      <a:alpha val="43137"/>
                    </a:srgbClr>
                  </a:outerShdw>
                </a:effectLst>
              </a:rPr>
              <a:t>hell </a:t>
            </a:r>
            <a:r>
              <a:rPr b="1" dirty="0" sz="2400" lang="fr-FR" u="sng">
                <a:effectLst>
                  <a:outerShdw algn="tl" blurRad="38100" dir="2700000" dist="38100">
                    <a:srgbClr val="000000">
                      <a:alpha val="43137"/>
                    </a:srgbClr>
                  </a:outerShdw>
                </a:effectLst>
              </a:rPr>
              <a:t>E</a:t>
            </a:r>
            <a:r>
              <a:rPr dirty="0" sz="2000" lang="fr-FR" u="sng">
                <a:effectLst>
                  <a:outerShdw algn="tl" blurRad="38100" dir="2700000" dist="38100">
                    <a:srgbClr val="000000">
                      <a:alpha val="43137"/>
                    </a:srgbClr>
                  </a:outerShdw>
                </a:effectLst>
              </a:rPr>
              <a:t>lectron </a:t>
            </a:r>
            <a:r>
              <a:rPr b="1" dirty="0" sz="2400" lang="fr-FR" u="sng">
                <a:effectLst>
                  <a:outerShdw algn="tl" blurRad="38100" dir="2700000" dist="38100">
                    <a:srgbClr val="000000">
                      <a:alpha val="43137"/>
                    </a:srgbClr>
                  </a:outerShdw>
                </a:effectLst>
              </a:rPr>
              <a:t>P</a:t>
            </a:r>
            <a:r>
              <a:rPr dirty="0" sz="2000" lang="fr-FR" u="sng">
                <a:effectLst>
                  <a:outerShdw algn="tl" blurRad="38100" dir="2700000" dist="38100">
                    <a:srgbClr val="000000">
                      <a:alpha val="43137"/>
                    </a:srgbClr>
                  </a:outerShdw>
                </a:effectLst>
              </a:rPr>
              <a:t>air </a:t>
            </a:r>
            <a:r>
              <a:rPr b="1" dirty="0" sz="2400" lang="fr-FR" err="1" u="sng">
                <a:effectLst>
                  <a:outerShdw algn="tl" blurRad="38100" dir="2700000" dist="38100">
                    <a:srgbClr val="000000">
                      <a:alpha val="43137"/>
                    </a:srgbClr>
                  </a:outerShdw>
                </a:effectLst>
              </a:rPr>
              <a:t>R</a:t>
            </a:r>
            <a:r>
              <a:rPr dirty="0" sz="2000" lang="fr-FR" err="1" u="sng">
                <a:effectLst>
                  <a:outerShdw algn="tl" blurRad="38100" dir="2700000" dist="38100">
                    <a:srgbClr val="000000">
                      <a:alpha val="43137"/>
                    </a:srgbClr>
                  </a:outerShdw>
                </a:effectLst>
              </a:rPr>
              <a:t>epulsion</a:t>
            </a:r>
            <a:r>
              <a:rPr dirty="0" sz="2000" lang="fr-FR"/>
              <a:t>), </a:t>
            </a:r>
            <a:r>
              <a:rPr b="1" dirty="0" sz="2000" lang="fr-FR"/>
              <a:t>basée sur la répulsion des paires électroniques des couches de valence</a:t>
            </a:r>
            <a:r>
              <a:rPr dirty="0" sz="2000" lang="fr-FR"/>
              <a:t>, permet à partir de la formule de Lewis de </a:t>
            </a:r>
            <a:r>
              <a:rPr b="1" dirty="0" sz="2000" lang="fr-FR"/>
              <a:t>prévoir la géométrie d’un édifice </a:t>
            </a:r>
            <a:r>
              <a:rPr dirty="0" sz="2000" lang="fr-MA"/>
              <a:t>poly-atomique.</a:t>
            </a:r>
          </a:p>
          <a:p>
            <a:pPr algn="just" indent="-342900" marL="342900">
              <a:buFont typeface="Wingdings" panose="05000000000000000000" pitchFamily="2" charset="2"/>
              <a:buChar char="q"/>
            </a:pPr>
            <a:endParaRPr dirty="0" sz="2000" lang="fr-MA"/>
          </a:p>
          <a:p>
            <a:pPr algn="just" indent="-342900" marL="342900">
              <a:buFont typeface="Wingdings" panose="05000000000000000000" pitchFamily="2" charset="2"/>
              <a:buChar char="q"/>
            </a:pPr>
            <a:r>
              <a:rPr dirty="0" sz="2000" lang="fr-MA"/>
              <a:t> </a:t>
            </a:r>
            <a:r>
              <a:rPr dirty="0" sz="2000" lang="fr-FR"/>
              <a:t>On considère dans cette méthode que les paires électroniques (liantes ou libres) se trouvent statistiquement à la même distance du noyau comme si elles se plaçaient à la surface d’une sphère dont le noyau occuperait le centre. Ces doublets se repoussent et se localisent dans des positions qui minimisent les répulsions électroniques (les plus éloignés les uns des autres).</a:t>
            </a:r>
            <a:endParaRPr dirty="0" sz="2000" lang="fr-MA"/>
          </a:p>
        </p:txBody>
      </p:sp>
      <p:sp>
        <p:nvSpPr>
          <p:cNvPr id="1048741" name="Rectangle 4"/>
          <p:cNvSpPr>
            <a:spLocks noChangeAspect="1" noMove="1" noResize="1" noRot="1" noAdjustHandles="1" noEditPoints="1" noChangeArrowheads="1" noChangeShapeType="1" noTextEdit="1"/>
          </p:cNvSpPr>
          <p:nvPr/>
        </p:nvSpPr>
        <p:spPr>
          <a:xfrm>
            <a:off x="450522" y="5048530"/>
            <a:ext cx="11153343" cy="1569660"/>
          </a:xfrm>
          <a:prstGeom prst="rect"/>
          <a:blipFill rotWithShape="0">
            <a:blip xmlns:r="http://schemas.openxmlformats.org/officeDocument/2006/relationships" r:embed="rId1"/>
            <a:stretch>
              <a:fillRect l="-874" t="-3101" r="-765" b="-7752"/>
            </a:stretch>
          </a:blipFill>
        </p:spPr>
        <p:txBody>
          <a:bodyPr/>
          <a:p>
            <a:r>
              <a:rPr lang="es-ES">
                <a:noFill/>
              </a:rPr>
              <a:t> </a:t>
            </a:r>
          </a:p>
        </p:txBody>
      </p:sp>
      <p:sp>
        <p:nvSpPr>
          <p:cNvPr id="1048742" name="Espace réservé de la date 5"/>
          <p:cNvSpPr>
            <a:spLocks noGrp="1"/>
          </p:cNvSpPr>
          <p:nvPr>
            <p:ph type="dt" sz="half" idx="10"/>
          </p:nvPr>
        </p:nvSpPr>
        <p:spPr/>
        <p:txBody>
          <a:bodyPr/>
          <a:p>
            <a:fld id="{CD65AE20-0E04-4A3D-95AF-C99AFC706C07}" type="datetime1">
              <a:rPr lang="fr-MA" smtClean="0"/>
              <a:t>2/26/2026</a:t>
            </a:fld>
            <a:endParaRPr lang="fr-MA"/>
          </a:p>
        </p:txBody>
      </p:sp>
      <p:sp>
        <p:nvSpPr>
          <p:cNvPr id="1048743" name="Espace réservé du pied de page 6"/>
          <p:cNvSpPr>
            <a:spLocks noGrp="1"/>
          </p:cNvSpPr>
          <p:nvPr>
            <p:ph type="ftr" sz="quarter" idx="11"/>
          </p:nvPr>
        </p:nvSpPr>
        <p:spPr/>
        <p:txBody>
          <a:bodyPr/>
          <a:p>
            <a:r>
              <a:rPr lang="fr-MA"/>
              <a:t>Azagrouze</a:t>
            </a:r>
          </a:p>
        </p:txBody>
      </p:sp>
      <p:sp>
        <p:nvSpPr>
          <p:cNvPr id="1048744" name="Espace réservé du numéro de diapositive 7"/>
          <p:cNvSpPr>
            <a:spLocks noGrp="1"/>
          </p:cNvSpPr>
          <p:nvPr>
            <p:ph type="sldNum" sz="quarter" idx="12"/>
          </p:nvPr>
        </p:nvSpPr>
        <p:spPr/>
        <p:txBody>
          <a:bodyPr/>
          <a:p>
            <a:fld id="{FF4E3B11-ADB7-4E0C-98DE-03B52B014AC4}" type="slidenum">
              <a:rPr lang="fr-MA" smtClean="0"/>
              <a:t>17</a:t>
            </a:fld>
            <a:endParaRPr lang="fr-MA"/>
          </a:p>
        </p:txBody>
      </p:sp>
      <mc:AlternateContent xmlns:mc="http://schemas.openxmlformats.org/markup-compatibility/2006">
        <mc:Choice xmlns:p14="http://schemas.microsoft.com/office/powerpoint/2010/main" Requires="p14">
          <p:contentPart p14:bwMode="auto" r:id="rId2">
            <p14:nvContentPartPr>
              <p14:cNvPr id="1050086" name=""/>
              <p14:cNvContentPartPr/>
              <p14:nvPr/>
            </p14:nvContentPartPr>
            <p14:xfrm>
              <a:off x="1061958" y="698462"/>
              <a:ext cx="3999238" cy="43196"/>
            </p14:xfrm>
          </p:contentPart>
        </mc:Choice>
        <mc:Fallback>
          <p:sp>
            <p:nvSpPr>
              <p:cNvPr id="1050086" name=""/>
              <p:cNvSpPr/>
              <p:nvPr/>
            </p:nvSpPr>
            <p:spPr>
              <a:xfrm>
                <a:off x="1061958" y="698462"/>
                <a:ext cx="3999238" cy="43196"/>
              </a:xfrm>
            </p:spPr>
          </p:sp>
        </mc:Fallback>
      </mc:AlternateContent>
      <mc:AlternateContent xmlns:mc="http://schemas.openxmlformats.org/markup-compatibility/2006">
        <mc:Choice xmlns:p14="http://schemas.microsoft.com/office/powerpoint/2010/main" Requires="p14">
          <p:contentPart p14:bwMode="auto" r:id="rId3">
            <p14:nvContentPartPr>
              <p14:cNvPr id="1050087" name=""/>
              <p14:cNvContentPartPr/>
              <p14:nvPr/>
            </p14:nvContentPartPr>
            <p14:xfrm>
              <a:off x="1313769" y="1292306"/>
              <a:ext cx="1991981" cy="14395"/>
            </p14:xfrm>
          </p:contentPart>
        </mc:Choice>
        <mc:Fallback>
          <p:sp>
            <p:nvSpPr>
              <p:cNvPr id="1050087" name=""/>
              <p:cNvSpPr/>
              <p:nvPr/>
            </p:nvSpPr>
            <p:spPr>
              <a:xfrm>
                <a:off x="1313769" y="1292306"/>
                <a:ext cx="1991981" cy="14395"/>
              </a:xfrm>
            </p:spPr>
          </p:sp>
        </mc:Fallback>
      </mc:AlternateContent>
      <mc:AlternateContent xmlns:mc="http://schemas.openxmlformats.org/markup-compatibility/2006">
        <mc:Choice xmlns:p14="http://schemas.microsoft.com/office/powerpoint/2010/main" Requires="p14">
          <p:contentPart p14:bwMode="auto" r:id="rId4">
            <p14:nvContentPartPr>
              <p14:cNvPr id="1050088" name=""/>
              <p14:cNvContentPartPr/>
              <p14:nvPr/>
            </p14:nvContentPartPr>
            <p14:xfrm>
              <a:off x="1548209" y="1748497"/>
              <a:ext cx="2974871" cy="44080"/>
            </p14:xfrm>
          </p:contentPart>
        </mc:Choice>
        <mc:Fallback>
          <p:sp>
            <p:nvSpPr>
              <p:cNvPr id="1050088" name=""/>
              <p:cNvSpPr/>
              <p:nvPr/>
            </p:nvSpPr>
            <p:spPr>
              <a:xfrm>
                <a:off x="1548209" y="1748497"/>
                <a:ext cx="2974871" cy="44080"/>
              </a:xfrm>
            </p:spPr>
          </p:sp>
        </mc:Fallback>
      </mc:AlternateContent>
      <mc:AlternateContent xmlns:mc="http://schemas.openxmlformats.org/markup-compatibility/2006">
        <mc:Choice xmlns:p14="http://schemas.microsoft.com/office/powerpoint/2010/main" Requires="p14">
          <p:contentPart p14:bwMode="auto" r:id="rId5">
            <p14:nvContentPartPr>
              <p14:cNvPr id="1050089" name=""/>
              <p14:cNvContentPartPr/>
              <p14:nvPr/>
            </p14:nvContentPartPr>
            <p14:xfrm>
              <a:off x="1483788" y="2689920"/>
              <a:ext cx="2031016" cy="44103"/>
            </p14:xfrm>
          </p:contentPart>
        </mc:Choice>
        <mc:Fallback>
          <p:sp>
            <p:nvSpPr>
              <p:cNvPr id="1050089" name=""/>
              <p:cNvSpPr/>
              <p:nvPr/>
            </p:nvSpPr>
            <p:spPr>
              <a:xfrm>
                <a:off x="1483788" y="2689920"/>
                <a:ext cx="2031016" cy="44103"/>
              </a:xfrm>
            </p:spPr>
          </p:sp>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13" name=""/>
        <p:cNvGrpSpPr/>
        <p:nvPr/>
      </p:nvGrpSpPr>
      <p:grpSpPr>
        <a:xfrm>
          <a:off x="0" y="0"/>
          <a:ext cx="0" cy="0"/>
          <a:chOff x="0" y="0"/>
          <a:chExt cx="0" cy="0"/>
        </a:xfrm>
      </p:grpSpPr>
      <p:sp>
        <p:nvSpPr>
          <p:cNvPr id="1049864" name="Date Placeholder 1050013"/>
          <p:cNvSpPr>
            <a:spLocks noGrp="1"/>
          </p:cNvSpPr>
          <p:nvPr>
            <p:ph type="dt" sz="half" idx="10"/>
          </p:nvPr>
        </p:nvSpPr>
        <p:spPr/>
        <p:txBody>
          <a:bodyPr/>
          <a:p>
            <a:fld id="{AF63D5A4-9645-46DC-A3D4-D6D5FC8DBE9A}" type="datetime1">
              <a:rPr lang="fr-MA" smtClean="0"/>
              <a:t>2/26/2026</a:t>
            </a:fld>
            <a:endParaRPr lang="fr-MA"/>
          </a:p>
        </p:txBody>
      </p:sp>
      <p:sp>
        <p:nvSpPr>
          <p:cNvPr id="1049866" name="Footer Placeholder 1050014"/>
          <p:cNvSpPr>
            <a:spLocks noGrp="1"/>
          </p:cNvSpPr>
          <p:nvPr>
            <p:ph type="ftr" sz="quarter" idx="11"/>
          </p:nvPr>
        </p:nvSpPr>
        <p:spPr/>
        <p:txBody>
          <a:bodyPr/>
          <a:p>
            <a:r>
              <a:rPr lang="fr-MA"/>
              <a:t>Azagrouze</a:t>
            </a:r>
          </a:p>
        </p:txBody>
      </p:sp>
      <p:sp>
        <p:nvSpPr>
          <p:cNvPr id="1049868" name="Slide Number Placeholder 1050015"/>
          <p:cNvSpPr>
            <a:spLocks noGrp="1"/>
          </p:cNvSpPr>
          <p:nvPr>
            <p:ph type="sldNum" sz="quarter" idx="12"/>
          </p:nvPr>
        </p:nvSpPr>
        <p:spPr/>
        <p:txBody>
          <a:bodyPr/>
          <a:p>
            <a:fld id="{FF4E3B11-ADB7-4E0C-98DE-03B52B014AC4}" type="slidenum">
              <a:rPr lang="fr-MA" smtClean="0"/>
              <a:t>18</a:t>
            </a:fld>
            <a:endParaRPr lang="fr-MA"/>
          </a:p>
        </p:txBody>
      </p:sp>
      <mc:AlternateContent xmlns:mc="http://schemas.openxmlformats.org/markup-compatibility/2006">
        <mc:Choice xmlns:p14="http://schemas.microsoft.com/office/powerpoint/2010/main" Requires="p14">
          <p:contentPart p14:bwMode="auto" r:id="rId1">
            <p14:nvContentPartPr>
              <p14:cNvPr id="1050090" name=""/>
              <p14:cNvContentPartPr/>
              <p14:nvPr/>
            </p14:nvContentPartPr>
            <p14:xfrm>
              <a:off x="682929" y="458850"/>
              <a:ext cx="99721" cy="557705"/>
            </p14:xfrm>
          </p:contentPart>
        </mc:Choice>
        <mc:Fallback>
          <p:sp>
            <p:nvSpPr>
              <p:cNvPr id="1050090" name=""/>
              <p:cNvSpPr/>
              <p:nvPr/>
            </p:nvSpPr>
            <p:spPr>
              <a:xfrm>
                <a:off x="682929" y="458850"/>
                <a:ext cx="99721" cy="557705"/>
              </a:xfrm>
            </p:spPr>
          </p:sp>
        </mc:Fallback>
      </mc:AlternateContent>
      <mc:AlternateContent xmlns:mc="http://schemas.openxmlformats.org/markup-compatibility/2006">
        <mc:Choice xmlns:p14="http://schemas.microsoft.com/office/powerpoint/2010/main" Requires="p14">
          <p:contentPart p14:bwMode="auto" r:id="rId2">
            <p14:nvContentPartPr>
              <p14:cNvPr id="1050091" name=""/>
              <p14:cNvContentPartPr/>
              <p14:nvPr/>
            </p14:nvContentPartPr>
            <p14:xfrm>
              <a:off x="711168" y="676025"/>
              <a:ext cx="238359" cy="8989"/>
            </p14:xfrm>
          </p:contentPart>
        </mc:Choice>
        <mc:Fallback>
          <p:sp>
            <p:nvSpPr>
              <p:cNvPr id="1050091" name=""/>
              <p:cNvSpPr/>
              <p:nvPr/>
            </p:nvSpPr>
            <p:spPr>
              <a:xfrm>
                <a:off x="711168" y="676025"/>
                <a:ext cx="238359" cy="8989"/>
              </a:xfrm>
            </p:spPr>
          </p:sp>
        </mc:Fallback>
      </mc:AlternateContent>
      <mc:AlternateContent xmlns:mc="http://schemas.openxmlformats.org/markup-compatibility/2006">
        <mc:Choice xmlns:p14="http://schemas.microsoft.com/office/powerpoint/2010/main" Requires="p14">
          <p:contentPart p14:bwMode="auto" r:id="rId3">
            <p14:nvContentPartPr>
              <p14:cNvPr id="1050092" name=""/>
              <p14:cNvContentPartPr/>
              <p14:nvPr/>
            </p14:nvContentPartPr>
            <p14:xfrm>
              <a:off x="945416" y="458850"/>
              <a:ext cx="49851" cy="498583"/>
            </p14:xfrm>
          </p:contentPart>
        </mc:Choice>
        <mc:Fallback>
          <p:sp>
            <p:nvSpPr>
              <p:cNvPr id="1050092" name=""/>
              <p:cNvSpPr/>
              <p:nvPr/>
            </p:nvSpPr>
            <p:spPr>
              <a:xfrm>
                <a:off x="945416" y="458850"/>
                <a:ext cx="49851" cy="498583"/>
              </a:xfrm>
            </p:spPr>
          </p:sp>
        </mc:Fallback>
      </mc:AlternateContent>
      <mc:AlternateContent xmlns:mc="http://schemas.openxmlformats.org/markup-compatibility/2006">
        <mc:Choice xmlns:p14="http://schemas.microsoft.com/office/powerpoint/2010/main" Requires="p14">
          <p:contentPart p14:bwMode="auto" r:id="rId4">
            <p14:nvContentPartPr>
              <p14:cNvPr id="1050093" name=""/>
              <p14:cNvContentPartPr/>
              <p14:nvPr/>
            </p14:nvContentPartPr>
            <p14:xfrm>
              <a:off x="982553" y="773674"/>
              <a:ext cx="209740" cy="299234"/>
            </p14:xfrm>
          </p:contentPart>
        </mc:Choice>
        <mc:Fallback>
          <p:sp>
            <p:nvSpPr>
              <p:cNvPr id="1050093" name=""/>
              <p:cNvSpPr/>
              <p:nvPr/>
            </p:nvSpPr>
            <p:spPr>
              <a:xfrm>
                <a:off x="982553" y="773674"/>
                <a:ext cx="209740" cy="299234"/>
              </a:xfrm>
            </p:spPr>
          </p:sp>
        </mc:Fallback>
      </mc:AlternateContent>
      <mc:AlternateContent xmlns:mc="http://schemas.openxmlformats.org/markup-compatibility/2006">
        <mc:Choice xmlns:p14="http://schemas.microsoft.com/office/powerpoint/2010/main" Requires="p14">
          <p:contentPart p14:bwMode="auto" r:id="rId5">
            <p14:nvContentPartPr>
              <p14:cNvPr id="1050094" name=""/>
              <p14:cNvContentPartPr/>
              <p14:nvPr/>
            </p14:nvContentPartPr>
            <p14:xfrm>
              <a:off x="1267415" y="493870"/>
              <a:ext cx="309688" cy="427251"/>
            </p14:xfrm>
          </p:contentPart>
        </mc:Choice>
        <mc:Fallback>
          <p:sp>
            <p:nvSpPr>
              <p:cNvPr id="1050094" name=""/>
              <p:cNvSpPr/>
              <p:nvPr/>
            </p:nvSpPr>
            <p:spPr>
              <a:xfrm>
                <a:off x="1267415" y="493870"/>
                <a:ext cx="309688" cy="427251"/>
              </a:xfrm>
            </p:spPr>
          </p:sp>
        </mc:Fallback>
      </mc:AlternateContent>
      <mc:AlternateContent xmlns:mc="http://schemas.openxmlformats.org/markup-compatibility/2006">
        <mc:Choice xmlns:p14="http://schemas.microsoft.com/office/powerpoint/2010/main" Requires="p14">
          <p:contentPart p14:bwMode="auto" r:id="rId6">
            <p14:nvContentPartPr>
              <p14:cNvPr id="1050095" name=""/>
              <p14:cNvContentPartPr/>
              <p14:nvPr/>
            </p14:nvContentPartPr>
            <p14:xfrm>
              <a:off x="582766" y="1085562"/>
              <a:ext cx="1035339" cy="105229"/>
            </p14:xfrm>
          </p:contentPart>
        </mc:Choice>
        <mc:Fallback>
          <p:sp>
            <p:nvSpPr>
              <p:cNvPr id="1050095" name=""/>
              <p:cNvSpPr/>
              <p:nvPr/>
            </p:nvSpPr>
            <p:spPr>
              <a:xfrm>
                <a:off x="582766" y="1085562"/>
                <a:ext cx="1035339" cy="105229"/>
              </a:xfrm>
            </p:spPr>
          </p:sp>
        </mc:Fallback>
      </mc:AlternateContent>
      <mc:AlternateContent xmlns:mc="http://schemas.openxmlformats.org/markup-compatibility/2006">
        <mc:Choice xmlns:p14="http://schemas.microsoft.com/office/powerpoint/2010/main" Requires="p14">
          <p:contentPart p14:bwMode="auto" r:id="rId7">
            <p14:nvContentPartPr>
              <p14:cNvPr id="1050096" name=""/>
              <p14:cNvContentPartPr/>
              <p14:nvPr/>
            </p14:nvContentPartPr>
            <p14:xfrm>
              <a:off x="1778033" y="934649"/>
              <a:ext cx="4918" cy="30825"/>
            </p14:xfrm>
          </p:contentPart>
        </mc:Choice>
        <mc:Fallback>
          <p:sp>
            <p:nvSpPr>
              <p:cNvPr id="1050096" name=""/>
              <p:cNvSpPr/>
              <p:nvPr/>
            </p:nvSpPr>
            <p:spPr>
              <a:xfrm>
                <a:off x="1778033" y="934649"/>
                <a:ext cx="4918" cy="30825"/>
              </a:xfrm>
            </p:spPr>
          </p:sp>
        </mc:Fallback>
      </mc:AlternateContent>
      <mc:AlternateContent xmlns:mc="http://schemas.openxmlformats.org/markup-compatibility/2006">
        <mc:Choice xmlns:p14="http://schemas.microsoft.com/office/powerpoint/2010/main" Requires="p14">
          <p:contentPart p14:bwMode="auto" r:id="rId8">
            <p14:nvContentPartPr>
              <p14:cNvPr id="1050097" name=""/>
              <p14:cNvContentPartPr/>
              <p14:nvPr/>
            </p14:nvContentPartPr>
            <p14:xfrm>
              <a:off x="547025" y="1675775"/>
              <a:ext cx="188341" cy="343969"/>
            </p14:xfrm>
          </p:contentPart>
        </mc:Choice>
        <mc:Fallback>
          <p:sp>
            <p:nvSpPr>
              <p:cNvPr id="1050097" name=""/>
              <p:cNvSpPr/>
              <p:nvPr/>
            </p:nvSpPr>
            <p:spPr>
              <a:xfrm>
                <a:off x="547025" y="1675775"/>
                <a:ext cx="188341" cy="343969"/>
              </a:xfrm>
            </p:spPr>
          </p:sp>
        </mc:Fallback>
      </mc:AlternateContent>
      <mc:AlternateContent xmlns:mc="http://schemas.openxmlformats.org/markup-compatibility/2006">
        <mc:Choice xmlns:p14="http://schemas.microsoft.com/office/powerpoint/2010/main" Requires="p14">
          <p:contentPart p14:bwMode="auto" r:id="rId9">
            <p14:nvContentPartPr>
              <p14:cNvPr id="1050098" name=""/>
              <p14:cNvContentPartPr/>
              <p14:nvPr/>
            </p14:nvContentPartPr>
            <p14:xfrm>
              <a:off x="554085" y="1833102"/>
              <a:ext cx="185741" cy="24107"/>
            </p14:xfrm>
          </p:contentPart>
        </mc:Choice>
        <mc:Fallback>
          <p:sp>
            <p:nvSpPr>
              <p:cNvPr id="1050098" name=""/>
              <p:cNvSpPr/>
              <p:nvPr/>
            </p:nvSpPr>
            <p:spPr>
              <a:xfrm>
                <a:off x="554085" y="1833102"/>
                <a:ext cx="185741" cy="24107"/>
              </a:xfrm>
            </p:spPr>
          </p:sp>
        </mc:Fallback>
      </mc:AlternateContent>
      <mc:AlternateContent xmlns:mc="http://schemas.openxmlformats.org/markup-compatibility/2006">
        <mc:Choice xmlns:p14="http://schemas.microsoft.com/office/powerpoint/2010/main" Requires="p14">
          <p:contentPart p14:bwMode="auto" r:id="rId10">
            <p14:nvContentPartPr>
              <p14:cNvPr id="1050099" name=""/>
              <p14:cNvContentPartPr/>
              <p14:nvPr/>
            </p14:nvContentPartPr>
            <p14:xfrm>
              <a:off x="782650" y="1864407"/>
              <a:ext cx="78982" cy="14147"/>
            </p14:xfrm>
          </p:contentPart>
        </mc:Choice>
        <mc:Fallback>
          <p:sp>
            <p:nvSpPr>
              <p:cNvPr id="1050099" name=""/>
              <p:cNvSpPr/>
              <p:nvPr/>
            </p:nvSpPr>
            <p:spPr>
              <a:xfrm>
                <a:off x="782650" y="1864407"/>
                <a:ext cx="78982" cy="14147"/>
              </a:xfrm>
            </p:spPr>
          </p:sp>
        </mc:Fallback>
      </mc:AlternateContent>
      <mc:AlternateContent xmlns:mc="http://schemas.openxmlformats.org/markup-compatibility/2006">
        <mc:Choice xmlns:p14="http://schemas.microsoft.com/office/powerpoint/2010/main" Requires="p14">
          <p:contentPart p14:bwMode="auto" r:id="rId11">
            <p14:nvContentPartPr>
              <p14:cNvPr id="1050100" name=""/>
              <p14:cNvContentPartPr/>
              <p14:nvPr/>
            </p14:nvContentPartPr>
            <p14:xfrm>
              <a:off x="797211" y="1929435"/>
              <a:ext cx="107222" cy="50632"/>
            </p14:xfrm>
          </p:contentPart>
        </mc:Choice>
        <mc:Fallback>
          <p:sp>
            <p:nvSpPr>
              <p:cNvPr id="1050100" name=""/>
              <p:cNvSpPr/>
              <p:nvPr/>
            </p:nvSpPr>
            <p:spPr>
              <a:xfrm>
                <a:off x="797211" y="1929435"/>
                <a:ext cx="107222" cy="50632"/>
              </a:xfrm>
            </p:spPr>
          </p:sp>
        </mc:Fallback>
      </mc:AlternateContent>
      <mc:AlternateContent xmlns:mc="http://schemas.openxmlformats.org/markup-compatibility/2006">
        <mc:Choice xmlns:p14="http://schemas.microsoft.com/office/powerpoint/2010/main" Requires="p14">
          <p:contentPart p14:bwMode="auto" r:id="rId12">
            <p14:nvContentPartPr>
              <p14:cNvPr id="1050101" name=""/>
              <p14:cNvContentPartPr/>
              <p14:nvPr/>
            </p14:nvContentPartPr>
            <p14:xfrm>
              <a:off x="970446" y="1714920"/>
              <a:ext cx="84448" cy="270810"/>
            </p14:xfrm>
          </p:contentPart>
        </mc:Choice>
        <mc:Fallback>
          <p:sp>
            <p:nvSpPr>
              <p:cNvPr id="1050101" name=""/>
              <p:cNvSpPr/>
              <p:nvPr/>
            </p:nvSpPr>
            <p:spPr>
              <a:xfrm>
                <a:off x="970446" y="1714920"/>
                <a:ext cx="84448" cy="270810"/>
              </a:xfrm>
            </p:spPr>
          </p:sp>
        </mc:Fallback>
      </mc:AlternateContent>
      <mc:AlternateContent xmlns:mc="http://schemas.openxmlformats.org/markup-compatibility/2006">
        <mc:Choice xmlns:p14="http://schemas.microsoft.com/office/powerpoint/2010/main" Requires="p14">
          <p:contentPart p14:bwMode="auto" r:id="rId13">
            <p14:nvContentPartPr>
              <p14:cNvPr id="1050102" name=""/>
              <p14:cNvContentPartPr/>
              <p14:nvPr/>
            </p14:nvContentPartPr>
            <p14:xfrm>
              <a:off x="205564" y="1811292"/>
              <a:ext cx="153866" cy="274285"/>
            </p14:xfrm>
          </p:contentPart>
        </mc:Choice>
        <mc:Fallback>
          <p:sp>
            <p:nvSpPr>
              <p:cNvPr id="1050102" name=""/>
              <p:cNvSpPr/>
              <p:nvPr/>
            </p:nvSpPr>
            <p:spPr>
              <a:xfrm>
                <a:off x="205564" y="1811292"/>
                <a:ext cx="153866" cy="274285"/>
              </a:xfrm>
            </p:spPr>
          </p:sp>
        </mc:Fallback>
      </mc:AlternateContent>
      <mc:AlternateContent xmlns:mc="http://schemas.openxmlformats.org/markup-compatibility/2006">
        <mc:Choice xmlns:p14="http://schemas.microsoft.com/office/powerpoint/2010/main" Requires="p14">
          <p:contentPart p14:bwMode="auto" r:id="rId14">
            <p14:nvContentPartPr>
              <p14:cNvPr id="1050103" name=""/>
              <p14:cNvContentPartPr/>
              <p14:nvPr/>
            </p14:nvContentPartPr>
            <p14:xfrm>
              <a:off x="408595" y="1936633"/>
              <a:ext cx="2526" cy="69581"/>
            </p14:xfrm>
          </p:contentPart>
        </mc:Choice>
        <mc:Fallback>
          <p:sp>
            <p:nvSpPr>
              <p:cNvPr id="1050103" name=""/>
              <p:cNvSpPr/>
              <p:nvPr/>
            </p:nvSpPr>
            <p:spPr>
              <a:xfrm>
                <a:off x="408595" y="1936633"/>
                <a:ext cx="2526" cy="69581"/>
              </a:xfrm>
            </p:spPr>
          </p:sp>
        </mc:Fallback>
      </mc:AlternateContent>
      <mc:AlternateContent xmlns:mc="http://schemas.openxmlformats.org/markup-compatibility/2006">
        <mc:Choice xmlns:p14="http://schemas.microsoft.com/office/powerpoint/2010/main" Requires="p14">
          <p:contentPart p14:bwMode="auto" r:id="rId15">
            <p14:nvContentPartPr>
              <p14:cNvPr id="1050104" name=""/>
              <p14:cNvContentPartPr/>
              <p14:nvPr/>
            </p14:nvContentPartPr>
            <p14:xfrm>
              <a:off x="405085" y="2054528"/>
              <a:ext cx="29422" cy="62003"/>
            </p14:xfrm>
          </p:contentPart>
        </mc:Choice>
        <mc:Fallback>
          <p:sp>
            <p:nvSpPr>
              <p:cNvPr id="1050104" name=""/>
              <p:cNvSpPr/>
              <p:nvPr/>
            </p:nvSpPr>
            <p:spPr>
              <a:xfrm>
                <a:off x="405085" y="2054528"/>
                <a:ext cx="29422" cy="62003"/>
              </a:xfrm>
            </p:spPr>
          </p:sp>
        </mc:Fallback>
      </mc:AlternateContent>
      <mc:AlternateContent xmlns:mc="http://schemas.openxmlformats.org/markup-compatibility/2006">
        <mc:Choice xmlns:p14="http://schemas.microsoft.com/office/powerpoint/2010/main" Requires="p14">
          <p:contentPart p14:bwMode="auto" r:id="rId16">
            <p14:nvContentPartPr>
              <p14:cNvPr id="1050105" name=""/>
              <p14:cNvContentPartPr/>
              <p14:nvPr/>
            </p14:nvContentPartPr>
            <p14:xfrm>
              <a:off x="196236" y="2096026"/>
              <a:ext cx="1009996" cy="130504"/>
            </p14:xfrm>
          </p:contentPart>
        </mc:Choice>
        <mc:Fallback>
          <p:sp>
            <p:nvSpPr>
              <p:cNvPr id="1050105" name=""/>
              <p:cNvSpPr/>
              <p:nvPr/>
            </p:nvSpPr>
            <p:spPr>
              <a:xfrm>
                <a:off x="196236" y="2096026"/>
                <a:ext cx="1009996" cy="130504"/>
              </a:xfrm>
            </p:spPr>
          </p:sp>
        </mc:Fallback>
      </mc:AlternateContent>
      <mc:AlternateContent xmlns:mc="http://schemas.openxmlformats.org/markup-compatibility/2006">
        <mc:Choice xmlns:p14="http://schemas.microsoft.com/office/powerpoint/2010/main" Requires="p14">
          <p:contentPart p14:bwMode="auto" r:id="rId17">
            <p14:nvContentPartPr>
              <p14:cNvPr id="1050106" name=""/>
              <p14:cNvContentPartPr/>
              <p14:nvPr/>
            </p14:nvContentPartPr>
            <p14:xfrm>
              <a:off x="1739268" y="1714751"/>
              <a:ext cx="117539" cy="258367"/>
            </p14:xfrm>
          </p:contentPart>
        </mc:Choice>
        <mc:Fallback>
          <p:sp>
            <p:nvSpPr>
              <p:cNvPr id="1050106" name=""/>
              <p:cNvSpPr/>
              <p:nvPr/>
            </p:nvSpPr>
            <p:spPr>
              <a:xfrm>
                <a:off x="1739268" y="1714751"/>
                <a:ext cx="117539" cy="258367"/>
              </a:xfrm>
            </p:spPr>
          </p:sp>
        </mc:Fallback>
      </mc:AlternateContent>
      <mc:AlternateContent xmlns:mc="http://schemas.openxmlformats.org/markup-compatibility/2006">
        <mc:Choice xmlns:p14="http://schemas.microsoft.com/office/powerpoint/2010/main" Requires="p14">
          <p:contentPart p14:bwMode="auto" r:id="rId18">
            <p14:nvContentPartPr>
              <p14:cNvPr id="1050107" name=""/>
              <p14:cNvContentPartPr/>
              <p14:nvPr/>
            </p14:nvContentPartPr>
            <p14:xfrm>
              <a:off x="1957684" y="1756035"/>
              <a:ext cx="103484" cy="191891"/>
            </p14:xfrm>
          </p:contentPart>
        </mc:Choice>
        <mc:Fallback>
          <p:sp>
            <p:nvSpPr>
              <p:cNvPr id="1050107" name=""/>
              <p:cNvSpPr/>
              <p:nvPr/>
            </p:nvSpPr>
            <p:spPr>
              <a:xfrm>
                <a:off x="1957684" y="1756035"/>
                <a:ext cx="103484" cy="191891"/>
              </a:xfrm>
            </p:spPr>
          </p:sp>
        </mc:Fallback>
      </mc:AlternateContent>
      <mc:AlternateContent xmlns:mc="http://schemas.openxmlformats.org/markup-compatibility/2006">
        <mc:Choice xmlns:p14="http://schemas.microsoft.com/office/powerpoint/2010/main" Requires="p14">
          <p:contentPart p14:bwMode="auto" r:id="rId19">
            <p14:nvContentPartPr>
              <p14:cNvPr id="1050108" name=""/>
              <p14:cNvContentPartPr/>
              <p14:nvPr/>
            </p14:nvContentPartPr>
            <p14:xfrm>
              <a:off x="2077262" y="1627438"/>
              <a:ext cx="158653" cy="121773"/>
            </p14:xfrm>
          </p:contentPart>
        </mc:Choice>
        <mc:Fallback>
          <p:sp>
            <p:nvSpPr>
              <p:cNvPr id="1050108" name=""/>
              <p:cNvSpPr/>
              <p:nvPr/>
            </p:nvSpPr>
            <p:spPr>
              <a:xfrm>
                <a:off x="2077262" y="1627438"/>
                <a:ext cx="158653" cy="121773"/>
              </a:xfrm>
            </p:spPr>
          </p:sp>
        </mc:Fallback>
      </mc:AlternateContent>
      <mc:AlternateContent xmlns:mc="http://schemas.openxmlformats.org/markup-compatibility/2006">
        <mc:Choice xmlns:p14="http://schemas.microsoft.com/office/powerpoint/2010/main" Requires="p14">
          <p:contentPart p14:bwMode="auto" r:id="rId20">
            <p14:nvContentPartPr>
              <p14:cNvPr id="1050109" name=""/>
              <p14:cNvContentPartPr/>
              <p14:nvPr/>
            </p14:nvContentPartPr>
            <p14:xfrm>
              <a:off x="1640479" y="1545268"/>
              <a:ext cx="726629" cy="581802"/>
            </p14:xfrm>
          </p:contentPart>
        </mc:Choice>
        <mc:Fallback>
          <p:sp>
            <p:nvSpPr>
              <p:cNvPr id="1050109" name=""/>
              <p:cNvSpPr/>
              <p:nvPr/>
            </p:nvSpPr>
            <p:spPr>
              <a:xfrm>
                <a:off x="1640479" y="1545268"/>
                <a:ext cx="726629" cy="581802"/>
              </a:xfrm>
            </p:spPr>
          </p:sp>
        </mc:Fallback>
      </mc:AlternateContent>
      <mc:AlternateContent xmlns:mc="http://schemas.openxmlformats.org/markup-compatibility/2006">
        <mc:Choice xmlns:p14="http://schemas.microsoft.com/office/powerpoint/2010/main" Requires="p14">
          <p:contentPart p14:bwMode="auto" r:id="rId21">
            <p14:nvContentPartPr>
              <p14:cNvPr id="1050110" name=""/>
              <p14:cNvContentPartPr/>
              <p14:nvPr/>
            </p14:nvContentPartPr>
            <p14:xfrm>
              <a:off x="2749718" y="1723895"/>
              <a:ext cx="140032" cy="197845"/>
            </p14:xfrm>
          </p:contentPart>
        </mc:Choice>
        <mc:Fallback>
          <p:sp>
            <p:nvSpPr>
              <p:cNvPr id="1050110" name=""/>
              <p:cNvSpPr/>
              <p:nvPr/>
            </p:nvSpPr>
            <p:spPr>
              <a:xfrm>
                <a:off x="2749718" y="1723895"/>
                <a:ext cx="140032" cy="197845"/>
              </a:xfrm>
            </p:spPr>
          </p:sp>
        </mc:Fallback>
      </mc:AlternateContent>
      <mc:AlternateContent xmlns:mc="http://schemas.openxmlformats.org/markup-compatibility/2006">
        <mc:Choice xmlns:p14="http://schemas.microsoft.com/office/powerpoint/2010/main" Requires="p14">
          <p:contentPart p14:bwMode="auto" r:id="rId22">
            <p14:nvContentPartPr>
              <p14:cNvPr id="1050111" name=""/>
              <p14:cNvContentPartPr/>
              <p14:nvPr/>
            </p14:nvContentPartPr>
            <p14:xfrm>
              <a:off x="2944307" y="1752167"/>
              <a:ext cx="93146" cy="128404"/>
            </p14:xfrm>
          </p:contentPart>
        </mc:Choice>
        <mc:Fallback>
          <p:sp>
            <p:nvSpPr>
              <p:cNvPr id="1050111" name=""/>
              <p:cNvSpPr/>
              <p:nvPr/>
            </p:nvSpPr>
            <p:spPr>
              <a:xfrm>
                <a:off x="2944307" y="1752167"/>
                <a:ext cx="93146" cy="128404"/>
              </a:xfrm>
            </p:spPr>
          </p:sp>
        </mc:Fallback>
      </mc:AlternateContent>
      <mc:AlternateContent xmlns:mc="http://schemas.openxmlformats.org/markup-compatibility/2006">
        <mc:Choice xmlns:p14="http://schemas.microsoft.com/office/powerpoint/2010/main" Requires="p14">
          <p:contentPart p14:bwMode="auto" r:id="rId23">
            <p14:nvContentPartPr>
              <p14:cNvPr id="1050112" name=""/>
              <p14:cNvContentPartPr/>
              <p14:nvPr/>
            </p14:nvContentPartPr>
            <p14:xfrm>
              <a:off x="3014024" y="1605097"/>
              <a:ext cx="147449" cy="95296"/>
            </p14:xfrm>
          </p:contentPart>
        </mc:Choice>
        <mc:Fallback>
          <p:sp>
            <p:nvSpPr>
              <p:cNvPr id="1050112" name=""/>
              <p:cNvSpPr/>
              <p:nvPr/>
            </p:nvSpPr>
            <p:spPr>
              <a:xfrm>
                <a:off x="3014024" y="1605097"/>
                <a:ext cx="147449" cy="95296"/>
              </a:xfrm>
            </p:spPr>
          </p:sp>
        </mc:Fallback>
      </mc:AlternateContent>
      <mc:AlternateContent xmlns:mc="http://schemas.openxmlformats.org/markup-compatibility/2006">
        <mc:Choice xmlns:p14="http://schemas.microsoft.com/office/powerpoint/2010/main" Requires="p14">
          <p:contentPart p14:bwMode="auto" r:id="rId24">
            <p14:nvContentPartPr>
              <p14:cNvPr id="1050113" name=""/>
              <p14:cNvContentPartPr/>
              <p14:nvPr/>
            </p14:nvContentPartPr>
            <p14:xfrm>
              <a:off x="3301842" y="1726159"/>
              <a:ext cx="254479" cy="268440"/>
            </p14:xfrm>
          </p:contentPart>
        </mc:Choice>
        <mc:Fallback>
          <p:sp>
            <p:nvSpPr>
              <p:cNvPr id="1050113" name=""/>
              <p:cNvSpPr/>
              <p:nvPr/>
            </p:nvSpPr>
            <p:spPr>
              <a:xfrm>
                <a:off x="3301842" y="1726159"/>
                <a:ext cx="254479" cy="268440"/>
              </a:xfrm>
            </p:spPr>
          </p:sp>
        </mc:Fallback>
      </mc:AlternateContent>
      <mc:AlternateContent xmlns:mc="http://schemas.openxmlformats.org/markup-compatibility/2006">
        <mc:Choice xmlns:p14="http://schemas.microsoft.com/office/powerpoint/2010/main" Requires="p14">
          <p:contentPart p14:bwMode="auto" r:id="rId25">
            <p14:nvContentPartPr>
              <p14:cNvPr id="1050114" name=""/>
              <p14:cNvContentPartPr/>
              <p14:nvPr/>
            </p14:nvContentPartPr>
            <p14:xfrm>
              <a:off x="3271750" y="1748497"/>
              <a:ext cx="66710" cy="9416"/>
            </p14:xfrm>
          </p:contentPart>
        </mc:Choice>
        <mc:Fallback>
          <p:sp>
            <p:nvSpPr>
              <p:cNvPr id="1050114" name=""/>
              <p:cNvSpPr/>
              <p:nvPr/>
            </p:nvSpPr>
            <p:spPr>
              <a:xfrm>
                <a:off x="3271750" y="1748497"/>
                <a:ext cx="66710" cy="9416"/>
              </a:xfrm>
            </p:spPr>
          </p:sp>
        </mc:Fallback>
      </mc:AlternateContent>
      <mc:AlternateContent xmlns:mc="http://schemas.openxmlformats.org/markup-compatibility/2006">
        <mc:Choice xmlns:p14="http://schemas.microsoft.com/office/powerpoint/2010/main" Requires="p14">
          <p:contentPart p14:bwMode="auto" r:id="rId26">
            <p14:nvContentPartPr>
              <p14:cNvPr id="1050115" name=""/>
              <p14:cNvContentPartPr/>
              <p14:nvPr/>
            </p14:nvContentPartPr>
            <p14:xfrm>
              <a:off x="3557638" y="1610498"/>
              <a:ext cx="139177" cy="70693"/>
            </p14:xfrm>
          </p:contentPart>
        </mc:Choice>
        <mc:Fallback>
          <p:sp>
            <p:nvSpPr>
              <p:cNvPr id="1050115" name=""/>
              <p:cNvSpPr/>
              <p:nvPr/>
            </p:nvSpPr>
            <p:spPr>
              <a:xfrm>
                <a:off x="3557638" y="1610498"/>
                <a:ext cx="139177" cy="70693"/>
              </a:xfrm>
            </p:spPr>
          </p:sp>
        </mc:Fallback>
      </mc:AlternateContent>
      <mc:AlternateContent xmlns:mc="http://schemas.openxmlformats.org/markup-compatibility/2006">
        <mc:Choice xmlns:p14="http://schemas.microsoft.com/office/powerpoint/2010/main" Requires="p14">
          <p:contentPart p14:bwMode="auto" r:id="rId27">
            <p14:nvContentPartPr>
              <p14:cNvPr id="1050116" name=""/>
              <p14:cNvContentPartPr/>
              <p14:nvPr/>
            </p14:nvContentPartPr>
            <p14:xfrm>
              <a:off x="3625423" y="1588905"/>
              <a:ext cx="39436" cy="175677"/>
            </p14:xfrm>
          </p:contentPart>
        </mc:Choice>
        <mc:Fallback>
          <p:sp>
            <p:nvSpPr>
              <p:cNvPr id="1050116" name=""/>
              <p:cNvSpPr/>
              <p:nvPr/>
            </p:nvSpPr>
            <p:spPr>
              <a:xfrm>
                <a:off x="3625423" y="1588905"/>
                <a:ext cx="39436" cy="175677"/>
              </a:xfrm>
            </p:spPr>
          </p:sp>
        </mc:Fallback>
      </mc:AlternateContent>
      <mc:AlternateContent xmlns:mc="http://schemas.openxmlformats.org/markup-compatibility/2006">
        <mc:Choice xmlns:p14="http://schemas.microsoft.com/office/powerpoint/2010/main" Requires="p14">
          <p:contentPart p14:bwMode="auto" r:id="rId28">
            <p14:nvContentPartPr>
              <p14:cNvPr id="1050117" name=""/>
              <p14:cNvContentPartPr/>
              <p14:nvPr/>
            </p14:nvContentPartPr>
            <p14:xfrm>
              <a:off x="3260064" y="1733786"/>
              <a:ext cx="33268" cy="64961"/>
            </p14:xfrm>
          </p:contentPart>
        </mc:Choice>
        <mc:Fallback>
          <p:sp>
            <p:nvSpPr>
              <p:cNvPr id="1050117" name=""/>
              <p:cNvSpPr/>
              <p:nvPr/>
            </p:nvSpPr>
            <p:spPr>
              <a:xfrm>
                <a:off x="3260064" y="1733786"/>
                <a:ext cx="33268" cy="64961"/>
              </a:xfrm>
            </p:spPr>
          </p:sp>
        </mc:Fallback>
      </mc:AlternateContent>
      <mc:AlternateContent xmlns:mc="http://schemas.openxmlformats.org/markup-compatibility/2006">
        <mc:Choice xmlns:p14="http://schemas.microsoft.com/office/powerpoint/2010/main" Requires="p14">
          <p:contentPart p14:bwMode="auto" r:id="rId29">
            <p14:nvContentPartPr>
              <p14:cNvPr id="1050118" name=""/>
              <p14:cNvContentPartPr/>
              <p14:nvPr/>
            </p14:nvContentPartPr>
            <p14:xfrm>
              <a:off x="1185953" y="2660881"/>
              <a:ext cx="168991" cy="224586"/>
            </p14:xfrm>
          </p:contentPart>
        </mc:Choice>
        <mc:Fallback>
          <p:sp>
            <p:nvSpPr>
              <p:cNvPr id="1050118" name=""/>
              <p:cNvSpPr/>
              <p:nvPr/>
            </p:nvSpPr>
            <p:spPr>
              <a:xfrm>
                <a:off x="1185953" y="2660881"/>
                <a:ext cx="168991" cy="224586"/>
              </a:xfrm>
            </p:spPr>
          </p:sp>
        </mc:Fallback>
      </mc:AlternateContent>
      <mc:AlternateContent xmlns:mc="http://schemas.openxmlformats.org/markup-compatibility/2006">
        <mc:Choice xmlns:p14="http://schemas.microsoft.com/office/powerpoint/2010/main" Requires="p14">
          <p:contentPart p14:bwMode="auto" r:id="rId30">
            <p14:nvContentPartPr>
              <p14:cNvPr id="1050119" name=""/>
              <p14:cNvContentPartPr/>
              <p14:nvPr/>
            </p14:nvContentPartPr>
            <p14:xfrm>
              <a:off x="1226101" y="2726406"/>
              <a:ext cx="77127" cy="185900"/>
            </p14:xfrm>
          </p:contentPart>
        </mc:Choice>
        <mc:Fallback>
          <p:sp>
            <p:nvSpPr>
              <p:cNvPr id="1050119" name=""/>
              <p:cNvSpPr/>
              <p:nvPr/>
            </p:nvSpPr>
            <p:spPr>
              <a:xfrm>
                <a:off x="1226101" y="2726406"/>
                <a:ext cx="77127" cy="185900"/>
              </a:xfrm>
            </p:spPr>
          </p:sp>
        </mc:Fallback>
      </mc:AlternateContent>
      <mc:AlternateContent xmlns:mc="http://schemas.openxmlformats.org/markup-compatibility/2006">
        <mc:Choice xmlns:p14="http://schemas.microsoft.com/office/powerpoint/2010/main" Requires="p14">
          <p:contentPart p14:bwMode="auto" r:id="rId31">
            <p14:nvContentPartPr>
              <p14:cNvPr id="1050120" name=""/>
              <p14:cNvContentPartPr/>
              <p14:nvPr/>
            </p14:nvContentPartPr>
            <p14:xfrm>
              <a:off x="1419366" y="2809553"/>
              <a:ext cx="161054" cy="10672"/>
            </p14:xfrm>
          </p:contentPart>
        </mc:Choice>
        <mc:Fallback>
          <p:sp>
            <p:nvSpPr>
              <p:cNvPr id="1050120" name=""/>
              <p:cNvSpPr/>
              <p:nvPr/>
            </p:nvSpPr>
            <p:spPr>
              <a:xfrm>
                <a:off x="1419366" y="2809553"/>
                <a:ext cx="161054" cy="10672"/>
              </a:xfrm>
            </p:spPr>
          </p:sp>
        </mc:Fallback>
      </mc:AlternateContent>
      <mc:AlternateContent xmlns:mc="http://schemas.openxmlformats.org/markup-compatibility/2006">
        <mc:Choice xmlns:p14="http://schemas.microsoft.com/office/powerpoint/2010/main" Requires="p14">
          <p:contentPart p14:bwMode="auto" r:id="rId32">
            <p14:nvContentPartPr>
              <p14:cNvPr id="1050121" name=""/>
              <p14:cNvContentPartPr/>
              <p14:nvPr/>
            </p14:nvContentPartPr>
            <p14:xfrm>
              <a:off x="1448047" y="2873931"/>
              <a:ext cx="215987" cy="29980"/>
            </p14:xfrm>
          </p:contentPart>
        </mc:Choice>
        <mc:Fallback>
          <p:sp>
            <p:nvSpPr>
              <p:cNvPr id="1050121" name=""/>
              <p:cNvSpPr/>
              <p:nvPr/>
            </p:nvSpPr>
            <p:spPr>
              <a:xfrm>
                <a:off x="1448047" y="2873931"/>
                <a:ext cx="215987" cy="29980"/>
              </a:xfrm>
            </p:spPr>
          </p:sp>
        </mc:Fallback>
      </mc:AlternateContent>
      <mc:AlternateContent xmlns:mc="http://schemas.openxmlformats.org/markup-compatibility/2006">
        <mc:Choice xmlns:p14="http://schemas.microsoft.com/office/powerpoint/2010/main" Requires="p14">
          <p:contentPart p14:bwMode="auto" r:id="rId33">
            <p14:nvContentPartPr>
              <p14:cNvPr id="1050122" name=""/>
              <p14:cNvContentPartPr/>
              <p14:nvPr/>
            </p14:nvContentPartPr>
            <p14:xfrm>
              <a:off x="1831453" y="2653154"/>
              <a:ext cx="139175" cy="280474"/>
            </p14:xfrm>
          </p:contentPart>
        </mc:Choice>
        <mc:Fallback>
          <p:sp>
            <p:nvSpPr>
              <p:cNvPr id="1050122" name=""/>
              <p:cNvSpPr/>
              <p:nvPr/>
            </p:nvSpPr>
            <p:spPr>
              <a:xfrm>
                <a:off x="1831453" y="2653154"/>
                <a:ext cx="139175" cy="280474"/>
              </a:xfrm>
            </p:spPr>
          </p:sp>
        </mc:Fallback>
      </mc:AlternateContent>
      <mc:AlternateContent xmlns:mc="http://schemas.openxmlformats.org/markup-compatibility/2006">
        <mc:Choice xmlns:p14="http://schemas.microsoft.com/office/powerpoint/2010/main" Requires="p14">
          <p:contentPart p14:bwMode="auto" r:id="rId34">
            <p14:nvContentPartPr>
              <p14:cNvPr id="1050123" name=""/>
              <p14:cNvContentPartPr/>
              <p14:nvPr/>
            </p14:nvContentPartPr>
            <p14:xfrm>
              <a:off x="2019900" y="2817206"/>
              <a:ext cx="157096" cy="4402"/>
            </p14:xfrm>
          </p:contentPart>
        </mc:Choice>
        <mc:Fallback>
          <p:sp>
            <p:nvSpPr>
              <p:cNvPr id="1050123" name=""/>
              <p:cNvSpPr/>
              <p:nvPr/>
            </p:nvSpPr>
            <p:spPr>
              <a:xfrm>
                <a:off x="2019900" y="2817206"/>
                <a:ext cx="157096" cy="4402"/>
              </a:xfrm>
            </p:spPr>
          </p:sp>
        </mc:Fallback>
      </mc:AlternateContent>
      <mc:AlternateContent xmlns:mc="http://schemas.openxmlformats.org/markup-compatibility/2006">
        <mc:Choice xmlns:p14="http://schemas.microsoft.com/office/powerpoint/2010/main" Requires="p14">
          <p:contentPart p14:bwMode="auto" r:id="rId35">
            <p14:nvContentPartPr>
              <p14:cNvPr id="1050124" name=""/>
              <p14:cNvContentPartPr/>
              <p14:nvPr/>
            </p14:nvContentPartPr>
            <p14:xfrm>
              <a:off x="3778292" y="1935392"/>
              <a:ext cx="52066" cy="198725"/>
            </p14:xfrm>
          </p:contentPart>
        </mc:Choice>
        <mc:Fallback>
          <p:sp>
            <p:nvSpPr>
              <p:cNvPr id="1050124" name=""/>
              <p:cNvSpPr/>
              <p:nvPr/>
            </p:nvSpPr>
            <p:spPr>
              <a:xfrm>
                <a:off x="3778292" y="1935392"/>
                <a:ext cx="52066" cy="198725"/>
              </a:xfrm>
            </p:spPr>
          </p:sp>
        </mc:Fallback>
      </mc:AlternateContent>
      <mc:AlternateContent xmlns:mc="http://schemas.openxmlformats.org/markup-compatibility/2006">
        <mc:Choice xmlns:p14="http://schemas.microsoft.com/office/powerpoint/2010/main" Requires="p14">
          <p:contentPart p14:bwMode="auto" r:id="rId36">
            <p14:nvContentPartPr>
              <p14:cNvPr id="1050125" name=""/>
              <p14:cNvContentPartPr/>
              <p14:nvPr/>
            </p14:nvContentPartPr>
            <p14:xfrm>
              <a:off x="3779583" y="1930759"/>
              <a:ext cx="204632" cy="176808"/>
            </p14:xfrm>
          </p:contentPart>
        </mc:Choice>
        <mc:Fallback>
          <p:sp>
            <p:nvSpPr>
              <p:cNvPr id="1050125" name=""/>
              <p:cNvSpPr/>
              <p:nvPr/>
            </p:nvSpPr>
            <p:spPr>
              <a:xfrm>
                <a:off x="3779583" y="1930759"/>
                <a:ext cx="204632" cy="176808"/>
              </a:xfrm>
            </p:spPr>
          </p:sp>
        </mc:Fallback>
      </mc:AlternateContent>
      <mc:AlternateContent xmlns:mc="http://schemas.openxmlformats.org/markup-compatibility/2006">
        <mc:Choice xmlns:p14="http://schemas.microsoft.com/office/powerpoint/2010/main" Requires="p14">
          <p:contentPart p14:bwMode="auto" r:id="rId37">
            <p14:nvContentPartPr>
              <p14:cNvPr id="1050126" name=""/>
              <p14:cNvContentPartPr/>
              <p14:nvPr/>
            </p14:nvContentPartPr>
            <p14:xfrm>
              <a:off x="4007508" y="2074759"/>
              <a:ext cx="69926" cy="127224"/>
            </p14:xfrm>
          </p:contentPart>
        </mc:Choice>
        <mc:Fallback>
          <p:sp>
            <p:nvSpPr>
              <p:cNvPr id="1050126" name=""/>
              <p:cNvSpPr/>
              <p:nvPr/>
            </p:nvSpPr>
            <p:spPr>
              <a:xfrm>
                <a:off x="4007508" y="2074759"/>
                <a:ext cx="69926" cy="127224"/>
              </a:xfrm>
            </p:spPr>
          </p:sp>
        </mc:Fallback>
      </mc:AlternateContent>
      <mc:AlternateContent xmlns:mc="http://schemas.openxmlformats.org/markup-compatibility/2006">
        <mc:Choice xmlns:p14="http://schemas.microsoft.com/office/powerpoint/2010/main" Requires="p14">
          <p:contentPart p14:bwMode="auto" r:id="rId38">
            <p14:nvContentPartPr>
              <p14:cNvPr id="1050127" name=""/>
              <p14:cNvContentPartPr/>
              <p14:nvPr/>
            </p14:nvContentPartPr>
            <p14:xfrm>
              <a:off x="4144051" y="2016747"/>
              <a:ext cx="120361" cy="14202"/>
            </p14:xfrm>
          </p:contentPart>
        </mc:Choice>
        <mc:Fallback>
          <p:sp>
            <p:nvSpPr>
              <p:cNvPr id="1050127" name=""/>
              <p:cNvSpPr/>
              <p:nvPr/>
            </p:nvSpPr>
            <p:spPr>
              <a:xfrm>
                <a:off x="4144051" y="2016747"/>
                <a:ext cx="120361" cy="14202"/>
              </a:xfrm>
            </p:spPr>
          </p:sp>
        </mc:Fallback>
      </mc:AlternateContent>
      <mc:AlternateContent xmlns:mc="http://schemas.openxmlformats.org/markup-compatibility/2006">
        <mc:Choice xmlns:p14="http://schemas.microsoft.com/office/powerpoint/2010/main" Requires="p14">
          <p:contentPart p14:bwMode="auto" r:id="rId39">
            <p14:nvContentPartPr>
              <p14:cNvPr id="1050128" name=""/>
              <p14:cNvContentPartPr/>
              <p14:nvPr/>
            </p14:nvContentPartPr>
            <p14:xfrm>
              <a:off x="4165672" y="2040415"/>
              <a:ext cx="149533" cy="62760"/>
            </p14:xfrm>
          </p:contentPart>
        </mc:Choice>
        <mc:Fallback>
          <p:sp>
            <p:nvSpPr>
              <p:cNvPr id="1050128" name=""/>
              <p:cNvSpPr/>
              <p:nvPr/>
            </p:nvSpPr>
            <p:spPr>
              <a:xfrm>
                <a:off x="4165672" y="2040415"/>
                <a:ext cx="149533" cy="62760"/>
              </a:xfrm>
            </p:spPr>
          </p:sp>
        </mc:Fallback>
      </mc:AlternateContent>
      <mc:AlternateContent xmlns:mc="http://schemas.openxmlformats.org/markup-compatibility/2006">
        <mc:Choice xmlns:p14="http://schemas.microsoft.com/office/powerpoint/2010/main" Requires="p14">
          <p:contentPart p14:bwMode="auto" r:id="rId40">
            <p14:nvContentPartPr>
              <p14:cNvPr id="1050129" name=""/>
              <p14:cNvContentPartPr/>
              <p14:nvPr/>
            </p14:nvContentPartPr>
            <p14:xfrm>
              <a:off x="4375174" y="1864407"/>
              <a:ext cx="93867" cy="209179"/>
            </p14:xfrm>
          </p:contentPart>
        </mc:Choice>
        <mc:Fallback>
          <p:sp>
            <p:nvSpPr>
              <p:cNvPr id="1050129" name=""/>
              <p:cNvSpPr/>
              <p:nvPr/>
            </p:nvSpPr>
            <p:spPr>
              <a:xfrm>
                <a:off x="4375174" y="1864407"/>
                <a:ext cx="93867" cy="209179"/>
              </a:xfrm>
            </p:spPr>
          </p:sp>
        </mc:Fallback>
      </mc:AlternateContent>
      <mc:AlternateContent xmlns:mc="http://schemas.openxmlformats.org/markup-compatibility/2006">
        <mc:Choice xmlns:p14="http://schemas.microsoft.com/office/powerpoint/2010/main" Requires="p14">
          <p:contentPart p14:bwMode="auto" r:id="rId41">
            <p14:nvContentPartPr>
              <p14:cNvPr id="1050130" name=""/>
              <p14:cNvContentPartPr/>
              <p14:nvPr/>
            </p14:nvContentPartPr>
            <p14:xfrm>
              <a:off x="2284980" y="2595852"/>
              <a:ext cx="128510" cy="302373"/>
            </p14:xfrm>
          </p:contentPart>
        </mc:Choice>
        <mc:Fallback>
          <p:sp>
            <p:nvSpPr>
              <p:cNvPr id="1050130" name=""/>
              <p:cNvSpPr/>
              <p:nvPr/>
            </p:nvSpPr>
            <p:spPr>
              <a:xfrm>
                <a:off x="2284980" y="2595852"/>
                <a:ext cx="128510" cy="302373"/>
              </a:xfrm>
            </p:spPr>
          </p:sp>
        </mc:Fallback>
      </mc:AlternateContent>
      <mc:AlternateContent xmlns:mc="http://schemas.openxmlformats.org/markup-compatibility/2006">
        <mc:Choice xmlns:p14="http://schemas.microsoft.com/office/powerpoint/2010/main" Requires="p14">
          <p:contentPart p14:bwMode="auto" r:id="rId42">
            <p14:nvContentPartPr>
              <p14:cNvPr id="1050131" name=""/>
              <p14:cNvContentPartPr/>
              <p14:nvPr/>
            </p14:nvContentPartPr>
            <p14:xfrm>
              <a:off x="2542333" y="2747978"/>
              <a:ext cx="186227" cy="14416"/>
            </p14:xfrm>
          </p:contentPart>
        </mc:Choice>
        <mc:Fallback>
          <p:sp>
            <p:nvSpPr>
              <p:cNvPr id="1050131" name=""/>
              <p:cNvSpPr/>
              <p:nvPr/>
            </p:nvSpPr>
            <p:spPr>
              <a:xfrm>
                <a:off x="2542333" y="2747978"/>
                <a:ext cx="186227" cy="14416"/>
              </a:xfrm>
            </p:spPr>
          </p:sp>
        </mc:Fallback>
      </mc:AlternateContent>
      <mc:AlternateContent xmlns:mc="http://schemas.openxmlformats.org/markup-compatibility/2006">
        <mc:Choice xmlns:p14="http://schemas.microsoft.com/office/powerpoint/2010/main" Requires="p14">
          <p:contentPart p14:bwMode="auto" r:id="rId43">
            <p14:nvContentPartPr>
              <p14:cNvPr id="1050132" name=""/>
              <p14:cNvContentPartPr/>
              <p14:nvPr/>
            </p14:nvContentPartPr>
            <p14:xfrm>
              <a:off x="2585134" y="2827230"/>
              <a:ext cx="166227" cy="22035"/>
            </p14:xfrm>
          </p:contentPart>
        </mc:Choice>
        <mc:Fallback>
          <p:sp>
            <p:nvSpPr>
              <p:cNvPr id="1050132" name=""/>
              <p:cNvSpPr/>
              <p:nvPr/>
            </p:nvSpPr>
            <p:spPr>
              <a:xfrm>
                <a:off x="2585134" y="2827230"/>
                <a:ext cx="166227" cy="22035"/>
              </a:xfrm>
            </p:spPr>
          </p:sp>
        </mc:Fallback>
      </mc:AlternateContent>
      <mc:AlternateContent xmlns:mc="http://schemas.openxmlformats.org/markup-compatibility/2006">
        <mc:Choice xmlns:p14="http://schemas.microsoft.com/office/powerpoint/2010/main" Requires="p14">
          <p:contentPart p14:bwMode="auto" r:id="rId44">
            <p14:nvContentPartPr>
              <p14:cNvPr id="1050133" name=""/>
              <p14:cNvContentPartPr/>
              <p14:nvPr/>
            </p14:nvContentPartPr>
            <p14:xfrm>
              <a:off x="2856941" y="2646287"/>
              <a:ext cx="182585" cy="182664"/>
            </p14:xfrm>
          </p:contentPart>
        </mc:Choice>
        <mc:Fallback>
          <p:sp>
            <p:nvSpPr>
              <p:cNvPr id="1050133" name=""/>
              <p:cNvSpPr/>
              <p:nvPr/>
            </p:nvSpPr>
            <p:spPr>
              <a:xfrm>
                <a:off x="2856941" y="2646287"/>
                <a:ext cx="182585" cy="182664"/>
              </a:xfrm>
            </p:spPr>
          </p:sp>
        </mc:Fallback>
      </mc:AlternateContent>
      <mc:AlternateContent xmlns:mc="http://schemas.openxmlformats.org/markup-compatibility/2006">
        <mc:Choice xmlns:p14="http://schemas.microsoft.com/office/powerpoint/2010/main" Requires="p14">
          <p:contentPart p14:bwMode="auto" r:id="rId45">
            <p14:nvContentPartPr>
              <p14:cNvPr id="1050134" name=""/>
              <p14:cNvContentPartPr/>
              <p14:nvPr/>
            </p14:nvContentPartPr>
            <p14:xfrm>
              <a:off x="1390592" y="3003397"/>
              <a:ext cx="1620784" cy="114401"/>
            </p14:xfrm>
          </p:contentPart>
        </mc:Choice>
        <mc:Fallback>
          <p:sp>
            <p:nvSpPr>
              <p:cNvPr id="1050134" name=""/>
              <p:cNvSpPr/>
              <p:nvPr/>
            </p:nvSpPr>
            <p:spPr>
              <a:xfrm>
                <a:off x="1390592" y="3003397"/>
                <a:ext cx="1620784" cy="114401"/>
              </a:xfrm>
            </p:spPr>
          </p:sp>
        </mc:Fallback>
      </mc:AlternateContent>
      <mc:AlternateContent xmlns:mc="http://schemas.openxmlformats.org/markup-compatibility/2006">
        <mc:Choice xmlns:p14="http://schemas.microsoft.com/office/powerpoint/2010/main" Requires="p14">
          <p:contentPart p14:bwMode="auto" r:id="rId46">
            <p14:nvContentPartPr>
              <p14:cNvPr id="1050135" name=""/>
              <p14:cNvContentPartPr/>
              <p14:nvPr/>
            </p14:nvContentPartPr>
            <p14:xfrm>
              <a:off x="2044744" y="3631592"/>
              <a:ext cx="329753" cy="401647"/>
            </p14:xfrm>
          </p:contentPart>
        </mc:Choice>
        <mc:Fallback>
          <p:sp>
            <p:nvSpPr>
              <p:cNvPr id="1050135" name=""/>
              <p:cNvSpPr/>
              <p:nvPr/>
            </p:nvSpPr>
            <p:spPr>
              <a:xfrm>
                <a:off x="2044744" y="3631592"/>
                <a:ext cx="329753" cy="401647"/>
              </a:xfrm>
            </p:spPr>
          </p:sp>
        </mc:Fallback>
      </mc:AlternateContent>
      <mc:AlternateContent xmlns:mc="http://schemas.openxmlformats.org/markup-compatibility/2006">
        <mc:Choice xmlns:p14="http://schemas.microsoft.com/office/powerpoint/2010/main" Requires="p14">
          <p:contentPart p14:bwMode="auto" r:id="rId47">
            <p14:nvContentPartPr>
              <p14:cNvPr id="1050136" name=""/>
              <p14:cNvContentPartPr/>
              <p14:nvPr/>
            </p14:nvContentPartPr>
            <p14:xfrm>
              <a:off x="2502621" y="3812606"/>
              <a:ext cx="333150" cy="19900"/>
            </p14:xfrm>
          </p:contentPart>
        </mc:Choice>
        <mc:Fallback>
          <p:sp>
            <p:nvSpPr>
              <p:cNvPr id="1050136" name=""/>
              <p:cNvSpPr/>
              <p:nvPr/>
            </p:nvSpPr>
            <p:spPr>
              <a:xfrm>
                <a:off x="2502621" y="3812606"/>
                <a:ext cx="333150" cy="19900"/>
              </a:xfrm>
            </p:spPr>
          </p:sp>
        </mc:Fallback>
      </mc:AlternateContent>
      <mc:AlternateContent xmlns:mc="http://schemas.openxmlformats.org/markup-compatibility/2006">
        <mc:Choice xmlns:p14="http://schemas.microsoft.com/office/powerpoint/2010/main" Requires="p14">
          <p:contentPart p14:bwMode="auto" r:id="rId48">
            <p14:nvContentPartPr>
              <p14:cNvPr id="1050137" name=""/>
              <p14:cNvContentPartPr/>
              <p14:nvPr/>
            </p14:nvContentPartPr>
            <p14:xfrm>
              <a:off x="2957103" y="3668077"/>
              <a:ext cx="8534" cy="307992"/>
            </p14:xfrm>
          </p:contentPart>
        </mc:Choice>
        <mc:Fallback>
          <p:sp>
            <p:nvSpPr>
              <p:cNvPr id="1050137" name=""/>
              <p:cNvSpPr/>
              <p:nvPr/>
            </p:nvSpPr>
            <p:spPr>
              <a:xfrm>
                <a:off x="2957103" y="3668077"/>
                <a:ext cx="8534" cy="307992"/>
              </a:xfrm>
            </p:spPr>
          </p:sp>
        </mc:Fallback>
      </mc:AlternateContent>
      <mc:AlternateContent xmlns:mc="http://schemas.openxmlformats.org/markup-compatibility/2006">
        <mc:Choice xmlns:p14="http://schemas.microsoft.com/office/powerpoint/2010/main" Requires="p14">
          <p:contentPart p14:bwMode="auto" r:id="rId49">
            <p14:nvContentPartPr>
              <p14:cNvPr id="1050138" name=""/>
              <p14:cNvContentPartPr/>
              <p14:nvPr/>
            </p14:nvContentPartPr>
            <p14:xfrm>
              <a:off x="3078446" y="3697116"/>
              <a:ext cx="14811" cy="194364"/>
            </p14:xfrm>
          </p:contentPart>
        </mc:Choice>
        <mc:Fallback>
          <p:sp>
            <p:nvSpPr>
              <p:cNvPr id="1050138" name=""/>
              <p:cNvSpPr/>
              <p:nvPr/>
            </p:nvSpPr>
            <p:spPr>
              <a:xfrm>
                <a:off x="3078446" y="3697116"/>
                <a:ext cx="14811" cy="194364"/>
              </a:xfrm>
            </p:spPr>
          </p:sp>
        </mc:Fallback>
      </mc:AlternateContent>
      <mc:AlternateContent xmlns:mc="http://schemas.openxmlformats.org/markup-compatibility/2006">
        <mc:Choice xmlns:p14="http://schemas.microsoft.com/office/powerpoint/2010/main" Requires="p14">
          <p:contentPart p14:bwMode="auto" r:id="rId50">
            <p14:nvContentPartPr>
              <p14:cNvPr id="1050139" name=""/>
              <p14:cNvContentPartPr/>
              <p14:nvPr/>
            </p14:nvContentPartPr>
            <p14:xfrm>
              <a:off x="2948720" y="3825436"/>
              <a:ext cx="138895" cy="37130"/>
            </p14:xfrm>
          </p:contentPart>
        </mc:Choice>
        <mc:Fallback>
          <p:sp>
            <p:nvSpPr>
              <p:cNvPr id="1050139" name=""/>
              <p:cNvSpPr/>
              <p:nvPr/>
            </p:nvSpPr>
            <p:spPr>
              <a:xfrm>
                <a:off x="2948720" y="3825436"/>
                <a:ext cx="138895" cy="37130"/>
              </a:xfrm>
            </p:spPr>
          </p:sp>
        </mc:Fallback>
      </mc:AlternateContent>
      <mc:AlternateContent xmlns:mc="http://schemas.openxmlformats.org/markup-compatibility/2006">
        <mc:Choice xmlns:p14="http://schemas.microsoft.com/office/powerpoint/2010/main" Requires="p14">
          <p:contentPart p14:bwMode="auto" r:id="rId51">
            <p14:nvContentPartPr>
              <p14:cNvPr id="1050140" name=""/>
              <p14:cNvContentPartPr/>
              <p14:nvPr/>
            </p14:nvContentPartPr>
            <p14:xfrm>
              <a:off x="1347884" y="3935885"/>
              <a:ext cx="417858" cy="8625"/>
            </p14:xfrm>
          </p:contentPart>
        </mc:Choice>
        <mc:Fallback>
          <p:sp>
            <p:nvSpPr>
              <p:cNvPr id="1050140" name=""/>
              <p:cNvSpPr/>
              <p:nvPr/>
            </p:nvSpPr>
            <p:spPr>
              <a:xfrm>
                <a:off x="1347884" y="3935885"/>
                <a:ext cx="417858" cy="8625"/>
              </a:xfrm>
            </p:spPr>
          </p:sp>
        </mc:Fallback>
      </mc:AlternateContent>
      <mc:AlternateContent xmlns:mc="http://schemas.openxmlformats.org/markup-compatibility/2006">
        <mc:Choice xmlns:p14="http://schemas.microsoft.com/office/powerpoint/2010/main" Requires="p14">
          <p:contentPart p14:bwMode="auto" r:id="rId52">
            <p14:nvContentPartPr>
              <p14:cNvPr id="1050141" name=""/>
              <p14:cNvContentPartPr/>
              <p14:nvPr/>
            </p14:nvContentPartPr>
            <p14:xfrm>
              <a:off x="1097698" y="3841817"/>
              <a:ext cx="17017" cy="198168"/>
            </p14:xfrm>
          </p:contentPart>
        </mc:Choice>
        <mc:Fallback>
          <p:sp>
            <p:nvSpPr>
              <p:cNvPr id="1050141" name=""/>
              <p:cNvSpPr/>
              <p:nvPr/>
            </p:nvSpPr>
            <p:spPr>
              <a:xfrm>
                <a:off x="1097698" y="3841817"/>
                <a:ext cx="17017" cy="198168"/>
              </a:xfrm>
            </p:spPr>
          </p:sp>
        </mc:Fallback>
      </mc:AlternateContent>
      <mc:AlternateContent xmlns:mc="http://schemas.openxmlformats.org/markup-compatibility/2006">
        <mc:Choice xmlns:p14="http://schemas.microsoft.com/office/powerpoint/2010/main" Requires="p14">
          <p:contentPart p14:bwMode="auto" r:id="rId53">
            <p14:nvContentPartPr>
              <p14:cNvPr id="1050142" name=""/>
              <p14:cNvContentPartPr/>
              <p14:nvPr/>
            </p14:nvContentPartPr>
            <p14:xfrm>
              <a:off x="902783" y="3928687"/>
              <a:ext cx="201975" cy="27112"/>
            </p14:xfrm>
          </p:contentPart>
        </mc:Choice>
        <mc:Fallback>
          <p:sp>
            <p:nvSpPr>
              <p:cNvPr id="1050142" name=""/>
              <p:cNvSpPr/>
              <p:nvPr/>
            </p:nvSpPr>
            <p:spPr>
              <a:xfrm>
                <a:off x="902783" y="3928687"/>
                <a:ext cx="201975" cy="27112"/>
              </a:xfrm>
            </p:spPr>
          </p:sp>
        </mc:Fallback>
      </mc:AlternateContent>
      <mc:AlternateContent xmlns:mc="http://schemas.openxmlformats.org/markup-compatibility/2006">
        <mc:Choice xmlns:p14="http://schemas.microsoft.com/office/powerpoint/2010/main" Requires="p14">
          <p:contentPart p14:bwMode="auto" r:id="rId54">
            <p14:nvContentPartPr>
              <p14:cNvPr id="1050143" name=""/>
              <p14:cNvContentPartPr/>
              <p14:nvPr/>
            </p14:nvContentPartPr>
            <p14:xfrm>
              <a:off x="875752" y="3841817"/>
              <a:ext cx="28681" cy="289649"/>
            </p14:xfrm>
          </p:contentPart>
        </mc:Choice>
        <mc:Fallback>
          <p:sp>
            <p:nvSpPr>
              <p:cNvPr id="1050143" name=""/>
              <p:cNvSpPr/>
              <p:nvPr/>
            </p:nvSpPr>
            <p:spPr>
              <a:xfrm>
                <a:off x="875752" y="3841817"/>
                <a:ext cx="28681" cy="289649"/>
              </a:xfrm>
            </p:spPr>
          </p:sp>
        </mc:Fallback>
      </mc:AlternateContent>
      <mc:AlternateContent xmlns:mc="http://schemas.openxmlformats.org/markup-compatibility/2006">
        <mc:Choice xmlns:p14="http://schemas.microsoft.com/office/powerpoint/2010/main" Requires="p14">
          <p:contentPart p14:bwMode="auto" r:id="rId55">
            <p14:nvContentPartPr>
              <p14:cNvPr id="1050144" name=""/>
              <p14:cNvContentPartPr/>
              <p14:nvPr/>
            </p14:nvContentPartPr>
            <p14:xfrm>
              <a:off x="1942938" y="3537524"/>
              <a:ext cx="356269" cy="16873"/>
            </p14:xfrm>
          </p:contentPart>
        </mc:Choice>
        <mc:Fallback>
          <p:sp>
            <p:nvSpPr>
              <p:cNvPr id="1050144" name=""/>
              <p:cNvSpPr/>
              <p:nvPr/>
            </p:nvSpPr>
            <p:spPr>
              <a:xfrm>
                <a:off x="1942938" y="3537524"/>
                <a:ext cx="356269" cy="16873"/>
              </a:xfrm>
            </p:spPr>
          </p:sp>
        </mc:Fallback>
      </mc:AlternateContent>
      <mc:AlternateContent xmlns:mc="http://schemas.openxmlformats.org/markup-compatibility/2006">
        <mc:Choice xmlns:p14="http://schemas.microsoft.com/office/powerpoint/2010/main" Requires="p14">
          <p:contentPart p14:bwMode="auto" r:id="rId56">
            <p14:nvContentPartPr>
              <p14:cNvPr id="1050145" name=""/>
              <p14:cNvContentPartPr/>
              <p14:nvPr/>
            </p14:nvContentPartPr>
            <p14:xfrm>
              <a:off x="2007327" y="4146111"/>
              <a:ext cx="341741" cy="13510"/>
            </p14:xfrm>
          </p:contentPart>
        </mc:Choice>
        <mc:Fallback>
          <p:sp>
            <p:nvSpPr>
              <p:cNvPr id="1050145" name=""/>
              <p:cNvSpPr/>
              <p:nvPr/>
            </p:nvSpPr>
            <p:spPr>
              <a:xfrm>
                <a:off x="2007327" y="4146111"/>
                <a:ext cx="341741" cy="13510"/>
              </a:xfrm>
            </p:spPr>
          </p:sp>
        </mc:Fallback>
      </mc:AlternateContent>
      <mc:AlternateContent xmlns:mc="http://schemas.openxmlformats.org/markup-compatibility/2006">
        <mc:Choice xmlns:p14="http://schemas.microsoft.com/office/powerpoint/2010/main" Requires="p14">
          <p:contentPart p14:bwMode="auto" r:id="rId57">
            <p14:nvContentPartPr>
              <p14:cNvPr id="1050146" name=""/>
              <p14:cNvContentPartPr/>
              <p14:nvPr/>
            </p14:nvContentPartPr>
            <p14:xfrm>
              <a:off x="1203295" y="3168962"/>
              <a:ext cx="1666066" cy="1460071"/>
            </p14:xfrm>
          </p:contentPart>
        </mc:Choice>
        <mc:Fallback>
          <p:sp>
            <p:nvSpPr>
              <p:cNvPr id="1050146" name=""/>
              <p:cNvSpPr/>
              <p:nvPr/>
            </p:nvSpPr>
            <p:spPr>
              <a:xfrm>
                <a:off x="1203295" y="3168962"/>
                <a:ext cx="1666066" cy="1460071"/>
              </a:xfrm>
            </p:spPr>
          </p:sp>
        </mc:Fallback>
      </mc:AlternateContent>
      <mc:AlternateContent xmlns:mc="http://schemas.openxmlformats.org/markup-compatibility/2006">
        <mc:Choice xmlns:p14="http://schemas.microsoft.com/office/powerpoint/2010/main" Requires="p14">
          <p:contentPart p14:bwMode="auto" r:id="rId58">
            <p14:nvContentPartPr>
              <p14:cNvPr id="1050147" name=""/>
              <p14:cNvContentPartPr/>
              <p14:nvPr/>
            </p14:nvContentPartPr>
            <p14:xfrm>
              <a:off x="858715" y="4819726"/>
              <a:ext cx="171783" cy="434800"/>
            </p14:xfrm>
          </p:contentPart>
        </mc:Choice>
        <mc:Fallback>
          <p:sp>
            <p:nvSpPr>
              <p:cNvPr id="1050147" name=""/>
              <p:cNvSpPr/>
              <p:nvPr/>
            </p:nvSpPr>
            <p:spPr>
              <a:xfrm>
                <a:off x="858715" y="4819726"/>
                <a:ext cx="171783" cy="434800"/>
              </a:xfrm>
            </p:spPr>
          </p:sp>
        </mc:Fallback>
      </mc:AlternateContent>
      <mc:AlternateContent xmlns:mc="http://schemas.openxmlformats.org/markup-compatibility/2006">
        <mc:Choice xmlns:p14="http://schemas.microsoft.com/office/powerpoint/2010/main" Requires="p14">
          <p:contentPart p14:bwMode="auto" r:id="rId59">
            <p14:nvContentPartPr>
              <p14:cNvPr id="1050148" name=""/>
              <p14:cNvContentPartPr/>
              <p14:nvPr/>
            </p14:nvContentPartPr>
            <p14:xfrm>
              <a:off x="1159687" y="4872274"/>
              <a:ext cx="147466" cy="364449"/>
            </p14:xfrm>
          </p:contentPart>
        </mc:Choice>
        <mc:Fallback>
          <p:sp>
            <p:nvSpPr>
              <p:cNvPr id="1050148" name=""/>
              <p:cNvSpPr/>
              <p:nvPr/>
            </p:nvSpPr>
            <p:spPr>
              <a:xfrm>
                <a:off x="1159687" y="4872274"/>
                <a:ext cx="147466" cy="364449"/>
              </a:xfrm>
            </p:spPr>
          </p:sp>
        </mc:Fallback>
      </mc:AlternateContent>
      <mc:AlternateContent xmlns:mc="http://schemas.openxmlformats.org/markup-compatibility/2006">
        <mc:Choice xmlns:p14="http://schemas.microsoft.com/office/powerpoint/2010/main" Requires="p14">
          <p:contentPart p14:bwMode="auto" r:id="rId60">
            <p14:nvContentPartPr>
              <p14:cNvPr id="1050149" name=""/>
              <p14:cNvContentPartPr/>
              <p14:nvPr/>
            </p14:nvContentPartPr>
            <p14:xfrm>
              <a:off x="1362332" y="4839516"/>
              <a:ext cx="757638" cy="445785"/>
            </p14:xfrm>
          </p:contentPart>
        </mc:Choice>
        <mc:Fallback>
          <p:sp>
            <p:nvSpPr>
              <p:cNvPr id="1050149" name=""/>
              <p:cNvSpPr/>
              <p:nvPr/>
            </p:nvSpPr>
            <p:spPr>
              <a:xfrm>
                <a:off x="1362332" y="4839516"/>
                <a:ext cx="757638" cy="445785"/>
              </a:xfrm>
            </p:spPr>
          </p:sp>
        </mc:Fallback>
      </mc:AlternateContent>
      <mc:AlternateContent xmlns:mc="http://schemas.openxmlformats.org/markup-compatibility/2006">
        <mc:Choice xmlns:p14="http://schemas.microsoft.com/office/powerpoint/2010/main" Requires="p14">
          <p:contentPart p14:bwMode="auto" r:id="rId61">
            <p14:nvContentPartPr>
              <p14:cNvPr id="1050150" name=""/>
              <p14:cNvContentPartPr/>
              <p14:nvPr/>
            </p14:nvContentPartPr>
            <p14:xfrm>
              <a:off x="1962979" y="5048868"/>
              <a:ext cx="178704" cy="24270"/>
            </p14:xfrm>
          </p:contentPart>
        </mc:Choice>
        <mc:Fallback>
          <p:sp>
            <p:nvSpPr>
              <p:cNvPr id="1050150" name=""/>
              <p:cNvSpPr/>
              <p:nvPr/>
            </p:nvSpPr>
            <p:spPr>
              <a:xfrm>
                <a:off x="1962979" y="5048868"/>
                <a:ext cx="178704" cy="24270"/>
              </a:xfrm>
            </p:spPr>
          </p:sp>
        </mc:Fallback>
      </mc:AlternateContent>
      <mc:AlternateContent xmlns:mc="http://schemas.openxmlformats.org/markup-compatibility/2006">
        <mc:Choice xmlns:p14="http://schemas.microsoft.com/office/powerpoint/2010/main" Requires="p14">
          <p:contentPart p14:bwMode="auto" r:id="rId62">
            <p14:nvContentPartPr>
              <p14:cNvPr id="1050151" name=""/>
              <p14:cNvContentPartPr/>
              <p14:nvPr/>
            </p14:nvContentPartPr>
            <p14:xfrm>
              <a:off x="1069584" y="5399025"/>
              <a:ext cx="963553" cy="30622"/>
            </p14:xfrm>
          </p:contentPart>
        </mc:Choice>
        <mc:Fallback>
          <p:sp>
            <p:nvSpPr>
              <p:cNvPr id="1050151" name=""/>
              <p:cNvSpPr/>
              <p:nvPr/>
            </p:nvSpPr>
            <p:spPr>
              <a:xfrm>
                <a:off x="1069584" y="5399025"/>
                <a:ext cx="963553" cy="30622"/>
              </a:xfrm>
            </p:spPr>
          </p:sp>
        </mc:Fallback>
      </mc:AlternateContent>
      <mc:AlternateContent xmlns:mc="http://schemas.openxmlformats.org/markup-compatibility/2006">
        <mc:Choice xmlns:p14="http://schemas.microsoft.com/office/powerpoint/2010/main" Requires="p14">
          <p:contentPart p14:bwMode="auto" r:id="rId63">
            <p14:nvContentPartPr>
              <p14:cNvPr id="1050152" name=""/>
              <p14:cNvContentPartPr/>
              <p14:nvPr/>
            </p14:nvContentPartPr>
            <p14:xfrm>
              <a:off x="5631928" y="2479943"/>
              <a:ext cx="968973" cy="1242489"/>
            </p14:xfrm>
          </p:contentPart>
        </mc:Choice>
        <mc:Fallback>
          <p:sp>
            <p:nvSpPr>
              <p:cNvPr id="1050152" name=""/>
              <p:cNvSpPr/>
              <p:nvPr/>
            </p:nvSpPr>
            <p:spPr>
              <a:xfrm>
                <a:off x="5631928" y="2479943"/>
                <a:ext cx="968973" cy="1242489"/>
              </a:xfrm>
            </p:spPr>
          </p:sp>
        </mc:Fallback>
      </mc:AlternateContent>
      <mc:AlternateContent xmlns:mc="http://schemas.openxmlformats.org/markup-compatibility/2006">
        <mc:Choice xmlns:p14="http://schemas.microsoft.com/office/powerpoint/2010/main" Requires="p14">
          <p:contentPart p14:bwMode="auto" r:id="rId64">
            <p14:nvContentPartPr>
              <p14:cNvPr id="1050153" name=""/>
              <p14:cNvContentPartPr/>
              <p14:nvPr/>
            </p14:nvContentPartPr>
            <p14:xfrm>
              <a:off x="4697783" y="2508734"/>
              <a:ext cx="876784" cy="1402061"/>
            </p14:xfrm>
          </p:contentPart>
        </mc:Choice>
        <mc:Fallback>
          <p:sp>
            <p:nvSpPr>
              <p:cNvPr id="1050153" name=""/>
              <p:cNvSpPr/>
              <p:nvPr/>
            </p:nvSpPr>
            <p:spPr>
              <a:xfrm>
                <a:off x="4697783" y="2508734"/>
                <a:ext cx="876784" cy="1402061"/>
              </a:xfrm>
            </p:spPr>
          </p:sp>
        </mc:Fallback>
      </mc:AlternateContent>
      <mc:AlternateContent xmlns:mc="http://schemas.openxmlformats.org/markup-compatibility/2006">
        <mc:Choice xmlns:p14="http://schemas.microsoft.com/office/powerpoint/2010/main" Requires="p14">
          <p:contentPart p14:bwMode="auto" r:id="rId65">
            <p14:nvContentPartPr>
              <p14:cNvPr id="1050154" name=""/>
              <p14:cNvContentPartPr/>
              <p14:nvPr/>
            </p14:nvContentPartPr>
            <p14:xfrm>
              <a:off x="4701785" y="3914043"/>
              <a:ext cx="1122430" cy="501375"/>
            </p14:xfrm>
          </p:contentPart>
        </mc:Choice>
        <mc:Fallback>
          <p:sp>
            <p:nvSpPr>
              <p:cNvPr id="1050154" name=""/>
              <p:cNvSpPr/>
              <p:nvPr/>
            </p:nvSpPr>
            <p:spPr>
              <a:xfrm>
                <a:off x="4701785" y="3914043"/>
                <a:ext cx="1122430" cy="501375"/>
              </a:xfrm>
            </p:spPr>
          </p:sp>
        </mc:Fallback>
      </mc:AlternateContent>
      <mc:AlternateContent xmlns:mc="http://schemas.openxmlformats.org/markup-compatibility/2006">
        <mc:Choice xmlns:p14="http://schemas.microsoft.com/office/powerpoint/2010/main" Requires="p14">
          <p:contentPart p14:bwMode="auto" r:id="rId66">
            <p14:nvContentPartPr>
              <p14:cNvPr id="1050155" name=""/>
              <p14:cNvContentPartPr/>
              <p14:nvPr/>
            </p14:nvContentPartPr>
            <p14:xfrm>
              <a:off x="5750008" y="3726156"/>
              <a:ext cx="868544" cy="684585"/>
            </p14:xfrm>
          </p:contentPart>
        </mc:Choice>
        <mc:Fallback>
          <p:sp>
            <p:nvSpPr>
              <p:cNvPr id="1050155" name=""/>
              <p:cNvSpPr/>
              <p:nvPr/>
            </p:nvSpPr>
            <p:spPr>
              <a:xfrm>
                <a:off x="5750008" y="3726156"/>
                <a:ext cx="868544" cy="684585"/>
              </a:xfrm>
            </p:spPr>
          </p:sp>
        </mc:Fallback>
      </mc:AlternateContent>
      <mc:AlternateContent xmlns:mc="http://schemas.openxmlformats.org/markup-compatibility/2006">
        <mc:Choice xmlns:p14="http://schemas.microsoft.com/office/powerpoint/2010/main" Requires="p14">
          <p:contentPart p14:bwMode="auto" r:id="rId67">
            <p14:nvContentPartPr>
              <p14:cNvPr id="1050156" name=""/>
              <p14:cNvContentPartPr/>
              <p14:nvPr/>
            </p14:nvContentPartPr>
            <p14:xfrm>
              <a:off x="5610307" y="2530824"/>
              <a:ext cx="209133" cy="1874998"/>
            </p14:xfrm>
          </p:contentPart>
        </mc:Choice>
        <mc:Fallback>
          <p:sp>
            <p:nvSpPr>
              <p:cNvPr id="1050156" name=""/>
              <p:cNvSpPr/>
              <p:nvPr/>
            </p:nvSpPr>
            <p:spPr>
              <a:xfrm>
                <a:off x="5610307" y="2530824"/>
                <a:ext cx="209133" cy="1874998"/>
              </a:xfrm>
            </p:spPr>
          </p:sp>
        </mc:Fallback>
      </mc:AlternateContent>
      <mc:AlternateContent xmlns:mc="http://schemas.openxmlformats.org/markup-compatibility/2006">
        <mc:Choice xmlns:p14="http://schemas.microsoft.com/office/powerpoint/2010/main" Requires="p14">
          <p:contentPart p14:bwMode="auto" r:id="rId68">
            <p14:nvContentPartPr>
              <p14:cNvPr id="1050157" name=""/>
              <p14:cNvContentPartPr/>
              <p14:nvPr/>
            </p14:nvContentPartPr>
            <p14:xfrm>
              <a:off x="4723061" y="3697116"/>
              <a:ext cx="1831069" cy="238773"/>
            </p14:xfrm>
          </p:contentPart>
        </mc:Choice>
        <mc:Fallback>
          <p:sp>
            <p:nvSpPr>
              <p:cNvPr id="1050157" name=""/>
              <p:cNvSpPr/>
              <p:nvPr/>
            </p:nvSpPr>
            <p:spPr>
              <a:xfrm>
                <a:off x="4723061" y="3697116"/>
                <a:ext cx="1831069" cy="238773"/>
              </a:xfrm>
            </p:spPr>
          </p:sp>
        </mc:Fallback>
      </mc:AlternateContent>
      <mc:AlternateContent xmlns:mc="http://schemas.openxmlformats.org/markup-compatibility/2006">
        <mc:Choice xmlns:p14="http://schemas.microsoft.com/office/powerpoint/2010/main" Requires="p14">
          <p:contentPart p14:bwMode="auto" r:id="rId69">
            <p14:nvContentPartPr>
              <p14:cNvPr id="1050158" name=""/>
              <p14:cNvContentPartPr/>
              <p14:nvPr/>
            </p14:nvContentPartPr>
            <p14:xfrm>
              <a:off x="5440812" y="3311085"/>
              <a:ext cx="421844" cy="399905"/>
            </p14:xfrm>
          </p:contentPart>
        </mc:Choice>
        <mc:Fallback>
          <p:sp>
            <p:nvSpPr>
              <p:cNvPr id="1050158" name=""/>
              <p:cNvSpPr/>
              <p:nvPr/>
            </p:nvSpPr>
            <p:spPr>
              <a:xfrm>
                <a:off x="5440812" y="3311085"/>
                <a:ext cx="421844" cy="399905"/>
              </a:xfrm>
            </p:spPr>
          </p:sp>
        </mc:Fallback>
      </mc:AlternateContent>
      <mc:AlternateContent xmlns:mc="http://schemas.openxmlformats.org/markup-compatibility/2006">
        <mc:Choice xmlns:p14="http://schemas.microsoft.com/office/powerpoint/2010/main" Requires="p14">
          <p:contentPart p14:bwMode="auto" r:id="rId70">
            <p14:nvContentPartPr>
              <p14:cNvPr id="1050159" name=""/>
              <p14:cNvContentPartPr/>
              <p14:nvPr/>
            </p14:nvContentPartPr>
            <p14:xfrm>
              <a:off x="5471444" y="2656440"/>
              <a:ext cx="367908" cy="631845"/>
            </p14:xfrm>
          </p:contentPart>
        </mc:Choice>
        <mc:Fallback>
          <p:sp>
            <p:nvSpPr>
              <p:cNvPr id="1050159" name=""/>
              <p:cNvSpPr/>
              <p:nvPr/>
            </p:nvSpPr>
            <p:spPr>
              <a:xfrm>
                <a:off x="5471444" y="2656440"/>
                <a:ext cx="367908" cy="631845"/>
              </a:xfrm>
            </p:spPr>
          </p:sp>
        </mc:Fallback>
      </mc:AlternateContent>
      <mc:AlternateContent xmlns:mc="http://schemas.openxmlformats.org/markup-compatibility/2006">
        <mc:Choice xmlns:p14="http://schemas.microsoft.com/office/powerpoint/2010/main" Requires="p14">
          <p:contentPart p14:bwMode="auto" r:id="rId71">
            <p14:nvContentPartPr>
              <p14:cNvPr id="1050160" name=""/>
              <p14:cNvContentPartPr/>
              <p14:nvPr/>
            </p14:nvContentPartPr>
            <p14:xfrm>
              <a:off x="5617367" y="2856463"/>
              <a:ext cx="7060" cy="94564"/>
            </p14:xfrm>
          </p:contentPart>
        </mc:Choice>
        <mc:Fallback>
          <p:sp>
            <p:nvSpPr>
              <p:cNvPr id="1050160" name=""/>
              <p:cNvSpPr/>
              <p:nvPr/>
            </p:nvSpPr>
            <p:spPr>
              <a:xfrm>
                <a:off x="5617367" y="2856463"/>
                <a:ext cx="7060" cy="94564"/>
              </a:xfrm>
            </p:spPr>
          </p:sp>
        </mc:Fallback>
      </mc:AlternateContent>
      <mc:AlternateContent xmlns:mc="http://schemas.openxmlformats.org/markup-compatibility/2006">
        <mc:Choice xmlns:p14="http://schemas.microsoft.com/office/powerpoint/2010/main" Requires="p14">
          <p:contentPart p14:bwMode="auto" r:id="rId72">
            <p14:nvContentPartPr>
              <p14:cNvPr id="1050161" name=""/>
              <p14:cNvContentPartPr/>
              <p14:nvPr/>
            </p14:nvContentPartPr>
            <p14:xfrm>
              <a:off x="5610307" y="3041372"/>
              <a:ext cx="5736" cy="32514"/>
            </p14:xfrm>
          </p:contentPart>
        </mc:Choice>
        <mc:Fallback>
          <p:sp>
            <p:nvSpPr>
              <p:cNvPr id="1050161" name=""/>
              <p:cNvSpPr/>
              <p:nvPr/>
            </p:nvSpPr>
            <p:spPr>
              <a:xfrm>
                <a:off x="5610307" y="3041372"/>
                <a:ext cx="5736" cy="32514"/>
              </a:xfrm>
            </p:spPr>
          </p:sp>
        </mc:Fallback>
      </mc:AlternateContent>
      <mc:AlternateContent xmlns:mc="http://schemas.openxmlformats.org/markup-compatibility/2006">
        <mc:Choice xmlns:p14="http://schemas.microsoft.com/office/powerpoint/2010/main" Requires="p14">
          <p:contentPart p14:bwMode="auto" r:id="rId73">
            <p14:nvContentPartPr>
              <p14:cNvPr id="1050162" name=""/>
              <p14:cNvContentPartPr/>
              <p14:nvPr/>
            </p14:nvContentPartPr>
            <p14:xfrm>
              <a:off x="5590028" y="3710929"/>
              <a:ext cx="335478" cy="616805"/>
            </p14:xfrm>
          </p:contentPart>
        </mc:Choice>
        <mc:Fallback>
          <p:sp>
            <p:nvSpPr>
              <p:cNvPr id="1050162" name=""/>
              <p:cNvSpPr/>
              <p:nvPr/>
            </p:nvSpPr>
            <p:spPr>
              <a:xfrm>
                <a:off x="5590028" y="3710929"/>
                <a:ext cx="335478" cy="616805"/>
              </a:xfrm>
            </p:spPr>
          </p:sp>
        </mc:Fallback>
      </mc:AlternateContent>
      <mc:AlternateContent xmlns:mc="http://schemas.openxmlformats.org/markup-compatibility/2006">
        <mc:Choice xmlns:p14="http://schemas.microsoft.com/office/powerpoint/2010/main" Requires="p14">
          <p:contentPart p14:bwMode="auto" r:id="rId74">
            <p14:nvContentPartPr>
              <p14:cNvPr id="1050163" name=""/>
              <p14:cNvContentPartPr/>
              <p14:nvPr/>
            </p14:nvContentPartPr>
            <p14:xfrm>
              <a:off x="5690614" y="3910320"/>
              <a:ext cx="5295" cy="32762"/>
            </p14:xfrm>
          </p:contentPart>
        </mc:Choice>
        <mc:Fallback>
          <p:sp>
            <p:nvSpPr>
              <p:cNvPr id="1050163" name=""/>
              <p:cNvSpPr/>
              <p:nvPr/>
            </p:nvSpPr>
            <p:spPr>
              <a:xfrm>
                <a:off x="5690614" y="3910320"/>
                <a:ext cx="5295" cy="32762"/>
              </a:xfrm>
            </p:spPr>
          </p:sp>
        </mc:Fallback>
      </mc:AlternateContent>
      <mc:AlternateContent xmlns:mc="http://schemas.openxmlformats.org/markup-compatibility/2006">
        <mc:Choice xmlns:p14="http://schemas.microsoft.com/office/powerpoint/2010/main" Requires="p14">
          <p:contentPart p14:bwMode="auto" r:id="rId75">
            <p14:nvContentPartPr>
              <p14:cNvPr id="1050164" name=""/>
              <p14:cNvContentPartPr/>
              <p14:nvPr/>
            </p14:nvContentPartPr>
            <p14:xfrm>
              <a:off x="5709146" y="4100194"/>
              <a:ext cx="623" cy="68164"/>
            </p14:xfrm>
          </p:contentPart>
        </mc:Choice>
        <mc:Fallback>
          <p:sp>
            <p:nvSpPr>
              <p:cNvPr id="1050164" name=""/>
              <p:cNvSpPr/>
              <p:nvPr/>
            </p:nvSpPr>
            <p:spPr>
              <a:xfrm>
                <a:off x="5709146" y="4100194"/>
                <a:ext cx="623" cy="68164"/>
              </a:xfrm>
            </p:spPr>
          </p:sp>
        </mc:Fallback>
      </mc:AlternateContent>
      <mc:AlternateContent xmlns:mc="http://schemas.openxmlformats.org/markup-compatibility/2006">
        <mc:Choice xmlns:p14="http://schemas.microsoft.com/office/powerpoint/2010/main" Requires="p14">
          <p:contentPart p14:bwMode="auto" r:id="rId76">
            <p14:nvContentPartPr>
              <p14:cNvPr id="1050165" name=""/>
              <p14:cNvContentPartPr/>
              <p14:nvPr/>
            </p14:nvContentPartPr>
            <p14:xfrm>
              <a:off x="4912467" y="3573761"/>
              <a:ext cx="534647" cy="293533"/>
            </p14:xfrm>
          </p:contentPart>
        </mc:Choice>
        <mc:Fallback>
          <p:sp>
            <p:nvSpPr>
              <p:cNvPr id="1050165" name=""/>
              <p:cNvSpPr/>
              <p:nvPr/>
            </p:nvSpPr>
            <p:spPr>
              <a:xfrm>
                <a:off x="4912467" y="3573761"/>
                <a:ext cx="534647" cy="293533"/>
              </a:xfrm>
            </p:spPr>
          </p:sp>
        </mc:Fallback>
      </mc:AlternateContent>
      <mc:AlternateContent xmlns:mc="http://schemas.openxmlformats.org/markup-compatibility/2006">
        <mc:Choice xmlns:p14="http://schemas.microsoft.com/office/powerpoint/2010/main" Requires="p14">
          <p:contentPart p14:bwMode="auto" r:id="rId77">
            <p14:nvContentPartPr>
              <p14:cNvPr id="1050166" name=""/>
              <p14:cNvContentPartPr/>
              <p14:nvPr/>
            </p14:nvContentPartPr>
            <p14:xfrm>
              <a:off x="5215196" y="3660631"/>
              <a:ext cx="30202" cy="30455"/>
            </p14:xfrm>
          </p:contentPart>
        </mc:Choice>
        <mc:Fallback>
          <p:sp>
            <p:nvSpPr>
              <p:cNvPr id="1050166" name=""/>
              <p:cNvSpPr/>
              <p:nvPr/>
            </p:nvSpPr>
            <p:spPr>
              <a:xfrm>
                <a:off x="5215196" y="3660631"/>
                <a:ext cx="30202" cy="30455"/>
              </a:xfrm>
            </p:spPr>
          </p:sp>
        </mc:Fallback>
      </mc:AlternateContent>
      <mc:AlternateContent xmlns:mc="http://schemas.openxmlformats.org/markup-compatibility/2006">
        <mc:Choice xmlns:p14="http://schemas.microsoft.com/office/powerpoint/2010/main" Requires="p14">
          <p:contentPart p14:bwMode="auto" r:id="rId78">
            <p14:nvContentPartPr>
              <p14:cNvPr id="1050167" name=""/>
              <p14:cNvContentPartPr/>
              <p14:nvPr/>
            </p14:nvContentPartPr>
            <p14:xfrm>
              <a:off x="5086814" y="3740303"/>
              <a:ext cx="30182" cy="30200"/>
            </p14:xfrm>
          </p:contentPart>
        </mc:Choice>
        <mc:Fallback>
          <p:sp>
            <p:nvSpPr>
              <p:cNvPr id="1050167" name=""/>
              <p:cNvSpPr/>
              <p:nvPr/>
            </p:nvSpPr>
            <p:spPr>
              <a:xfrm>
                <a:off x="5086814" y="3740303"/>
                <a:ext cx="30182" cy="30200"/>
              </a:xfrm>
            </p:spPr>
          </p:sp>
        </mc:Fallback>
      </mc:AlternateContent>
      <mc:AlternateContent xmlns:mc="http://schemas.openxmlformats.org/markup-compatibility/2006">
        <mc:Choice xmlns:p14="http://schemas.microsoft.com/office/powerpoint/2010/main" Requires="p14">
          <p:contentPart p14:bwMode="auto" r:id="rId79">
            <p14:nvContentPartPr>
              <p14:cNvPr id="1050168" name=""/>
              <p14:cNvContentPartPr/>
              <p14:nvPr/>
            </p14:nvContentPartPr>
            <p14:xfrm>
              <a:off x="4709286" y="3747501"/>
              <a:ext cx="49244" cy="340415"/>
            </p14:xfrm>
          </p:contentPart>
        </mc:Choice>
        <mc:Fallback>
          <p:sp>
            <p:nvSpPr>
              <p:cNvPr id="1050168" name=""/>
              <p:cNvSpPr/>
              <p:nvPr/>
            </p:nvSpPr>
            <p:spPr>
              <a:xfrm>
                <a:off x="4709286" y="3747501"/>
                <a:ext cx="49244" cy="340415"/>
              </a:xfrm>
            </p:spPr>
          </p:sp>
        </mc:Fallback>
      </mc:AlternateContent>
      <mc:AlternateContent xmlns:mc="http://schemas.openxmlformats.org/markup-compatibility/2006">
        <mc:Choice xmlns:p14="http://schemas.microsoft.com/office/powerpoint/2010/main" Requires="p14">
          <p:contentPart p14:bwMode="auto" r:id="rId80">
            <p14:nvContentPartPr>
              <p14:cNvPr id="1050169" name=""/>
              <p14:cNvContentPartPr/>
              <p14:nvPr/>
            </p14:nvContentPartPr>
            <p14:xfrm>
              <a:off x="4503470" y="3905108"/>
              <a:ext cx="215523" cy="41428"/>
            </p14:xfrm>
          </p:contentPart>
        </mc:Choice>
        <mc:Fallback>
          <p:sp>
            <p:nvSpPr>
              <p:cNvPr id="1050169" name=""/>
              <p:cNvSpPr/>
              <p:nvPr/>
            </p:nvSpPr>
            <p:spPr>
              <a:xfrm>
                <a:off x="4503470" y="3905108"/>
                <a:ext cx="215523" cy="41428"/>
              </a:xfrm>
            </p:spPr>
          </p:sp>
        </mc:Fallback>
      </mc:AlternateContent>
      <mc:AlternateContent xmlns:mc="http://schemas.openxmlformats.org/markup-compatibility/2006">
        <mc:Choice xmlns:p14="http://schemas.microsoft.com/office/powerpoint/2010/main" Requires="p14">
          <p:contentPart p14:bwMode="auto" r:id="rId81">
            <p14:nvContentPartPr>
              <p14:cNvPr id="1050170" name=""/>
              <p14:cNvContentPartPr/>
              <p14:nvPr/>
            </p14:nvContentPartPr>
            <p14:xfrm>
              <a:off x="4473220" y="3765620"/>
              <a:ext cx="28716" cy="367553"/>
            </p14:xfrm>
          </p:contentPart>
        </mc:Choice>
        <mc:Fallback>
          <p:sp>
            <p:nvSpPr>
              <p:cNvPr id="1050170" name=""/>
              <p:cNvSpPr/>
              <p:nvPr/>
            </p:nvSpPr>
            <p:spPr>
              <a:xfrm>
                <a:off x="4473220" y="3765620"/>
                <a:ext cx="28716" cy="367553"/>
              </a:xfrm>
            </p:spPr>
          </p:sp>
        </mc:Fallback>
      </mc:AlternateContent>
      <mc:AlternateContent xmlns:mc="http://schemas.openxmlformats.org/markup-compatibility/2006">
        <mc:Choice xmlns:p14="http://schemas.microsoft.com/office/powerpoint/2010/main" Requires="p14">
          <p:contentPart p14:bwMode="auto" r:id="rId82">
            <p14:nvContentPartPr>
              <p14:cNvPr id="1050171" name=""/>
              <p14:cNvContentPartPr/>
              <p14:nvPr/>
            </p14:nvContentPartPr>
            <p14:xfrm>
              <a:off x="5941394" y="3515682"/>
              <a:ext cx="460449" cy="238926"/>
            </p14:xfrm>
          </p:contentPart>
        </mc:Choice>
        <mc:Fallback>
          <p:sp>
            <p:nvSpPr>
              <p:cNvPr id="1050171" name=""/>
              <p:cNvSpPr/>
              <p:nvPr/>
            </p:nvSpPr>
            <p:spPr>
              <a:xfrm>
                <a:off x="5941394" y="3515682"/>
                <a:ext cx="460449" cy="238926"/>
              </a:xfrm>
            </p:spPr>
          </p:sp>
        </mc:Fallback>
      </mc:AlternateContent>
      <mc:AlternateContent xmlns:mc="http://schemas.openxmlformats.org/markup-compatibility/2006">
        <mc:Choice xmlns:p14="http://schemas.microsoft.com/office/powerpoint/2010/main" Requires="p14">
          <p:contentPart p14:bwMode="auto" r:id="rId83">
            <p14:nvContentPartPr>
              <p14:cNvPr id="1050172" name=""/>
              <p14:cNvContentPartPr/>
              <p14:nvPr/>
            </p14:nvContentPartPr>
            <p14:xfrm>
              <a:off x="6212820" y="3659129"/>
              <a:ext cx="62443" cy="8948"/>
            </p14:xfrm>
          </p:contentPart>
        </mc:Choice>
        <mc:Fallback>
          <p:sp>
            <p:nvSpPr>
              <p:cNvPr id="1050172" name=""/>
              <p:cNvSpPr/>
              <p:nvPr/>
            </p:nvSpPr>
            <p:spPr>
              <a:xfrm>
                <a:off x="6212820" y="3659129"/>
                <a:ext cx="62443" cy="8948"/>
              </a:xfrm>
            </p:spPr>
          </p:sp>
        </mc:Fallback>
      </mc:AlternateContent>
      <mc:AlternateContent xmlns:mc="http://schemas.openxmlformats.org/markup-compatibility/2006">
        <mc:Choice xmlns:p14="http://schemas.microsoft.com/office/powerpoint/2010/main" Requires="p14">
          <p:contentPart p14:bwMode="auto" r:id="rId84">
            <p14:nvContentPartPr>
              <p14:cNvPr id="1050173" name=""/>
              <p14:cNvContentPartPr/>
              <p14:nvPr/>
            </p14:nvContentPartPr>
            <p14:xfrm>
              <a:off x="6003456" y="3610246"/>
              <a:ext cx="78983" cy="14147"/>
            </p14:xfrm>
          </p:contentPart>
        </mc:Choice>
        <mc:Fallback>
          <p:sp>
            <p:nvSpPr>
              <p:cNvPr id="1050173" name=""/>
              <p:cNvSpPr/>
              <p:nvPr/>
            </p:nvSpPr>
            <p:spPr>
              <a:xfrm>
                <a:off x="6003456" y="3610246"/>
                <a:ext cx="78983" cy="14147"/>
              </a:xfrm>
            </p:spPr>
          </p:sp>
        </mc:Fallback>
      </mc:AlternateContent>
      <mc:AlternateContent xmlns:mc="http://schemas.openxmlformats.org/markup-compatibility/2006">
        <mc:Choice xmlns:p14="http://schemas.microsoft.com/office/powerpoint/2010/main" Requires="p14">
          <p:contentPart p14:bwMode="auto" r:id="rId85">
            <p14:nvContentPartPr>
              <p14:cNvPr id="1050174" name=""/>
              <p14:cNvContentPartPr/>
              <p14:nvPr/>
            </p14:nvContentPartPr>
            <p14:xfrm>
              <a:off x="6546186" y="3602552"/>
              <a:ext cx="36624" cy="280459"/>
            </p14:xfrm>
          </p:contentPart>
        </mc:Choice>
        <mc:Fallback>
          <p:sp>
            <p:nvSpPr>
              <p:cNvPr id="1050174" name=""/>
              <p:cNvSpPr/>
              <p:nvPr/>
            </p:nvSpPr>
            <p:spPr>
              <a:xfrm>
                <a:off x="6546186" y="3602552"/>
                <a:ext cx="36624" cy="280459"/>
              </a:xfrm>
            </p:spPr>
          </p:sp>
        </mc:Fallback>
      </mc:AlternateContent>
      <mc:AlternateContent xmlns:mc="http://schemas.openxmlformats.org/markup-compatibility/2006">
        <mc:Choice xmlns:p14="http://schemas.microsoft.com/office/powerpoint/2010/main" Requires="p14">
          <p:contentPart p14:bwMode="auto" r:id="rId86">
            <p14:nvContentPartPr>
              <p14:cNvPr id="1050175" name=""/>
              <p14:cNvContentPartPr/>
              <p14:nvPr/>
            </p14:nvContentPartPr>
            <p14:xfrm>
              <a:off x="6658634" y="3646483"/>
              <a:ext cx="24339" cy="208647"/>
            </p14:xfrm>
          </p:contentPart>
        </mc:Choice>
        <mc:Fallback>
          <p:sp>
            <p:nvSpPr>
              <p:cNvPr id="1050175" name=""/>
              <p:cNvSpPr/>
              <p:nvPr/>
            </p:nvSpPr>
            <p:spPr>
              <a:xfrm>
                <a:off x="6658634" y="3646483"/>
                <a:ext cx="24339" cy="208647"/>
              </a:xfrm>
            </p:spPr>
          </p:sp>
        </mc:Fallback>
      </mc:AlternateContent>
      <mc:AlternateContent xmlns:mc="http://schemas.openxmlformats.org/markup-compatibility/2006">
        <mc:Choice xmlns:p14="http://schemas.microsoft.com/office/powerpoint/2010/main" Requires="p14">
          <p:contentPart p14:bwMode="auto" r:id="rId87">
            <p14:nvContentPartPr>
              <p14:cNvPr id="1050176" name=""/>
              <p14:cNvContentPartPr/>
              <p14:nvPr/>
            </p14:nvContentPartPr>
            <p14:xfrm>
              <a:off x="6553688" y="3773065"/>
              <a:ext cx="135660" cy="37632"/>
            </p14:xfrm>
          </p:contentPart>
        </mc:Choice>
        <mc:Fallback>
          <p:sp>
            <p:nvSpPr>
              <p:cNvPr id="1050176" name=""/>
              <p:cNvSpPr/>
              <p:nvPr/>
            </p:nvSpPr>
            <p:spPr>
              <a:xfrm>
                <a:off x="6553688" y="3773065"/>
                <a:ext cx="135660" cy="37632"/>
              </a:xfrm>
            </p:spPr>
          </p:sp>
        </mc:Fallback>
      </mc:AlternateContent>
      <mc:AlternateContent xmlns:mc="http://schemas.openxmlformats.org/markup-compatibility/2006">
        <mc:Choice xmlns:p14="http://schemas.microsoft.com/office/powerpoint/2010/main" Requires="p14">
          <p:contentPart p14:bwMode="auto" r:id="rId88">
            <p14:nvContentPartPr>
              <p14:cNvPr id="1050177" name=""/>
              <p14:cNvContentPartPr/>
              <p14:nvPr/>
            </p14:nvContentPartPr>
            <p14:xfrm>
              <a:off x="7359227" y="752967"/>
              <a:ext cx="523509" cy="423048"/>
            </p14:xfrm>
          </p:contentPart>
        </mc:Choice>
        <mc:Fallback>
          <p:sp>
            <p:nvSpPr>
              <p:cNvPr id="1050177" name=""/>
              <p:cNvSpPr/>
              <p:nvPr/>
            </p:nvSpPr>
            <p:spPr>
              <a:xfrm>
                <a:off x="7359227" y="752967"/>
                <a:ext cx="523509" cy="423048"/>
              </a:xfrm>
            </p:spPr>
          </p:sp>
        </mc:Fallback>
      </mc:AlternateContent>
      <mc:AlternateContent xmlns:mc="http://schemas.openxmlformats.org/markup-compatibility/2006">
        <mc:Choice xmlns:p14="http://schemas.microsoft.com/office/powerpoint/2010/main" Requires="p14">
          <p:contentPart p14:bwMode="auto" r:id="rId89">
            <p14:nvContentPartPr>
              <p14:cNvPr id="1050178" name=""/>
              <p14:cNvContentPartPr/>
              <p14:nvPr/>
            </p14:nvContentPartPr>
            <p14:xfrm>
              <a:off x="6778656" y="1219335"/>
              <a:ext cx="512352" cy="466546"/>
            </p14:xfrm>
          </p:contentPart>
        </mc:Choice>
        <mc:Fallback>
          <p:sp>
            <p:nvSpPr>
              <p:cNvPr id="1050178" name=""/>
              <p:cNvSpPr/>
              <p:nvPr/>
            </p:nvSpPr>
            <p:spPr>
              <a:xfrm>
                <a:off x="6778656" y="1219335"/>
                <a:ext cx="512352" cy="466546"/>
              </a:xfrm>
            </p:spPr>
          </p:sp>
        </mc:Fallback>
      </mc:AlternateContent>
      <mc:AlternateContent xmlns:mc="http://schemas.openxmlformats.org/markup-compatibility/2006">
        <mc:Choice xmlns:p14="http://schemas.microsoft.com/office/powerpoint/2010/main" Requires="p14">
          <p:contentPart p14:bwMode="auto" r:id="rId90">
            <p14:nvContentPartPr>
              <p14:cNvPr id="1050179" name=""/>
              <p14:cNvContentPartPr/>
              <p14:nvPr/>
            </p14:nvContentPartPr>
            <p14:xfrm>
              <a:off x="6694628" y="1538024"/>
              <a:ext cx="29823" cy="323184"/>
            </p14:xfrm>
          </p:contentPart>
        </mc:Choice>
        <mc:Fallback>
          <p:sp>
            <p:nvSpPr>
              <p:cNvPr id="1050179" name=""/>
              <p:cNvSpPr/>
              <p:nvPr/>
            </p:nvSpPr>
            <p:spPr>
              <a:xfrm>
                <a:off x="6694628" y="1538024"/>
                <a:ext cx="29823" cy="323184"/>
              </a:xfrm>
            </p:spPr>
          </p:sp>
        </mc:Fallback>
      </mc:AlternateContent>
      <mc:AlternateContent xmlns:mc="http://schemas.openxmlformats.org/markup-compatibility/2006">
        <mc:Choice xmlns:p14="http://schemas.microsoft.com/office/powerpoint/2010/main" Requires="p14">
          <p:contentPart p14:bwMode="auto" r:id="rId91">
            <p14:nvContentPartPr>
              <p14:cNvPr id="1050180" name=""/>
              <p14:cNvContentPartPr/>
              <p14:nvPr/>
            </p14:nvContentPartPr>
            <p14:xfrm>
              <a:off x="6550001" y="1668825"/>
              <a:ext cx="151945" cy="89378"/>
            </p14:xfrm>
          </p:contentPart>
        </mc:Choice>
        <mc:Fallback>
          <p:sp>
            <p:nvSpPr>
              <p:cNvPr id="1050180" name=""/>
              <p:cNvSpPr/>
              <p:nvPr/>
            </p:nvSpPr>
            <p:spPr>
              <a:xfrm>
                <a:off x="6550001" y="1668825"/>
                <a:ext cx="151945" cy="89378"/>
              </a:xfrm>
            </p:spPr>
          </p:sp>
        </mc:Fallback>
      </mc:AlternateContent>
      <mc:AlternateContent xmlns:mc="http://schemas.openxmlformats.org/markup-compatibility/2006">
        <mc:Choice xmlns:p14="http://schemas.microsoft.com/office/powerpoint/2010/main" Requires="p14">
          <p:contentPart p14:bwMode="auto" r:id="rId92">
            <p14:nvContentPartPr>
              <p14:cNvPr id="1050181" name=""/>
              <p14:cNvContentPartPr/>
              <p14:nvPr/>
            </p14:nvContentPartPr>
            <p14:xfrm>
              <a:off x="6513070" y="1635814"/>
              <a:ext cx="30910" cy="302388"/>
            </p14:xfrm>
          </p:contentPart>
        </mc:Choice>
        <mc:Fallback>
          <p:sp>
            <p:nvSpPr>
              <p:cNvPr id="1050181" name=""/>
              <p:cNvSpPr/>
              <p:nvPr/>
            </p:nvSpPr>
            <p:spPr>
              <a:xfrm>
                <a:off x="6513070" y="1635814"/>
                <a:ext cx="30910" cy="302388"/>
              </a:xfrm>
            </p:spPr>
          </p:sp>
        </mc:Fallback>
      </mc:AlternateContent>
      <mc:AlternateContent xmlns:mc="http://schemas.openxmlformats.org/markup-compatibility/2006">
        <mc:Choice xmlns:p14="http://schemas.microsoft.com/office/powerpoint/2010/main" Requires="p14">
          <p:contentPart p14:bwMode="auto" r:id="rId93">
            <p14:nvContentPartPr>
              <p14:cNvPr id="1050182" name=""/>
              <p14:cNvContentPartPr/>
              <p14:nvPr/>
            </p14:nvContentPartPr>
            <p14:xfrm>
              <a:off x="7726958" y="1132465"/>
              <a:ext cx="623687" cy="355621"/>
            </p14:xfrm>
          </p:contentPart>
        </mc:Choice>
        <mc:Fallback>
          <p:sp>
            <p:nvSpPr>
              <p:cNvPr id="1050182" name=""/>
              <p:cNvSpPr/>
              <p:nvPr/>
            </p:nvSpPr>
            <p:spPr>
              <a:xfrm>
                <a:off x="7726958" y="1132465"/>
                <a:ext cx="623687" cy="355621"/>
              </a:xfrm>
            </p:spPr>
          </p:sp>
        </mc:Fallback>
      </mc:AlternateContent>
      <mc:AlternateContent xmlns:mc="http://schemas.openxmlformats.org/markup-compatibility/2006">
        <mc:Choice xmlns:p14="http://schemas.microsoft.com/office/powerpoint/2010/main" Requires="p14">
          <p:contentPart p14:bwMode="auto" r:id="rId94">
            <p14:nvContentPartPr>
              <p14:cNvPr id="1050183" name=""/>
              <p14:cNvContentPartPr/>
              <p14:nvPr/>
            </p14:nvContentPartPr>
            <p14:xfrm>
              <a:off x="8313813" y="1574261"/>
              <a:ext cx="22222" cy="261262"/>
            </p14:xfrm>
          </p:contentPart>
        </mc:Choice>
        <mc:Fallback>
          <p:sp>
            <p:nvSpPr>
              <p:cNvPr id="1050183" name=""/>
              <p:cNvSpPr/>
              <p:nvPr/>
            </p:nvSpPr>
            <p:spPr>
              <a:xfrm>
                <a:off x="8313813" y="1574261"/>
                <a:ext cx="22222" cy="261262"/>
              </a:xfrm>
            </p:spPr>
          </p:sp>
        </mc:Fallback>
      </mc:AlternateContent>
      <mc:AlternateContent xmlns:mc="http://schemas.openxmlformats.org/markup-compatibility/2006">
        <mc:Choice xmlns:p14="http://schemas.microsoft.com/office/powerpoint/2010/main" Requires="p14">
          <p:contentPart p14:bwMode="auto" r:id="rId95">
            <p14:nvContentPartPr>
              <p14:cNvPr id="1050184" name=""/>
              <p14:cNvContentPartPr/>
              <p14:nvPr/>
            </p14:nvContentPartPr>
            <p14:xfrm>
              <a:off x="8477956" y="1574261"/>
              <a:ext cx="28520" cy="234104"/>
            </p14:xfrm>
          </p:contentPart>
        </mc:Choice>
        <mc:Fallback>
          <p:sp>
            <p:nvSpPr>
              <p:cNvPr id="1050184" name=""/>
              <p:cNvSpPr/>
              <p:nvPr/>
            </p:nvSpPr>
            <p:spPr>
              <a:xfrm>
                <a:off x="8477956" y="1574261"/>
                <a:ext cx="28520" cy="234104"/>
              </a:xfrm>
            </p:spPr>
          </p:sp>
        </mc:Fallback>
      </mc:AlternateContent>
      <mc:AlternateContent xmlns:mc="http://schemas.openxmlformats.org/markup-compatibility/2006">
        <mc:Choice xmlns:p14="http://schemas.microsoft.com/office/powerpoint/2010/main" Requires="p14">
          <p:contentPart p14:bwMode="auto" r:id="rId96">
            <p14:nvContentPartPr>
              <p14:cNvPr id="1050185" name=""/>
              <p14:cNvContentPartPr/>
              <p14:nvPr/>
            </p14:nvContentPartPr>
            <p14:xfrm>
              <a:off x="8313813" y="1712012"/>
              <a:ext cx="202124" cy="15509"/>
            </p14:xfrm>
          </p:contentPart>
        </mc:Choice>
        <mc:Fallback>
          <p:sp>
            <p:nvSpPr>
              <p:cNvPr id="1050185" name=""/>
              <p:cNvSpPr/>
              <p:nvPr/>
            </p:nvSpPr>
            <p:spPr>
              <a:xfrm>
                <a:off x="8313813" y="1712012"/>
                <a:ext cx="202124" cy="15509"/>
              </a:xfrm>
            </p:spPr>
          </p:sp>
        </mc:Fallback>
      </mc:AlternateContent>
      <mc:AlternateContent xmlns:mc="http://schemas.openxmlformats.org/markup-compatibility/2006">
        <mc:Choice xmlns:p14="http://schemas.microsoft.com/office/powerpoint/2010/main" Requires="p14">
          <p:contentPart p14:bwMode="auto" r:id="rId97">
            <p14:nvContentPartPr>
              <p14:cNvPr id="1050186" name=""/>
              <p14:cNvContentPartPr/>
              <p14:nvPr/>
            </p14:nvContentPartPr>
            <p14:xfrm>
              <a:off x="7893307" y="650956"/>
              <a:ext cx="162819" cy="19970"/>
            </p14:xfrm>
          </p:contentPart>
        </mc:Choice>
        <mc:Fallback>
          <p:sp>
            <p:nvSpPr>
              <p:cNvPr id="1050186" name=""/>
              <p:cNvSpPr/>
              <p:nvPr/>
            </p:nvSpPr>
            <p:spPr>
              <a:xfrm>
                <a:off x="7893307" y="650956"/>
                <a:ext cx="162819" cy="19970"/>
              </a:xfrm>
            </p:spPr>
          </p:sp>
        </mc:Fallback>
      </mc:AlternateContent>
      <mc:AlternateContent xmlns:mc="http://schemas.openxmlformats.org/markup-compatibility/2006">
        <mc:Choice xmlns:p14="http://schemas.microsoft.com/office/powerpoint/2010/main" Requires="p14">
          <p:contentPart p14:bwMode="auto" r:id="rId98">
            <p14:nvContentPartPr>
              <p14:cNvPr id="1050187" name=""/>
              <p14:cNvContentPartPr/>
              <p14:nvPr/>
            </p14:nvContentPartPr>
            <p14:xfrm>
              <a:off x="7201771" y="702830"/>
              <a:ext cx="230435" cy="147362"/>
            </p14:xfrm>
          </p:contentPart>
        </mc:Choice>
        <mc:Fallback>
          <p:sp>
            <p:nvSpPr>
              <p:cNvPr id="1050187" name=""/>
              <p:cNvSpPr/>
              <p:nvPr/>
            </p:nvSpPr>
            <p:spPr>
              <a:xfrm>
                <a:off x="7201771" y="702830"/>
                <a:ext cx="230435" cy="147362"/>
              </a:xfrm>
            </p:spPr>
          </p:sp>
        </mc:Fallback>
      </mc:AlternateContent>
      <mc:AlternateContent xmlns:mc="http://schemas.openxmlformats.org/markup-compatibility/2006">
        <mc:Choice xmlns:p14="http://schemas.microsoft.com/office/powerpoint/2010/main" Requires="p14">
          <p:contentPart p14:bwMode="auto" r:id="rId99">
            <p14:nvContentPartPr>
              <p14:cNvPr id="1050188" name=""/>
              <p14:cNvContentPartPr/>
              <p14:nvPr/>
            </p14:nvContentPartPr>
            <p14:xfrm>
              <a:off x="7190846" y="1398303"/>
              <a:ext cx="615790" cy="129379"/>
            </p14:xfrm>
          </p:contentPart>
        </mc:Choice>
        <mc:Fallback>
          <p:sp>
            <p:nvSpPr>
              <p:cNvPr id="1050188" name=""/>
              <p:cNvSpPr/>
              <p:nvPr/>
            </p:nvSpPr>
            <p:spPr>
              <a:xfrm>
                <a:off x="7190846" y="1398303"/>
                <a:ext cx="615790" cy="129379"/>
              </a:xfrm>
            </p:spPr>
          </p:sp>
        </mc:Fallback>
      </mc:AlternateContent>
      <mc:AlternateContent xmlns:mc="http://schemas.openxmlformats.org/markup-compatibility/2006">
        <mc:Choice xmlns:p14="http://schemas.microsoft.com/office/powerpoint/2010/main" Requires="p14">
          <p:contentPart p14:bwMode="auto" r:id="rId100">
            <p14:nvContentPartPr>
              <p14:cNvPr id="1050189" name=""/>
              <p14:cNvContentPartPr/>
              <p14:nvPr/>
            </p14:nvContentPartPr>
            <p14:xfrm>
              <a:off x="7726958" y="1357086"/>
              <a:ext cx="113302" cy="126303"/>
            </p14:xfrm>
          </p:contentPart>
        </mc:Choice>
        <mc:Fallback>
          <p:sp>
            <p:nvSpPr>
              <p:cNvPr id="1050189" name=""/>
              <p:cNvSpPr/>
              <p:nvPr/>
            </p:nvSpPr>
            <p:spPr>
              <a:xfrm>
                <a:off x="7726958" y="1357086"/>
                <a:ext cx="113302" cy="126303"/>
              </a:xfrm>
            </p:spPr>
          </p:sp>
        </mc:Fallback>
      </mc:AlternateContent>
      <mc:AlternateContent xmlns:mc="http://schemas.openxmlformats.org/markup-compatibility/2006">
        <mc:Choice xmlns:p14="http://schemas.microsoft.com/office/powerpoint/2010/main" Requires="p14">
          <p:contentPart p14:bwMode="auto" r:id="rId101">
            <p14:nvContentPartPr>
              <p14:cNvPr id="1050190" name=""/>
              <p14:cNvContentPartPr/>
              <p14:nvPr/>
            </p14:nvContentPartPr>
            <p14:xfrm>
              <a:off x="7132587" y="1407719"/>
              <a:ext cx="143860" cy="162532"/>
            </p14:xfrm>
          </p:contentPart>
        </mc:Choice>
        <mc:Fallback>
          <p:sp>
            <p:nvSpPr>
              <p:cNvPr id="1050190" name=""/>
              <p:cNvSpPr/>
              <p:nvPr/>
            </p:nvSpPr>
            <p:spPr>
              <a:xfrm>
                <a:off x="7132587" y="1407719"/>
                <a:ext cx="143860" cy="162532"/>
              </a:xfrm>
            </p:spPr>
          </p:sp>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71" name=""/>
        <p:cNvGrpSpPr/>
        <p:nvPr/>
      </p:nvGrpSpPr>
      <p:grpSpPr>
        <a:xfrm>
          <a:off x="0" y="0"/>
          <a:ext cx="0" cy="0"/>
          <a:chOff x="0" y="0"/>
          <a:chExt cx="0" cy="0"/>
        </a:xfrm>
      </p:grpSpPr>
      <p:pic>
        <p:nvPicPr>
          <p:cNvPr id="2097166" name="Image 4"/>
          <p:cNvPicPr>
            <a:picLocks noChangeAspect="1"/>
          </p:cNvPicPr>
          <p:nvPr/>
        </p:nvPicPr>
        <p:blipFill>
          <a:blip xmlns:r="http://schemas.openxmlformats.org/officeDocument/2006/relationships" r:embed="rId1">
            <a:lum bright="-40000" contrast="40000"/>
          </a:blip>
          <a:stretch>
            <a:fillRect/>
          </a:stretch>
        </p:blipFill>
        <p:spPr>
          <a:xfrm>
            <a:off x="2624194" y="56659"/>
            <a:ext cx="6636229" cy="6664816"/>
          </a:xfrm>
          <a:prstGeom prst="rect"/>
        </p:spPr>
      </p:pic>
      <p:sp>
        <p:nvSpPr>
          <p:cNvPr id="1048745" name="Espace réservé de la date 1"/>
          <p:cNvSpPr>
            <a:spLocks noGrp="1"/>
          </p:cNvSpPr>
          <p:nvPr>
            <p:ph type="dt" sz="half" idx="10"/>
          </p:nvPr>
        </p:nvSpPr>
        <p:spPr/>
        <p:txBody>
          <a:bodyPr/>
          <a:p>
            <a:fld id="{3A590F04-C7B3-4E37-BD9E-9707FE28B416}" type="datetime1">
              <a:rPr lang="fr-MA" smtClean="0"/>
              <a:t>2/26/2026</a:t>
            </a:fld>
            <a:endParaRPr lang="fr-MA"/>
          </a:p>
        </p:txBody>
      </p:sp>
      <p:sp>
        <p:nvSpPr>
          <p:cNvPr id="1048746" name="Espace réservé du pied de page 2"/>
          <p:cNvSpPr>
            <a:spLocks noGrp="1"/>
          </p:cNvSpPr>
          <p:nvPr>
            <p:ph type="ftr" sz="quarter" idx="11"/>
          </p:nvPr>
        </p:nvSpPr>
        <p:spPr/>
        <p:txBody>
          <a:bodyPr/>
          <a:p>
            <a:r>
              <a:rPr lang="fr-MA"/>
              <a:t>Azagrouze</a:t>
            </a:r>
          </a:p>
        </p:txBody>
      </p:sp>
      <p:sp>
        <p:nvSpPr>
          <p:cNvPr id="1048747" name="Espace réservé du numéro de diapositive 3"/>
          <p:cNvSpPr>
            <a:spLocks noGrp="1"/>
          </p:cNvSpPr>
          <p:nvPr>
            <p:ph type="sldNum" sz="quarter" idx="12"/>
          </p:nvPr>
        </p:nvSpPr>
        <p:spPr/>
        <p:txBody>
          <a:bodyPr/>
          <a:p>
            <a:fld id="{FF4E3B11-ADB7-4E0C-98DE-03B52B014AC4}" type="slidenum">
              <a:rPr lang="fr-MA" smtClean="0"/>
              <a:t>19</a:t>
            </a:fld>
            <a:endParaRPr lang="fr-MA"/>
          </a:p>
        </p:txBody>
      </p:sp>
      <mc:AlternateContent xmlns:mc="http://schemas.openxmlformats.org/markup-compatibility/2006">
        <mc:Choice xmlns:p14="http://schemas.microsoft.com/office/powerpoint/2010/main" Requires="p14">
          <p:contentPart p14:bwMode="auto" r:id="rId2">
            <p14:nvContentPartPr>
              <p14:cNvPr id="1048748" name=""/>
              <p14:cNvContentPartPr/>
              <p14:nvPr/>
            </p14:nvContentPartPr>
            <p14:xfrm>
              <a:off x="3178608" y="6134500"/>
              <a:ext cx="59294" cy="104930"/>
            </p14:xfrm>
          </p:contentPart>
        </mc:Choice>
        <mc:Fallback>
          <p:sp>
            <p:nvSpPr>
              <p:cNvPr id="1048748" name=""/>
              <p:cNvSpPr/>
              <p:nvPr/>
            </p:nvSpPr>
            <p:spPr>
              <a:xfrm>
                <a:off x="3178608" y="6134500"/>
                <a:ext cx="59294" cy="104930"/>
              </a:xfrm>
            </p:spPr>
          </p:sp>
        </mc:Fallback>
      </mc:AlternateContent>
      <mc:AlternateContent xmlns:mc="http://schemas.openxmlformats.org/markup-compatibility/2006">
        <mc:Choice xmlns:p14="http://schemas.microsoft.com/office/powerpoint/2010/main" Requires="p14">
          <p:contentPart p14:bwMode="auto" r:id="rId3">
            <p14:nvContentPartPr>
              <p14:cNvPr id="1048749" name=""/>
              <p14:cNvContentPartPr/>
              <p14:nvPr/>
            </p14:nvContentPartPr>
            <p14:xfrm>
              <a:off x="6983461" y="6126199"/>
              <a:ext cx="29676" cy="62847"/>
            </p14:xfrm>
          </p:contentPart>
        </mc:Choice>
        <mc:Fallback>
          <p:sp>
            <p:nvSpPr>
              <p:cNvPr id="1048749" name=""/>
              <p:cNvSpPr/>
              <p:nvPr/>
            </p:nvSpPr>
            <p:spPr>
              <a:xfrm>
                <a:off x="6983461" y="6126199"/>
                <a:ext cx="29676" cy="62847"/>
              </a:xfrm>
            </p:spPr>
          </p:sp>
        </mc:Fallback>
      </mc:AlternateContent>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72" name=""/>
        <p:cNvGrpSpPr/>
        <p:nvPr/>
      </p:nvGrpSpPr>
      <p:grpSpPr>
        <a:xfrm>
          <a:off x="0" y="0"/>
          <a:ext cx="0" cy="0"/>
          <a:chOff x="0" y="0"/>
          <a:chExt cx="0" cy="0"/>
        </a:xfrm>
      </p:grpSpPr>
      <p:pic>
        <p:nvPicPr>
          <p:cNvPr id="2097167" name="Image 3"/>
          <p:cNvPicPr>
            <a:picLocks noChangeAspect="1"/>
          </p:cNvPicPr>
          <p:nvPr/>
        </p:nvPicPr>
        <p:blipFill>
          <a:blip xmlns:r="http://schemas.openxmlformats.org/officeDocument/2006/relationships" r:embed="rId1">
            <a:lum bright="-40000" contrast="40000"/>
          </a:blip>
          <a:stretch>
            <a:fillRect/>
          </a:stretch>
        </p:blipFill>
        <p:spPr>
          <a:xfrm>
            <a:off x="2554476" y="931126"/>
            <a:ext cx="7325236" cy="5774531"/>
          </a:xfrm>
          <a:prstGeom prst="rect"/>
        </p:spPr>
      </p:pic>
      <p:sp>
        <p:nvSpPr>
          <p:cNvPr id="1048750" name="ZoneTexte 4"/>
          <p:cNvSpPr txBox="1"/>
          <p:nvPr/>
        </p:nvSpPr>
        <p:spPr>
          <a:xfrm>
            <a:off x="286346" y="366797"/>
            <a:ext cx="5986780" cy="396240"/>
          </a:xfrm>
          <a:prstGeom prst="rect"/>
          <a:solidFill>
            <a:srgbClr val="FFFF00"/>
          </a:solidFill>
          <a:ln>
            <a:solidFill>
              <a:schemeClr val="tx1"/>
            </a:solidFill>
          </a:ln>
        </p:spPr>
        <p:txBody>
          <a:bodyPr rtlCol="0" wrap="none">
            <a:spAutoFit/>
          </a:bodyPr>
          <a:p>
            <a:pPr indent="-285750" marL="285750">
              <a:buFont typeface="Wingdings" panose="05000000000000000000" pitchFamily="2" charset="2"/>
              <a:buChar char="Ø"/>
            </a:pPr>
            <a:r>
              <a:rPr dirty="0" sz="2000" lang="fr-MA">
                <a:latin typeface="AR BLANCA" panose="02000000000000000000" pitchFamily="2" charset="0"/>
              </a:rPr>
              <a:t> Cas où A n’engage que des liaisons équivalentes</a:t>
            </a:r>
          </a:p>
        </p:txBody>
      </p:sp>
      <p:sp>
        <p:nvSpPr>
          <p:cNvPr id="1048751" name="Espace réservé de la date 1"/>
          <p:cNvSpPr>
            <a:spLocks noGrp="1"/>
          </p:cNvSpPr>
          <p:nvPr>
            <p:ph type="dt" sz="half" idx="10"/>
          </p:nvPr>
        </p:nvSpPr>
        <p:spPr/>
        <p:txBody>
          <a:bodyPr/>
          <a:p>
            <a:fld id="{2FE3EB3F-2509-4201-80AF-E0F1BC2E40D3}" type="datetime1">
              <a:rPr lang="fr-MA" smtClean="0"/>
              <a:t>2/26/2026</a:t>
            </a:fld>
            <a:endParaRPr lang="fr-MA"/>
          </a:p>
        </p:txBody>
      </p:sp>
      <p:sp>
        <p:nvSpPr>
          <p:cNvPr id="1048752" name="Espace réservé du pied de page 2"/>
          <p:cNvSpPr>
            <a:spLocks noGrp="1"/>
          </p:cNvSpPr>
          <p:nvPr>
            <p:ph type="ftr" sz="quarter" idx="11"/>
          </p:nvPr>
        </p:nvSpPr>
        <p:spPr/>
        <p:txBody>
          <a:bodyPr/>
          <a:p>
            <a:r>
              <a:rPr lang="fr-MA"/>
              <a:t>Azagrouze</a:t>
            </a:r>
          </a:p>
        </p:txBody>
      </p:sp>
      <p:sp>
        <p:nvSpPr>
          <p:cNvPr id="1048753" name="Espace réservé du numéro de diapositive 5"/>
          <p:cNvSpPr>
            <a:spLocks noGrp="1"/>
          </p:cNvSpPr>
          <p:nvPr>
            <p:ph type="sldNum" sz="quarter" idx="12"/>
          </p:nvPr>
        </p:nvSpPr>
        <p:spPr/>
        <p:txBody>
          <a:bodyPr/>
          <a:p>
            <a:fld id="{FF4E3B11-ADB7-4E0C-98DE-03B52B014AC4}" type="slidenum">
              <a:rPr lang="fr-MA" smtClean="0"/>
              <a:t>20</a:t>
            </a:fld>
            <a:endParaRPr lang="fr-MA"/>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73" name=""/>
        <p:cNvGrpSpPr/>
        <p:nvPr/>
      </p:nvGrpSpPr>
      <p:grpSpPr>
        <a:xfrm>
          <a:off x="0" y="0"/>
          <a:ext cx="0" cy="0"/>
          <a:chOff x="0" y="0"/>
          <a:chExt cx="0" cy="0"/>
        </a:xfrm>
      </p:grpSpPr>
      <p:sp>
        <p:nvSpPr>
          <p:cNvPr id="1048754" name="ZoneTexte 3"/>
          <p:cNvSpPr txBox="1">
            <a:spLocks noChangeAspect="1" noMove="1" noResize="1" noRot="1" noAdjustHandles="1" noEditPoints="1" noChangeArrowheads="1" noChangeShapeType="1" noTextEdit="1"/>
          </p:cNvSpPr>
          <p:nvPr/>
        </p:nvSpPr>
        <p:spPr>
          <a:xfrm>
            <a:off x="334851" y="105721"/>
            <a:ext cx="11616744" cy="2123658"/>
          </a:xfrm>
          <a:prstGeom prst="rect"/>
          <a:blipFill rotWithShape="0">
            <a:blip xmlns:r="http://schemas.openxmlformats.org/officeDocument/2006/relationships" r:embed="rId1"/>
            <a:stretch>
              <a:fillRect l="-524" t="-1425" r="-629"/>
            </a:stretch>
          </a:blipFill>
          <a:ln>
            <a:solidFill>
              <a:schemeClr val="tx1"/>
            </a:solidFill>
          </a:ln>
        </p:spPr>
        <p:txBody>
          <a:bodyPr/>
          <a:p>
            <a:r>
              <a:rPr lang="fr-MA">
                <a:noFill/>
              </a:rPr>
              <a:t> </a:t>
            </a:r>
          </a:p>
        </p:txBody>
      </p:sp>
      <p:pic>
        <p:nvPicPr>
          <p:cNvPr id="2097168" name="Picture 2" descr="http://4.bp.blogspot.com/-g6nAoqhXFlg/U-RcUtRR7ZI/AAAAAAAAFd4/3tCJ1g7sBLU/s1600/Screenshot+2014-08-08+10.40.46.png"/>
          <p:cNvPicPr>
            <a:picLocks noChangeAspect="1" noChangeArrowheads="1"/>
          </p:cNvPicPr>
          <p:nvPr/>
        </p:nvPicPr>
        <p:blipFill>
          <a:blip xmlns:r="http://schemas.openxmlformats.org/officeDocument/2006/relationships" r:embed="rId2"/>
          <a:srcRect/>
          <a:stretch>
            <a:fillRect/>
          </a:stretch>
        </p:blipFill>
        <p:spPr bwMode="auto">
          <a:xfrm>
            <a:off x="4701816" y="2332410"/>
            <a:ext cx="5829300" cy="4391026"/>
          </a:xfrm>
          <a:prstGeom prst="rect"/>
          <a:noFill/>
        </p:spPr>
      </p:pic>
      <p:sp>
        <p:nvSpPr>
          <p:cNvPr id="1048755" name="ZoneTexte 1"/>
          <p:cNvSpPr txBox="1"/>
          <p:nvPr/>
        </p:nvSpPr>
        <p:spPr>
          <a:xfrm>
            <a:off x="334851" y="2498502"/>
            <a:ext cx="4742180" cy="447040"/>
          </a:xfrm>
          <a:prstGeom prst="rect"/>
          <a:noFill/>
        </p:spPr>
        <p:txBody>
          <a:bodyPr rtlCol="0" wrap="none">
            <a:spAutoFit/>
          </a:bodyPr>
          <a:p>
            <a:r>
              <a:rPr dirty="0" sz="2400" lang="fr-MA" u="sng">
                <a:effectLst>
                  <a:outerShdw algn="tl" blurRad="38100" dir="2700000" dist="38100">
                    <a:srgbClr val="000000">
                      <a:alpha val="43137"/>
                    </a:srgbClr>
                  </a:outerShdw>
                </a:effectLst>
                <a:latin typeface="AR BLANCA" panose="02000000000000000000" pitchFamily="2" charset="0"/>
              </a:rPr>
              <a:t>Exemples : molécule d’ammoniac</a:t>
            </a:r>
          </a:p>
        </p:txBody>
      </p:sp>
      <p:pic>
        <p:nvPicPr>
          <p:cNvPr id="2097169" name="Picture 2" descr="http://www.rcsb.org/pdb/images/NH3_270.gif"/>
          <p:cNvPicPr>
            <a:picLocks noChangeAspect="1" noChangeArrowheads="1"/>
          </p:cNvPicPr>
          <p:nvPr/>
        </p:nvPicPr>
        <p:blipFill>
          <a:blip xmlns:r="http://schemas.openxmlformats.org/officeDocument/2006/relationships" r:embed="rId3"/>
          <a:srcRect/>
          <a:stretch>
            <a:fillRect/>
          </a:stretch>
        </p:blipFill>
        <p:spPr bwMode="auto">
          <a:xfrm>
            <a:off x="876792" y="2960167"/>
            <a:ext cx="2571750" cy="2571751"/>
          </a:xfrm>
          <a:prstGeom prst="rect"/>
          <a:noFill/>
        </p:spPr>
      </p:pic>
      <p:sp>
        <p:nvSpPr>
          <p:cNvPr id="1048756" name="Espace réservé de la date 2"/>
          <p:cNvSpPr>
            <a:spLocks noGrp="1"/>
          </p:cNvSpPr>
          <p:nvPr>
            <p:ph type="dt" sz="half" idx="10"/>
          </p:nvPr>
        </p:nvSpPr>
        <p:spPr/>
        <p:txBody>
          <a:bodyPr/>
          <a:p>
            <a:fld id="{CEDF4E69-90C3-442A-9670-64609512E442}" type="datetime1">
              <a:rPr lang="fr-MA" smtClean="0"/>
              <a:t>2/26/2026</a:t>
            </a:fld>
            <a:endParaRPr lang="fr-MA"/>
          </a:p>
        </p:txBody>
      </p:sp>
      <p:sp>
        <p:nvSpPr>
          <p:cNvPr id="1048757" name="Espace réservé du pied de page 4"/>
          <p:cNvSpPr>
            <a:spLocks noGrp="1"/>
          </p:cNvSpPr>
          <p:nvPr>
            <p:ph type="ftr" sz="quarter" idx="11"/>
          </p:nvPr>
        </p:nvSpPr>
        <p:spPr/>
        <p:txBody>
          <a:bodyPr/>
          <a:p>
            <a:r>
              <a:rPr lang="fr-MA"/>
              <a:t>Azagrouze</a:t>
            </a:r>
          </a:p>
        </p:txBody>
      </p:sp>
      <p:sp>
        <p:nvSpPr>
          <p:cNvPr id="1048758" name="Espace réservé du numéro de diapositive 5"/>
          <p:cNvSpPr>
            <a:spLocks noGrp="1"/>
          </p:cNvSpPr>
          <p:nvPr>
            <p:ph type="sldNum" sz="quarter" idx="12"/>
          </p:nvPr>
        </p:nvSpPr>
        <p:spPr/>
        <p:txBody>
          <a:bodyPr/>
          <a:p>
            <a:fld id="{FF4E3B11-ADB7-4E0C-98DE-03B52B014AC4}" type="slidenum">
              <a:rPr lang="fr-MA" smtClean="0"/>
              <a:t>21</a:t>
            </a:fld>
            <a:endParaRPr lang="fr-MA"/>
          </a:p>
        </p:txBody>
      </p:sp>
      <mc:AlternateContent xmlns:mc="http://schemas.openxmlformats.org/markup-compatibility/2006">
        <mc:Choice xmlns:p14="http://schemas.microsoft.com/office/powerpoint/2010/main" Requires="p14">
          <p:contentPart p14:bwMode="auto" r:id="rId4">
            <p14:nvContentPartPr>
              <p14:cNvPr id="1048759" name=""/>
              <p14:cNvContentPartPr/>
              <p14:nvPr/>
            </p14:nvContentPartPr>
            <p14:xfrm>
              <a:off x="3450415" y="3928687"/>
              <a:ext cx="35825" cy="8486"/>
            </p14:xfrm>
          </p:contentPart>
        </mc:Choice>
        <mc:Fallback>
          <p:sp>
            <p:nvSpPr>
              <p:cNvPr id="1048759" name=""/>
              <p:cNvSpPr/>
              <p:nvPr/>
            </p:nvSpPr>
            <p:spPr>
              <a:xfrm>
                <a:off x="3450415" y="3928687"/>
                <a:ext cx="35825" cy="8486"/>
              </a:xfrm>
            </p:spPr>
          </p:sp>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74" name=""/>
        <p:cNvGrpSpPr/>
        <p:nvPr/>
      </p:nvGrpSpPr>
      <p:grpSpPr>
        <a:xfrm>
          <a:off x="0" y="0"/>
          <a:ext cx="0" cy="0"/>
          <a:chOff x="0" y="0"/>
          <a:chExt cx="0" cy="0"/>
        </a:xfrm>
      </p:grpSpPr>
      <p:sp>
        <p:nvSpPr>
          <p:cNvPr id="1048760" name="ZoneTexte 3"/>
          <p:cNvSpPr txBox="1"/>
          <p:nvPr/>
        </p:nvSpPr>
        <p:spPr>
          <a:xfrm>
            <a:off x="425003" y="386367"/>
            <a:ext cx="3789680" cy="447041"/>
          </a:xfrm>
          <a:prstGeom prst="rect"/>
          <a:noFill/>
        </p:spPr>
        <p:txBody>
          <a:bodyPr rtlCol="0" wrap="none">
            <a:spAutoFit/>
          </a:bodyPr>
          <a:p>
            <a:r>
              <a:rPr dirty="0" sz="2400" lang="fr-MA" u="sng">
                <a:effectLst>
                  <a:outerShdw algn="tl" blurRad="38100" dir="2700000" dist="38100">
                    <a:srgbClr val="000000">
                      <a:alpha val="43137"/>
                    </a:srgbClr>
                  </a:outerShdw>
                </a:effectLst>
                <a:latin typeface="AR BLANCA" panose="02000000000000000000" pitchFamily="2" charset="0"/>
              </a:rPr>
              <a:t>Exemples : molécule d’eau</a:t>
            </a:r>
          </a:p>
        </p:txBody>
      </p:sp>
      <p:pic>
        <p:nvPicPr>
          <p:cNvPr id="2097170" name="Picture 2" descr="http://static3.depositphotos.com/1000112/216/i/450/depositphotos_2163545-3D-water-drop-letter-H2O.jpg?download=true"/>
          <p:cNvPicPr>
            <a:picLocks noChangeAspect="1" noChangeArrowheads="1"/>
          </p:cNvPicPr>
          <p:nvPr/>
        </p:nvPicPr>
        <p:blipFill>
          <a:blip xmlns:r="http://schemas.openxmlformats.org/officeDocument/2006/relationships" r:embed="rId1"/>
          <a:srcRect/>
          <a:stretch>
            <a:fillRect/>
          </a:stretch>
        </p:blipFill>
        <p:spPr bwMode="auto">
          <a:xfrm>
            <a:off x="425003" y="848032"/>
            <a:ext cx="3020144" cy="2230019"/>
          </a:xfrm>
          <a:prstGeom prst="rect"/>
          <a:noFill/>
        </p:spPr>
      </p:pic>
      <p:pic>
        <p:nvPicPr>
          <p:cNvPr id="2097171" name="Picture 2" descr="http://4.bp.blogspot.com/-IBcR5WC0Hdc/U-Rcd5-hNVI/AAAAAAAAFeA/eAdzzKP3Rgo/s1600/Screenshot+2014-08-08+10.40.41.png"/>
          <p:cNvPicPr>
            <a:picLocks noChangeAspect="1" noChangeArrowheads="1"/>
          </p:cNvPicPr>
          <p:nvPr/>
        </p:nvPicPr>
        <p:blipFill>
          <a:blip xmlns:r="http://schemas.openxmlformats.org/officeDocument/2006/relationships" r:embed="rId2"/>
          <a:srcRect/>
          <a:stretch>
            <a:fillRect/>
          </a:stretch>
        </p:blipFill>
        <p:spPr bwMode="auto">
          <a:xfrm>
            <a:off x="3865767" y="1337430"/>
            <a:ext cx="7210064" cy="5269433"/>
          </a:xfrm>
          <a:prstGeom prst="rect"/>
          <a:noFill/>
        </p:spPr>
      </p:pic>
      <p:sp>
        <p:nvSpPr>
          <p:cNvPr id="1048761" name="Espace réservé de la date 1"/>
          <p:cNvSpPr>
            <a:spLocks noGrp="1"/>
          </p:cNvSpPr>
          <p:nvPr>
            <p:ph type="dt" sz="half" idx="10"/>
          </p:nvPr>
        </p:nvSpPr>
        <p:spPr/>
        <p:txBody>
          <a:bodyPr/>
          <a:p>
            <a:fld id="{1AA308CD-18E8-4676-BE0C-AE5032E7FA2D}" type="datetime1">
              <a:rPr lang="fr-MA" smtClean="0"/>
              <a:t>2/26/2026</a:t>
            </a:fld>
            <a:endParaRPr lang="fr-MA"/>
          </a:p>
        </p:txBody>
      </p:sp>
      <p:sp>
        <p:nvSpPr>
          <p:cNvPr id="1048762" name="Espace réservé du pied de page 2"/>
          <p:cNvSpPr>
            <a:spLocks noGrp="1"/>
          </p:cNvSpPr>
          <p:nvPr>
            <p:ph type="ftr" sz="quarter" idx="11"/>
          </p:nvPr>
        </p:nvSpPr>
        <p:spPr/>
        <p:txBody>
          <a:bodyPr/>
          <a:p>
            <a:r>
              <a:rPr lang="fr-MA"/>
              <a:t>Azagrouze</a:t>
            </a:r>
          </a:p>
        </p:txBody>
      </p:sp>
      <p:sp>
        <p:nvSpPr>
          <p:cNvPr id="1048763" name="Espace réservé du numéro de diapositive 4"/>
          <p:cNvSpPr>
            <a:spLocks noGrp="1"/>
          </p:cNvSpPr>
          <p:nvPr>
            <p:ph type="sldNum" sz="quarter" idx="12"/>
          </p:nvPr>
        </p:nvSpPr>
        <p:spPr/>
        <p:txBody>
          <a:bodyPr/>
          <a:p>
            <a:fld id="{FF4E3B11-ADB7-4E0C-98DE-03B52B014AC4}" type="slidenum">
              <a:rPr lang="fr-MA" smtClean="0"/>
              <a:t>22</a:t>
            </a:fld>
            <a:endParaRPr lang="fr-MA"/>
          </a:p>
        </p:txBody>
      </p:sp>
      <mc:AlternateContent xmlns:mc="http://schemas.openxmlformats.org/markup-compatibility/2006">
        <mc:Choice xmlns:p14="http://schemas.microsoft.com/office/powerpoint/2010/main" Requires="p14">
          <p:contentPart p14:bwMode="auto" r:id="rId3">
            <p14:nvContentPartPr>
              <p14:cNvPr id="1048764" name=""/>
              <p14:cNvContentPartPr/>
              <p14:nvPr/>
            </p14:nvContentPartPr>
            <p14:xfrm>
              <a:off x="8900227" y="4582445"/>
              <a:ext cx="1811163" cy="706136"/>
            </p14:xfrm>
          </p:contentPart>
        </mc:Choice>
        <mc:Fallback>
          <p:sp>
            <p:nvSpPr>
              <p:cNvPr id="1048764" name=""/>
              <p:cNvSpPr/>
              <p:nvPr/>
            </p:nvSpPr>
            <p:spPr>
              <a:xfrm>
                <a:off x="8900227" y="4582445"/>
                <a:ext cx="1811163" cy="706136"/>
              </a:xfrm>
            </p:spPr>
          </p:sp>
        </mc:Fallback>
      </mc:AlternateContent>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75" name=""/>
        <p:cNvGrpSpPr/>
        <p:nvPr/>
      </p:nvGrpSpPr>
      <p:grpSpPr>
        <a:xfrm>
          <a:off x="0" y="0"/>
          <a:ext cx="0" cy="0"/>
          <a:chOff x="0" y="0"/>
          <a:chExt cx="0" cy="0"/>
        </a:xfrm>
      </p:grpSpPr>
      <p:sp>
        <p:nvSpPr>
          <p:cNvPr id="1048765" name="Rectangle 4"/>
          <p:cNvSpPr/>
          <p:nvPr/>
        </p:nvSpPr>
        <p:spPr>
          <a:xfrm>
            <a:off x="491638" y="233819"/>
            <a:ext cx="7180581" cy="396240"/>
          </a:xfrm>
          <a:prstGeom prst="rect"/>
          <a:solidFill>
            <a:srgbClr val="FFFF00"/>
          </a:solidFill>
        </p:spPr>
        <p:txBody>
          <a:bodyPr wrap="none">
            <a:spAutoFit/>
          </a:bodyPr>
          <a:p>
            <a:pPr indent="-285750" marL="285750">
              <a:buFont typeface="Wingdings" panose="05000000000000000000" pitchFamily="2" charset="2"/>
              <a:buChar char="Ø"/>
            </a:pPr>
            <a:r>
              <a:rPr dirty="0" sz="2000" lang="fr-MA">
                <a:latin typeface="AR BLANCA" panose="02000000000000000000" pitchFamily="2" charset="0"/>
              </a:rPr>
              <a:t>Une liaison multiple est plus répulsive qu’une liaison simple</a:t>
            </a:r>
            <a:endParaRPr dirty="0" sz="2000" lang="fr-MA"/>
          </a:p>
        </p:txBody>
      </p:sp>
      <p:pic>
        <p:nvPicPr>
          <p:cNvPr id="2097172" name="Image 5"/>
          <p:cNvPicPr>
            <a:picLocks noChangeAspect="1"/>
          </p:cNvPicPr>
          <p:nvPr/>
        </p:nvPicPr>
        <p:blipFill>
          <a:blip xmlns:r="http://schemas.openxmlformats.org/officeDocument/2006/relationships" r:embed="rId1">
            <a:lum bright="-40000" contrast="40000"/>
          </a:blip>
          <a:stretch>
            <a:fillRect/>
          </a:stretch>
        </p:blipFill>
        <p:spPr>
          <a:xfrm>
            <a:off x="1426943" y="797794"/>
            <a:ext cx="8448539" cy="1651469"/>
          </a:xfrm>
          <a:prstGeom prst="rect"/>
        </p:spPr>
      </p:pic>
      <p:pic>
        <p:nvPicPr>
          <p:cNvPr id="2097173" name="Picture 4" descr="140.123.79.88"/>
          <p:cNvPicPr>
            <a:picLocks noChangeAspect="1" noChangeArrowheads="1"/>
          </p:cNvPicPr>
          <p:nvPr/>
        </p:nvPicPr>
        <p:blipFill>
          <a:blip xmlns:r="http://schemas.openxmlformats.org/officeDocument/2006/relationships" r:embed="rId2" cstate="print"/>
          <a:srcRect/>
          <a:stretch>
            <a:fillRect/>
          </a:stretch>
        </p:blipFill>
        <p:spPr bwMode="auto">
          <a:xfrm>
            <a:off x="3161349" y="2449263"/>
            <a:ext cx="5518825" cy="4137067"/>
          </a:xfrm>
          <a:prstGeom prst="rect"/>
          <a:noFill/>
        </p:spPr>
      </p:pic>
      <p:sp>
        <p:nvSpPr>
          <p:cNvPr id="1048766" name="Espace réservé de la date 1"/>
          <p:cNvSpPr>
            <a:spLocks noGrp="1"/>
          </p:cNvSpPr>
          <p:nvPr>
            <p:ph type="dt" sz="half" idx="10"/>
          </p:nvPr>
        </p:nvSpPr>
        <p:spPr/>
        <p:txBody>
          <a:bodyPr/>
          <a:p>
            <a:fld id="{1919A7EC-903E-4E70-8BB4-EA55C223F737}" type="datetime1">
              <a:rPr lang="fr-MA" smtClean="0"/>
              <a:t>2/26/2026</a:t>
            </a:fld>
            <a:endParaRPr lang="fr-MA"/>
          </a:p>
        </p:txBody>
      </p:sp>
      <p:sp>
        <p:nvSpPr>
          <p:cNvPr id="1048767" name="Espace réservé du pied de page 2"/>
          <p:cNvSpPr>
            <a:spLocks noGrp="1"/>
          </p:cNvSpPr>
          <p:nvPr>
            <p:ph type="ftr" sz="quarter" idx="11"/>
          </p:nvPr>
        </p:nvSpPr>
        <p:spPr/>
        <p:txBody>
          <a:bodyPr/>
          <a:p>
            <a:r>
              <a:rPr lang="fr-MA"/>
              <a:t>Azagrouze</a:t>
            </a:r>
          </a:p>
        </p:txBody>
      </p:sp>
      <p:sp>
        <p:nvSpPr>
          <p:cNvPr id="1048768" name="Espace réservé du numéro de diapositive 3"/>
          <p:cNvSpPr>
            <a:spLocks noGrp="1"/>
          </p:cNvSpPr>
          <p:nvPr>
            <p:ph type="sldNum" sz="quarter" idx="12"/>
          </p:nvPr>
        </p:nvSpPr>
        <p:spPr/>
        <p:txBody>
          <a:bodyPr/>
          <a:p>
            <a:fld id="{FF4E3B11-ADB7-4E0C-98DE-03B52B014AC4}" type="slidenum">
              <a:rPr lang="fr-MA" smtClean="0"/>
              <a:t>23</a:t>
            </a:fld>
            <a:endParaRPr lang="fr-MA"/>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76" name=""/>
        <p:cNvGrpSpPr/>
        <p:nvPr/>
      </p:nvGrpSpPr>
      <p:grpSpPr>
        <a:xfrm>
          <a:off x="0" y="0"/>
          <a:ext cx="0" cy="0"/>
          <a:chOff x="0" y="0"/>
          <a:chExt cx="0" cy="0"/>
        </a:xfrm>
      </p:grpSpPr>
      <p:sp>
        <p:nvSpPr>
          <p:cNvPr id="1048769" name="Rectangle 3"/>
          <p:cNvSpPr/>
          <p:nvPr/>
        </p:nvSpPr>
        <p:spPr>
          <a:xfrm>
            <a:off x="470567" y="262576"/>
            <a:ext cx="11752581" cy="396240"/>
          </a:xfrm>
          <a:prstGeom prst="rect"/>
          <a:solidFill>
            <a:srgbClr val="FFFF00"/>
          </a:solidFill>
        </p:spPr>
        <p:txBody>
          <a:bodyPr wrap="none">
            <a:spAutoFit/>
          </a:bodyPr>
          <a:p>
            <a:pPr indent="-285750" marL="285750">
              <a:buFont typeface="Wingdings" panose="05000000000000000000" pitchFamily="2" charset="2"/>
              <a:buChar char="Ø"/>
            </a:pPr>
            <a:r>
              <a:rPr dirty="0" sz="2000" lang="fr-MA">
                <a:latin typeface="AR BLANCA" panose="02000000000000000000" pitchFamily="2" charset="0"/>
              </a:rPr>
              <a:t> Plus un atome est électronégatif, plus il a tendance à attirer vers lui les doublets liants qu’il partage</a:t>
            </a:r>
            <a:endParaRPr dirty="0" sz="2000" lang="fr-MA"/>
          </a:p>
        </p:txBody>
      </p:sp>
      <p:pic>
        <p:nvPicPr>
          <p:cNvPr id="2097174" name="Image 4"/>
          <p:cNvPicPr>
            <a:picLocks noChangeAspect="1"/>
          </p:cNvPicPr>
          <p:nvPr/>
        </p:nvPicPr>
        <p:blipFill>
          <a:blip xmlns:r="http://schemas.openxmlformats.org/officeDocument/2006/relationships" r:embed="rId1">
            <a:lum bright="-40000" contrast="40000"/>
          </a:blip>
          <a:stretch>
            <a:fillRect/>
          </a:stretch>
        </p:blipFill>
        <p:spPr>
          <a:xfrm>
            <a:off x="470567" y="662686"/>
            <a:ext cx="7345253" cy="2260911"/>
          </a:xfrm>
          <a:prstGeom prst="rect"/>
        </p:spPr>
      </p:pic>
      <p:pic>
        <p:nvPicPr>
          <p:cNvPr id="2097175" name="Picture 2" descr="http://www.chimie-briere.com/cvsepr/vsepr.10.gif"/>
          <p:cNvPicPr>
            <a:picLocks noChangeAspect="1" noChangeArrowheads="1"/>
          </p:cNvPicPr>
          <p:nvPr/>
        </p:nvPicPr>
        <p:blipFill>
          <a:blip xmlns:r="http://schemas.openxmlformats.org/officeDocument/2006/relationships" r:embed="rId2"/>
          <a:srcRect/>
          <a:stretch>
            <a:fillRect/>
          </a:stretch>
        </p:blipFill>
        <p:spPr bwMode="auto">
          <a:xfrm>
            <a:off x="0" y="3323707"/>
            <a:ext cx="5645426" cy="2924176"/>
          </a:xfrm>
          <a:prstGeom prst="rect"/>
          <a:noFill/>
        </p:spPr>
      </p:pic>
      <p:sp>
        <p:nvSpPr>
          <p:cNvPr id="1048770" name="Rectangle 1"/>
          <p:cNvSpPr/>
          <p:nvPr/>
        </p:nvSpPr>
        <p:spPr>
          <a:xfrm>
            <a:off x="5318142" y="4287393"/>
            <a:ext cx="6520069" cy="1907540"/>
          </a:xfrm>
          <a:prstGeom prst="rect"/>
          <a:solidFill>
            <a:srgbClr val="FFFF00"/>
          </a:solidFill>
        </p:spPr>
        <p:txBody>
          <a:bodyPr wrap="square">
            <a:spAutoFit/>
          </a:bodyPr>
          <a:p>
            <a:pPr algn="just"/>
            <a:r>
              <a:rPr dirty="0" sz="2200" lang="fr-FR">
                <a:solidFill>
                  <a:srgbClr val="000000"/>
                </a:solidFill>
                <a:latin typeface="Arial" panose="020B0604020202020204" pitchFamily="34" charset="0"/>
              </a:rPr>
              <a:t>En raison des électronégativités différentes les doublets seront près de N dans NH</a:t>
            </a:r>
            <a:r>
              <a:rPr baseline="-25000" dirty="0" sz="2200" lang="fr-FR">
                <a:solidFill>
                  <a:srgbClr val="000000"/>
                </a:solidFill>
                <a:latin typeface="Arial" panose="020B0604020202020204" pitchFamily="34" charset="0"/>
              </a:rPr>
              <a:t>3</a:t>
            </a:r>
            <a:r>
              <a:rPr dirty="0" sz="2200" lang="fr-FR">
                <a:solidFill>
                  <a:srgbClr val="000000"/>
                </a:solidFill>
                <a:latin typeface="Arial" panose="020B0604020202020204" pitchFamily="34" charset="0"/>
              </a:rPr>
              <a:t> et à l'inverse près de H dans PH</a:t>
            </a:r>
            <a:r>
              <a:rPr baseline="-25000" dirty="0" sz="2200" lang="fr-FR">
                <a:solidFill>
                  <a:srgbClr val="000000"/>
                </a:solidFill>
                <a:latin typeface="Arial" panose="020B0604020202020204" pitchFamily="34" charset="0"/>
              </a:rPr>
              <a:t>3 </a:t>
            </a:r>
            <a:r>
              <a:rPr dirty="0" sz="2200" lang="fr-FR">
                <a:solidFill>
                  <a:srgbClr val="000000"/>
                </a:solidFill>
                <a:latin typeface="Arial" panose="020B0604020202020204" pitchFamily="34" charset="0"/>
              </a:rPr>
              <a:t>. Les répulsions seront donc plus fortes dans NH</a:t>
            </a:r>
            <a:r>
              <a:rPr baseline="-25000" dirty="0" sz="2200" lang="fr-FR">
                <a:solidFill>
                  <a:srgbClr val="000000"/>
                </a:solidFill>
                <a:latin typeface="Arial" panose="020B0604020202020204" pitchFamily="34" charset="0"/>
              </a:rPr>
              <a:t>3</a:t>
            </a:r>
            <a:r>
              <a:rPr dirty="0" sz="2200" lang="fr-FR">
                <a:solidFill>
                  <a:srgbClr val="000000"/>
                </a:solidFill>
                <a:latin typeface="Arial" panose="020B0604020202020204" pitchFamily="34" charset="0"/>
              </a:rPr>
              <a:t> que dans PH</a:t>
            </a:r>
            <a:r>
              <a:rPr baseline="-25000" dirty="0" sz="2200" lang="fr-FR">
                <a:solidFill>
                  <a:srgbClr val="000000"/>
                </a:solidFill>
                <a:latin typeface="Arial" panose="020B0604020202020204" pitchFamily="34" charset="0"/>
              </a:rPr>
              <a:t>3</a:t>
            </a:r>
            <a:r>
              <a:rPr dirty="0" sz="2200" lang="fr-FR">
                <a:solidFill>
                  <a:srgbClr val="000000"/>
                </a:solidFill>
                <a:latin typeface="Arial" panose="020B0604020202020204" pitchFamily="34" charset="0"/>
              </a:rPr>
              <a:t> et l'angle HNH sera plus grand que l'angle HPH.</a:t>
            </a:r>
            <a:endParaRPr dirty="0" sz="2200" lang="fr-MA"/>
          </a:p>
        </p:txBody>
      </p:sp>
      <p:sp>
        <p:nvSpPr>
          <p:cNvPr id="1048771" name="Espace réservé de la date 2"/>
          <p:cNvSpPr>
            <a:spLocks noGrp="1"/>
          </p:cNvSpPr>
          <p:nvPr>
            <p:ph type="dt" sz="half" idx="10"/>
          </p:nvPr>
        </p:nvSpPr>
        <p:spPr/>
        <p:txBody>
          <a:bodyPr/>
          <a:p>
            <a:fld id="{17EA8625-CD29-4F39-B9C2-CD72A43B3EE0}" type="datetime1">
              <a:rPr lang="fr-MA" smtClean="0"/>
              <a:t>2/26/2026</a:t>
            </a:fld>
            <a:endParaRPr lang="fr-MA"/>
          </a:p>
        </p:txBody>
      </p:sp>
      <p:sp>
        <p:nvSpPr>
          <p:cNvPr id="1048772" name="Espace réservé du pied de page 5"/>
          <p:cNvSpPr>
            <a:spLocks noGrp="1"/>
          </p:cNvSpPr>
          <p:nvPr>
            <p:ph type="ftr" sz="quarter" idx="11"/>
          </p:nvPr>
        </p:nvSpPr>
        <p:spPr/>
        <p:txBody>
          <a:bodyPr/>
          <a:p>
            <a:r>
              <a:rPr lang="fr-MA"/>
              <a:t>Azagrouze</a:t>
            </a:r>
          </a:p>
        </p:txBody>
      </p:sp>
      <p:sp>
        <p:nvSpPr>
          <p:cNvPr id="1048773" name="Espace réservé du numéro de diapositive 6"/>
          <p:cNvSpPr>
            <a:spLocks noGrp="1"/>
          </p:cNvSpPr>
          <p:nvPr>
            <p:ph type="sldNum" sz="quarter" idx="12"/>
          </p:nvPr>
        </p:nvSpPr>
        <p:spPr/>
        <p:txBody>
          <a:bodyPr/>
          <a:p>
            <a:fld id="{FF4E3B11-ADB7-4E0C-98DE-03B52B014AC4}" type="slidenum">
              <a:rPr lang="fr-MA" smtClean="0"/>
              <a:t>24</a:t>
            </a:fld>
            <a:endParaRPr lang="fr-MA"/>
          </a:p>
        </p:txBody>
      </p:sp>
      <mc:AlternateContent xmlns:mc="http://schemas.openxmlformats.org/markup-compatibility/2006">
        <mc:Choice xmlns:p14="http://schemas.microsoft.com/office/powerpoint/2010/main" Requires="p14">
          <p:contentPart p14:bwMode="auto" r:id="rId3">
            <p14:nvContentPartPr>
              <p14:cNvPr id="1048774" name=""/>
              <p14:cNvContentPartPr/>
              <p14:nvPr/>
            </p14:nvContentPartPr>
            <p14:xfrm>
              <a:off x="3149927" y="825451"/>
              <a:ext cx="416417" cy="418516"/>
            </p14:xfrm>
          </p:contentPart>
        </mc:Choice>
        <mc:Fallback>
          <p:sp>
            <p:nvSpPr>
              <p:cNvPr id="1048774" name=""/>
              <p:cNvSpPr/>
              <p:nvPr/>
            </p:nvSpPr>
            <p:spPr>
              <a:xfrm>
                <a:off x="3149927" y="825451"/>
                <a:ext cx="416417" cy="418516"/>
              </a:xfrm>
            </p:spPr>
          </p:sp>
        </mc:Fallback>
      </mc:AlternateContent>
      <mc:AlternateContent xmlns:mc="http://schemas.openxmlformats.org/markup-compatibility/2006">
        <mc:Choice xmlns:p14="http://schemas.microsoft.com/office/powerpoint/2010/main" Requires="p14">
          <p:contentPart p14:bwMode="auto" r:id="rId4">
            <p14:nvContentPartPr>
              <p14:cNvPr id="1048775" name=""/>
              <p14:cNvContentPartPr/>
              <p14:nvPr/>
            </p14:nvContentPartPr>
            <p14:xfrm>
              <a:off x="2772475" y="840770"/>
              <a:ext cx="256237" cy="342959"/>
            </p14:xfrm>
          </p:contentPart>
        </mc:Choice>
        <mc:Fallback>
          <p:sp>
            <p:nvSpPr>
              <p:cNvPr id="1048775" name=""/>
              <p:cNvSpPr/>
              <p:nvPr/>
            </p:nvSpPr>
            <p:spPr>
              <a:xfrm>
                <a:off x="2772475" y="840770"/>
                <a:ext cx="256237" cy="342959"/>
              </a:xfrm>
            </p:spPr>
          </p:sp>
        </mc:Fallback>
      </mc:AlternateContent>
      <mc:AlternateContent xmlns:mc="http://schemas.openxmlformats.org/markup-compatibility/2006">
        <mc:Choice xmlns:p14="http://schemas.microsoft.com/office/powerpoint/2010/main" Requires="p14">
          <p:contentPart p14:bwMode="auto" r:id="rId5">
            <p14:nvContentPartPr>
              <p14:cNvPr id="1048776" name=""/>
              <p14:cNvContentPartPr/>
              <p14:nvPr/>
            </p14:nvContentPartPr>
            <p14:xfrm>
              <a:off x="2678237" y="1103425"/>
              <a:ext cx="178704" cy="93917"/>
            </p14:xfrm>
          </p:contentPart>
        </mc:Choice>
        <mc:Fallback>
          <p:sp>
            <p:nvSpPr>
              <p:cNvPr id="1048776" name=""/>
              <p:cNvSpPr/>
              <p:nvPr/>
            </p:nvSpPr>
            <p:spPr>
              <a:xfrm>
                <a:off x="2678237" y="1103425"/>
                <a:ext cx="178704" cy="93917"/>
              </a:xfrm>
            </p:spPr>
          </p:sp>
        </mc:Fallback>
      </mc:AlternateContent>
      <mc:AlternateContent xmlns:mc="http://schemas.openxmlformats.org/markup-compatibility/2006">
        <mc:Choice xmlns:p14="http://schemas.microsoft.com/office/powerpoint/2010/main" Requires="p14">
          <p:contentPart p14:bwMode="auto" r:id="rId6">
            <p14:nvContentPartPr>
              <p14:cNvPr id="1048777" name=""/>
              <p14:cNvContentPartPr/>
              <p14:nvPr/>
            </p14:nvContentPartPr>
            <p14:xfrm>
              <a:off x="7054942" y="645801"/>
              <a:ext cx="523090" cy="399239"/>
            </p14:xfrm>
          </p:contentPart>
        </mc:Choice>
        <mc:Fallback>
          <p:sp>
            <p:nvSpPr>
              <p:cNvPr id="1048777" name=""/>
              <p:cNvSpPr/>
              <p:nvPr/>
            </p:nvSpPr>
            <p:spPr>
              <a:xfrm>
                <a:off x="7054942" y="645801"/>
                <a:ext cx="523090" cy="399239"/>
              </a:xfrm>
            </p:spPr>
          </p:sp>
        </mc:Fallback>
      </mc:AlternateContent>
      <mc:AlternateContent xmlns:mc="http://schemas.openxmlformats.org/markup-compatibility/2006">
        <mc:Choice xmlns:p14="http://schemas.microsoft.com/office/powerpoint/2010/main" Requires="p14">
          <p:contentPart p14:bwMode="auto" r:id="rId7">
            <p14:nvContentPartPr>
              <p14:cNvPr id="1048778" name=""/>
              <p14:cNvContentPartPr/>
              <p14:nvPr/>
            </p14:nvContentPartPr>
            <p14:xfrm>
              <a:off x="6773584" y="712900"/>
              <a:ext cx="317099" cy="339861"/>
            </p14:xfrm>
          </p:contentPart>
        </mc:Choice>
        <mc:Fallback>
          <p:sp>
            <p:nvSpPr>
              <p:cNvPr id="1048778" name=""/>
              <p:cNvSpPr/>
              <p:nvPr/>
            </p:nvSpPr>
            <p:spPr>
              <a:xfrm>
                <a:off x="6773584" y="712900"/>
                <a:ext cx="317099" cy="339861"/>
              </a:xfrm>
            </p:spPr>
          </p:sp>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77" name=""/>
        <p:cNvGrpSpPr/>
        <p:nvPr/>
      </p:nvGrpSpPr>
      <p:grpSpPr>
        <a:xfrm>
          <a:off x="0" y="0"/>
          <a:ext cx="0" cy="0"/>
          <a:chOff x="0" y="0"/>
          <a:chExt cx="0" cy="0"/>
        </a:xfrm>
      </p:grpSpPr>
      <p:sp>
        <p:nvSpPr>
          <p:cNvPr id="1048779" name="Rectangle 3"/>
          <p:cNvSpPr/>
          <p:nvPr/>
        </p:nvSpPr>
        <p:spPr>
          <a:xfrm>
            <a:off x="383754" y="2126319"/>
            <a:ext cx="3865880" cy="447040"/>
          </a:xfrm>
          <a:prstGeom prst="rect"/>
          <a:solidFill>
            <a:schemeClr val="accent1">
              <a:lumMod val="60000"/>
              <a:lumOff val="40000"/>
            </a:schemeClr>
          </a:solidFill>
        </p:spPr>
        <p:txBody>
          <a:bodyPr wrap="none">
            <a:spAutoFit/>
          </a:bodyPr>
          <a:p>
            <a:r>
              <a:rPr dirty="0" sz="2400" lang="fr-FR">
                <a:latin typeface="AR BLANCA" panose="02000000000000000000" pitchFamily="2" charset="0"/>
              </a:rPr>
              <a:t>II.2. Polarité des molécules</a:t>
            </a:r>
            <a:endParaRPr dirty="0" sz="2400" lang="fr-MA">
              <a:latin typeface="AR BLANCA" panose="02000000000000000000" pitchFamily="2" charset="0"/>
            </a:endParaRPr>
          </a:p>
        </p:txBody>
      </p:sp>
      <p:pic>
        <p:nvPicPr>
          <p:cNvPr id="2097176" name="Image 4"/>
          <p:cNvPicPr>
            <a:picLocks noChangeAspect="1"/>
          </p:cNvPicPr>
          <p:nvPr/>
        </p:nvPicPr>
        <p:blipFill>
          <a:blip xmlns:r="http://schemas.openxmlformats.org/officeDocument/2006/relationships" r:embed="rId1">
            <a:lum bright="-40000" contrast="40000"/>
          </a:blip>
          <a:stretch>
            <a:fillRect/>
          </a:stretch>
        </p:blipFill>
        <p:spPr>
          <a:xfrm>
            <a:off x="383753" y="2728175"/>
            <a:ext cx="11050074" cy="1416622"/>
          </a:xfrm>
          <a:prstGeom prst="rect"/>
        </p:spPr>
      </p:pic>
      <p:sp>
        <p:nvSpPr>
          <p:cNvPr id="1048780" name="Rectangle 5"/>
          <p:cNvSpPr/>
          <p:nvPr/>
        </p:nvSpPr>
        <p:spPr>
          <a:xfrm>
            <a:off x="158465" y="227528"/>
            <a:ext cx="11781743" cy="1996440"/>
          </a:xfrm>
          <a:prstGeom prst="rect"/>
          <a:solidFill>
            <a:srgbClr val="FFFF00"/>
          </a:solidFill>
        </p:spPr>
        <p:txBody>
          <a:bodyPr wrap="square">
            <a:spAutoFit/>
          </a:bodyPr>
          <a:p>
            <a:pPr algn="just"/>
            <a:r>
              <a:rPr dirty="0" sz="2200" lang="fr-FR" u="sng">
                <a:solidFill>
                  <a:srgbClr val="000000"/>
                </a:solidFill>
                <a:effectLst>
                  <a:outerShdw algn="tl" blurRad="38100" dir="2700000" dist="38100">
                    <a:srgbClr val="000000">
                      <a:alpha val="43137"/>
                    </a:srgbClr>
                  </a:outerShdw>
                </a:effectLst>
              </a:rPr>
              <a:t>Conclusion :</a:t>
            </a:r>
            <a:endParaRPr dirty="0" sz="2200" lang="fr-FR">
              <a:solidFill>
                <a:srgbClr val="000000"/>
              </a:solidFill>
              <a:effectLst>
                <a:outerShdw algn="tl" blurRad="38100" dir="2700000" dist="38100">
                  <a:srgbClr val="000000">
                    <a:alpha val="43137"/>
                  </a:srgbClr>
                </a:outerShdw>
              </a:effectLst>
            </a:endParaRPr>
          </a:p>
          <a:p>
            <a:pPr algn="just" indent="-342900" marL="342900">
              <a:buFont typeface="Calibri" panose="020F0502020204030204" pitchFamily="34" charset="0"/>
              <a:buChar char="❶"/>
            </a:pPr>
            <a:r>
              <a:rPr dirty="0" sz="2200" lang="fr-FR">
                <a:solidFill>
                  <a:srgbClr val="000000"/>
                </a:solidFill>
                <a:effectLst>
                  <a:outerShdw algn="tl" blurRad="38100" dir="2700000" dist="38100">
                    <a:srgbClr val="000000">
                      <a:alpha val="43137"/>
                    </a:srgbClr>
                  </a:outerShdw>
                </a:effectLst>
              </a:rPr>
              <a:t> Bien entendu toutes les influences particulières étudiées se conjuguent dans les molécules réelles. Il sera donc très difficile et souvent impossible de prévoir les valeurs exactes des divers angles. </a:t>
            </a:r>
          </a:p>
          <a:p>
            <a:pPr algn="just" indent="-342900" marL="342900">
              <a:buFont typeface="Calibri" panose="020F0502020204030204" pitchFamily="34" charset="0"/>
              <a:buChar char="❷"/>
            </a:pPr>
            <a:r>
              <a:rPr dirty="0" sz="2200" lang="fr-FR">
                <a:solidFill>
                  <a:srgbClr val="000000"/>
                </a:solidFill>
                <a:effectLst>
                  <a:outerShdw algn="tl" blurRad="38100" dir="2700000" dist="38100">
                    <a:srgbClr val="000000">
                      <a:alpha val="43137"/>
                    </a:srgbClr>
                  </a:outerShdw>
                </a:effectLst>
              </a:rPr>
              <a:t> Néanmoins la méthode V.S.E.P.R de par sa simplicité est une méthode irremplaçable qui permet d'obtenir une bonne approximation de ces angles.</a:t>
            </a:r>
            <a:endParaRPr dirty="0" sz="2200" i="0" lang="fr-FR">
              <a:solidFill>
                <a:srgbClr val="000000"/>
              </a:solidFill>
              <a:effectLst>
                <a:outerShdw algn="tl" blurRad="38100" dir="2700000" dist="38100">
                  <a:srgbClr val="000000">
                    <a:alpha val="43137"/>
                  </a:srgbClr>
                </a:outerShdw>
              </a:effectLst>
            </a:endParaRPr>
          </a:p>
        </p:txBody>
      </p:sp>
      <p:pic>
        <p:nvPicPr>
          <p:cNvPr id="2097177" name="Picture 2" descr="http://guenez.eric.perso.sfr.fr/images/Polarite_de_la_molecule_d_eau.jpg"/>
          <p:cNvPicPr>
            <a:picLocks noChangeAspect="1" noChangeArrowheads="1"/>
          </p:cNvPicPr>
          <p:nvPr/>
        </p:nvPicPr>
        <p:blipFill>
          <a:blip xmlns:r="http://schemas.openxmlformats.org/officeDocument/2006/relationships" r:embed="rId2"/>
          <a:srcRect/>
          <a:stretch>
            <a:fillRect/>
          </a:stretch>
        </p:blipFill>
        <p:spPr bwMode="auto">
          <a:xfrm>
            <a:off x="4488727" y="4144797"/>
            <a:ext cx="4704053" cy="2947975"/>
          </a:xfrm>
          <a:prstGeom prst="rect"/>
          <a:noFill/>
        </p:spPr>
      </p:pic>
      <p:pic>
        <p:nvPicPr>
          <p:cNvPr id="2097178" name="Picture 4" descr="http://3.bp.blogspot.com/-D15dYQc44vc/TxXE6v1nQBI/AAAAAAAAAA4/wjX7lvL-2HM/s320/nano2.jpg"/>
          <p:cNvPicPr>
            <a:picLocks noChangeAspect="1" noChangeArrowheads="1"/>
          </p:cNvPicPr>
          <p:nvPr/>
        </p:nvPicPr>
        <p:blipFill>
          <a:blip xmlns:r="http://schemas.openxmlformats.org/officeDocument/2006/relationships" r:embed="rId3"/>
          <a:srcRect/>
          <a:stretch>
            <a:fillRect/>
          </a:stretch>
        </p:blipFill>
        <p:spPr bwMode="auto">
          <a:xfrm>
            <a:off x="383753" y="4284988"/>
            <a:ext cx="4104974" cy="2296116"/>
          </a:xfrm>
          <a:prstGeom prst="rect"/>
          <a:noFill/>
        </p:spPr>
      </p:pic>
      <p:sp>
        <p:nvSpPr>
          <p:cNvPr id="1048781" name="ZoneTexte 6"/>
          <p:cNvSpPr txBox="1"/>
          <p:nvPr/>
        </p:nvSpPr>
        <p:spPr>
          <a:xfrm>
            <a:off x="8755306" y="4860340"/>
            <a:ext cx="2884177" cy="1015663"/>
          </a:xfrm>
          <a:prstGeom prst="rect"/>
          <a:solidFill>
            <a:schemeClr val="accent4">
              <a:lumMod val="60000"/>
              <a:lumOff val="40000"/>
            </a:schemeClr>
          </a:solidFill>
        </p:spPr>
        <p:txBody>
          <a:bodyPr rtlCol="0" wrap="square">
            <a:spAutoFit/>
          </a:bodyPr>
          <a:p>
            <a:pPr algn="just" indent="-342900" marL="342900">
              <a:buFont typeface="Wingdings" panose="05000000000000000000" pitchFamily="2" charset="2"/>
              <a:buChar char="Ø"/>
            </a:pPr>
            <a:r>
              <a:rPr dirty="0" sz="2000" lang="fr-MA">
                <a:effectLst>
                  <a:outerShdw algn="tl" blurRad="38100" dir="2700000" dist="38100">
                    <a:srgbClr val="000000">
                      <a:alpha val="43137"/>
                    </a:srgbClr>
                  </a:outerShdw>
                </a:effectLst>
              </a:rPr>
              <a:t>Propriété de solvant pour les cristaux ioniques</a:t>
            </a:r>
          </a:p>
        </p:txBody>
      </p:sp>
      <p:sp>
        <p:nvSpPr>
          <p:cNvPr id="1048782" name="Espace réservé du pied de page 2"/>
          <p:cNvSpPr>
            <a:spLocks noGrp="1"/>
          </p:cNvSpPr>
          <p:nvPr>
            <p:ph type="ftr" sz="quarter" idx="11"/>
          </p:nvPr>
        </p:nvSpPr>
        <p:spPr/>
        <p:txBody>
          <a:bodyPr/>
          <a:p>
            <a:r>
              <a:rPr lang="fr-MA"/>
              <a:t>Azagrouze</a:t>
            </a:r>
          </a:p>
        </p:txBody>
      </p:sp>
      <p:sp>
        <p:nvSpPr>
          <p:cNvPr id="1048783" name="Espace réservé du numéro de diapositive 7"/>
          <p:cNvSpPr>
            <a:spLocks noGrp="1"/>
          </p:cNvSpPr>
          <p:nvPr>
            <p:ph type="sldNum" sz="quarter" idx="12"/>
          </p:nvPr>
        </p:nvSpPr>
        <p:spPr/>
        <p:txBody>
          <a:bodyPr/>
          <a:p>
            <a:fld id="{FF4E3B11-ADB7-4E0C-98DE-03B52B014AC4}" type="slidenum">
              <a:rPr lang="fr-MA" smtClean="0"/>
              <a:t>25</a:t>
            </a:fld>
            <a:endParaRPr lang="fr-MA"/>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78" name=""/>
        <p:cNvGrpSpPr/>
        <p:nvPr/>
      </p:nvGrpSpPr>
      <p:grpSpPr>
        <a:xfrm>
          <a:off x="0" y="0"/>
          <a:ext cx="0" cy="0"/>
          <a:chOff x="0" y="0"/>
          <a:chExt cx="0" cy="0"/>
        </a:xfrm>
      </p:grpSpPr>
      <p:pic>
        <p:nvPicPr>
          <p:cNvPr id="2097179" name="Picture 2" descr="https://sbarbati.files.wordpress.com/2011/11/polarite-de-molc3a9cules.png?w=450&amp;h=256"/>
          <p:cNvPicPr>
            <a:picLocks noChangeAspect="1" noChangeArrowheads="1"/>
          </p:cNvPicPr>
          <p:nvPr/>
        </p:nvPicPr>
        <p:blipFill>
          <a:blip xmlns:r="http://schemas.openxmlformats.org/officeDocument/2006/relationships" r:embed="rId1"/>
          <a:srcRect/>
          <a:stretch>
            <a:fillRect/>
          </a:stretch>
        </p:blipFill>
        <p:spPr bwMode="auto">
          <a:xfrm>
            <a:off x="3041113" y="307906"/>
            <a:ext cx="6000527" cy="3272419"/>
          </a:xfrm>
          <a:prstGeom prst="rect"/>
          <a:noFill/>
        </p:spPr>
      </p:pic>
      <p:pic>
        <p:nvPicPr>
          <p:cNvPr id="2097180" name="Picture 6" descr="http://www.ilephysique.net/img/forum_img/0233/forum_233129_4.jpg"/>
          <p:cNvPicPr>
            <a:picLocks noChangeAspect="1" noChangeArrowheads="1"/>
          </p:cNvPicPr>
          <p:nvPr/>
        </p:nvPicPr>
        <p:blipFill>
          <a:blip xmlns:r="http://schemas.openxmlformats.org/officeDocument/2006/relationships" r:embed="rId2"/>
          <a:srcRect/>
          <a:stretch>
            <a:fillRect/>
          </a:stretch>
        </p:blipFill>
        <p:spPr bwMode="auto">
          <a:xfrm>
            <a:off x="3478324" y="3781336"/>
            <a:ext cx="4019550" cy="2590800"/>
          </a:xfrm>
          <a:prstGeom prst="rect"/>
          <a:noFill/>
        </p:spPr>
      </p:pic>
      <p:sp>
        <p:nvSpPr>
          <p:cNvPr id="1048784" name="ZoneTexte 4"/>
          <p:cNvSpPr txBox="1">
            <a:spLocks noChangeAspect="1" noMove="1" noResize="1" noRot="1" noAdjustHandles="1" noEditPoints="1" noChangeArrowheads="1" noChangeShapeType="1" noTextEdit="1"/>
          </p:cNvSpPr>
          <p:nvPr/>
        </p:nvSpPr>
        <p:spPr>
          <a:xfrm>
            <a:off x="5178334" y="5902264"/>
            <a:ext cx="2217210" cy="469872"/>
          </a:xfrm>
          <a:prstGeom prst="rect"/>
          <a:blipFill rotWithShape="0">
            <a:blip xmlns:r="http://schemas.openxmlformats.org/officeDocument/2006/relationships" r:embed="rId3"/>
            <a:stretch>
              <a:fillRect b="-7792"/>
            </a:stretch>
          </a:blipFill>
        </p:spPr>
        <p:txBody>
          <a:bodyPr/>
          <a:p>
            <a:r>
              <a:rPr lang="fr-MA">
                <a:noFill/>
              </a:rPr>
              <a:t> </a:t>
            </a:r>
          </a:p>
        </p:txBody>
      </p:sp>
      <p:sp>
        <p:nvSpPr>
          <p:cNvPr id="1048785" name="ZoneTexte 8"/>
          <p:cNvSpPr txBox="1">
            <a:spLocks noChangeAspect="1" noMove="1" noResize="1" noRot="1" noAdjustHandles="1" noEditPoints="1" noChangeArrowheads="1" noChangeShapeType="1" noTextEdit="1"/>
          </p:cNvSpPr>
          <p:nvPr/>
        </p:nvSpPr>
        <p:spPr>
          <a:xfrm>
            <a:off x="9412920" y="1513229"/>
            <a:ext cx="2037930" cy="430887"/>
          </a:xfrm>
          <a:prstGeom prst="rect"/>
          <a:blipFill rotWithShape="0">
            <a:blip xmlns:r="http://schemas.openxmlformats.org/officeDocument/2006/relationships" r:embed="rId4"/>
            <a:stretch>
              <a:fillRect b="-4225"/>
            </a:stretch>
          </a:blipFill>
        </p:spPr>
        <p:txBody>
          <a:bodyPr/>
          <a:p>
            <a:r>
              <a:rPr lang="fr-MA">
                <a:noFill/>
              </a:rPr>
              <a:t> </a:t>
            </a:r>
          </a:p>
        </p:txBody>
      </p:sp>
      <p:sp>
        <p:nvSpPr>
          <p:cNvPr id="1048786" name="ZoneTexte 9"/>
          <p:cNvSpPr txBox="1">
            <a:spLocks noChangeAspect="1" noMove="1" noResize="1" noRot="1" noAdjustHandles="1" noEditPoints="1" noChangeArrowheads="1" noChangeShapeType="1" noTextEdit="1"/>
          </p:cNvSpPr>
          <p:nvPr/>
        </p:nvSpPr>
        <p:spPr>
          <a:xfrm>
            <a:off x="514138" y="949117"/>
            <a:ext cx="2217210" cy="469872"/>
          </a:xfrm>
          <a:prstGeom prst="rect"/>
          <a:blipFill rotWithShape="0">
            <a:blip xmlns:r="http://schemas.openxmlformats.org/officeDocument/2006/relationships" r:embed="rId5"/>
            <a:stretch>
              <a:fillRect b="-6494"/>
            </a:stretch>
          </a:blipFill>
        </p:spPr>
        <p:txBody>
          <a:bodyPr/>
          <a:p>
            <a:r>
              <a:rPr lang="fr-MA">
                <a:noFill/>
              </a:rPr>
              <a:t> </a:t>
            </a:r>
          </a:p>
        </p:txBody>
      </p:sp>
      <p:sp>
        <p:nvSpPr>
          <p:cNvPr id="1048787" name="Espace réservé de la date 1"/>
          <p:cNvSpPr>
            <a:spLocks noGrp="1"/>
          </p:cNvSpPr>
          <p:nvPr>
            <p:ph type="dt" sz="half" idx="10"/>
          </p:nvPr>
        </p:nvSpPr>
        <p:spPr/>
        <p:txBody>
          <a:bodyPr/>
          <a:p>
            <a:fld id="{18FC674B-28D1-4F9A-BBF6-E4A7C9D1435E}" type="datetime1">
              <a:rPr lang="fr-MA" smtClean="0"/>
              <a:t>2/26/2026</a:t>
            </a:fld>
            <a:endParaRPr lang="fr-MA"/>
          </a:p>
        </p:txBody>
      </p:sp>
      <p:sp>
        <p:nvSpPr>
          <p:cNvPr id="1048788" name="Espace réservé du pied de page 2"/>
          <p:cNvSpPr>
            <a:spLocks noGrp="1"/>
          </p:cNvSpPr>
          <p:nvPr>
            <p:ph type="ftr" sz="quarter" idx="11"/>
          </p:nvPr>
        </p:nvSpPr>
        <p:spPr/>
        <p:txBody>
          <a:bodyPr/>
          <a:p>
            <a:r>
              <a:rPr lang="fr-MA"/>
              <a:t>Azagrouze</a:t>
            </a:r>
          </a:p>
        </p:txBody>
      </p:sp>
      <p:sp>
        <p:nvSpPr>
          <p:cNvPr id="1048789" name="Espace réservé du numéro de diapositive 3"/>
          <p:cNvSpPr>
            <a:spLocks noGrp="1"/>
          </p:cNvSpPr>
          <p:nvPr>
            <p:ph type="sldNum" sz="quarter" idx="12"/>
          </p:nvPr>
        </p:nvSpPr>
        <p:spPr/>
        <p:txBody>
          <a:bodyPr/>
          <a:p>
            <a:fld id="{FF4E3B11-ADB7-4E0C-98DE-03B52B014AC4}" type="slidenum">
              <a:rPr lang="fr-MA" smtClean="0"/>
              <a:t>26</a:t>
            </a:fld>
            <a:endParaRPr lang="fr-MA"/>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79" name=""/>
        <p:cNvGrpSpPr/>
        <p:nvPr/>
      </p:nvGrpSpPr>
      <p:grpSpPr>
        <a:xfrm>
          <a:off x="0" y="0"/>
          <a:ext cx="0" cy="0"/>
          <a:chOff x="0" y="0"/>
          <a:chExt cx="0" cy="0"/>
        </a:xfrm>
      </p:grpSpPr>
      <p:sp>
        <p:nvSpPr>
          <p:cNvPr id="1048790" name="Espace réservé de la date 1049336"/>
          <p:cNvSpPr>
            <a:spLocks noGrp="1"/>
          </p:cNvSpPr>
          <p:nvPr>
            <p:ph type="dt" sz="half" idx="10"/>
          </p:nvPr>
        </p:nvSpPr>
        <p:spPr/>
        <p:txBody>
          <a:bodyPr/>
          <a:p>
            <a:fld id="{AF63D5A4-9645-46DC-A3D4-D6D5FC8DBE9A}" type="datetime1">
              <a:rPr lang="fr-MA" smtClean="0"/>
              <a:t>2/26/2026</a:t>
            </a:fld>
            <a:endParaRPr lang="fr-MA"/>
          </a:p>
        </p:txBody>
      </p:sp>
      <p:sp>
        <p:nvSpPr>
          <p:cNvPr id="1048791" name="Espace réservé du pied de page 1049337"/>
          <p:cNvSpPr>
            <a:spLocks noGrp="1"/>
          </p:cNvSpPr>
          <p:nvPr>
            <p:ph type="ftr" sz="quarter" idx="11"/>
          </p:nvPr>
        </p:nvSpPr>
        <p:spPr/>
        <p:txBody>
          <a:bodyPr/>
          <a:p>
            <a:r>
              <a:rPr lang="fr-MA"/>
              <a:t>Azagrouze</a:t>
            </a:r>
          </a:p>
        </p:txBody>
      </p:sp>
      <p:sp>
        <p:nvSpPr>
          <p:cNvPr id="1048792" name="Espace réservé du numéro de diapositive 1049338"/>
          <p:cNvSpPr>
            <a:spLocks noGrp="1"/>
          </p:cNvSpPr>
          <p:nvPr>
            <p:ph type="sldNum" sz="quarter" idx="12"/>
          </p:nvPr>
        </p:nvSpPr>
        <p:spPr/>
        <p:txBody>
          <a:bodyPr/>
          <a:p>
            <a:fld id="{FF4E3B11-ADB7-4E0C-98DE-03B52B014AC4}" type="slidenum">
              <a:rPr lang="fr-MA" smtClean="0"/>
              <a:t>27</a:t>
            </a:fld>
            <a:endParaRPr lang="fr-MA"/>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80" name=""/>
        <p:cNvGrpSpPr/>
        <p:nvPr/>
      </p:nvGrpSpPr>
      <p:grpSpPr>
        <a:xfrm>
          <a:off x="0" y="0"/>
          <a:ext cx="0" cy="0"/>
          <a:chOff x="0" y="0"/>
          <a:chExt cx="0" cy="0"/>
        </a:xfrm>
      </p:grpSpPr>
      <p:sp>
        <p:nvSpPr>
          <p:cNvPr id="1048793" name="ZoneTexte 3"/>
          <p:cNvSpPr txBox="1"/>
          <p:nvPr/>
        </p:nvSpPr>
        <p:spPr>
          <a:xfrm>
            <a:off x="553791" y="218940"/>
            <a:ext cx="5732780" cy="510540"/>
          </a:xfrm>
          <a:prstGeom prst="rect"/>
          <a:solidFill>
            <a:srgbClr val="FFFF00"/>
          </a:solidFill>
        </p:spPr>
        <p:txBody>
          <a:bodyPr rtlCol="0" wrap="none">
            <a:spAutoFit/>
          </a:bodyPr>
          <a:p>
            <a:r>
              <a:rPr dirty="0" sz="2800" lang="fr-MA" u="sng">
                <a:effectLst>
                  <a:outerShdw algn="tl" blurRad="38100" dir="2700000" dist="38100">
                    <a:srgbClr val="000000">
                      <a:alpha val="43137"/>
                    </a:srgbClr>
                  </a:outerShdw>
                </a:effectLst>
                <a:latin typeface="AR BLANCA" panose="02000000000000000000" pitchFamily="2" charset="0"/>
              </a:rPr>
              <a:t>Annexe : Liaisons intermoléculaires</a:t>
            </a:r>
          </a:p>
        </p:txBody>
      </p:sp>
      <p:sp>
        <p:nvSpPr>
          <p:cNvPr id="1048794" name="Rectangle 4"/>
          <p:cNvSpPr>
            <a:spLocks noChangeAspect="1" noMove="1" noResize="1" noRot="1" noAdjustHandles="1" noEditPoints="1" noChangeArrowheads="1" noChangeShapeType="1" noTextEdit="1"/>
          </p:cNvSpPr>
          <p:nvPr/>
        </p:nvSpPr>
        <p:spPr>
          <a:xfrm>
            <a:off x="437880" y="803685"/>
            <a:ext cx="11191741" cy="1107996"/>
          </a:xfrm>
          <a:prstGeom prst="rect"/>
          <a:blipFill rotWithShape="0">
            <a:blip xmlns:r="http://schemas.openxmlformats.org/officeDocument/2006/relationships" r:embed="rId1"/>
            <a:stretch>
              <a:fillRect l="-654" t="-4396" r="-708" b="-9890"/>
            </a:stretch>
          </a:blipFill>
        </p:spPr>
        <p:txBody>
          <a:bodyPr/>
          <a:p>
            <a:r>
              <a:rPr lang="fr-MA">
                <a:noFill/>
              </a:rPr>
              <a:t> </a:t>
            </a:r>
          </a:p>
        </p:txBody>
      </p:sp>
      <p:pic>
        <p:nvPicPr>
          <p:cNvPr id="2097181" name="Picture 4" descr="http://intra-science.anaisequey.com/images/stories/Physique/66348468tridimension-gif.gif"/>
          <p:cNvPicPr>
            <a:picLocks noChangeAspect="1" noChangeArrowheads="1"/>
          </p:cNvPicPr>
          <p:nvPr/>
        </p:nvPicPr>
        <p:blipFill>
          <a:blip xmlns:r="http://schemas.openxmlformats.org/officeDocument/2006/relationships" r:embed="rId2"/>
          <a:srcRect/>
          <a:stretch>
            <a:fillRect/>
          </a:stretch>
        </p:blipFill>
        <p:spPr bwMode="auto">
          <a:xfrm>
            <a:off x="1020765" y="3876598"/>
            <a:ext cx="3824000" cy="2769770"/>
          </a:xfrm>
          <a:prstGeom prst="rect"/>
          <a:noFill/>
        </p:spPr>
      </p:pic>
      <p:sp>
        <p:nvSpPr>
          <p:cNvPr id="1048795" name="ZoneTexte 5"/>
          <p:cNvSpPr txBox="1"/>
          <p:nvPr/>
        </p:nvSpPr>
        <p:spPr>
          <a:xfrm>
            <a:off x="437880" y="2164818"/>
            <a:ext cx="1503680" cy="447040"/>
          </a:xfrm>
          <a:prstGeom prst="rect"/>
          <a:noFill/>
        </p:spPr>
        <p:txBody>
          <a:bodyPr rtlCol="0" wrap="none">
            <a:spAutoFit/>
          </a:bodyPr>
          <a:p>
            <a:r>
              <a:rPr dirty="0" sz="2400" lang="fr-MA" u="sng">
                <a:effectLst>
                  <a:outerShdw algn="tl" blurRad="38100" dir="2700000" dist="38100">
                    <a:srgbClr val="000000">
                      <a:alpha val="43137"/>
                    </a:srgbClr>
                  </a:outerShdw>
                </a:effectLst>
                <a:latin typeface="AR BLANCA" panose="02000000000000000000" pitchFamily="2" charset="0"/>
              </a:rPr>
              <a:t>Exemple :</a:t>
            </a:r>
            <a:endParaRPr dirty="0" lang="fr-MA" u="sng">
              <a:effectLst>
                <a:outerShdw algn="tl" blurRad="38100" dir="2700000" dist="38100">
                  <a:srgbClr val="000000">
                    <a:alpha val="43137"/>
                  </a:srgbClr>
                </a:outerShdw>
              </a:effectLst>
              <a:latin typeface="AR BLANCA" panose="02000000000000000000" pitchFamily="2" charset="0"/>
            </a:endParaRPr>
          </a:p>
        </p:txBody>
      </p:sp>
      <p:sp>
        <p:nvSpPr>
          <p:cNvPr id="1048796" name="ZoneTexte 6"/>
          <p:cNvSpPr txBox="1"/>
          <p:nvPr/>
        </p:nvSpPr>
        <p:spPr>
          <a:xfrm>
            <a:off x="369251" y="2741652"/>
            <a:ext cx="5625044" cy="1043939"/>
          </a:xfrm>
          <a:prstGeom prst="rect"/>
          <a:noFill/>
        </p:spPr>
        <p:txBody>
          <a:bodyPr rtlCol="0" wrap="square">
            <a:spAutoFit/>
          </a:bodyPr>
          <a:p>
            <a:pPr algn="just" indent="-285750" marL="285750">
              <a:buFont typeface="Wingdings" panose="05000000000000000000" pitchFamily="2" charset="2"/>
              <a:buChar char="Ø"/>
            </a:pPr>
            <a:r>
              <a:rPr dirty="0" sz="2200" lang="fr-MA"/>
              <a:t>La liaison hydrogène  assure la cohésion de </a:t>
            </a:r>
          </a:p>
          <a:p>
            <a:pPr algn="just"/>
            <a:r>
              <a:rPr dirty="0" sz="2200" lang="fr-MA"/>
              <a:t>l’eau à l’état liquide</a:t>
            </a:r>
          </a:p>
        </p:txBody>
      </p:sp>
      <p:pic>
        <p:nvPicPr>
          <p:cNvPr id="2097182" name="Picture 6" descr="http://www.chimix.com/Images/oct1/eau13.gif"/>
          <p:cNvPicPr>
            <a:picLocks noChangeAspect="1" noChangeArrowheads="1"/>
          </p:cNvPicPr>
          <p:nvPr/>
        </p:nvPicPr>
        <p:blipFill>
          <a:blip xmlns:r="http://schemas.openxmlformats.org/officeDocument/2006/relationships" r:embed="rId3"/>
          <a:srcRect/>
          <a:stretch>
            <a:fillRect/>
          </a:stretch>
        </p:blipFill>
        <p:spPr bwMode="auto">
          <a:xfrm>
            <a:off x="7127507" y="2885047"/>
            <a:ext cx="3470852" cy="2923329"/>
          </a:xfrm>
          <a:prstGeom prst="rect"/>
          <a:noFill/>
        </p:spPr>
      </p:pic>
      <p:cxnSp>
        <p:nvCxnSpPr>
          <p:cNvPr id="3145737" name="Connecteur droit 8"/>
          <p:cNvCxnSpPr>
            <a:cxnSpLocks/>
          </p:cNvCxnSpPr>
          <p:nvPr/>
        </p:nvCxnSpPr>
        <p:spPr>
          <a:xfrm>
            <a:off x="6310648" y="2395650"/>
            <a:ext cx="0" cy="4301369"/>
          </a:xfrm>
          <a:prstGeom prst="line"/>
          <a:ln w="57150"/>
        </p:spPr>
        <p:style>
          <a:lnRef idx="1">
            <a:schemeClr val="accent1"/>
          </a:lnRef>
          <a:fillRef idx="0">
            <a:schemeClr val="accent1"/>
          </a:fillRef>
          <a:effectRef idx="0">
            <a:schemeClr val="accent1"/>
          </a:effectRef>
          <a:fontRef idx="minor">
            <a:schemeClr val="tx1"/>
          </a:fontRef>
        </p:style>
      </p:cxnSp>
      <p:pic>
        <p:nvPicPr>
          <p:cNvPr id="2097183" name="Image 9"/>
          <p:cNvPicPr>
            <a:picLocks noChangeAspect="1"/>
          </p:cNvPicPr>
          <p:nvPr/>
        </p:nvPicPr>
        <p:blipFill>
          <a:blip xmlns:r="http://schemas.openxmlformats.org/officeDocument/2006/relationships" r:embed="rId4"/>
          <a:stretch>
            <a:fillRect/>
          </a:stretch>
        </p:blipFill>
        <p:spPr>
          <a:xfrm>
            <a:off x="10914712" y="2395650"/>
            <a:ext cx="929907" cy="3524480"/>
          </a:xfrm>
          <a:prstGeom prst="rect"/>
        </p:spPr>
      </p:pic>
      <p:cxnSp>
        <p:nvCxnSpPr>
          <p:cNvPr id="3145738" name="Connecteur droit 11"/>
          <p:cNvCxnSpPr>
            <a:cxnSpLocks/>
          </p:cNvCxnSpPr>
          <p:nvPr/>
        </p:nvCxnSpPr>
        <p:spPr>
          <a:xfrm flipH="1">
            <a:off x="7730361" y="5108809"/>
            <a:ext cx="761759" cy="180083"/>
          </a:xfrm>
          <a:prstGeom prst="line"/>
          <a:ln w="28575">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1048797" name="ZoneTexte 15"/>
          <p:cNvSpPr txBox="1"/>
          <p:nvPr/>
        </p:nvSpPr>
        <p:spPr>
          <a:xfrm>
            <a:off x="6734420" y="2594810"/>
            <a:ext cx="2938780" cy="396241"/>
          </a:xfrm>
          <a:prstGeom prst="rect"/>
          <a:noFill/>
        </p:spPr>
        <p:txBody>
          <a:bodyPr rtlCol="0" wrap="none">
            <a:spAutoFit/>
          </a:bodyPr>
          <a:p>
            <a:r>
              <a:rPr dirty="0" sz="2000" lang="fr-MA">
                <a:effectLst>
                  <a:outerShdw algn="tl" blurRad="38100" dir="2700000" dist="38100">
                    <a:srgbClr val="000000">
                      <a:alpha val="43137"/>
                    </a:srgbClr>
                  </a:outerShdw>
                </a:effectLst>
                <a:latin typeface="AR BLANCA" panose="02000000000000000000" pitchFamily="2" charset="0"/>
              </a:rPr>
              <a:t>Température d’ébullition</a:t>
            </a:r>
          </a:p>
        </p:txBody>
      </p:sp>
      <p:sp>
        <p:nvSpPr>
          <p:cNvPr id="1048798" name="ZoneTexte 19"/>
          <p:cNvSpPr txBox="1"/>
          <p:nvPr/>
        </p:nvSpPr>
        <p:spPr>
          <a:xfrm>
            <a:off x="6734420" y="6246258"/>
            <a:ext cx="3738880" cy="396240"/>
          </a:xfrm>
          <a:prstGeom prst="rect"/>
          <a:noFill/>
          <a:ln w="28575">
            <a:solidFill>
              <a:srgbClr val="0070C0"/>
            </a:solidFill>
          </a:ln>
        </p:spPr>
        <p:txBody>
          <a:bodyPr rtlCol="0" wrap="none">
            <a:spAutoFit/>
          </a:bodyPr>
          <a:p>
            <a:r>
              <a:rPr dirty="0" sz="2000" lang="fr-MA"/>
              <a:t>A cause de la liaison hydrogène</a:t>
            </a:r>
          </a:p>
        </p:txBody>
      </p:sp>
      <p:sp>
        <p:nvSpPr>
          <p:cNvPr id="1048799" name="Forme libre 20"/>
          <p:cNvSpPr/>
          <p:nvPr/>
        </p:nvSpPr>
        <p:spPr>
          <a:xfrm>
            <a:off x="6420573" y="4159881"/>
            <a:ext cx="1396903" cy="2060619"/>
          </a:xfrm>
          <a:custGeom>
            <a:avLst/>
            <a:gdLst>
              <a:gd name="connsiteX0" fmla="*/ 456745 w 1396903"/>
              <a:gd name="connsiteY0" fmla="*/ 1996225 h 1996225"/>
              <a:gd name="connsiteX1" fmla="*/ 44621 w 1396903"/>
              <a:gd name="connsiteY1" fmla="*/ 425003 h 1996225"/>
              <a:gd name="connsiteX2" fmla="*/ 1396903 w 1396903"/>
              <a:gd name="connsiteY2" fmla="*/ 0 h 1996225"/>
            </a:gdLst>
            <a:ahLst/>
            <a:cxnLst>
              <a:cxn ang="0">
                <a:pos x="connsiteX0" y="connsiteY0"/>
              </a:cxn>
              <a:cxn ang="0">
                <a:pos x="connsiteX1" y="connsiteY1"/>
              </a:cxn>
              <a:cxn ang="0">
                <a:pos x="connsiteX2" y="connsiteY2"/>
              </a:cxn>
            </a:cxnLst>
            <a:rect l="l" t="t" r="r" b="b"/>
            <a:pathLst>
              <a:path w="1396903" h="1996225">
                <a:moveTo>
                  <a:pt x="456745" y="1996225"/>
                </a:moveTo>
                <a:cubicBezTo>
                  <a:pt x="172336" y="1376966"/>
                  <a:pt x="-112072" y="757707"/>
                  <a:pt x="44621" y="425003"/>
                </a:cubicBezTo>
                <a:cubicBezTo>
                  <a:pt x="201314" y="92299"/>
                  <a:pt x="799108" y="46149"/>
                  <a:pt x="1396903" y="0"/>
                </a:cubicBezTo>
              </a:path>
            </a:pathLst>
          </a:custGeom>
          <a:noFill/>
          <a:ln w="38100">
            <a:solidFill>
              <a:srgbClr val="0070C0"/>
            </a:solidFill>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fr-MA"/>
          </a:p>
        </p:txBody>
      </p:sp>
      <p:sp>
        <p:nvSpPr>
          <p:cNvPr id="1048800" name="Espace réservé de la date 1"/>
          <p:cNvSpPr>
            <a:spLocks noGrp="1"/>
          </p:cNvSpPr>
          <p:nvPr>
            <p:ph type="dt" sz="half" idx="10"/>
          </p:nvPr>
        </p:nvSpPr>
        <p:spPr/>
        <p:txBody>
          <a:bodyPr/>
          <a:p>
            <a:fld id="{68A0FEF0-6A14-4B41-ACA6-3E6E384497C0}" type="datetime1">
              <a:rPr lang="fr-MA" smtClean="0"/>
              <a:t>2/26/2026</a:t>
            </a:fld>
            <a:endParaRPr lang="fr-MA"/>
          </a:p>
        </p:txBody>
      </p:sp>
      <p:sp>
        <p:nvSpPr>
          <p:cNvPr id="1048801" name="Espace réservé du pied de page 2"/>
          <p:cNvSpPr>
            <a:spLocks noGrp="1"/>
          </p:cNvSpPr>
          <p:nvPr>
            <p:ph type="ftr" sz="quarter" idx="11"/>
          </p:nvPr>
        </p:nvSpPr>
        <p:spPr/>
        <p:txBody>
          <a:bodyPr/>
          <a:p>
            <a:r>
              <a:rPr lang="fr-MA"/>
              <a:t>Azagrouze</a:t>
            </a:r>
          </a:p>
        </p:txBody>
      </p:sp>
      <p:sp>
        <p:nvSpPr>
          <p:cNvPr id="1048802" name="Espace réservé du numéro de diapositive 7"/>
          <p:cNvSpPr>
            <a:spLocks noGrp="1"/>
          </p:cNvSpPr>
          <p:nvPr>
            <p:ph type="sldNum" sz="quarter" idx="12"/>
          </p:nvPr>
        </p:nvSpPr>
        <p:spPr/>
        <p:txBody>
          <a:bodyPr/>
          <a:p>
            <a:fld id="{FF4E3B11-ADB7-4E0C-98DE-03B52B014AC4}" type="slidenum">
              <a:rPr lang="fr-MA" smtClean="0"/>
              <a:t>28</a:t>
            </a:fld>
            <a:endParaRPr lang="fr-MA"/>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81" name=""/>
        <p:cNvGrpSpPr/>
        <p:nvPr/>
      </p:nvGrpSpPr>
      <p:grpSpPr>
        <a:xfrm>
          <a:off x="0" y="0"/>
          <a:ext cx="0" cy="0"/>
          <a:chOff x="0" y="0"/>
          <a:chExt cx="0" cy="0"/>
        </a:xfrm>
      </p:grpSpPr>
      <p:sp>
        <p:nvSpPr>
          <p:cNvPr id="1048803" name="Rectangle 3"/>
          <p:cNvSpPr/>
          <p:nvPr/>
        </p:nvSpPr>
        <p:spPr>
          <a:xfrm>
            <a:off x="433588" y="307744"/>
            <a:ext cx="11263112" cy="1015663"/>
          </a:xfrm>
          <a:prstGeom prst="rect"/>
        </p:spPr>
        <p:txBody>
          <a:bodyPr wrap="square">
            <a:spAutoFit/>
          </a:bodyPr>
          <a:p>
            <a:pPr algn="just" indent="-285750" marL="285750">
              <a:buFont typeface="Wingdings" panose="05000000000000000000" pitchFamily="2" charset="2"/>
              <a:buChar char="q"/>
            </a:pPr>
            <a:r>
              <a:rPr dirty="0" sz="2000" i="1" lang="fr-FR" u="sng">
                <a:effectLst>
                  <a:outerShdw algn="tl" blurRad="38100" dir="2700000" dist="38100">
                    <a:srgbClr val="000000">
                      <a:alpha val="43137"/>
                    </a:srgbClr>
                  </a:outerShdw>
                </a:effectLst>
                <a:latin typeface="Arial" panose="020B0604020202020204" pitchFamily="34" charset="0"/>
              </a:rPr>
              <a:t>Définition : La liaison de van der </a:t>
            </a:r>
            <a:r>
              <a:rPr dirty="0" sz="2000" i="1" lang="fr-FR" err="1" u="sng">
                <a:effectLst>
                  <a:outerShdw algn="tl" blurRad="38100" dir="2700000" dist="38100">
                    <a:srgbClr val="000000">
                      <a:alpha val="43137"/>
                    </a:srgbClr>
                  </a:outerShdw>
                </a:effectLst>
                <a:latin typeface="Arial" panose="020B0604020202020204" pitchFamily="34" charset="0"/>
              </a:rPr>
              <a:t>Waals</a:t>
            </a:r>
            <a:r>
              <a:rPr dirty="0" sz="2000" i="1" lang="fr-FR" u="sng">
                <a:effectLst>
                  <a:outerShdw algn="tl" blurRad="38100" dir="2700000" dist="38100">
                    <a:srgbClr val="000000">
                      <a:alpha val="43137"/>
                    </a:srgbClr>
                  </a:outerShdw>
                </a:effectLst>
                <a:latin typeface="Arial" panose="020B0604020202020204" pitchFamily="34" charset="0"/>
              </a:rPr>
              <a:t> </a:t>
            </a:r>
            <a:r>
              <a:rPr dirty="0" sz="2000" lang="fr-FR">
                <a:latin typeface="Arial" panose="020B0604020202020204" pitchFamily="34" charset="0"/>
              </a:rPr>
              <a:t>est une interaction de faible intensité entre atomes, molécules, ou une molécule et un cristal. Elle est due aux interactions entre les moments dipolaires électriques mis en jeu. Aucun électron n'est mis en commun entre les deux espèces.</a:t>
            </a:r>
            <a:endParaRPr dirty="0" sz="2000" lang="fr-MA"/>
          </a:p>
        </p:txBody>
      </p:sp>
      <p:pic>
        <p:nvPicPr>
          <p:cNvPr id="2097184" name="Picture 4" descr="https://qph.is.quoracdn.net/main-qimg-6367ce14cb289b3fd0a9d512264886be?convert_to_webp=true"/>
          <p:cNvPicPr>
            <a:picLocks noChangeAspect="1" noChangeArrowheads="1"/>
          </p:cNvPicPr>
          <p:nvPr/>
        </p:nvPicPr>
        <p:blipFill>
          <a:blip xmlns:r="http://schemas.openxmlformats.org/officeDocument/2006/relationships" r:embed="rId1"/>
          <a:srcRect/>
          <a:stretch>
            <a:fillRect/>
          </a:stretch>
        </p:blipFill>
        <p:spPr bwMode="auto">
          <a:xfrm>
            <a:off x="2567188" y="1502394"/>
            <a:ext cx="6787165" cy="5001437"/>
          </a:xfrm>
          <a:prstGeom prst="rect"/>
          <a:noFill/>
        </p:spPr>
      </p:pic>
      <p:sp>
        <p:nvSpPr>
          <p:cNvPr id="1048804" name="Espace réservé de la date 1"/>
          <p:cNvSpPr>
            <a:spLocks noGrp="1"/>
          </p:cNvSpPr>
          <p:nvPr>
            <p:ph type="dt" sz="half" idx="10"/>
          </p:nvPr>
        </p:nvSpPr>
        <p:spPr/>
        <p:txBody>
          <a:bodyPr/>
          <a:p>
            <a:fld id="{56C9934A-D052-458C-B97F-7F5E163950A1}" type="datetime1">
              <a:rPr lang="fr-MA" smtClean="0"/>
              <a:t>2/26/2026</a:t>
            </a:fld>
            <a:endParaRPr lang="fr-MA"/>
          </a:p>
        </p:txBody>
      </p:sp>
      <p:sp>
        <p:nvSpPr>
          <p:cNvPr id="1048805" name="Espace réservé du pied de page 2"/>
          <p:cNvSpPr>
            <a:spLocks noGrp="1"/>
          </p:cNvSpPr>
          <p:nvPr>
            <p:ph type="ftr" sz="quarter" idx="11"/>
          </p:nvPr>
        </p:nvSpPr>
        <p:spPr/>
        <p:txBody>
          <a:bodyPr/>
          <a:p>
            <a:r>
              <a:rPr lang="fr-MA"/>
              <a:t>Azagrouze</a:t>
            </a:r>
          </a:p>
        </p:txBody>
      </p:sp>
      <p:sp>
        <p:nvSpPr>
          <p:cNvPr id="1048806" name="Espace réservé du numéro de diapositive 4"/>
          <p:cNvSpPr>
            <a:spLocks noGrp="1"/>
          </p:cNvSpPr>
          <p:nvPr>
            <p:ph type="sldNum" sz="quarter" idx="12"/>
          </p:nvPr>
        </p:nvSpPr>
        <p:spPr/>
        <p:txBody>
          <a:bodyPr/>
          <a:p>
            <a:fld id="{FF4E3B11-ADB7-4E0C-98DE-03B52B014AC4}" type="slidenum">
              <a:rPr lang="fr-MA" smtClean="0"/>
              <a:t>29</a:t>
            </a:fld>
            <a:endParaRPr lang="fr-MA"/>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82" name=""/>
        <p:cNvGrpSpPr/>
        <p:nvPr/>
      </p:nvGrpSpPr>
      <p:grpSpPr>
        <a:xfrm>
          <a:off x="0" y="0"/>
          <a:ext cx="0" cy="0"/>
          <a:chOff x="0" y="0"/>
          <a:chExt cx="0" cy="0"/>
        </a:xfrm>
      </p:grpSpPr>
      <p:pic>
        <p:nvPicPr>
          <p:cNvPr id="2097185" name="Image 3"/>
          <p:cNvPicPr>
            <a:picLocks noChangeAspect="1"/>
          </p:cNvPicPr>
          <p:nvPr/>
        </p:nvPicPr>
        <p:blipFill>
          <a:blip xmlns:r="http://schemas.openxmlformats.org/officeDocument/2006/relationships" r:embed="rId1">
            <a:lum bright="-20000" contrast="40000"/>
          </a:blip>
          <a:stretch>
            <a:fillRect/>
          </a:stretch>
        </p:blipFill>
        <p:spPr>
          <a:xfrm rot="5400000">
            <a:off x="2762518" y="-2389030"/>
            <a:ext cx="6671259" cy="11629626"/>
          </a:xfrm>
          <a:prstGeom prst="rect"/>
        </p:spPr>
      </p:pic>
      <p:sp>
        <p:nvSpPr>
          <p:cNvPr id="1048807" name="Espace réservé de la date 1"/>
          <p:cNvSpPr>
            <a:spLocks noGrp="1"/>
          </p:cNvSpPr>
          <p:nvPr>
            <p:ph type="dt" sz="half" idx="10"/>
          </p:nvPr>
        </p:nvSpPr>
        <p:spPr/>
        <p:txBody>
          <a:bodyPr/>
          <a:p>
            <a:fld id="{F3C3ADA4-4507-49AE-812C-C9F1C6B0ACD0}" type="datetime1">
              <a:rPr lang="fr-MA" smtClean="0"/>
              <a:t>2/26/2026</a:t>
            </a:fld>
            <a:endParaRPr lang="fr-MA"/>
          </a:p>
        </p:txBody>
      </p:sp>
      <p:sp>
        <p:nvSpPr>
          <p:cNvPr id="1048808" name="Espace réservé du pied de page 2"/>
          <p:cNvSpPr>
            <a:spLocks noGrp="1"/>
          </p:cNvSpPr>
          <p:nvPr>
            <p:ph type="ftr" sz="quarter" idx="11"/>
          </p:nvPr>
        </p:nvSpPr>
        <p:spPr/>
        <p:txBody>
          <a:bodyPr/>
          <a:p>
            <a:r>
              <a:rPr lang="fr-MA"/>
              <a:t>Azagrouze</a:t>
            </a:r>
          </a:p>
        </p:txBody>
      </p:sp>
      <p:sp>
        <p:nvSpPr>
          <p:cNvPr id="1048809" name="Espace réservé du numéro de diapositive 4"/>
          <p:cNvSpPr>
            <a:spLocks noGrp="1"/>
          </p:cNvSpPr>
          <p:nvPr>
            <p:ph type="sldNum" sz="quarter" idx="12"/>
          </p:nvPr>
        </p:nvSpPr>
        <p:spPr/>
        <p:txBody>
          <a:bodyPr/>
          <a:p>
            <a:fld id="{FF4E3B11-ADB7-4E0C-98DE-03B52B014AC4}" type="slidenum">
              <a:rPr lang="fr-MA" smtClean="0"/>
              <a:t>30</a:t>
            </a:fld>
            <a:endParaRPr lang="fr-MA"/>
          </a:p>
        </p:txBody>
      </p:sp>
      <mc:AlternateContent xmlns:mc="http://schemas.openxmlformats.org/markup-compatibility/2006">
        <mc:Choice xmlns:p14="http://schemas.microsoft.com/office/powerpoint/2010/main" Requires="p14">
          <p:contentPart p14:bwMode="auto" r:id="rId2">
            <p14:nvContentPartPr>
              <p14:cNvPr id="1048810" name=""/>
              <p14:cNvContentPartPr/>
              <p14:nvPr/>
            </p14:nvContentPartPr>
            <p14:xfrm>
              <a:off x="9461060" y="2238938"/>
              <a:ext cx="316001" cy="293507"/>
            </p14:xfrm>
          </p:contentPart>
        </mc:Choice>
        <mc:Fallback>
          <p:sp>
            <p:nvSpPr>
              <p:cNvPr id="1048810" name=""/>
              <p:cNvSpPr/>
              <p:nvPr/>
            </p:nvSpPr>
            <p:spPr>
              <a:xfrm>
                <a:off x="9461060" y="2238938"/>
                <a:ext cx="316001" cy="293507"/>
              </a:xfrm>
            </p:spPr>
          </p:sp>
        </mc:Fallback>
      </mc:AlternateContent>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83" name=""/>
        <p:cNvGrpSpPr/>
        <p:nvPr/>
      </p:nvGrpSpPr>
      <p:grpSpPr>
        <a:xfrm>
          <a:off x="0" y="0"/>
          <a:ext cx="0" cy="0"/>
          <a:chOff x="0" y="0"/>
          <a:chExt cx="0" cy="0"/>
        </a:xfrm>
      </p:grpSpPr>
      <p:sp>
        <p:nvSpPr>
          <p:cNvPr id="1048811" name="Espace réservé de la date 3"/>
          <p:cNvSpPr>
            <a:spLocks noGrp="1"/>
          </p:cNvSpPr>
          <p:nvPr>
            <p:ph type="dt" sz="half" idx="10"/>
          </p:nvPr>
        </p:nvSpPr>
        <p:spPr/>
        <p:txBody>
          <a:bodyPr/>
          <a:p>
            <a:fld id="{AF63D5A4-9645-46DC-A3D4-D6D5FC8DBE9A}" type="datetime1">
              <a:rPr lang="fr-MA" smtClean="0"/>
              <a:t>2/26/2026</a:t>
            </a:fld>
            <a:endParaRPr lang="fr-MA"/>
          </a:p>
        </p:txBody>
      </p:sp>
      <p:sp>
        <p:nvSpPr>
          <p:cNvPr id="1048812" name="Espace réservé du pied de page 4"/>
          <p:cNvSpPr>
            <a:spLocks noGrp="1"/>
          </p:cNvSpPr>
          <p:nvPr>
            <p:ph type="ftr" sz="quarter" idx="11"/>
          </p:nvPr>
        </p:nvSpPr>
        <p:spPr/>
        <p:txBody>
          <a:bodyPr/>
          <a:p>
            <a:r>
              <a:rPr lang="fr-MA"/>
              <a:t>Azagrouze</a:t>
            </a:r>
          </a:p>
        </p:txBody>
      </p:sp>
      <p:sp>
        <p:nvSpPr>
          <p:cNvPr id="1048813" name="Espace réservé du numéro de diapositive 5"/>
          <p:cNvSpPr>
            <a:spLocks noGrp="1"/>
          </p:cNvSpPr>
          <p:nvPr>
            <p:ph type="sldNum" sz="quarter" idx="12"/>
          </p:nvPr>
        </p:nvSpPr>
        <p:spPr/>
        <p:txBody>
          <a:bodyPr/>
          <a:p>
            <a:fld id="{FF4E3B11-ADB7-4E0C-98DE-03B52B014AC4}" type="slidenum">
              <a:rPr lang="fr-MA" smtClean="0"/>
              <a:t>31</a:t>
            </a:fld>
            <a:endParaRPr lang="fr-MA"/>
          </a:p>
        </p:txBody>
      </p:sp>
      <p:pic>
        <p:nvPicPr>
          <p:cNvPr id="2097186" name="Image 6"/>
          <p:cNvPicPr>
            <a:picLocks noChangeAspect="1"/>
          </p:cNvPicPr>
          <p:nvPr/>
        </p:nvPicPr>
        <p:blipFill>
          <a:blip xmlns:r="http://schemas.openxmlformats.org/officeDocument/2006/relationships" r:embed="rId1"/>
          <a:stretch>
            <a:fillRect/>
          </a:stretch>
        </p:blipFill>
        <p:spPr>
          <a:xfrm>
            <a:off x="711200" y="927100"/>
            <a:ext cx="10756900" cy="4914900"/>
          </a:xfrm>
          <a:prstGeom prst="rect"/>
        </p:spPr>
      </p:pic>
      <p:sp>
        <p:nvSpPr>
          <p:cNvPr id="1048814" name="ZoneTexte 7"/>
          <p:cNvSpPr txBox="1"/>
          <p:nvPr/>
        </p:nvSpPr>
        <p:spPr>
          <a:xfrm>
            <a:off x="704522" y="89584"/>
            <a:ext cx="4488180" cy="815340"/>
          </a:xfrm>
          <a:prstGeom prst="rect"/>
          <a:noFill/>
        </p:spPr>
        <p:txBody>
          <a:bodyPr rtlCol="0" wrap="none">
            <a:spAutoFit/>
          </a:bodyPr>
          <a:p>
            <a:r>
              <a:rPr b="1" dirty="0" sz="4800" i="1" lang="fr-MA">
                <a:effectLst>
                  <a:outerShdw algn="tl" blurRad="38100" dir="2700000" dist="38100">
                    <a:srgbClr val="000000">
                      <a:alpha val="43137"/>
                    </a:srgbClr>
                  </a:outerShdw>
                </a:effectLst>
              </a:rPr>
              <a:t>APPLICATIONS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84" name=""/>
        <p:cNvGrpSpPr/>
        <p:nvPr/>
      </p:nvGrpSpPr>
      <p:grpSpPr>
        <a:xfrm>
          <a:off x="0" y="0"/>
          <a:ext cx="0" cy="0"/>
          <a:chOff x="0" y="0"/>
          <a:chExt cx="0" cy="0"/>
        </a:xfrm>
      </p:grpSpPr>
      <p:sp>
        <p:nvSpPr>
          <p:cNvPr id="1048815" name="Espace réservé de la date 1049680"/>
          <p:cNvSpPr>
            <a:spLocks noGrp="1"/>
          </p:cNvSpPr>
          <p:nvPr>
            <p:ph type="dt" sz="half" idx="10"/>
          </p:nvPr>
        </p:nvSpPr>
        <p:spPr/>
        <p:txBody>
          <a:bodyPr/>
          <a:p>
            <a:fld id="{AF63D5A4-9645-46DC-A3D4-D6D5FC8DBE9A}" type="datetime1">
              <a:rPr lang="fr-MA" smtClean="0"/>
              <a:t>2/26/2026</a:t>
            </a:fld>
            <a:endParaRPr lang="fr-MA"/>
          </a:p>
        </p:txBody>
      </p:sp>
      <p:sp>
        <p:nvSpPr>
          <p:cNvPr id="1048816" name="Espace réservé du pied de page 1049681"/>
          <p:cNvSpPr>
            <a:spLocks noGrp="1"/>
          </p:cNvSpPr>
          <p:nvPr>
            <p:ph type="ftr" sz="quarter" idx="11"/>
          </p:nvPr>
        </p:nvSpPr>
        <p:spPr/>
        <p:txBody>
          <a:bodyPr/>
          <a:p>
            <a:r>
              <a:rPr lang="fr-MA"/>
              <a:t>Azagrouze</a:t>
            </a:r>
          </a:p>
        </p:txBody>
      </p:sp>
      <p:sp>
        <p:nvSpPr>
          <p:cNvPr id="1048817" name="Espace réservé du numéro de diapositive 1049682"/>
          <p:cNvSpPr>
            <a:spLocks noGrp="1"/>
          </p:cNvSpPr>
          <p:nvPr>
            <p:ph type="sldNum" sz="quarter" idx="12"/>
          </p:nvPr>
        </p:nvSpPr>
        <p:spPr/>
        <p:txBody>
          <a:bodyPr/>
          <a:p>
            <a:fld id="{FF4E3B11-ADB7-4E0C-98DE-03B52B014AC4}" type="slidenum">
              <a:rPr lang="fr-MA" smtClean="0"/>
              <a:t>32</a:t>
            </a:fld>
            <a:endParaRPr lang="fr-MA"/>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85" name=""/>
        <p:cNvGrpSpPr/>
        <p:nvPr/>
      </p:nvGrpSpPr>
      <p:grpSpPr>
        <a:xfrm>
          <a:off x="0" y="0"/>
          <a:ext cx="0" cy="0"/>
          <a:chOff x="0" y="0"/>
          <a:chExt cx="0" cy="0"/>
        </a:xfrm>
      </p:grpSpPr>
      <p:sp>
        <p:nvSpPr>
          <p:cNvPr id="1048818" name="Espace réservé de la date 1049894"/>
          <p:cNvSpPr>
            <a:spLocks noGrp="1"/>
          </p:cNvSpPr>
          <p:nvPr>
            <p:ph type="dt" sz="half" idx="10"/>
          </p:nvPr>
        </p:nvSpPr>
        <p:spPr/>
        <p:txBody>
          <a:bodyPr/>
          <a:p>
            <a:fld id="{AF63D5A4-9645-46DC-A3D4-D6D5FC8DBE9A}" type="datetime1">
              <a:rPr lang="fr-MA" smtClean="0"/>
              <a:t>2/26/2026</a:t>
            </a:fld>
            <a:endParaRPr lang="fr-MA"/>
          </a:p>
        </p:txBody>
      </p:sp>
      <p:sp>
        <p:nvSpPr>
          <p:cNvPr id="1048819" name="Espace réservé du pied de page 1049895"/>
          <p:cNvSpPr>
            <a:spLocks noGrp="1"/>
          </p:cNvSpPr>
          <p:nvPr>
            <p:ph type="ftr" sz="quarter" idx="11"/>
          </p:nvPr>
        </p:nvSpPr>
        <p:spPr/>
        <p:txBody>
          <a:bodyPr/>
          <a:p>
            <a:r>
              <a:rPr lang="fr-MA"/>
              <a:t>Azagrouze</a:t>
            </a:r>
          </a:p>
        </p:txBody>
      </p:sp>
      <p:sp>
        <p:nvSpPr>
          <p:cNvPr id="1048820" name="Espace réservé du numéro de diapositive 1049896"/>
          <p:cNvSpPr>
            <a:spLocks noGrp="1"/>
          </p:cNvSpPr>
          <p:nvPr>
            <p:ph type="sldNum" sz="quarter" idx="12"/>
          </p:nvPr>
        </p:nvSpPr>
        <p:spPr/>
        <p:txBody>
          <a:bodyPr/>
          <a:p>
            <a:fld id="{FF4E3B11-ADB7-4E0C-98DE-03B52B014AC4}" type="slidenum">
              <a:rPr lang="fr-MA" smtClean="0"/>
              <a:t>33</a:t>
            </a:fld>
            <a:endParaRPr lang="fr-MA"/>
          </a:p>
        </p:txBody>
      </p:sp>
      <mc:AlternateContent xmlns:mc="http://schemas.openxmlformats.org/markup-compatibility/2006">
        <mc:Choice xmlns:p14="http://schemas.microsoft.com/office/powerpoint/2010/main" Requires="p14">
          <p:contentPart p14:bwMode="auto" r:id="rId1">
            <p14:nvContentPartPr>
              <p14:cNvPr id="1048821" name=""/>
              <p14:cNvContentPartPr/>
              <p14:nvPr/>
            </p14:nvContentPartPr>
            <p14:xfrm>
              <a:off x="-322983" y="2564138"/>
              <a:ext cx="42046" cy="25403"/>
            </p14:xfrm>
          </p:contentPart>
        </mc:Choice>
        <mc:Fallback>
          <p:sp>
            <p:nvSpPr>
              <p:cNvPr id="1048821" name=""/>
              <p:cNvSpPr/>
              <p:nvPr/>
            </p:nvSpPr>
            <p:spPr>
              <a:xfrm>
                <a:off x="-322983" y="2564138"/>
                <a:ext cx="42046" cy="25403"/>
              </a:xfrm>
            </p:spPr>
          </p:sp>
        </mc:Fallback>
      </mc:AlternateContent>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86" name=""/>
        <p:cNvGrpSpPr/>
        <p:nvPr/>
      </p:nvGrpSpPr>
      <p:grpSpPr>
        <a:xfrm>
          <a:off x="0" y="0"/>
          <a:ext cx="0" cy="0"/>
          <a:chOff x="0" y="0"/>
          <a:chExt cx="0" cy="0"/>
        </a:xfrm>
      </p:grpSpPr>
      <p:sp>
        <p:nvSpPr>
          <p:cNvPr id="1048822" name="Espace réservé de la date 3"/>
          <p:cNvSpPr>
            <a:spLocks noGrp="1"/>
          </p:cNvSpPr>
          <p:nvPr>
            <p:ph type="dt" sz="half" idx="10"/>
          </p:nvPr>
        </p:nvSpPr>
        <p:spPr/>
        <p:txBody>
          <a:bodyPr/>
          <a:p>
            <a:fld id="{AF63D5A4-9645-46DC-A3D4-D6D5FC8DBE9A}" type="datetime1">
              <a:rPr lang="fr-MA" smtClean="0"/>
              <a:t>2/26/2026</a:t>
            </a:fld>
            <a:endParaRPr lang="fr-MA"/>
          </a:p>
        </p:txBody>
      </p:sp>
      <p:sp>
        <p:nvSpPr>
          <p:cNvPr id="1048823" name="Espace réservé du pied de page 4"/>
          <p:cNvSpPr>
            <a:spLocks noGrp="1"/>
          </p:cNvSpPr>
          <p:nvPr>
            <p:ph type="ftr" sz="quarter" idx="11"/>
          </p:nvPr>
        </p:nvSpPr>
        <p:spPr/>
        <p:txBody>
          <a:bodyPr/>
          <a:p>
            <a:r>
              <a:rPr lang="fr-MA"/>
              <a:t>Azagrouze</a:t>
            </a:r>
          </a:p>
        </p:txBody>
      </p:sp>
      <p:sp>
        <p:nvSpPr>
          <p:cNvPr id="1048824" name="Espace réservé du numéro de diapositive 5"/>
          <p:cNvSpPr>
            <a:spLocks noGrp="1"/>
          </p:cNvSpPr>
          <p:nvPr>
            <p:ph type="sldNum" sz="quarter" idx="12"/>
          </p:nvPr>
        </p:nvSpPr>
        <p:spPr/>
        <p:txBody>
          <a:bodyPr/>
          <a:p>
            <a:fld id="{FF4E3B11-ADB7-4E0C-98DE-03B52B014AC4}" type="slidenum">
              <a:rPr lang="fr-MA" smtClean="0"/>
              <a:t>34</a:t>
            </a:fld>
            <a:endParaRPr lang="fr-MA"/>
          </a:p>
        </p:txBody>
      </p:sp>
      <p:pic>
        <p:nvPicPr>
          <p:cNvPr id="2097187" name="Image 6"/>
          <p:cNvPicPr>
            <a:picLocks noChangeAspect="1"/>
          </p:cNvPicPr>
          <p:nvPr/>
        </p:nvPicPr>
        <p:blipFill>
          <a:blip xmlns:r="http://schemas.openxmlformats.org/officeDocument/2006/relationships" r:embed="rId1"/>
          <a:stretch>
            <a:fillRect/>
          </a:stretch>
        </p:blipFill>
        <p:spPr>
          <a:xfrm>
            <a:off x="838200" y="825500"/>
            <a:ext cx="10515600" cy="4851400"/>
          </a:xfrm>
          <a:prstGeom prst="rec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87" name=""/>
        <p:cNvGrpSpPr/>
        <p:nvPr/>
      </p:nvGrpSpPr>
      <p:grpSpPr>
        <a:xfrm>
          <a:off x="0" y="0"/>
          <a:ext cx="0" cy="0"/>
          <a:chOff x="0" y="0"/>
          <a:chExt cx="0" cy="0"/>
        </a:xfrm>
      </p:grpSpPr>
      <p:sp>
        <p:nvSpPr>
          <p:cNvPr id="1048825" name="Espace réservé de la date 1050090"/>
          <p:cNvSpPr>
            <a:spLocks noGrp="1"/>
          </p:cNvSpPr>
          <p:nvPr>
            <p:ph type="dt" sz="half" idx="10"/>
          </p:nvPr>
        </p:nvSpPr>
        <p:spPr/>
        <p:txBody>
          <a:bodyPr/>
          <a:p>
            <a:fld id="{AF63D5A4-9645-46DC-A3D4-D6D5FC8DBE9A}" type="datetime1">
              <a:rPr lang="fr-MA" smtClean="0"/>
              <a:t>2/26/2026</a:t>
            </a:fld>
            <a:endParaRPr lang="fr-MA"/>
          </a:p>
        </p:txBody>
      </p:sp>
      <p:sp>
        <p:nvSpPr>
          <p:cNvPr id="1048826" name="Espace réservé du pied de page 1050091"/>
          <p:cNvSpPr>
            <a:spLocks noGrp="1"/>
          </p:cNvSpPr>
          <p:nvPr>
            <p:ph type="ftr" sz="quarter" idx="11"/>
          </p:nvPr>
        </p:nvSpPr>
        <p:spPr/>
        <p:txBody>
          <a:bodyPr/>
          <a:p>
            <a:r>
              <a:rPr lang="fr-MA"/>
              <a:t>Azagrouze</a:t>
            </a:r>
          </a:p>
        </p:txBody>
      </p:sp>
      <p:sp>
        <p:nvSpPr>
          <p:cNvPr id="1048827" name="Espace réservé du numéro de diapositive 1050092"/>
          <p:cNvSpPr>
            <a:spLocks noGrp="1"/>
          </p:cNvSpPr>
          <p:nvPr>
            <p:ph type="sldNum" sz="quarter" idx="12"/>
          </p:nvPr>
        </p:nvSpPr>
        <p:spPr/>
        <p:txBody>
          <a:bodyPr/>
          <a:p>
            <a:fld id="{FF4E3B11-ADB7-4E0C-98DE-03B52B014AC4}" type="slidenum">
              <a:rPr lang="fr-MA" smtClean="0"/>
              <a:t>35</a:t>
            </a:fld>
            <a:endParaRPr lang="fr-MA"/>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88" name=""/>
        <p:cNvGrpSpPr/>
        <p:nvPr/>
      </p:nvGrpSpPr>
      <p:grpSpPr>
        <a:xfrm>
          <a:off x="0" y="0"/>
          <a:ext cx="0" cy="0"/>
          <a:chOff x="0" y="0"/>
          <a:chExt cx="0" cy="0"/>
        </a:xfrm>
      </p:grpSpPr>
      <p:sp>
        <p:nvSpPr>
          <p:cNvPr id="1048828" name="Espace réservé de la date 1050303"/>
          <p:cNvSpPr>
            <a:spLocks noGrp="1"/>
          </p:cNvSpPr>
          <p:nvPr>
            <p:ph type="dt" sz="half" idx="10"/>
          </p:nvPr>
        </p:nvSpPr>
        <p:spPr/>
        <p:txBody>
          <a:bodyPr/>
          <a:p>
            <a:fld id="{AF63D5A4-9645-46DC-A3D4-D6D5FC8DBE9A}" type="datetime1">
              <a:rPr lang="fr-MA" smtClean="0"/>
              <a:t>2/26/2026</a:t>
            </a:fld>
            <a:endParaRPr lang="fr-MA"/>
          </a:p>
        </p:txBody>
      </p:sp>
      <p:sp>
        <p:nvSpPr>
          <p:cNvPr id="1048829" name="Espace réservé du pied de page 1050304"/>
          <p:cNvSpPr>
            <a:spLocks noGrp="1"/>
          </p:cNvSpPr>
          <p:nvPr>
            <p:ph type="ftr" sz="quarter" idx="11"/>
          </p:nvPr>
        </p:nvSpPr>
        <p:spPr/>
        <p:txBody>
          <a:bodyPr/>
          <a:p>
            <a:r>
              <a:rPr lang="fr-MA"/>
              <a:t>Azagrouze</a:t>
            </a:r>
          </a:p>
        </p:txBody>
      </p:sp>
      <p:sp>
        <p:nvSpPr>
          <p:cNvPr id="1048830" name="Espace réservé du numéro de diapositive 1050305"/>
          <p:cNvSpPr>
            <a:spLocks noGrp="1"/>
          </p:cNvSpPr>
          <p:nvPr>
            <p:ph type="sldNum" sz="quarter" idx="12"/>
          </p:nvPr>
        </p:nvSpPr>
        <p:spPr/>
        <p:txBody>
          <a:bodyPr/>
          <a:p>
            <a:fld id="{FF4E3B11-ADB7-4E0C-98DE-03B52B014AC4}" type="slidenum">
              <a:rPr lang="fr-MA" smtClean="0"/>
              <a:t>36</a:t>
            </a:fld>
            <a:endParaRPr lang="fr-MA"/>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89" name=""/>
        <p:cNvGrpSpPr/>
        <p:nvPr/>
      </p:nvGrpSpPr>
      <p:grpSpPr>
        <a:xfrm>
          <a:off x="0" y="0"/>
          <a:ext cx="0" cy="0"/>
          <a:chOff x="0" y="0"/>
          <a:chExt cx="0" cy="0"/>
        </a:xfrm>
      </p:grpSpPr>
      <p:sp>
        <p:nvSpPr>
          <p:cNvPr id="1048831" name="Espace réservé de la date 3"/>
          <p:cNvSpPr>
            <a:spLocks noGrp="1"/>
          </p:cNvSpPr>
          <p:nvPr>
            <p:ph type="dt" sz="half" idx="10"/>
          </p:nvPr>
        </p:nvSpPr>
        <p:spPr/>
        <p:txBody>
          <a:bodyPr/>
          <a:p>
            <a:fld id="{AF63D5A4-9645-46DC-A3D4-D6D5FC8DBE9A}" type="datetime1">
              <a:rPr lang="fr-MA" smtClean="0"/>
              <a:t>2/26/2026</a:t>
            </a:fld>
            <a:endParaRPr lang="fr-MA"/>
          </a:p>
        </p:txBody>
      </p:sp>
      <p:sp>
        <p:nvSpPr>
          <p:cNvPr id="1048832" name="Espace réservé du pied de page 4"/>
          <p:cNvSpPr>
            <a:spLocks noGrp="1"/>
          </p:cNvSpPr>
          <p:nvPr>
            <p:ph type="ftr" sz="quarter" idx="11"/>
          </p:nvPr>
        </p:nvSpPr>
        <p:spPr/>
        <p:txBody>
          <a:bodyPr/>
          <a:p>
            <a:r>
              <a:rPr lang="fr-MA"/>
              <a:t>Azagrouze</a:t>
            </a:r>
          </a:p>
        </p:txBody>
      </p:sp>
      <p:sp>
        <p:nvSpPr>
          <p:cNvPr id="1048833" name="Espace réservé du numéro de diapositive 5"/>
          <p:cNvSpPr>
            <a:spLocks noGrp="1"/>
          </p:cNvSpPr>
          <p:nvPr>
            <p:ph type="sldNum" sz="quarter" idx="12"/>
          </p:nvPr>
        </p:nvSpPr>
        <p:spPr/>
        <p:txBody>
          <a:bodyPr/>
          <a:p>
            <a:fld id="{FF4E3B11-ADB7-4E0C-98DE-03B52B014AC4}" type="slidenum">
              <a:rPr lang="fr-MA" smtClean="0"/>
              <a:t>37</a:t>
            </a:fld>
            <a:endParaRPr lang="fr-MA"/>
          </a:p>
        </p:txBody>
      </p:sp>
      <p:pic>
        <p:nvPicPr>
          <p:cNvPr id="2097188" name="Image 6"/>
          <p:cNvPicPr>
            <a:picLocks noChangeAspect="1"/>
          </p:cNvPicPr>
          <p:nvPr/>
        </p:nvPicPr>
        <p:blipFill>
          <a:blip xmlns:r="http://schemas.openxmlformats.org/officeDocument/2006/relationships" r:embed="rId1"/>
          <a:stretch>
            <a:fillRect/>
          </a:stretch>
        </p:blipFill>
        <p:spPr>
          <a:xfrm>
            <a:off x="711200" y="863600"/>
            <a:ext cx="10541000" cy="4851399"/>
          </a:xfrm>
          <a:prstGeom prst="rec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90" name=""/>
        <p:cNvGrpSpPr/>
        <p:nvPr/>
      </p:nvGrpSpPr>
      <p:grpSpPr>
        <a:xfrm>
          <a:off x="0" y="0"/>
          <a:ext cx="0" cy="0"/>
          <a:chOff x="0" y="0"/>
          <a:chExt cx="0" cy="0"/>
        </a:xfrm>
      </p:grpSpPr>
      <p:sp>
        <p:nvSpPr>
          <p:cNvPr id="1048834" name="Espace réservé de la date 3"/>
          <p:cNvSpPr>
            <a:spLocks noGrp="1"/>
          </p:cNvSpPr>
          <p:nvPr>
            <p:ph type="dt" sz="half" idx="10"/>
          </p:nvPr>
        </p:nvSpPr>
        <p:spPr/>
        <p:txBody>
          <a:bodyPr/>
          <a:p>
            <a:fld id="{AF63D5A4-9645-46DC-A3D4-D6D5FC8DBE9A}" type="datetime1">
              <a:rPr lang="fr-MA" smtClean="0"/>
              <a:t>2/26/2026</a:t>
            </a:fld>
            <a:endParaRPr lang="fr-MA"/>
          </a:p>
        </p:txBody>
      </p:sp>
      <p:sp>
        <p:nvSpPr>
          <p:cNvPr id="1048835" name="Espace réservé du pied de page 4"/>
          <p:cNvSpPr>
            <a:spLocks noGrp="1"/>
          </p:cNvSpPr>
          <p:nvPr>
            <p:ph type="ftr" sz="quarter" idx="11"/>
          </p:nvPr>
        </p:nvSpPr>
        <p:spPr/>
        <p:txBody>
          <a:bodyPr/>
          <a:p>
            <a:r>
              <a:rPr lang="fr-MA"/>
              <a:t>Azagrouze</a:t>
            </a:r>
          </a:p>
        </p:txBody>
      </p:sp>
      <p:sp>
        <p:nvSpPr>
          <p:cNvPr id="1048836" name="Espace réservé du numéro de diapositive 5"/>
          <p:cNvSpPr>
            <a:spLocks noGrp="1"/>
          </p:cNvSpPr>
          <p:nvPr>
            <p:ph type="sldNum" sz="quarter" idx="12"/>
          </p:nvPr>
        </p:nvSpPr>
        <p:spPr/>
        <p:txBody>
          <a:bodyPr/>
          <a:p>
            <a:fld id="{FF4E3B11-ADB7-4E0C-98DE-03B52B014AC4}" type="slidenum">
              <a:rPr lang="fr-MA" smtClean="0"/>
              <a:t>38</a:t>
            </a:fld>
            <a:endParaRPr lang="fr-MA"/>
          </a:p>
        </p:txBody>
      </p:sp>
      <p:pic>
        <p:nvPicPr>
          <p:cNvPr id="2097189" name="Image 6"/>
          <p:cNvPicPr>
            <a:picLocks noChangeAspect="1"/>
          </p:cNvPicPr>
          <p:nvPr/>
        </p:nvPicPr>
        <p:blipFill>
          <a:blip xmlns:r="http://schemas.openxmlformats.org/officeDocument/2006/relationships" r:embed="rId1"/>
          <a:stretch>
            <a:fillRect/>
          </a:stretch>
        </p:blipFill>
        <p:spPr>
          <a:xfrm>
            <a:off x="838200" y="647700"/>
            <a:ext cx="10248900" cy="5118100"/>
          </a:xfrm>
          <a:prstGeom prst="rec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91" name=""/>
        <p:cNvGrpSpPr/>
        <p:nvPr/>
      </p:nvGrpSpPr>
      <p:grpSpPr>
        <a:xfrm>
          <a:off x="0" y="0"/>
          <a:ext cx="0" cy="0"/>
          <a:chOff x="0" y="0"/>
          <a:chExt cx="0" cy="0"/>
        </a:xfrm>
      </p:grpSpPr>
      <p:sp>
        <p:nvSpPr>
          <p:cNvPr id="1048837" name="Espace réservé de la date 3"/>
          <p:cNvSpPr>
            <a:spLocks noGrp="1"/>
          </p:cNvSpPr>
          <p:nvPr>
            <p:ph type="dt" sz="half" idx="10"/>
          </p:nvPr>
        </p:nvSpPr>
        <p:spPr/>
        <p:txBody>
          <a:bodyPr/>
          <a:p>
            <a:fld id="{AF63D5A4-9645-46DC-A3D4-D6D5FC8DBE9A}" type="datetime1">
              <a:rPr lang="fr-MA" smtClean="0"/>
              <a:t>2/26/2026</a:t>
            </a:fld>
            <a:endParaRPr lang="fr-MA"/>
          </a:p>
        </p:txBody>
      </p:sp>
      <p:sp>
        <p:nvSpPr>
          <p:cNvPr id="1048838" name="Espace réservé du pied de page 4"/>
          <p:cNvSpPr>
            <a:spLocks noGrp="1"/>
          </p:cNvSpPr>
          <p:nvPr>
            <p:ph type="ftr" sz="quarter" idx="11"/>
          </p:nvPr>
        </p:nvSpPr>
        <p:spPr/>
        <p:txBody>
          <a:bodyPr/>
          <a:p>
            <a:r>
              <a:rPr lang="fr-MA"/>
              <a:t>Azagrouze</a:t>
            </a:r>
          </a:p>
        </p:txBody>
      </p:sp>
      <p:sp>
        <p:nvSpPr>
          <p:cNvPr id="1048839" name="Espace réservé du numéro de diapositive 5"/>
          <p:cNvSpPr>
            <a:spLocks noGrp="1"/>
          </p:cNvSpPr>
          <p:nvPr>
            <p:ph type="sldNum" sz="quarter" idx="12"/>
          </p:nvPr>
        </p:nvSpPr>
        <p:spPr/>
        <p:txBody>
          <a:bodyPr/>
          <a:p>
            <a:fld id="{FF4E3B11-ADB7-4E0C-98DE-03B52B014AC4}" type="slidenum">
              <a:rPr lang="fr-MA" smtClean="0"/>
              <a:t>39</a:t>
            </a:fld>
            <a:endParaRPr lang="fr-MA"/>
          </a:p>
        </p:txBody>
      </p:sp>
      <p:pic>
        <p:nvPicPr>
          <p:cNvPr id="2097190" name="Image 6"/>
          <p:cNvPicPr>
            <a:picLocks noChangeAspect="1"/>
          </p:cNvPicPr>
          <p:nvPr/>
        </p:nvPicPr>
        <p:blipFill>
          <a:blip xmlns:r="http://schemas.openxmlformats.org/officeDocument/2006/relationships" r:embed="rId1"/>
          <a:stretch>
            <a:fillRect/>
          </a:stretch>
        </p:blipFill>
        <p:spPr>
          <a:xfrm>
            <a:off x="342900" y="685800"/>
            <a:ext cx="11226799" cy="5321300"/>
          </a:xfrm>
          <a:prstGeom prst="rec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92" name=""/>
        <p:cNvGrpSpPr/>
        <p:nvPr/>
      </p:nvGrpSpPr>
      <p:grpSpPr>
        <a:xfrm>
          <a:off x="0" y="0"/>
          <a:ext cx="0" cy="0"/>
          <a:chOff x="0" y="0"/>
          <a:chExt cx="0" cy="0"/>
        </a:xfrm>
      </p:grpSpPr>
      <p:sp>
        <p:nvSpPr>
          <p:cNvPr id="1048840" name="Espace réservé de la date 1050407"/>
          <p:cNvSpPr>
            <a:spLocks noGrp="1"/>
          </p:cNvSpPr>
          <p:nvPr>
            <p:ph type="dt" sz="half" idx="10"/>
          </p:nvPr>
        </p:nvSpPr>
        <p:spPr/>
        <p:txBody>
          <a:bodyPr/>
          <a:p>
            <a:fld id="{AF63D5A4-9645-46DC-A3D4-D6D5FC8DBE9A}" type="datetime1">
              <a:rPr lang="fr-MA" smtClean="0"/>
              <a:t>2/26/2026</a:t>
            </a:fld>
            <a:endParaRPr lang="fr-MA"/>
          </a:p>
        </p:txBody>
      </p:sp>
      <p:sp>
        <p:nvSpPr>
          <p:cNvPr id="1048841" name="Espace réservé du pied de page 1050408"/>
          <p:cNvSpPr>
            <a:spLocks noGrp="1"/>
          </p:cNvSpPr>
          <p:nvPr>
            <p:ph type="ftr" sz="quarter" idx="11"/>
          </p:nvPr>
        </p:nvSpPr>
        <p:spPr/>
        <p:txBody>
          <a:bodyPr/>
          <a:p>
            <a:r>
              <a:rPr lang="fr-MA"/>
              <a:t>Azagrouze</a:t>
            </a:r>
          </a:p>
        </p:txBody>
      </p:sp>
      <p:sp>
        <p:nvSpPr>
          <p:cNvPr id="1048842" name="Espace réservé du numéro de diapositive 1050409"/>
          <p:cNvSpPr>
            <a:spLocks noGrp="1"/>
          </p:cNvSpPr>
          <p:nvPr>
            <p:ph type="sldNum" sz="quarter" idx="12"/>
          </p:nvPr>
        </p:nvSpPr>
        <p:spPr/>
        <p:txBody>
          <a:bodyPr/>
          <a:p>
            <a:fld id="{FF4E3B11-ADB7-4E0C-98DE-03B52B014AC4}" type="slidenum">
              <a:rPr lang="fr-MA" smtClean="0"/>
              <a:t>40</a:t>
            </a:fld>
            <a:endParaRPr lang="fr-MA"/>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93" name=""/>
        <p:cNvGrpSpPr/>
        <p:nvPr/>
      </p:nvGrpSpPr>
      <p:grpSpPr>
        <a:xfrm>
          <a:off x="0" y="0"/>
          <a:ext cx="0" cy="0"/>
          <a:chOff x="0" y="0"/>
          <a:chExt cx="0" cy="0"/>
        </a:xfrm>
      </p:grpSpPr>
      <p:sp>
        <p:nvSpPr>
          <p:cNvPr id="1048843" name="Espace réservé de la date 3"/>
          <p:cNvSpPr>
            <a:spLocks noGrp="1"/>
          </p:cNvSpPr>
          <p:nvPr>
            <p:ph type="dt" sz="half" idx="10"/>
          </p:nvPr>
        </p:nvSpPr>
        <p:spPr/>
        <p:txBody>
          <a:bodyPr/>
          <a:p>
            <a:fld id="{AF63D5A4-9645-46DC-A3D4-D6D5FC8DBE9A}" type="datetime1">
              <a:rPr lang="fr-MA" smtClean="0"/>
              <a:t>2/26/2026</a:t>
            </a:fld>
            <a:endParaRPr lang="fr-MA"/>
          </a:p>
        </p:txBody>
      </p:sp>
      <p:sp>
        <p:nvSpPr>
          <p:cNvPr id="1048844" name="Espace réservé du pied de page 4"/>
          <p:cNvSpPr>
            <a:spLocks noGrp="1"/>
          </p:cNvSpPr>
          <p:nvPr>
            <p:ph type="ftr" sz="quarter" idx="11"/>
          </p:nvPr>
        </p:nvSpPr>
        <p:spPr/>
        <p:txBody>
          <a:bodyPr/>
          <a:p>
            <a:r>
              <a:rPr lang="fr-MA"/>
              <a:t>Azagrouze</a:t>
            </a:r>
          </a:p>
        </p:txBody>
      </p:sp>
      <p:sp>
        <p:nvSpPr>
          <p:cNvPr id="1048845" name="Espace réservé du numéro de diapositive 5"/>
          <p:cNvSpPr>
            <a:spLocks noGrp="1"/>
          </p:cNvSpPr>
          <p:nvPr>
            <p:ph type="sldNum" sz="quarter" idx="12"/>
          </p:nvPr>
        </p:nvSpPr>
        <p:spPr/>
        <p:txBody>
          <a:bodyPr/>
          <a:p>
            <a:fld id="{FF4E3B11-ADB7-4E0C-98DE-03B52B014AC4}" type="slidenum">
              <a:rPr lang="fr-MA" smtClean="0"/>
              <a:t>41</a:t>
            </a:fld>
            <a:endParaRPr lang="fr-MA"/>
          </a:p>
        </p:txBody>
      </p:sp>
      <p:pic>
        <p:nvPicPr>
          <p:cNvPr id="2097191" name="Image 6"/>
          <p:cNvPicPr>
            <a:picLocks noChangeAspect="1"/>
          </p:cNvPicPr>
          <p:nvPr/>
        </p:nvPicPr>
        <p:blipFill>
          <a:blip xmlns:r="http://schemas.openxmlformats.org/officeDocument/2006/relationships" r:embed="rId1"/>
          <a:stretch>
            <a:fillRect/>
          </a:stretch>
        </p:blipFill>
        <p:spPr>
          <a:xfrm>
            <a:off x="660400" y="723900"/>
            <a:ext cx="10921999" cy="5372100"/>
          </a:xfrm>
          <a:prstGeom prst="rec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94" name=""/>
        <p:cNvGrpSpPr/>
        <p:nvPr/>
      </p:nvGrpSpPr>
      <p:grpSpPr>
        <a:xfrm>
          <a:off x="0" y="0"/>
          <a:ext cx="0" cy="0"/>
          <a:chOff x="0" y="0"/>
          <a:chExt cx="0" cy="0"/>
        </a:xfrm>
      </p:grpSpPr>
      <p:sp>
        <p:nvSpPr>
          <p:cNvPr id="1048846" name="Espace réservé de la date 3"/>
          <p:cNvSpPr>
            <a:spLocks noGrp="1"/>
          </p:cNvSpPr>
          <p:nvPr>
            <p:ph type="dt" sz="half" idx="10"/>
          </p:nvPr>
        </p:nvSpPr>
        <p:spPr/>
        <p:txBody>
          <a:bodyPr/>
          <a:p>
            <a:fld id="{AF63D5A4-9645-46DC-A3D4-D6D5FC8DBE9A}" type="datetime1">
              <a:rPr lang="fr-MA" smtClean="0"/>
              <a:t>2/26/2026</a:t>
            </a:fld>
            <a:endParaRPr lang="fr-MA"/>
          </a:p>
        </p:txBody>
      </p:sp>
      <p:sp>
        <p:nvSpPr>
          <p:cNvPr id="1048847" name="Espace réservé du pied de page 4"/>
          <p:cNvSpPr>
            <a:spLocks noGrp="1"/>
          </p:cNvSpPr>
          <p:nvPr>
            <p:ph type="ftr" sz="quarter" idx="11"/>
          </p:nvPr>
        </p:nvSpPr>
        <p:spPr/>
        <p:txBody>
          <a:bodyPr/>
          <a:p>
            <a:r>
              <a:rPr lang="fr-MA"/>
              <a:t>Azagrouze</a:t>
            </a:r>
          </a:p>
        </p:txBody>
      </p:sp>
      <p:sp>
        <p:nvSpPr>
          <p:cNvPr id="1048848" name="Espace réservé du numéro de diapositive 5"/>
          <p:cNvSpPr>
            <a:spLocks noGrp="1"/>
          </p:cNvSpPr>
          <p:nvPr>
            <p:ph type="sldNum" sz="quarter" idx="12"/>
          </p:nvPr>
        </p:nvSpPr>
        <p:spPr/>
        <p:txBody>
          <a:bodyPr/>
          <a:p>
            <a:fld id="{FF4E3B11-ADB7-4E0C-98DE-03B52B014AC4}" type="slidenum">
              <a:rPr lang="fr-MA" smtClean="0"/>
              <a:t>42</a:t>
            </a:fld>
            <a:endParaRPr lang="fr-MA"/>
          </a:p>
        </p:txBody>
      </p:sp>
      <p:pic>
        <p:nvPicPr>
          <p:cNvPr id="2097192" name="Image 7"/>
          <p:cNvPicPr>
            <a:picLocks noChangeAspect="1"/>
          </p:cNvPicPr>
          <p:nvPr/>
        </p:nvPicPr>
        <p:blipFill>
          <a:blip xmlns:r="http://schemas.openxmlformats.org/officeDocument/2006/relationships" r:embed="rId1"/>
          <a:stretch>
            <a:fillRect/>
          </a:stretch>
        </p:blipFill>
        <p:spPr>
          <a:xfrm>
            <a:off x="1168400" y="647700"/>
            <a:ext cx="9715499" cy="4889500"/>
          </a:xfrm>
          <a:prstGeom prst="rect"/>
        </p:spPr>
      </p:pic>
      <p:pic>
        <p:nvPicPr>
          <p:cNvPr id="2097193" name="Image 8"/>
          <p:cNvPicPr>
            <a:picLocks noChangeAspect="1"/>
          </p:cNvPicPr>
          <p:nvPr/>
        </p:nvPicPr>
        <p:blipFill>
          <a:blip xmlns:r="http://schemas.openxmlformats.org/officeDocument/2006/relationships" r:embed="rId2"/>
          <a:stretch>
            <a:fillRect/>
          </a:stretch>
        </p:blipFill>
        <p:spPr>
          <a:xfrm>
            <a:off x="1168400" y="1371600"/>
            <a:ext cx="9715499" cy="4673600"/>
          </a:xfrm>
          <a:prstGeom prst="rect"/>
        </p:spPr>
      </p:pic>
    </p:spTree>
  </p:cSld>
  <p:clrMapOvr>
    <a:masterClrMapping/>
  </p:clrMapOvr>
</p:sld>
</file>

<file path=ppt/theme/theme1.xml><?xml version="1.0" encoding="utf-8"?>
<a:theme xmlns:a="http://schemas.openxmlformats.org/drawingml/2006/main" name="Thème Office">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Thème Office">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Microsoft Office PowerPoint</Application>
  <ScaleCrop>0</ScaleCrop>
  <Company>Hewlett-Packard</Company>
  <LinksUpToDate>0</LinksUpToDate>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Structure électronique des molécules</dc:title>
  <dc:creator>Ossama Azagrouze</dc:creator>
  <cp:lastModifiedBy>Ossama Azagrouze</cp:lastModifiedBy>
  <dcterms:created xsi:type="dcterms:W3CDTF">2015-11-19T13:31:21Z</dcterms:created>
  <dcterms:modified xsi:type="dcterms:W3CDTF">2026-02-26T16:25:33Z</dcterms:modified>
</cp:coreProperties>
</file>