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ppt/ink/ink447.xml" ContentType="application/inkml+xml"/>
  <Override PartName="/ppt/ink/ink448.xml" ContentType="application/inkml+xml"/>
  <Override PartName="/ppt/ink/ink449.xml" ContentType="application/inkml+xml"/>
  <Override PartName="/ppt/ink/ink450.xml" ContentType="application/inkml+xml"/>
  <Override PartName="/ppt/ink/ink451.xml" ContentType="application/inkml+xml"/>
  <Override PartName="/ppt/ink/ink452.xml" ContentType="application/inkml+xml"/>
  <Override PartName="/ppt/ink/ink453.xml" ContentType="application/inkml+xml"/>
  <Override PartName="/ppt/ink/ink454.xml" ContentType="application/inkml+xml"/>
  <Override PartName="/ppt/ink/ink455.xml" ContentType="application/inkml+xml"/>
  <Override PartName="/ppt/ink/ink456.xml" ContentType="application/inkml+xml"/>
  <Override PartName="/ppt/ink/ink457.xml" ContentType="application/inkml+xml"/>
  <Override PartName="/ppt/ink/ink458.xml" ContentType="application/inkml+xml"/>
  <Override PartName="/ppt/ink/ink459.xml" ContentType="application/inkml+xml"/>
  <Override PartName="/ppt/ink/ink460.xml" ContentType="application/inkml+xml"/>
  <Override PartName="/ppt/ink/ink461.xml" ContentType="application/inkml+xml"/>
  <Override PartName="/ppt/ink/ink462.xml" ContentType="application/inkml+xml"/>
  <Override PartName="/ppt/ink/ink463.xml" ContentType="application/inkml+xml"/>
  <Override PartName="/ppt/ink/ink464.xml" ContentType="application/inkml+xml"/>
  <Override PartName="/ppt/ink/ink465.xml" ContentType="application/inkml+xml"/>
  <Override PartName="/ppt/ink/ink466.xml" ContentType="application/inkml+xml"/>
  <Override PartName="/ppt/ink/ink467.xml" ContentType="application/inkml+xml"/>
  <Override PartName="/ppt/ink/ink468.xml" ContentType="application/inkml+xml"/>
  <Override PartName="/ppt/ink/ink469.xml" ContentType="application/inkml+xml"/>
  <Override PartName="/ppt/ink/ink470.xml" ContentType="application/inkml+xml"/>
  <Override PartName="/ppt/ink/ink471.xml" ContentType="application/inkml+xml"/>
  <Override PartName="/ppt/ink/ink472.xml" ContentType="application/inkml+xml"/>
  <Override PartName="/ppt/ink/ink473.xml" ContentType="application/inkml+xml"/>
  <Override PartName="/ppt/ink/ink474.xml" ContentType="application/inkml+xml"/>
  <Override PartName="/ppt/ink/ink475.xml" ContentType="application/inkml+xml"/>
  <Override PartName="/ppt/ink/ink476.xml" ContentType="application/inkml+xml"/>
  <Override PartName="/ppt/ink/ink477.xml" ContentType="application/inkml+xml"/>
  <Override PartName="/ppt/ink/ink478.xml" ContentType="application/inkml+xml"/>
  <Override PartName="/ppt/ink/ink479.xml" ContentType="application/inkml+xml"/>
  <Override PartName="/ppt/ink/ink480.xml" ContentType="application/inkml+xml"/>
  <Override PartName="/ppt/ink/ink481.xml" ContentType="application/inkml+xml"/>
  <Override PartName="/ppt/ink/ink482.xml" ContentType="application/inkml+xml"/>
  <Override PartName="/ppt/ink/ink483.xml" ContentType="application/inkml+xml"/>
  <Override PartName="/ppt/ink/ink484.xml" ContentType="application/inkml+xml"/>
  <Override PartName="/ppt/ink/ink485.xml" ContentType="application/inkml+xml"/>
  <Override PartName="/ppt/ink/ink486.xml" ContentType="application/inkml+xml"/>
  <Override PartName="/ppt/ink/ink487.xml" ContentType="application/inkml+xml"/>
  <Override PartName="/ppt/ink/ink488.xml" ContentType="application/inkml+xml"/>
  <Override PartName="/ppt/ink/ink489.xml" ContentType="application/inkml+xml"/>
  <Override PartName="/ppt/ink/ink490.xml" ContentType="application/inkml+xml"/>
  <Override PartName="/ppt/ink/ink491.xml" ContentType="application/inkml+xml"/>
  <Override PartName="/ppt/ink/ink492.xml" ContentType="application/inkml+xml"/>
  <Override PartName="/ppt/ink/ink493.xml" ContentType="application/inkml+xml"/>
  <Override PartName="/ppt/ink/ink494.xml" ContentType="application/inkml+xml"/>
  <Override PartName="/ppt/ink/ink495.xml" ContentType="application/inkml+xml"/>
  <Override PartName="/ppt/ink/ink496.xml" ContentType="application/inkml+xml"/>
  <Override PartName="/ppt/ink/ink497.xml" ContentType="application/inkml+xml"/>
  <Override PartName="/ppt/ink/ink498.xml" ContentType="application/inkml+xml"/>
  <Override PartName="/ppt/ink/ink499.xml" ContentType="application/inkml+xml"/>
  <Override PartName="/ppt/ink/ink500.xml" ContentType="application/inkml+xml"/>
  <Override PartName="/ppt/ink/ink501.xml" ContentType="application/inkml+xml"/>
  <Override PartName="/ppt/ink/ink502.xml" ContentType="application/inkml+xml"/>
  <Override PartName="/ppt/ink/ink503.xml" ContentType="application/inkml+xml"/>
  <Override PartName="/ppt/ink/ink504.xml" ContentType="application/inkml+xml"/>
  <Override PartName="/ppt/ink/ink505.xml" ContentType="application/inkml+xml"/>
  <Override PartName="/ppt/ink/ink506.xml" ContentType="application/inkml+xml"/>
  <Override PartName="/ppt/ink/ink507.xml" ContentType="application/inkml+xml"/>
  <Override PartName="/ppt/ink/ink508.xml" ContentType="application/inkml+xml"/>
  <Override PartName="/ppt/ink/ink509.xml" ContentType="application/inkml+xml"/>
  <Override PartName="/ppt/ink/ink510.xml" ContentType="application/inkml+xml"/>
  <Override PartName="/ppt/ink/ink511.xml" ContentType="application/inkml+xml"/>
  <Override PartName="/ppt/ink/ink512.xml" ContentType="application/inkml+xml"/>
  <Override PartName="/ppt/ink/ink513.xml" ContentType="application/inkml+xml"/>
  <Override PartName="/ppt/ink/ink514.xml" ContentType="application/inkml+xml"/>
  <Override PartName="/ppt/ink/ink515.xml" ContentType="application/inkml+xml"/>
  <Override PartName="/ppt/ink/ink516.xml" ContentType="application/inkml+xml"/>
  <Override PartName="/ppt/ink/ink517.xml" ContentType="application/inkml+xml"/>
  <Override PartName="/ppt/ink/ink518.xml" ContentType="application/inkml+xml"/>
  <Override PartName="/ppt/ink/ink519.xml" ContentType="application/inkml+xml"/>
  <Override PartName="/ppt/ink/ink520.xml" ContentType="application/inkml+xml"/>
  <Override PartName="/ppt/ink/ink521.xml" ContentType="application/inkml+xml"/>
  <Override PartName="/ppt/ink/ink522.xml" ContentType="application/inkml+xml"/>
  <Override PartName="/ppt/ink/ink523.xml" ContentType="application/inkml+xml"/>
  <Override PartName="/ppt/ink/ink524.xml" ContentType="application/inkml+xml"/>
  <Override PartName="/ppt/ink/ink525.xml" ContentType="application/inkml+xml"/>
  <Override PartName="/ppt/ink/ink526.xml" ContentType="application/inkml+xml"/>
  <Override PartName="/ppt/ink/ink527.xml" ContentType="application/inkml+xml"/>
  <Override PartName="/ppt/ink/ink528.xml" ContentType="application/inkml+xml"/>
  <Override PartName="/ppt/ink/ink529.xml" ContentType="application/inkml+xml"/>
  <Override PartName="/ppt/ink/ink530.xml" ContentType="application/inkml+xml"/>
  <Override PartName="/ppt/ink/ink531.xml" ContentType="application/inkml+xml"/>
  <Override PartName="/ppt/ink/ink532.xml" ContentType="application/inkml+xml"/>
  <Override PartName="/ppt/ink/ink533.xml" ContentType="application/inkml+xml"/>
  <Override PartName="/ppt/ink/ink534.xml" ContentType="application/inkml+xml"/>
  <Override PartName="/ppt/ink/ink535.xml" ContentType="application/inkml+xml"/>
  <Override PartName="/ppt/ink/ink536.xml" ContentType="application/inkml+xml"/>
  <Override PartName="/ppt/ink/ink537.xml" ContentType="application/inkml+xml"/>
  <Override PartName="/ppt/ink/ink538.xml" ContentType="application/inkml+xml"/>
  <Override PartName="/ppt/ink/ink539.xml" ContentType="application/inkml+xml"/>
  <Override PartName="/ppt/ink/ink540.xml" ContentType="application/inkml+xml"/>
  <Override PartName="/ppt/ink/ink541.xml" ContentType="application/inkml+xml"/>
  <Override PartName="/ppt/ink/ink542.xml" ContentType="application/inkml+xml"/>
  <Override PartName="/ppt/ink/ink543.xml" ContentType="application/inkml+xml"/>
  <Override PartName="/ppt/ink/ink544.xml" ContentType="application/inkml+xml"/>
  <Override PartName="/ppt/ink/ink545.xml" ContentType="application/inkml+xml"/>
  <Override PartName="/ppt/ink/ink546.xml" ContentType="application/inkml+xml"/>
  <Override PartName="/ppt/ink/ink547.xml" ContentType="application/inkml+xml"/>
  <Override PartName="/ppt/ink/ink548.xml" ContentType="application/inkml+xml"/>
  <Override PartName="/ppt/ink/ink549.xml" ContentType="application/inkml+xml"/>
  <Override PartName="/ppt/ink/ink550.xml" ContentType="application/inkml+xml"/>
  <Override PartName="/ppt/ink/ink551.xml" ContentType="application/inkml+xml"/>
  <Override PartName="/ppt/ink/ink552.xml" ContentType="application/inkml+xml"/>
  <Override PartName="/ppt/ink/ink553.xml" ContentType="application/inkml+xml"/>
  <Override PartName="/ppt/ink/ink554.xml" ContentType="application/inkml+xml"/>
  <Override PartName="/ppt/ink/ink555.xml" ContentType="application/inkml+xml"/>
  <Override PartName="/ppt/ink/ink556.xml" ContentType="application/inkml+xml"/>
  <Override PartName="/ppt/ink/ink557.xml" ContentType="application/inkml+xml"/>
  <Override PartName="/ppt/ink/ink558.xml" ContentType="application/inkml+xml"/>
  <Override PartName="/ppt/ink/ink559.xml" ContentType="application/inkml+xml"/>
  <Override PartName="/ppt/ink/ink560.xml" ContentType="application/inkml+xml"/>
  <Override PartName="/ppt/ink/ink561.xml" ContentType="application/inkml+xml"/>
  <Override PartName="/ppt/ink/ink562.xml" ContentType="application/inkml+xml"/>
  <Override PartName="/ppt/ink/ink563.xml" ContentType="application/inkml+xml"/>
  <Override PartName="/ppt/ink/ink564.xml" ContentType="application/inkml+xml"/>
  <Override PartName="/ppt/ink/ink565.xml" ContentType="application/inkml+xml"/>
  <Override PartName="/ppt/ink/ink566.xml" ContentType="application/inkml+xml"/>
  <Override PartName="/ppt/ink/ink567.xml" ContentType="application/inkml+xml"/>
  <Override PartName="/ppt/ink/ink568.xml" ContentType="application/inkml+xml"/>
  <Override PartName="/ppt/ink/ink569.xml" ContentType="application/inkml+xml"/>
  <Override PartName="/ppt/ink/ink570.xml" ContentType="application/inkml+xml"/>
  <Override PartName="/ppt/ink/ink571.xml" ContentType="application/inkml+xml"/>
  <Override PartName="/ppt/ink/ink572.xml" ContentType="application/inkml+xml"/>
  <Override PartName="/ppt/ink/ink573.xml" ContentType="application/inkml+xml"/>
  <Override PartName="/ppt/ink/ink574.xml" ContentType="application/inkml+xml"/>
  <Override PartName="/ppt/ink/ink575.xml" ContentType="application/inkml+xml"/>
  <Override PartName="/ppt/ink/ink576.xml" ContentType="application/inkml+xml"/>
  <Override PartName="/ppt/ink/ink577.xml" ContentType="application/inkml+xml"/>
  <Override PartName="/ppt/ink/ink578.xml" ContentType="application/inkml+xml"/>
  <Override PartName="/ppt/ink/ink579.xml" ContentType="application/inkml+xml"/>
  <Override PartName="/ppt/ink/ink580.xml" ContentType="application/inkml+xml"/>
  <Override PartName="/ppt/ink/ink581.xml" ContentType="application/inkml+xml"/>
  <Override PartName="/ppt/ink/ink582.xml" ContentType="application/inkml+xml"/>
  <Override PartName="/ppt/ink/ink583.xml" ContentType="application/inkml+xml"/>
  <Override PartName="/ppt/ink/ink584.xml" ContentType="application/inkml+xml"/>
  <Override PartName="/ppt/ink/ink585.xml" ContentType="application/inkml+xml"/>
  <Override PartName="/ppt/ink/ink586.xml" ContentType="application/inkml+xml"/>
  <Override PartName="/ppt/ink/ink587.xml" ContentType="application/inkml+xml"/>
  <Override PartName="/ppt/ink/ink588.xml" ContentType="application/inkml+xml"/>
  <Override PartName="/ppt/ink/ink589.xml" ContentType="application/inkml+xml"/>
  <Override PartName="/ppt/ink/ink590.xml" ContentType="application/inkml+xml"/>
  <Override PartName="/ppt/ink/ink591.xml" ContentType="application/inkml+xml"/>
  <Override PartName="/ppt/ink/ink592.xml" ContentType="application/inkml+xml"/>
  <Override PartName="/ppt/ink/ink593.xml" ContentType="application/inkml+xml"/>
  <Override PartName="/ppt/ink/ink594.xml" ContentType="application/inkml+xml"/>
  <Override PartName="/ppt/ink/ink595.xml" ContentType="application/inkml+xml"/>
  <Override PartName="/ppt/ink/ink596.xml" ContentType="application/inkml+xml"/>
  <Override PartName="/ppt/ink/ink597.xml" ContentType="application/inkml+xml"/>
  <Override PartName="/ppt/ink/ink598.xml" ContentType="application/inkml+xml"/>
  <Override PartName="/ppt/ink/ink599.xml" ContentType="application/inkml+xml"/>
  <Override PartName="/ppt/ink/ink600.xml" ContentType="application/inkml+xml"/>
  <Override PartName="/ppt/ink/ink601.xml" ContentType="application/inkml+xml"/>
  <Override PartName="/ppt/ink/ink602.xml" ContentType="application/inkml+xml"/>
  <Override PartName="/ppt/ink/ink603.xml" ContentType="application/inkml+xml"/>
  <Override PartName="/ppt/ink/ink604.xml" ContentType="application/inkml+xml"/>
  <Override PartName="/ppt/ink/ink605.xml" ContentType="application/inkml+xml"/>
  <Override PartName="/ppt/ink/ink606.xml" ContentType="application/inkml+xml"/>
  <Override PartName="/ppt/ink/ink607.xml" ContentType="application/inkml+xml"/>
  <Override PartName="/ppt/ink/ink608.xml" ContentType="application/inkml+xml"/>
  <Override PartName="/ppt/ink/ink609.xml" ContentType="application/inkml+xml"/>
  <Override PartName="/ppt/ink/ink610.xml" ContentType="application/inkml+xml"/>
  <Override PartName="/ppt/ink/ink611.xml" ContentType="application/inkml+xml"/>
  <Override PartName="/ppt/ink/ink612.xml" ContentType="application/inkml+xml"/>
  <Override PartName="/ppt/ink/ink613.xml" ContentType="application/inkml+xml"/>
  <Override PartName="/ppt/ink/ink614.xml" ContentType="application/inkml+xml"/>
  <Override PartName="/ppt/ink/ink615.xml" ContentType="application/inkml+xml"/>
  <Override PartName="/ppt/ink/ink616.xml" ContentType="application/inkml+xml"/>
  <Override PartName="/ppt/ink/ink617.xml" ContentType="application/inkml+xml"/>
  <Override PartName="/ppt/ink/ink618.xml" ContentType="application/inkml+xml"/>
  <Override PartName="/ppt/ink/ink619.xml" ContentType="application/inkml+xml"/>
  <Override PartName="/ppt/ink/ink620.xml" ContentType="application/inkml+xml"/>
  <Override PartName="/ppt/ink/ink621.xml" ContentType="application/inkml+xml"/>
  <Override PartName="/ppt/ink/ink622.xml" ContentType="application/inkml+xml"/>
  <Override PartName="/ppt/ink/ink623.xml" ContentType="application/inkml+xml"/>
  <Override PartName="/ppt/ink/ink624.xml" ContentType="application/inkml+xml"/>
  <Override PartName="/ppt/ink/ink625.xml" ContentType="application/inkml+xml"/>
  <Override PartName="/ppt/ink/ink626.xml" ContentType="application/inkml+xml"/>
  <Override PartName="/ppt/ink/ink627.xml" ContentType="application/inkml+xml"/>
  <Override PartName="/ppt/ink/ink628.xml" ContentType="application/inkml+xml"/>
  <Override PartName="/ppt/ink/ink629.xml" ContentType="application/inkml+xml"/>
  <Override PartName="/ppt/ink/ink630.xml" ContentType="application/inkml+xml"/>
  <Override PartName="/ppt/ink/ink631.xml" ContentType="application/inkml+xml"/>
  <Override PartName="/ppt/ink/ink632.xml" ContentType="application/inkml+xml"/>
  <Override PartName="/ppt/ink/ink633.xml" ContentType="application/inkml+xml"/>
  <Override PartName="/ppt/ink/ink634.xml" ContentType="application/inkml+xml"/>
  <Override PartName="/ppt/ink/ink635.xml" ContentType="application/inkml+xml"/>
  <Override PartName="/ppt/ink/ink636.xml" ContentType="application/inkml+xml"/>
  <Override PartName="/ppt/ink/ink637.xml" ContentType="application/inkml+xml"/>
  <Override PartName="/ppt/ink/ink638.xml" ContentType="application/inkml+xml"/>
  <Override PartName="/ppt/ink/ink639.xml" ContentType="application/inkml+xml"/>
  <Override PartName="/ppt/ink/ink640.xml" ContentType="application/inkml+xml"/>
  <Override PartName="/ppt/ink/ink641.xml" ContentType="application/inkml+xml"/>
  <Override PartName="/ppt/ink/ink642.xml" ContentType="application/inkml+xml"/>
  <Override PartName="/ppt/ink/ink643.xml" ContentType="application/inkml+xml"/>
  <Override PartName="/ppt/ink/ink644.xml" ContentType="application/inkml+xml"/>
  <Override PartName="/ppt/ink/ink645.xml" ContentType="application/inkml+xml"/>
  <Override PartName="/ppt/ink/ink646.xml" ContentType="application/inkml+xml"/>
  <Override PartName="/ppt/ink/ink647.xml" ContentType="application/inkml+xml"/>
  <Override PartName="/ppt/ink/ink648.xml" ContentType="application/inkml+xml"/>
  <Override PartName="/ppt/ink/ink649.xml" ContentType="application/inkml+xml"/>
  <Override PartName="/ppt/ink/ink650.xml" ContentType="application/inkml+xml"/>
  <Override PartName="/ppt/ink/ink651.xml" ContentType="application/inkml+xml"/>
  <Override PartName="/ppt/ink/ink652.xml" ContentType="application/inkml+xml"/>
  <Override PartName="/ppt/ink/ink653.xml" ContentType="application/inkml+xml"/>
  <Override PartName="/ppt/ink/ink654.xml" ContentType="application/inkml+xml"/>
  <Override PartName="/ppt/ink/ink655.xml" ContentType="application/inkml+xml"/>
  <Override PartName="/ppt/ink/ink656.xml" ContentType="application/inkml+xml"/>
  <Override PartName="/ppt/ink/ink657.xml" ContentType="application/inkml+xml"/>
  <Override PartName="/ppt/ink/ink658.xml" ContentType="application/inkml+xml"/>
  <Override PartName="/ppt/ink/ink659.xml" ContentType="application/inkml+xml"/>
  <Override PartName="/ppt/ink/ink660.xml" ContentType="application/inkml+xml"/>
  <Override PartName="/ppt/ink/ink661.xml" ContentType="application/inkml+xml"/>
  <Override PartName="/ppt/ink/ink662.xml" ContentType="application/inkml+xml"/>
  <Override PartName="/ppt/ink/ink663.xml" ContentType="application/inkml+xml"/>
  <Override PartName="/ppt/ink/ink664.xml" ContentType="application/inkml+xml"/>
  <Override PartName="/ppt/ink/ink665.xml" ContentType="application/inkml+xml"/>
  <Override PartName="/ppt/ink/ink666.xml" ContentType="application/inkml+xml"/>
  <Override PartName="/ppt/ink/ink667.xml" ContentType="application/inkml+xml"/>
  <Override PartName="/ppt/ink/ink668.xml" ContentType="application/inkml+xml"/>
  <Override PartName="/ppt/ink/ink669.xml" ContentType="application/inkml+xml"/>
  <Override PartName="/ppt/ink/ink670.xml" ContentType="application/inkml+xml"/>
  <Override PartName="/ppt/ink/ink671.xml" ContentType="application/inkml+xml"/>
  <Override PartName="/ppt/ink/ink672.xml" ContentType="application/inkml+xml"/>
  <Override PartName="/ppt/ink/ink673.xml" ContentType="application/inkml+xml"/>
  <Override PartName="/ppt/ink/ink674.xml" ContentType="application/inkml+xml"/>
  <Override PartName="/ppt/ink/ink675.xml" ContentType="application/inkml+xml"/>
  <Override PartName="/ppt/ink/ink676.xml" ContentType="application/inkml+xml"/>
  <Override PartName="/ppt/ink/ink677.xml" ContentType="application/inkml+xml"/>
  <Override PartName="/ppt/ink/ink678.xml" ContentType="application/inkml+xml"/>
  <Override PartName="/ppt/ink/ink679.xml" ContentType="application/inkml+xml"/>
  <Override PartName="/ppt/ink/ink680.xml" ContentType="application/inkml+xml"/>
  <Override PartName="/ppt/ink/ink681.xml" ContentType="application/inkml+xml"/>
  <Override PartName="/ppt/ink/ink682.xml" ContentType="application/inkml+xml"/>
  <Override PartName="/ppt/ink/ink683.xml" ContentType="application/inkml+xml"/>
  <Override PartName="/ppt/ink/ink684.xml" ContentType="application/inkml+xml"/>
  <Override PartName="/ppt/ink/ink685.xml" ContentType="application/inkml+xml"/>
  <Override PartName="/ppt/ink/ink686.xml" ContentType="application/inkml+xml"/>
  <Override PartName="/ppt/ink/ink687.xml" ContentType="application/inkml+xml"/>
  <Override PartName="/ppt/ink/ink688.xml" ContentType="application/inkml+xml"/>
  <Override PartName="/ppt/ink/ink689.xml" ContentType="application/inkml+xml"/>
  <Override PartName="/ppt/ink/ink690.xml" ContentType="application/inkml+xml"/>
  <Override PartName="/ppt/ink/ink691.xml" ContentType="application/inkml+xml"/>
  <Override PartName="/ppt/ink/ink692.xml" ContentType="application/inkml+xml"/>
  <Override PartName="/ppt/ink/ink693.xml" ContentType="application/inkml+xml"/>
  <Override PartName="/ppt/ink/ink694.xml" ContentType="application/inkml+xml"/>
  <Override PartName="/ppt/ink/ink695.xml" ContentType="application/inkml+xml"/>
  <Override PartName="/ppt/ink/ink696.xml" ContentType="application/inkml+xml"/>
  <Override PartName="/ppt/ink/ink697.xml" ContentType="application/inkml+xml"/>
  <Override PartName="/ppt/ink/ink698.xml" ContentType="application/inkml+xml"/>
  <Override PartName="/ppt/ink/ink699.xml" ContentType="application/inkml+xml"/>
  <Override PartName="/ppt/ink/ink700.xml" ContentType="application/inkml+xml"/>
  <Override PartName="/ppt/ink/ink701.xml" ContentType="application/inkml+xml"/>
  <Override PartName="/ppt/ink/ink702.xml" ContentType="application/inkml+xml"/>
  <Override PartName="/ppt/ink/ink703.xml" ContentType="application/inkml+xml"/>
  <Override PartName="/ppt/ink/ink704.xml" ContentType="application/inkml+xml"/>
  <Override PartName="/ppt/ink/ink705.xml" ContentType="application/inkml+xml"/>
  <Override PartName="/ppt/ink/ink706.xml" ContentType="application/inkml+xml"/>
  <Override PartName="/ppt/ink/ink707.xml" ContentType="application/inkml+xml"/>
  <Override PartName="/ppt/ink/ink708.xml" ContentType="application/inkml+xml"/>
  <Override PartName="/ppt/ink/ink709.xml" ContentType="application/inkml+xml"/>
  <Override PartName="/ppt/ink/ink710.xml" ContentType="application/inkml+xml"/>
  <Override PartName="/ppt/ink/ink711.xml" ContentType="application/inkml+xml"/>
  <Override PartName="/ppt/ink/ink712.xml" ContentType="application/inkml+xml"/>
  <Override PartName="/ppt/ink/ink713.xml" ContentType="application/inkml+xml"/>
  <Override PartName="/ppt/ink/ink714.xml" ContentType="application/inkml+xml"/>
  <Override PartName="/ppt/ink/ink715.xml" ContentType="application/inkml+xml"/>
  <Override PartName="/ppt/ink/ink716.xml" ContentType="application/inkml+xml"/>
  <Override PartName="/ppt/ink/ink717.xml" ContentType="application/inkml+xml"/>
  <Override PartName="/ppt/ink/ink718.xml" ContentType="application/inkml+xml"/>
  <Override PartName="/ppt/ink/ink719.xml" ContentType="application/inkml+xml"/>
  <Override PartName="/ppt/ink/ink720.xml" ContentType="application/inkml+xml"/>
  <Override PartName="/ppt/ink/ink721.xml" ContentType="application/inkml+xml"/>
  <Override PartName="/ppt/ink/ink722.xml" ContentType="application/inkml+xml"/>
  <Override PartName="/ppt/ink/ink723.xml" ContentType="application/inkml+xml"/>
  <Override PartName="/ppt/ink/ink724.xml" ContentType="application/inkml+xml"/>
  <Override PartName="/ppt/ink/ink725.xml" ContentType="application/inkml+xml"/>
  <Override PartName="/ppt/ink/ink726.xml" ContentType="application/inkml+xml"/>
  <Override PartName="/ppt/ink/ink727.xml" ContentType="application/inkml+xml"/>
  <Override PartName="/ppt/ink/ink728.xml" ContentType="application/inkml+xml"/>
  <Override PartName="/ppt/ink/ink729.xml" ContentType="application/inkml+xml"/>
  <Override PartName="/ppt/ink/ink730.xml" ContentType="application/inkml+xml"/>
  <Override PartName="/ppt/ink/ink731.xml" ContentType="application/inkml+xml"/>
  <Override PartName="/ppt/ink/ink732.xml" ContentType="application/inkml+xml"/>
  <Override PartName="/ppt/ink/ink733.xml" ContentType="application/inkml+xml"/>
  <Override PartName="/ppt/ink/ink734.xml" ContentType="application/inkml+xml"/>
  <Override PartName="/ppt/ink/ink735.xml" ContentType="application/inkml+xml"/>
  <Override PartName="/ppt/ink/ink736.xml" ContentType="application/inkml+xml"/>
  <Override PartName="/ppt/ink/ink737.xml" ContentType="application/inkml+xml"/>
  <Override PartName="/ppt/ink/ink738.xml" ContentType="application/inkml+xml"/>
  <Override PartName="/ppt/ink/ink739.xml" ContentType="application/inkml+xml"/>
  <Override PartName="/ppt/ink/ink740.xml" ContentType="application/inkml+xml"/>
  <Override PartName="/ppt/ink/ink741.xml" ContentType="application/inkml+xml"/>
  <Override PartName="/ppt/ink/ink742.xml" ContentType="application/inkml+xml"/>
  <Override PartName="/ppt/ink/ink743.xml" ContentType="application/inkml+xml"/>
  <Override PartName="/ppt/ink/ink744.xml" ContentType="application/inkml+xml"/>
  <Override PartName="/ppt/ink/ink745.xml" ContentType="application/inkml+xml"/>
  <Override PartName="/ppt/ink/ink746.xml" ContentType="application/inkml+xml"/>
  <Override PartName="/ppt/ink/ink747.xml" ContentType="application/inkml+xml"/>
  <Override PartName="/ppt/ink/ink748.xml" ContentType="application/inkml+xml"/>
  <Override PartName="/ppt/ink/ink749.xml" ContentType="application/inkml+xml"/>
  <Override PartName="/ppt/ink/ink750.xml" ContentType="application/inkml+xml"/>
  <Override PartName="/ppt/ink/ink751.xml" ContentType="application/inkml+xml"/>
  <Override PartName="/ppt/ink/ink752.xml" ContentType="application/inkml+xml"/>
  <Override PartName="/ppt/ink/ink753.xml" ContentType="application/inkml+xml"/>
  <Override PartName="/ppt/ink/ink754.xml" ContentType="application/inkml+xml"/>
  <Override PartName="/ppt/ink/ink755.xml" ContentType="application/inkml+xml"/>
  <Override PartName="/ppt/ink/ink756.xml" ContentType="application/inkml+xml"/>
  <Override PartName="/ppt/ink/ink757.xml" ContentType="application/inkml+xml"/>
  <Override PartName="/ppt/ink/ink758.xml" ContentType="application/inkml+xml"/>
  <Override PartName="/ppt/ink/ink759.xml" ContentType="application/inkml+xml"/>
  <Override PartName="/ppt/ink/ink760.xml" ContentType="application/inkml+xml"/>
  <Override PartName="/ppt/ink/ink761.xml" ContentType="application/inkml+xml"/>
  <Override PartName="/ppt/ink/ink762.xml" ContentType="application/inkml+xml"/>
  <Override PartName="/ppt/ink/ink763.xml" ContentType="application/inkml+xml"/>
  <Override PartName="/ppt/ink/ink764.xml" ContentType="application/inkml+xml"/>
  <Override PartName="/ppt/ink/ink765.xml" ContentType="application/inkml+xml"/>
  <Override PartName="/ppt/ink/ink766.xml" ContentType="application/inkml+xml"/>
  <Override PartName="/ppt/ink/ink767.xml" ContentType="application/inkml+xml"/>
  <Override PartName="/ppt/ink/ink768.xml" ContentType="application/inkml+xml"/>
  <Override PartName="/ppt/ink/ink769.xml" ContentType="application/inkml+xml"/>
  <Override PartName="/ppt/ink/ink770.xml" ContentType="application/inkml+xml"/>
  <Override PartName="/ppt/ink/ink771.xml" ContentType="application/inkml+xml"/>
  <Override PartName="/ppt/ink/ink772.xml" ContentType="application/inkml+xml"/>
  <Override PartName="/ppt/ink/ink773.xml" ContentType="application/inkml+xml"/>
  <Override PartName="/ppt/ink/ink774.xml" ContentType="application/inkml+xml"/>
  <Override PartName="/ppt/ink/ink775.xml" ContentType="application/inkml+xml"/>
  <Override PartName="/ppt/ink/ink776.xml" ContentType="application/inkml+xml"/>
  <Override PartName="/ppt/ink/ink777.xml" ContentType="application/inkml+xml"/>
  <Override PartName="/ppt/ink/ink778.xml" ContentType="application/inkml+xml"/>
  <Override PartName="/ppt/ink/ink779.xml" ContentType="application/inkml+xml"/>
  <Override PartName="/ppt/ink/ink780.xml" ContentType="application/inkml+xml"/>
  <Override PartName="/ppt/ink/ink781.xml" ContentType="application/inkml+xml"/>
  <Override PartName="/ppt/ink/ink782.xml" ContentType="application/inkml+xml"/>
  <Override PartName="/ppt/ink/ink783.xml" ContentType="application/inkml+xml"/>
  <Override PartName="/ppt/ink/ink784.xml" ContentType="application/inkml+xml"/>
  <Override PartName="/ppt/ink/ink785.xml" ContentType="application/inkml+xml"/>
  <Override PartName="/ppt/ink/ink786.xml" ContentType="application/inkml+xml"/>
  <Override PartName="/ppt/ink/ink787.xml" ContentType="application/inkml+xml"/>
  <Override PartName="/ppt/ink/ink788.xml" ContentType="application/inkml+xml"/>
  <Override PartName="/ppt/ink/ink789.xml" ContentType="application/inkml+xml"/>
  <Override PartName="/ppt/ink/ink790.xml" ContentType="application/inkml+xml"/>
  <Override PartName="/ppt/ink/ink791.xml" ContentType="application/inkml+xml"/>
  <Override PartName="/ppt/ink/ink792.xml" ContentType="application/inkml+xml"/>
  <Override PartName="/ppt/ink/ink793.xml" ContentType="application/inkml+xml"/>
  <Override PartName="/ppt/ink/ink794.xml" ContentType="application/inkml+xml"/>
  <Override PartName="/ppt/ink/ink795.xml" ContentType="application/inkml+xml"/>
  <Override PartName="/ppt/ink/ink796.xml" ContentType="application/inkml+xml"/>
  <Override PartName="/ppt/ink/ink797.xml" ContentType="application/inkml+xml"/>
  <Override PartName="/ppt/ink/ink798.xml" ContentType="application/inkml+xml"/>
  <Override PartName="/ppt/ink/ink799.xml" ContentType="application/inkml+xml"/>
  <Override PartName="/ppt/ink/ink800.xml" ContentType="application/inkml+xml"/>
  <Override PartName="/ppt/ink/ink801.xml" ContentType="application/inkml+xml"/>
  <Override PartName="/ppt/ink/ink802.xml" ContentType="application/inkml+xml"/>
  <Override PartName="/ppt/ink/ink803.xml" ContentType="application/inkml+xml"/>
  <Override PartName="/ppt/ink/ink804.xml" ContentType="application/inkml+xml"/>
  <Override PartName="/ppt/ink/ink805.xml" ContentType="application/inkml+xml"/>
  <Override PartName="/ppt/ink/ink806.xml" ContentType="application/inkml+xml"/>
  <Override PartName="/ppt/ink/ink807.xml" ContentType="application/inkml+xml"/>
  <Override PartName="/ppt/ink/ink808.xml" ContentType="application/inkml+xml"/>
  <Override PartName="/ppt/ink/ink809.xml" ContentType="application/inkml+xml"/>
  <Override PartName="/ppt/ink/ink810.xml" ContentType="application/inkml+xml"/>
  <Override PartName="/ppt/ink/ink811.xml" ContentType="application/inkml+xml"/>
  <Override PartName="/ppt/ink/ink812.xml" ContentType="application/inkml+xml"/>
  <Override PartName="/ppt/ink/ink813.xml" ContentType="application/inkml+xml"/>
  <Override PartName="/ppt/ink/ink814.xml" ContentType="application/inkml+xml"/>
  <Override PartName="/ppt/ink/ink815.xml" ContentType="application/inkml+xml"/>
  <Override PartName="/ppt/ink/ink816.xml" ContentType="application/inkml+xml"/>
  <Override PartName="/ppt/ink/ink817.xml" ContentType="application/inkml+xml"/>
  <Override PartName="/ppt/ink/ink818.xml" ContentType="application/inkml+xml"/>
  <Override PartName="/ppt/ink/ink819.xml" ContentType="application/inkml+xml"/>
  <Override PartName="/ppt/ink/ink820.xml" ContentType="application/inkml+xml"/>
  <Override PartName="/ppt/ink/ink821.xml" ContentType="application/inkml+xml"/>
  <Override PartName="/ppt/ink/ink822.xml" ContentType="application/inkml+xml"/>
  <Override PartName="/ppt/ink/ink823.xml" ContentType="application/inkml+xml"/>
  <Override PartName="/ppt/ink/ink824.xml" ContentType="application/inkml+xml"/>
  <Override PartName="/ppt/ink/ink825.xml" ContentType="application/inkml+xml"/>
  <Override PartName="/ppt/ink/ink826.xml" ContentType="application/inkml+xml"/>
  <Override PartName="/ppt/ink/ink827.xml" ContentType="application/inkml+xml"/>
  <Override PartName="/ppt/ink/ink828.xml" ContentType="application/inkml+xml"/>
  <Override PartName="/ppt/ink/ink829.xml" ContentType="application/inkml+xml"/>
  <Override PartName="/ppt/ink/ink830.xml" ContentType="application/inkml+xml"/>
  <Override PartName="/ppt/ink/ink831.xml" ContentType="application/inkml+xml"/>
  <Override PartName="/ppt/ink/ink832.xml" ContentType="application/inkml+xml"/>
  <Override PartName="/ppt/ink/ink833.xml" ContentType="application/inkml+xml"/>
  <Override PartName="/ppt/ink/ink834.xml" ContentType="application/inkml+xml"/>
  <Override PartName="/ppt/ink/ink835.xml" ContentType="application/inkml+xml"/>
  <Override PartName="/ppt/ink/ink836.xml" ContentType="application/inkml+xml"/>
  <Override PartName="/ppt/ink/ink837.xml" ContentType="application/inkml+xml"/>
  <Override PartName="/ppt/ink/ink838.xml" ContentType="application/inkml+xml"/>
  <Override PartName="/ppt/ink/ink839.xml" ContentType="application/inkml+xml"/>
  <Override PartName="/ppt/ink/ink840.xml" ContentType="application/inkml+xml"/>
  <Override PartName="/ppt/ink/ink841.xml" ContentType="application/inkml+xml"/>
  <Override PartName="/ppt/ink/ink842.xml" ContentType="application/inkml+xml"/>
  <Override PartName="/ppt/ink/ink843.xml" ContentType="application/inkml+xml"/>
  <Override PartName="/ppt/ink/ink844.xml" ContentType="application/inkml+xml"/>
  <Override PartName="/ppt/ink/ink845.xml" ContentType="application/inkml+xml"/>
  <Override PartName="/ppt/ink/ink846.xml" ContentType="application/inkml+xml"/>
  <Override PartName="/ppt/ink/ink847.xml" ContentType="application/inkml+xml"/>
  <Override PartName="/ppt/ink/ink848.xml" ContentType="application/inkml+xml"/>
  <Override PartName="/ppt/ink/ink849.xml" ContentType="application/inkml+xml"/>
  <Override PartName="/ppt/ink/ink850.xml" ContentType="application/inkml+xml"/>
  <Override PartName="/ppt/ink/ink851.xml" ContentType="application/inkml+xml"/>
  <Override PartName="/ppt/ink/ink852.xml" ContentType="application/inkml+xml"/>
  <Override PartName="/ppt/ink/ink853.xml" ContentType="application/inkml+xml"/>
  <Override PartName="/ppt/ink/ink854.xml" ContentType="application/inkml+xml"/>
  <Override PartName="/ppt/ink/ink855.xml" ContentType="application/inkml+xml"/>
  <Override PartName="/ppt/ink/ink856.xml" ContentType="application/inkml+xml"/>
  <Override PartName="/ppt/ink/ink857.xml" ContentType="application/inkml+xml"/>
  <Override PartName="/ppt/ink/ink858.xml" ContentType="application/inkml+xml"/>
  <Override PartName="/ppt/ink/ink859.xml" ContentType="application/inkml+xml"/>
  <Override PartName="/ppt/ink/ink860.xml" ContentType="application/inkml+xml"/>
  <Override PartName="/ppt/ink/ink861.xml" ContentType="application/inkml+xml"/>
  <Override PartName="/ppt/ink/ink862.xml" ContentType="application/inkml+xml"/>
  <Override PartName="/ppt/ink/ink863.xml" ContentType="application/inkml+xml"/>
  <Override PartName="/ppt/ink/ink864.xml" ContentType="application/inkml+xml"/>
  <Override PartName="/ppt/ink/ink865.xml" ContentType="application/inkml+xml"/>
  <Override PartName="/ppt/ink/ink866.xml" ContentType="application/inkml+xml"/>
  <Override PartName="/ppt/ink/ink867.xml" ContentType="application/inkml+xml"/>
  <Override PartName="/ppt/ink/ink868.xml" ContentType="application/inkml+xml"/>
  <Override PartName="/ppt/ink/ink869.xml" ContentType="application/inkml+xml"/>
  <Override PartName="/ppt/ink/ink870.xml" ContentType="application/inkml+xml"/>
  <Override PartName="/ppt/ink/ink871.xml" ContentType="application/inkml+xml"/>
  <Override PartName="/ppt/ink/ink872.xml" ContentType="application/inkml+xml"/>
  <Override PartName="/ppt/ink/ink873.xml" ContentType="application/inkml+xml"/>
  <Override PartName="/ppt/ink/ink874.xml" ContentType="application/inkml+xml"/>
  <Override PartName="/ppt/ink/ink875.xml" ContentType="application/inkml+xml"/>
  <Override PartName="/ppt/ink/ink876.xml" ContentType="application/inkml+xml"/>
  <Override PartName="/ppt/ink/ink877.xml" ContentType="application/inkml+xml"/>
  <Override PartName="/ppt/ink/ink878.xml" ContentType="application/inkml+xml"/>
  <Override PartName="/ppt/ink/ink879.xml" ContentType="application/inkml+xml"/>
  <Override PartName="/ppt/ink/ink880.xml" ContentType="application/inkml+xml"/>
  <Override PartName="/ppt/ink/ink881.xml" ContentType="application/inkml+xml"/>
  <Override PartName="/ppt/ink/ink882.xml" ContentType="application/inkml+xml"/>
  <Override PartName="/ppt/ink/ink883.xml" ContentType="application/inkml+xml"/>
  <Override PartName="/ppt/ink/ink884.xml" ContentType="application/inkml+xml"/>
  <Override PartName="/ppt/ink/ink885.xml" ContentType="application/inkml+xml"/>
  <Override PartName="/ppt/ink/ink886.xml" ContentType="application/inkml+xml"/>
  <Override PartName="/ppt/ink/ink887.xml" ContentType="application/inkml+xml"/>
  <Override PartName="/ppt/ink/ink888.xml" ContentType="application/inkml+xml"/>
  <Override PartName="/ppt/ink/ink889.xml" ContentType="application/inkml+xml"/>
  <Override PartName="/ppt/ink/ink890.xml" ContentType="application/inkml+xml"/>
  <Override PartName="/ppt/ink/ink891.xml" ContentType="application/inkml+xml"/>
  <Override PartName="/ppt/ink/ink892.xml" ContentType="application/inkml+xml"/>
  <Override PartName="/ppt/ink/ink893.xml" ContentType="application/inkml+xml"/>
  <Override PartName="/ppt/ink/ink894.xml" ContentType="application/inkml+xml"/>
  <Override PartName="/ppt/ink/ink895.xml" ContentType="application/inkml+xml"/>
  <Override PartName="/ppt/ink/ink896.xml" ContentType="application/inkml+xml"/>
  <Override PartName="/ppt/ink/ink897.xml" ContentType="application/inkml+xml"/>
  <Override PartName="/ppt/ink/ink898.xml" ContentType="application/inkml+xml"/>
  <Override PartName="/ppt/ink/ink899.xml" ContentType="application/inkml+xml"/>
  <Override PartName="/ppt/ink/ink900.xml" ContentType="application/inkml+xml"/>
  <Override PartName="/ppt/ink/ink901.xml" ContentType="application/inkml+xml"/>
  <Override PartName="/ppt/ink/ink902.xml" ContentType="application/inkml+xml"/>
  <Override PartName="/ppt/ink/ink903.xml" ContentType="application/inkml+xml"/>
  <Override PartName="/ppt/ink/ink904.xml" ContentType="application/inkml+xml"/>
  <Override PartName="/ppt/ink/ink905.xml" ContentType="application/inkml+xml"/>
  <Override PartName="/ppt/ink/ink906.xml" ContentType="application/inkml+xml"/>
  <Override PartName="/ppt/ink/ink907.xml" ContentType="application/inkml+xml"/>
  <Override PartName="/ppt/ink/ink908.xml" ContentType="application/inkml+xml"/>
  <Override PartName="/ppt/ink/ink909.xml" ContentType="application/inkml+xml"/>
  <Override PartName="/ppt/ink/ink910.xml" ContentType="application/inkml+xml"/>
  <Override PartName="/ppt/ink/ink911.xml" ContentType="application/inkml+xml"/>
  <Override PartName="/ppt/ink/ink912.xml" ContentType="application/inkml+xml"/>
  <Override PartName="/ppt/ink/ink913.xml" ContentType="application/inkml+xml"/>
  <Override PartName="/ppt/ink/ink914.xml" ContentType="application/inkml+xml"/>
  <Override PartName="/ppt/ink/ink915.xml" ContentType="application/inkml+xml"/>
  <Override PartName="/ppt/ink/ink916.xml" ContentType="application/inkml+xml"/>
  <Override PartName="/ppt/ink/ink917.xml" ContentType="application/inkml+xml"/>
  <Override PartName="/ppt/ink/ink918.xml" ContentType="application/inkml+xml"/>
  <Override PartName="/ppt/ink/ink919.xml" ContentType="application/inkml+xml"/>
  <Override PartName="/ppt/ink/ink920.xml" ContentType="application/inkml+xml"/>
  <Override PartName="/ppt/ink/ink921.xml" ContentType="application/inkml+xml"/>
  <Override PartName="/ppt/ink/ink922.xml" ContentType="application/inkml+xml"/>
  <Override PartName="/ppt/ink/ink923.xml" ContentType="application/inkml+xml"/>
  <Override PartName="/ppt/ink/ink924.xml" ContentType="application/inkml+xml"/>
  <Override PartName="/ppt/ink/ink925.xml" ContentType="application/inkml+xml"/>
  <Override PartName="/ppt/ink/ink926.xml" ContentType="application/inkml+xml"/>
  <Override PartName="/ppt/ink/ink927.xml" ContentType="application/inkml+xml"/>
  <Override PartName="/ppt/ink/ink928.xml" ContentType="application/inkml+xml"/>
  <Override PartName="/ppt/ink/ink929.xml" ContentType="application/inkml+xml"/>
  <Override PartName="/ppt/ink/ink930.xml" ContentType="application/inkml+xml"/>
  <Override PartName="/ppt/ink/ink931.xml" ContentType="application/inkml+xml"/>
  <Override PartName="/ppt/ink/ink932.xml" ContentType="application/inkml+xml"/>
  <Override PartName="/ppt/ink/ink933.xml" ContentType="application/inkml+xml"/>
  <Override PartName="/ppt/ink/ink934.xml" ContentType="application/inkml+xml"/>
  <Override PartName="/ppt/ink/ink935.xml" ContentType="application/inkml+xml"/>
  <Override PartName="/ppt/ink/ink936.xml" ContentType="application/inkml+xml"/>
  <Override PartName="/ppt/ink/ink937.xml" ContentType="application/inkml+xml"/>
  <Override PartName="/ppt/ink/ink938.xml" ContentType="application/inkml+xml"/>
  <Override PartName="/ppt/ink/ink939.xml" ContentType="application/inkml+xml"/>
  <Override PartName="/ppt/ink/ink940.xml" ContentType="application/inkml+xml"/>
  <Override PartName="/ppt/ink/ink941.xml" ContentType="application/inkml+xml"/>
  <Override PartName="/ppt/ink/ink942.xml" ContentType="application/inkml+xml"/>
  <Override PartName="/ppt/ink/ink943.xml" ContentType="application/inkml+xml"/>
  <Override PartName="/ppt/ink/ink944.xml" ContentType="application/inkml+xml"/>
  <Override PartName="/ppt/ink/ink945.xml" ContentType="application/inkml+xml"/>
  <Override PartName="/ppt/ink/ink946.xml" ContentType="application/inkml+xml"/>
  <Override PartName="/ppt/ink/ink947.xml" ContentType="application/inkml+xml"/>
  <Override PartName="/ppt/ink/ink948.xml" ContentType="application/inkml+xml"/>
  <Override PartName="/ppt/ink/ink949.xml" ContentType="application/inkml+xml"/>
  <Override PartName="/ppt/ink/ink950.xml" ContentType="application/inkml+xml"/>
  <Override PartName="/ppt/ink/ink951.xml" ContentType="application/inkml+xml"/>
  <Override PartName="/ppt/ink/ink952.xml" ContentType="application/inkml+xml"/>
  <Override PartName="/ppt/ink/ink953.xml" ContentType="application/inkml+xml"/>
  <Override PartName="/ppt/ink/ink954.xml" ContentType="application/inkml+xml"/>
  <Override PartName="/ppt/ink/ink955.xml" ContentType="application/inkml+xml"/>
  <Override PartName="/ppt/ink/ink956.xml" ContentType="application/inkml+xml"/>
  <Override PartName="/ppt/ink/ink957.xml" ContentType="application/inkml+xml"/>
  <Override PartName="/ppt/ink/ink958.xml" ContentType="application/inkml+xml"/>
  <Override PartName="/ppt/ink/ink959.xml" ContentType="application/inkml+xml"/>
  <Override PartName="/ppt/ink/ink960.xml" ContentType="application/inkml+xml"/>
  <Override PartName="/ppt/ink/ink961.xml" ContentType="application/inkml+xml"/>
  <Override PartName="/ppt/ink/ink962.xml" ContentType="application/inkml+xml"/>
  <Override PartName="/ppt/ink/ink963.xml" ContentType="application/inkml+xml"/>
  <Override PartName="/ppt/ink/ink964.xml" ContentType="application/inkml+xml"/>
  <Override PartName="/ppt/ink/ink965.xml" ContentType="application/inkml+xml"/>
  <Override PartName="/ppt/ink/ink966.xml" ContentType="application/inkml+xml"/>
  <Override PartName="/ppt/ink/ink967.xml" ContentType="application/inkml+xml"/>
  <Override PartName="/ppt/ink/ink968.xml" ContentType="application/inkml+xml"/>
  <Override PartName="/ppt/ink/ink969.xml" ContentType="application/inkml+xml"/>
  <Override PartName="/ppt/ink/ink970.xml" ContentType="application/inkml+xml"/>
  <Override PartName="/ppt/ink/ink971.xml" ContentType="application/inkml+xml"/>
  <Override PartName="/ppt/ink/ink972.xml" ContentType="application/inkml+xml"/>
  <Override PartName="/ppt/ink/ink973.xml" ContentType="application/inkml+xml"/>
  <Override PartName="/ppt/ink/ink974.xml" ContentType="application/inkml+xml"/>
  <Override PartName="/ppt/ink/ink975.xml" ContentType="application/inkml+xml"/>
  <Override PartName="/ppt/ink/ink976.xml" ContentType="application/inkml+xml"/>
  <Override PartName="/ppt/ink/ink977.xml" ContentType="application/inkml+xml"/>
  <Override PartName="/ppt/ink/ink978.xml" ContentType="application/inkml+xml"/>
  <Override PartName="/ppt/ink/ink979.xml" ContentType="application/inkml+xml"/>
  <Override PartName="/ppt/ink/ink980.xml" ContentType="application/inkml+xml"/>
  <Override PartName="/ppt/ink/ink981.xml" ContentType="application/inkml+xml"/>
  <Override PartName="/ppt/ink/ink982.xml" ContentType="application/inkml+xml"/>
  <Override PartName="/ppt/ink/ink983.xml" ContentType="application/inkml+xml"/>
  <Override PartName="/ppt/ink/ink984.xml" ContentType="application/inkml+xml"/>
  <Override PartName="/ppt/ink/ink985.xml" ContentType="application/inkml+xml"/>
  <Override PartName="/ppt/ink/ink986.xml" ContentType="application/inkml+xml"/>
  <Override PartName="/ppt/ink/ink987.xml" ContentType="application/inkml+xml"/>
  <Override PartName="/ppt/ink/ink988.xml" ContentType="application/inkml+xml"/>
  <Override PartName="/ppt/ink/ink989.xml" ContentType="application/inkml+xml"/>
  <Override PartName="/ppt/ink/ink990.xml" ContentType="application/inkml+xml"/>
  <Override PartName="/ppt/ink/ink991.xml" ContentType="application/inkml+xml"/>
  <Override PartName="/ppt/ink/ink992.xml" ContentType="application/inkml+xml"/>
  <Override PartName="/ppt/ink/ink993.xml" ContentType="application/inkml+xml"/>
  <Override PartName="/ppt/ink/ink994.xml" ContentType="application/inkml+xml"/>
  <Override PartName="/ppt/ink/ink995.xml" ContentType="application/inkml+xml"/>
  <Override PartName="/ppt/ink/ink996.xml" ContentType="application/inkml+xml"/>
  <Override PartName="/ppt/ink/ink997.xml" ContentType="application/inkml+xml"/>
  <Override PartName="/ppt/ink/ink998.xml" ContentType="application/inkml+xml"/>
  <Override PartName="/ppt/ink/ink999.xml" ContentType="application/inkml+xml"/>
  <Override PartName="/ppt/ink/ink1000.xml" ContentType="application/inkml+xml"/>
  <Override PartName="/ppt/ink/ink1001.xml" ContentType="application/inkml+xml"/>
  <Override PartName="/ppt/ink/ink1002.xml" ContentType="application/inkml+xml"/>
  <Override PartName="/ppt/ink/ink1003.xml" ContentType="application/inkml+xml"/>
  <Override PartName="/ppt/ink/ink1004.xml" ContentType="application/inkml+xml"/>
  <Override PartName="/ppt/ink/ink1005.xml" ContentType="application/inkml+xml"/>
  <Override PartName="/ppt/ink/ink1006.xml" ContentType="application/inkml+xml"/>
  <Override PartName="/ppt/ink/ink1007.xml" ContentType="application/inkml+xml"/>
  <Override PartName="/ppt/ink/ink1008.xml" ContentType="application/inkml+xml"/>
  <Override PartName="/ppt/ink/ink1009.xml" ContentType="application/inkml+xml"/>
  <Override PartName="/ppt/ink/ink1010.xml" ContentType="application/inkml+xml"/>
  <Override PartName="/ppt/ink/ink1011.xml" ContentType="application/inkml+xml"/>
  <Override PartName="/ppt/ink/ink1012.xml" ContentType="application/inkml+xml"/>
  <Override PartName="/ppt/ink/ink1013.xml" ContentType="application/inkml+xml"/>
  <Override PartName="/ppt/ink/ink1014.xml" ContentType="application/inkml+xml"/>
  <Override PartName="/ppt/ink/ink1015.xml" ContentType="application/inkml+xml"/>
  <Override PartName="/ppt/ink/ink1016.xml" ContentType="application/inkml+xml"/>
  <Override PartName="/ppt/ink/ink1017.xml" ContentType="application/inkml+xml"/>
  <Override PartName="/ppt/ink/ink1018.xml" ContentType="application/inkml+xml"/>
  <Override PartName="/ppt/ink/ink1019.xml" ContentType="application/inkml+xml"/>
  <Override PartName="/ppt/ink/ink1020.xml" ContentType="application/inkml+xml"/>
  <Override PartName="/ppt/ink/ink1021.xml" ContentType="application/inkml+xml"/>
  <Override PartName="/ppt/ink/ink1022.xml" ContentType="application/inkml+xml"/>
  <Override PartName="/ppt/ink/ink1023.xml" ContentType="application/inkml+xml"/>
  <Override PartName="/ppt/ink/ink1024.xml" ContentType="application/inkml+xml"/>
  <Override PartName="/ppt/ink/ink1025.xml" ContentType="application/inkml+xml"/>
  <Override PartName="/ppt/ink/ink1026.xml" ContentType="application/inkml+xml"/>
  <Override PartName="/ppt/ink/ink1027.xml" ContentType="application/inkml+xml"/>
  <Override PartName="/ppt/ink/ink1028.xml" ContentType="application/inkml+xml"/>
  <Override PartName="/ppt/ink/ink1029.xml" ContentType="application/inkml+xml"/>
  <Override PartName="/ppt/ink/ink1030.xml" ContentType="application/inkml+xml"/>
  <Override PartName="/ppt/ink/ink1031.xml" ContentType="application/inkml+xml"/>
  <Override PartName="/ppt/ink/ink1032.xml" ContentType="application/inkml+xml"/>
  <Override PartName="/ppt/ink/ink1033.xml" ContentType="application/inkml+xml"/>
  <Override PartName="/ppt/ink/ink1034.xml" ContentType="application/inkml+xml"/>
  <Override PartName="/ppt/ink/ink1035.xml" ContentType="application/inkml+xml"/>
  <Override PartName="/ppt/ink/ink1036.xml" ContentType="application/inkml+xml"/>
  <Override PartName="/ppt/ink/ink1037.xml" ContentType="application/inkml+xml"/>
  <Override PartName="/ppt/ink/ink1038.xml" ContentType="application/inkml+xml"/>
  <Override PartName="/ppt/ink/ink1039.xml" ContentType="application/inkml+xml"/>
  <Override PartName="/ppt/ink/ink1040.xml" ContentType="application/inkml+xml"/>
  <Override PartName="/ppt/ink/ink1041.xml" ContentType="application/inkml+xml"/>
  <Override PartName="/ppt/ink/ink1042.xml" ContentType="application/inkml+xml"/>
  <Override PartName="/ppt/ink/ink1043.xml" ContentType="application/inkml+xml"/>
  <Override PartName="/ppt/ink/ink1044.xml" ContentType="application/inkml+xml"/>
  <Override PartName="/ppt/ink/ink1045.xml" ContentType="application/inkml+xml"/>
  <Override PartName="/ppt/ink/ink1046.xml" ContentType="application/inkml+xml"/>
  <Override PartName="/ppt/ink/ink1047.xml" ContentType="application/inkml+xml"/>
  <Override PartName="/ppt/ink/ink1048.xml" ContentType="application/inkml+xml"/>
  <Override PartName="/ppt/ink/ink1049.xml" ContentType="application/inkml+xml"/>
  <Override PartName="/ppt/ink/ink1050.xml" ContentType="application/inkml+xml"/>
  <Override PartName="/ppt/ink/ink1051.xml" ContentType="application/inkml+xml"/>
  <Override PartName="/ppt/ink/ink1052.xml" ContentType="application/inkml+xml"/>
  <Override PartName="/ppt/ink/ink1053.xml" ContentType="application/inkml+xml"/>
  <Override PartName="/ppt/ink/ink1054.xml" ContentType="application/inkml+xml"/>
  <Override PartName="/ppt/ink/ink1055.xml" ContentType="application/inkml+xml"/>
  <Override PartName="/ppt/ink/ink1056.xml" ContentType="application/inkml+xml"/>
  <Override PartName="/ppt/ink/ink1057.xml" ContentType="application/inkml+xml"/>
  <Override PartName="/ppt/ink/ink1058.xml" ContentType="application/inkml+xml"/>
  <Override PartName="/ppt/ink/ink1059.xml" ContentType="application/inkml+xml"/>
  <Override PartName="/ppt/ink/ink1060.xml" ContentType="application/inkml+xml"/>
  <Override PartName="/ppt/ink/ink1061.xml" ContentType="application/inkml+xml"/>
  <Override PartName="/ppt/ink/ink1062.xml" ContentType="application/inkml+xml"/>
  <Override PartName="/ppt/ink/ink1063.xml" ContentType="application/inkml+xml"/>
  <Override PartName="/ppt/ink/ink1064.xml" ContentType="application/inkml+xml"/>
  <Override PartName="/ppt/ink/ink1065.xml" ContentType="application/inkml+xml"/>
  <Override PartName="/ppt/ink/ink1066.xml" ContentType="application/inkml+xml"/>
  <Override PartName="/ppt/ink/ink1067.xml" ContentType="application/inkml+xml"/>
  <Override PartName="/ppt/ink/ink1068.xml" ContentType="application/inkml+xml"/>
  <Override PartName="/ppt/ink/ink1069.xml" ContentType="application/inkml+xml"/>
  <Override PartName="/ppt/ink/ink1070.xml" ContentType="application/inkml+xml"/>
  <Override PartName="/ppt/ink/ink1071.xml" ContentType="application/inkml+xml"/>
  <Override PartName="/ppt/ink/ink1072.xml" ContentType="application/inkml+xml"/>
  <Override PartName="/ppt/ink/ink1073.xml" ContentType="application/inkml+xml"/>
  <Override PartName="/ppt/ink/ink1074.xml" ContentType="application/inkml+xml"/>
  <Override PartName="/ppt/ink/ink1075.xml" ContentType="application/inkml+xml"/>
  <Override PartName="/ppt/ink/ink1076.xml" ContentType="application/inkml+xml"/>
  <Override PartName="/ppt/ink/ink1077.xml" ContentType="application/inkml+xml"/>
  <Override PartName="/ppt/ink/ink1078.xml" ContentType="application/inkml+xml"/>
  <Override PartName="/ppt/ink/ink1079.xml" ContentType="application/inkml+xml"/>
  <Override PartName="/ppt/ink/ink1080.xml" ContentType="application/inkml+xml"/>
  <Override PartName="/ppt/ink/ink1081.xml" ContentType="application/inkml+xml"/>
  <Override PartName="/ppt/ink/ink1082.xml" ContentType="application/inkml+xml"/>
  <Override PartName="/ppt/ink/ink1083.xml" ContentType="application/inkml+xml"/>
  <Override PartName="/ppt/ink/ink1084.xml" ContentType="application/inkml+xml"/>
  <Override PartName="/ppt/ink/ink1085.xml" ContentType="application/inkml+xml"/>
  <Override PartName="/ppt/ink/ink1086.xml" ContentType="application/inkml+xml"/>
  <Override PartName="/ppt/ink/ink1087.xml" ContentType="application/inkml+xml"/>
  <Override PartName="/ppt/ink/ink1088.xml" ContentType="application/inkml+xml"/>
  <Override PartName="/ppt/ink/ink1089.xml" ContentType="application/inkml+xml"/>
  <Override PartName="/ppt/ink/ink1090.xml" ContentType="application/inkml+xml"/>
  <Override PartName="/ppt/ink/ink1091.xml" ContentType="application/inkml+xml"/>
  <Override PartName="/ppt/ink/ink1092.xml" ContentType="application/inkml+xml"/>
  <Override PartName="/ppt/ink/ink1093.xml" ContentType="application/inkml+xml"/>
  <Override PartName="/ppt/ink/ink1094.xml" ContentType="application/inkml+xml"/>
  <Override PartName="/ppt/ink/ink1095.xml" ContentType="application/inkml+xml"/>
  <Override PartName="/ppt/ink/ink1096.xml" ContentType="application/inkml+xml"/>
  <Override PartName="/ppt/ink/ink1097.xml" ContentType="application/inkml+xml"/>
  <Override PartName="/ppt/ink/ink1098.xml" ContentType="application/inkml+xml"/>
  <Override PartName="/ppt/ink/ink1099.xml" ContentType="application/inkml+xml"/>
  <Override PartName="/ppt/ink/ink1100.xml" ContentType="application/inkml+xml"/>
  <Override PartName="/ppt/ink/ink1101.xml" ContentType="application/inkml+xml"/>
  <Override PartName="/ppt/ink/ink1102.xml" ContentType="application/inkml+xml"/>
  <Override PartName="/ppt/ink/ink1103.xml" ContentType="application/inkml+xml"/>
  <Override PartName="/ppt/ink/ink1104.xml" ContentType="application/inkml+xml"/>
  <Override PartName="/ppt/ink/ink1105.xml" ContentType="application/inkml+xml"/>
  <Override PartName="/ppt/ink/ink1106.xml" ContentType="application/inkml+xml"/>
  <Override PartName="/ppt/ink/ink1107.xml" ContentType="application/inkml+xml"/>
  <Override PartName="/ppt/ink/ink1108.xml" ContentType="application/inkml+xml"/>
  <Override PartName="/ppt/ink/ink1109.xml" ContentType="application/inkml+xml"/>
  <Override PartName="/ppt/ink/ink1110.xml" ContentType="application/inkml+xml"/>
  <Override PartName="/ppt/ink/ink1111.xml" ContentType="application/inkml+xml"/>
  <Override PartName="/ppt/ink/ink1112.xml" ContentType="application/inkml+xml"/>
  <Override PartName="/ppt/ink/ink1113.xml" ContentType="application/inkml+xml"/>
  <Override PartName="/ppt/ink/ink1114.xml" ContentType="application/inkml+xml"/>
  <Override PartName="/ppt/ink/ink1115.xml" ContentType="application/inkml+xml"/>
  <Override PartName="/ppt/ink/ink1116.xml" ContentType="application/inkml+xml"/>
  <Override PartName="/ppt/ink/ink1117.xml" ContentType="application/inkml+xml"/>
  <Override PartName="/ppt/ink/ink1118.xml" ContentType="application/inkml+xml"/>
  <Override PartName="/ppt/ink/ink1119.xml" ContentType="application/inkml+xml"/>
  <Override PartName="/ppt/ink/ink1120.xml" ContentType="application/inkml+xml"/>
  <Override PartName="/ppt/ink/ink1121.xml" ContentType="application/inkml+xml"/>
  <Override PartName="/ppt/ink/ink1122.xml" ContentType="application/inkml+xml"/>
  <Override PartName="/ppt/ink/ink1123.xml" ContentType="application/inkml+xml"/>
  <Override PartName="/ppt/ink/ink1124.xml" ContentType="application/inkml+xml"/>
  <Override PartName="/ppt/ink/ink1125.xml" ContentType="application/inkml+xml"/>
  <Override PartName="/ppt/ink/ink1126.xml" ContentType="application/inkml+xml"/>
  <Override PartName="/ppt/ink/ink1127.xml" ContentType="application/inkml+xml"/>
  <Override PartName="/ppt/ink/ink1128.xml" ContentType="application/inkml+xml"/>
  <Override PartName="/ppt/ink/ink1129.xml" ContentType="application/inkml+xml"/>
  <Override PartName="/ppt/ink/ink1130.xml" ContentType="application/inkml+xml"/>
  <Override PartName="/ppt/ink/ink1131.xml" ContentType="application/inkml+xml"/>
  <Override PartName="/ppt/ink/ink1132.xml" ContentType="application/inkml+xml"/>
  <Override PartName="/ppt/ink/ink1133.xml" ContentType="application/inkml+xml"/>
  <Override PartName="/ppt/ink/ink1134.xml" ContentType="application/inkml+xml"/>
  <Override PartName="/ppt/ink/ink1135.xml" ContentType="application/inkml+xml"/>
  <Override PartName="/ppt/ink/ink1136.xml" ContentType="application/inkml+xml"/>
  <Override PartName="/ppt/ink/ink1137.xml" ContentType="application/inkml+xml"/>
  <Override PartName="/ppt/ink/ink1138.xml" ContentType="application/inkml+xml"/>
  <Override PartName="/ppt/ink/ink1139.xml" ContentType="application/inkml+xml"/>
  <Override PartName="/ppt/ink/ink1140.xml" ContentType="application/inkml+xml"/>
  <Override PartName="/ppt/ink/ink1141.xml" ContentType="application/inkml+xml"/>
  <Override PartName="/ppt/ink/ink1142.xml" ContentType="application/inkml+xml"/>
  <Override PartName="/ppt/ink/ink1143.xml" ContentType="application/inkml+xml"/>
  <Override PartName="/ppt/ink/ink1144.xml" ContentType="application/inkml+xml"/>
  <Override PartName="/ppt/ink/ink1145.xml" ContentType="application/inkml+xml"/>
  <Override PartName="/ppt/ink/ink1146.xml" ContentType="application/inkml+xml"/>
  <Override PartName="/ppt/ink/ink1147.xml" ContentType="application/inkml+xml"/>
  <Override PartName="/ppt/ink/ink1148.xml" ContentType="application/inkml+xml"/>
  <Override PartName="/ppt/ink/ink1149.xml" ContentType="application/inkml+xml"/>
  <Override PartName="/ppt/ink/ink1150.xml" ContentType="application/inkml+xml"/>
  <Override PartName="/ppt/ink/ink1151.xml" ContentType="application/inkml+xml"/>
  <Override PartName="/ppt/ink/ink1152.xml" ContentType="application/inkml+xml"/>
  <Override PartName="/ppt/ink/ink1153.xml" ContentType="application/inkml+xml"/>
  <Override PartName="/ppt/ink/ink1154.xml" ContentType="application/inkml+xml"/>
  <Override PartName="/ppt/ink/ink1155.xml" ContentType="application/inkml+xml"/>
  <Override PartName="/ppt/ink/ink1156.xml" ContentType="application/inkml+xml"/>
  <Override PartName="/ppt/ink/ink1157.xml" ContentType="application/inkml+xml"/>
  <Override PartName="/ppt/ink/ink1158.xml" ContentType="application/inkml+xml"/>
  <Override PartName="/ppt/ink/ink1159.xml" ContentType="application/inkml+xml"/>
  <Override PartName="/ppt/ink/ink1160.xml" ContentType="application/inkml+xml"/>
  <Override PartName="/ppt/ink/ink1161.xml" ContentType="application/inkml+xml"/>
  <Override PartName="/ppt/ink/ink1162.xml" ContentType="application/inkml+xml"/>
  <Override PartName="/ppt/ink/ink1163.xml" ContentType="application/inkml+xml"/>
  <Override PartName="/ppt/ink/ink1164.xml" ContentType="application/inkml+xml"/>
  <Override PartName="/ppt/ink/ink1165.xml" ContentType="application/inkml+xml"/>
  <Override PartName="/ppt/ink/ink1166.xml" ContentType="application/inkml+xml"/>
  <Override PartName="/ppt/ink/ink1167.xml" ContentType="application/inkml+xml"/>
  <Override PartName="/ppt/ink/ink1168.xml" ContentType="application/inkml+xml"/>
  <Override PartName="/ppt/ink/ink1169.xml" ContentType="application/inkml+xml"/>
  <Override PartName="/ppt/ink/ink1170.xml" ContentType="application/inkml+xml"/>
  <Override PartName="/ppt/ink/ink1171.xml" ContentType="application/inkml+xml"/>
  <Override PartName="/ppt/ink/ink1172.xml" ContentType="application/inkml+xml"/>
  <Override PartName="/ppt/ink/ink1173.xml" ContentType="application/inkml+xml"/>
  <Override PartName="/ppt/ink/ink1174.xml" ContentType="application/inkml+xml"/>
  <Override PartName="/ppt/ink/ink1175.xml" ContentType="application/inkml+xml"/>
  <Override PartName="/ppt/ink/ink1176.xml" ContentType="application/inkml+xml"/>
  <Override PartName="/ppt/ink/ink1177.xml" ContentType="application/inkml+xml"/>
  <Override PartName="/ppt/ink/ink1178.xml" ContentType="application/inkml+xml"/>
  <Override PartName="/ppt/ink/ink1179.xml" ContentType="application/inkml+xml"/>
  <Override PartName="/ppt/ink/ink1180.xml" ContentType="application/inkml+xml"/>
  <Override PartName="/ppt/ink/ink1181.xml" ContentType="application/inkml+xml"/>
  <Override PartName="/ppt/ink/ink1182.xml" ContentType="application/inkml+xml"/>
  <Override PartName="/ppt/ink/ink1183.xml" ContentType="application/inkml+xml"/>
  <Override PartName="/ppt/ink/ink1184.xml" ContentType="application/inkml+xml"/>
  <Override PartName="/ppt/ink/ink1185.xml" ContentType="application/inkml+xml"/>
  <Override PartName="/ppt/ink/ink1186.xml" ContentType="application/inkml+xml"/>
  <Override PartName="/ppt/ink/ink1187.xml" ContentType="application/inkml+xml"/>
  <Override PartName="/ppt/ink/ink1188.xml" ContentType="application/inkml+xml"/>
  <Override PartName="/ppt/ink/ink1189.xml" ContentType="application/inkml+xml"/>
  <Override PartName="/ppt/ink/ink1190.xml" ContentType="application/inkml+xml"/>
  <Override PartName="/ppt/ink/ink1191.xml" ContentType="application/inkml+xml"/>
  <Override PartName="/ppt/ink/ink1192.xml" ContentType="application/inkml+xml"/>
  <Override PartName="/ppt/ink/ink1193.xml" ContentType="application/inkml+xml"/>
  <Override PartName="/ppt/ink/ink1194.xml" ContentType="application/inkml+xml"/>
  <Override PartName="/ppt/ink/ink1195.xml" ContentType="application/inkml+xml"/>
  <Override PartName="/ppt/ink/ink1196.xml" ContentType="application/inkml+xml"/>
  <Override PartName="/ppt/ink/ink1197.xml" ContentType="application/inkml+xml"/>
  <Override PartName="/ppt/ink/ink1198.xml" ContentType="application/inkml+xml"/>
  <Override PartName="/ppt/ink/ink1199.xml" ContentType="application/inkml+xml"/>
  <Override PartName="/ppt/ink/ink1200.xml" ContentType="application/inkml+xml"/>
  <Override PartName="/ppt/ink/ink1201.xml" ContentType="application/inkml+xml"/>
  <Override PartName="/ppt/ink/ink1202.xml" ContentType="application/inkml+xml"/>
  <Override PartName="/ppt/ink/ink1203.xml" ContentType="application/inkml+xml"/>
  <Override PartName="/ppt/ink/ink1204.xml" ContentType="application/inkml+xml"/>
  <Override PartName="/ppt/ink/ink1205.xml" ContentType="application/inkml+xml"/>
  <Override PartName="/ppt/ink/ink1206.xml" ContentType="application/inkml+xml"/>
  <Override PartName="/ppt/ink/ink1207.xml" ContentType="application/inkml+xml"/>
  <Override PartName="/ppt/ink/ink1208.xml" ContentType="application/inkml+xml"/>
  <Override PartName="/ppt/ink/ink1209.xml" ContentType="application/inkml+xml"/>
  <Override PartName="/ppt/ink/ink1210.xml" ContentType="application/inkml+xml"/>
  <Override PartName="/ppt/ink/ink1211.xml" ContentType="application/inkml+xml"/>
  <Override PartName="/ppt/ink/ink1212.xml" ContentType="application/inkml+xml"/>
  <Override PartName="/ppt/ink/ink1213.xml" ContentType="application/inkml+xml"/>
  <Override PartName="/ppt/ink/ink1214.xml" ContentType="application/inkml+xml"/>
  <Override PartName="/ppt/ink/ink1215.xml" ContentType="application/inkml+xml"/>
  <Override PartName="/ppt/ink/ink1216.xml" ContentType="application/inkml+xml"/>
  <Override PartName="/ppt/ink/ink1217.xml" ContentType="application/inkml+xml"/>
  <Override PartName="/ppt/ink/ink1218.xml" ContentType="application/inkml+xml"/>
  <Override PartName="/ppt/ink/ink1219.xml" ContentType="application/inkml+xml"/>
  <Override PartName="/ppt/ink/ink1220.xml" ContentType="application/inkml+xml"/>
  <Override PartName="/ppt/ink/ink1221.xml" ContentType="application/inkml+xml"/>
  <Override PartName="/ppt/ink/ink1222.xml" ContentType="application/inkml+xml"/>
  <Override PartName="/ppt/ink/ink1223.xml" ContentType="application/inkml+xml"/>
  <Override PartName="/ppt/ink/ink1224.xml" ContentType="application/inkml+xml"/>
  <Override PartName="/ppt/ink/ink1225.xml" ContentType="application/inkml+xml"/>
  <Override PartName="/ppt/ink/ink1226.xml" ContentType="application/inkml+xml"/>
  <Override PartName="/ppt/ink/ink1227.xml" ContentType="application/inkml+xml"/>
  <Override PartName="/ppt/ink/ink1228.xml" ContentType="application/inkml+xml"/>
  <Override PartName="/ppt/ink/ink1229.xml" ContentType="application/inkml+xml"/>
  <Override PartName="/ppt/ink/ink1230.xml" ContentType="application/inkml+xml"/>
  <Override PartName="/ppt/ink/ink1231.xml" ContentType="application/inkml+xml"/>
  <Override PartName="/ppt/ink/ink1232.xml" ContentType="application/inkml+xml"/>
  <Override PartName="/ppt/ink/ink1233.xml" ContentType="application/inkml+xml"/>
  <Override PartName="/ppt/ink/ink1234.xml" ContentType="application/inkml+xml"/>
  <Override PartName="/ppt/ink/ink1235.xml" ContentType="application/inkml+xml"/>
  <Override PartName="/ppt/ink/ink1236.xml" ContentType="application/inkml+xml"/>
  <Override PartName="/ppt/ink/ink1237.xml" ContentType="application/inkml+xml"/>
  <Override PartName="/ppt/ink/ink1238.xml" ContentType="application/inkml+xml"/>
  <Override PartName="/ppt/ink/ink1239.xml" ContentType="application/inkml+xml"/>
  <Override PartName="/ppt/ink/ink1240.xml" ContentType="application/inkml+xml"/>
  <Override PartName="/ppt/ink/ink1241.xml" ContentType="application/inkml+xml"/>
  <Override PartName="/ppt/ink/ink1242.xml" ContentType="application/inkml+xml"/>
  <Override PartName="/ppt/ink/ink1243.xml" ContentType="application/inkml+xml"/>
  <Override PartName="/ppt/ink/ink1244.xml" ContentType="application/inkml+xml"/>
  <Override PartName="/ppt/ink/ink1245.xml" ContentType="application/inkml+xml"/>
  <Override PartName="/ppt/ink/ink1246.xml" ContentType="application/inkml+xml"/>
  <Override PartName="/ppt/ink/ink1247.xml" ContentType="application/inkml+xml"/>
  <Override PartName="/ppt/ink/ink1248.xml" ContentType="application/inkml+xml"/>
  <Override PartName="/ppt/ink/ink1249.xml" ContentType="application/inkml+xml"/>
  <Override PartName="/ppt/ink/ink1250.xml" ContentType="application/inkml+xml"/>
  <Override PartName="/ppt/ink/ink1251.xml" ContentType="application/inkml+xml"/>
  <Override PartName="/ppt/ink/ink1252.xml" ContentType="application/inkml+xml"/>
  <Override PartName="/ppt/ink/ink1253.xml" ContentType="application/inkml+xml"/>
  <Override PartName="/ppt/ink/ink1254.xml" ContentType="application/inkml+xml"/>
  <Override PartName="/ppt/ink/ink1255.xml" ContentType="application/inkml+xml"/>
  <Override PartName="/ppt/ink/ink1256.xml" ContentType="application/inkml+xml"/>
  <Override PartName="/ppt/ink/ink1257.xml" ContentType="application/inkml+xml"/>
  <Override PartName="/ppt/ink/ink1258.xml" ContentType="application/inkml+xml"/>
  <Override PartName="/ppt/ink/ink1259.xml" ContentType="application/inkml+xml"/>
  <Override PartName="/ppt/ink/ink1260.xml" ContentType="application/inkml+xml"/>
  <Override PartName="/ppt/ink/ink1261.xml" ContentType="application/inkml+xml"/>
  <Override PartName="/ppt/ink/ink1262.xml" ContentType="application/inkml+xml"/>
  <Override PartName="/ppt/ink/ink1263.xml" ContentType="application/inkml+xml"/>
  <Override PartName="/ppt/ink/ink1264.xml" ContentType="application/inkml+xml"/>
  <Override PartName="/ppt/ink/ink1265.xml" ContentType="application/inkml+xml"/>
  <Override PartName="/ppt/ink/ink1266.xml" ContentType="application/inkml+xml"/>
  <Override PartName="/ppt/ink/ink1267.xml" ContentType="application/inkml+xml"/>
  <Override PartName="/ppt/ink/ink1268.xml" ContentType="application/inkml+xml"/>
  <Override PartName="/ppt/ink/ink1269.xml" ContentType="application/inkml+xml"/>
  <Override PartName="/ppt/ink/ink1270.xml" ContentType="application/inkml+xml"/>
  <Override PartName="/ppt/ink/ink1271.xml" ContentType="application/inkml+xml"/>
  <Override PartName="/ppt/ink/ink1272.xml" ContentType="application/inkml+xml"/>
  <Override PartName="/ppt/ink/ink1273.xml" ContentType="application/inkml+xml"/>
  <Override PartName="/ppt/ink/ink1274.xml" ContentType="application/inkml+xml"/>
  <Override PartName="/ppt/ink/ink1275.xml" ContentType="application/inkml+xml"/>
  <Override PartName="/ppt/ink/ink1276.xml" ContentType="application/inkml+xml"/>
  <Override PartName="/ppt/ink/ink1277.xml" ContentType="application/inkml+xml"/>
  <Override PartName="/ppt/ink/ink1278.xml" ContentType="application/inkml+xml"/>
  <Override PartName="/ppt/ink/ink1279.xml" ContentType="application/inkml+xml"/>
  <Override PartName="/ppt/ink/ink1280.xml" ContentType="application/inkml+xml"/>
  <Override PartName="/ppt/ink/ink1281.xml" ContentType="application/inkml+xml"/>
  <Override PartName="/ppt/ink/ink1282.xml" ContentType="application/inkml+xml"/>
  <Override PartName="/ppt/ink/ink1283.xml" ContentType="application/inkml+xml"/>
  <Override PartName="/ppt/ink/ink1284.xml" ContentType="application/inkml+xml"/>
  <Override PartName="/ppt/ink/ink1285.xml" ContentType="application/inkml+xml"/>
  <Override PartName="/ppt/ink/ink1286.xml" ContentType="application/inkml+xml"/>
  <Override PartName="/ppt/ink/ink1287.xml" ContentType="application/inkml+xml"/>
  <Override PartName="/ppt/ink/ink1288.xml" ContentType="application/inkml+xml"/>
  <Override PartName="/ppt/ink/ink1289.xml" ContentType="application/inkml+xml"/>
  <Override PartName="/ppt/ink/ink1290.xml" ContentType="application/inkml+xml"/>
  <Override PartName="/ppt/ink/ink1291.xml" ContentType="application/inkml+xml"/>
  <Override PartName="/ppt/ink/ink1292.xml" ContentType="application/inkml+xml"/>
  <Override PartName="/ppt/ink/ink1293.xml" ContentType="application/inkml+xml"/>
  <Override PartName="/ppt/ink/ink1294.xml" ContentType="application/inkml+xml"/>
  <Override PartName="/ppt/ink/ink1295.xml" ContentType="application/inkml+xml"/>
  <Override PartName="/ppt/ink/ink1296.xml" ContentType="application/inkml+xml"/>
  <Override PartName="/ppt/ink/ink1297.xml" ContentType="application/inkml+xml"/>
  <Override PartName="/ppt/ink/ink1298.xml" ContentType="application/inkml+xml"/>
  <Override PartName="/ppt/ink/ink1299.xml" ContentType="application/inkml+xml"/>
  <Override PartName="/ppt/ink/ink1300.xml" ContentType="application/inkml+xml"/>
  <Override PartName="/ppt/ink/ink1301.xml" ContentType="application/inkml+xml"/>
  <Override PartName="/ppt/ink/ink1302.xml" ContentType="application/inkml+xml"/>
  <Override PartName="/ppt/ink/ink1303.xml" ContentType="application/inkml+xml"/>
  <Override PartName="/ppt/ink/ink1304.xml" ContentType="application/inkml+xml"/>
  <Override PartName="/ppt/ink/ink1305.xml" ContentType="application/inkml+xml"/>
  <Override PartName="/ppt/ink/ink1306.xml" ContentType="application/inkml+xml"/>
  <Override PartName="/ppt/ink/ink1307.xml" ContentType="application/inkml+xml"/>
  <Override PartName="/ppt/ink/ink1308.xml" ContentType="application/inkml+xml"/>
  <Override PartName="/ppt/ink/ink1309.xml" ContentType="application/inkml+xml"/>
  <Override PartName="/ppt/ink/ink1310.xml" ContentType="application/inkml+xml"/>
  <Override PartName="/ppt/ink/ink1311.xml" ContentType="application/inkml+xml"/>
  <Override PartName="/ppt/ink/ink1312.xml" ContentType="application/inkml+xml"/>
  <Override PartName="/ppt/ink/ink1313.xml" ContentType="application/inkml+xml"/>
  <Override PartName="/ppt/ink/ink1314.xml" ContentType="application/inkml+xml"/>
  <Override PartName="/ppt/ink/ink1315.xml" ContentType="application/inkml+xml"/>
  <Override PartName="/ppt/ink/ink1316.xml" ContentType="application/inkml+xml"/>
  <Override PartName="/ppt/ink/ink1317.xml" ContentType="application/inkml+xml"/>
  <Override PartName="/ppt/ink/ink1318.xml" ContentType="application/inkml+xml"/>
  <Override PartName="/ppt/ink/ink1319.xml" ContentType="application/inkml+xml"/>
  <Override PartName="/ppt/ink/ink1320.xml" ContentType="application/inkml+xml"/>
  <Override PartName="/ppt/ink/ink1321.xml" ContentType="application/inkml+xml"/>
  <Override PartName="/ppt/ink/ink1322.xml" ContentType="application/inkml+xml"/>
  <Override PartName="/ppt/ink/ink1323.xml" ContentType="application/inkml+xml"/>
  <Override PartName="/ppt/ink/ink1324.xml" ContentType="application/inkml+xml"/>
  <Override PartName="/ppt/ink/ink1325.xml" ContentType="application/inkml+xml"/>
  <Override PartName="/ppt/ink/ink1326.xml" ContentType="application/inkml+xml"/>
  <Override PartName="/ppt/ink/ink1327.xml" ContentType="application/inkml+xml"/>
  <Override PartName="/ppt/ink/ink1328.xml" ContentType="application/inkml+xml"/>
  <Override PartName="/ppt/ink/ink1329.xml" ContentType="application/inkml+xml"/>
  <Override PartName="/ppt/ink/ink1330.xml" ContentType="application/inkml+xml"/>
  <Override PartName="/ppt/ink/ink1331.xml" ContentType="application/inkml+xml"/>
  <Override PartName="/ppt/ink/ink1332.xml" ContentType="application/inkml+xml"/>
  <Override PartName="/ppt/ink/ink1333.xml" ContentType="application/inkml+xml"/>
  <Override PartName="/ppt/ink/ink1334.xml" ContentType="application/inkml+xml"/>
  <Override PartName="/ppt/ink/ink1335.xml" ContentType="application/inkml+xml"/>
  <Override PartName="/ppt/ink/ink1336.xml" ContentType="application/inkml+xml"/>
  <Override PartName="/ppt/ink/ink1337.xml" ContentType="application/inkml+xml"/>
  <Override PartName="/ppt/ink/ink1338.xml" ContentType="application/inkml+xml"/>
  <Override PartName="/ppt/ink/ink1339.xml" ContentType="application/inkml+xml"/>
  <Override PartName="/ppt/ink/ink1340.xml" ContentType="application/inkml+xml"/>
  <Override PartName="/ppt/ink/ink1341.xml" ContentType="application/inkml+xml"/>
  <Override PartName="/ppt/ink/ink1342.xml" ContentType="application/inkml+xml"/>
  <Override PartName="/ppt/ink/ink1343.xml" ContentType="application/inkml+xml"/>
  <Override PartName="/ppt/ink/ink1344.xml" ContentType="application/inkml+xml"/>
  <Override PartName="/ppt/ink/ink1345.xml" ContentType="application/inkml+xml"/>
  <Override PartName="/ppt/ink/ink1346.xml" ContentType="application/inkml+xml"/>
  <Override PartName="/ppt/ink/ink1347.xml" ContentType="application/inkml+xml"/>
  <Override PartName="/ppt/ink/ink1348.xml" ContentType="application/inkml+xml"/>
  <Override PartName="/ppt/ink/ink1349.xml" ContentType="application/inkml+xml"/>
  <Override PartName="/ppt/ink/ink1350.xml" ContentType="application/inkml+xml"/>
  <Override PartName="/ppt/ink/ink1351.xml" ContentType="application/inkml+xml"/>
  <Override PartName="/ppt/ink/ink1352.xml" ContentType="application/inkml+xml"/>
  <Override PartName="/ppt/ink/ink1353.xml" ContentType="application/inkml+xml"/>
  <Override PartName="/ppt/ink/ink1354.xml" ContentType="application/inkml+xml"/>
  <Override PartName="/ppt/ink/ink1355.xml" ContentType="application/inkml+xml"/>
  <Override PartName="/ppt/ink/ink1356.xml" ContentType="application/inkml+xml"/>
  <Override PartName="/ppt/ink/ink1357.xml" ContentType="application/inkml+xml"/>
  <Override PartName="/ppt/ink/ink1358.xml" ContentType="application/inkml+xml"/>
  <Override PartName="/ppt/ink/ink1359.xml" ContentType="application/inkml+xml"/>
  <Override PartName="/ppt/ink/ink1360.xml" ContentType="application/inkml+xml"/>
  <Override PartName="/ppt/ink/ink1361.xml" ContentType="application/inkml+xml"/>
  <Override PartName="/ppt/ink/ink1362.xml" ContentType="application/inkml+xml"/>
  <Override PartName="/ppt/ink/ink1363.xml" ContentType="application/inkml+xml"/>
  <Override PartName="/ppt/ink/ink1364.xml" ContentType="application/inkml+xml"/>
  <Override PartName="/ppt/ink/ink1365.xml" ContentType="application/inkml+xml"/>
  <Override PartName="/ppt/ink/ink1366.xml" ContentType="application/inkml+xml"/>
  <Override PartName="/ppt/ink/ink1367.xml" ContentType="application/inkml+xml"/>
  <Override PartName="/ppt/ink/ink1368.xml" ContentType="application/inkml+xml"/>
  <Override PartName="/ppt/ink/ink1369.xml" ContentType="application/inkml+xml"/>
  <Override PartName="/ppt/ink/ink1370.xml" ContentType="application/inkml+xml"/>
  <Override PartName="/ppt/ink/ink1371.xml" ContentType="application/inkml+xml"/>
  <Override PartName="/ppt/ink/ink1372.xml" ContentType="application/inkml+xml"/>
  <Override PartName="/ppt/ink/ink1373.xml" ContentType="application/inkml+xml"/>
  <Override PartName="/ppt/ink/ink1374.xml" ContentType="application/inkml+xml"/>
  <Override PartName="/ppt/ink/ink1375.xml" ContentType="application/inkml+xml"/>
  <Override PartName="/ppt/ink/ink1376.xml" ContentType="application/inkml+xml"/>
  <Override PartName="/ppt/ink/ink1377.xml" ContentType="application/inkml+xml"/>
  <Override PartName="/ppt/ink/ink1378.xml" ContentType="application/inkml+xml"/>
  <Override PartName="/ppt/ink/ink1379.xml" ContentType="application/inkml+xml"/>
  <Override PartName="/ppt/ink/ink1380.xml" ContentType="application/inkml+xml"/>
  <Override PartName="/ppt/ink/ink1381.xml" ContentType="application/inkml+xml"/>
  <Override PartName="/ppt/ink/ink1382.xml" ContentType="application/inkml+xml"/>
  <Override PartName="/ppt/ink/ink1383.xml" ContentType="application/inkml+xml"/>
  <Override PartName="/ppt/ink/ink1384.xml" ContentType="application/inkml+xml"/>
  <Override PartName="/ppt/ink/ink1385.xml" ContentType="application/inkml+xml"/>
  <Override PartName="/ppt/ink/ink1386.xml" ContentType="application/inkml+xml"/>
  <Override PartName="/ppt/ink/ink1387.xml" ContentType="application/inkml+xml"/>
  <Override PartName="/ppt/ink/ink1388.xml" ContentType="application/inkml+xml"/>
  <Override PartName="/ppt/ink/ink1389.xml" ContentType="application/inkml+xml"/>
  <Override PartName="/ppt/ink/ink1390.xml" ContentType="application/inkml+xml"/>
  <Override PartName="/ppt/ink/ink1391.xml" ContentType="application/inkml+xml"/>
  <Override PartName="/ppt/ink/ink1392.xml" ContentType="application/inkml+xml"/>
  <Override PartName="/ppt/ink/ink1393.xml" ContentType="application/inkml+xml"/>
  <Override PartName="/ppt/ink/ink1394.xml" ContentType="application/inkml+xml"/>
  <Override PartName="/ppt/ink/ink1395.xml" ContentType="application/inkml+xml"/>
  <Override PartName="/ppt/ink/ink1396.xml" ContentType="application/inkml+xml"/>
  <Override PartName="/ppt/ink/ink1397.xml" ContentType="application/inkml+xml"/>
  <Override PartName="/ppt/ink/ink1398.xml" ContentType="application/inkml+xml"/>
  <Override PartName="/ppt/ink/ink1399.xml" ContentType="application/inkml+xml"/>
  <Override PartName="/ppt/ink/ink1400.xml" ContentType="application/inkml+xml"/>
  <Override PartName="/ppt/ink/ink1401.xml" ContentType="application/inkml+xml"/>
  <Override PartName="/ppt/ink/ink1402.xml" ContentType="application/inkml+xml"/>
  <Override PartName="/ppt/ink/ink1403.xml" ContentType="application/inkml+xml"/>
  <Override PartName="/ppt/ink/ink1404.xml" ContentType="application/inkml+xml"/>
  <Override PartName="/ppt/ink/ink1405.xml" ContentType="application/inkml+xml"/>
  <Override PartName="/ppt/ink/ink1406.xml" ContentType="application/inkml+xml"/>
  <Override PartName="/ppt/ink/ink1407.xml" ContentType="application/inkml+xml"/>
  <Override PartName="/ppt/ink/ink1408.xml" ContentType="application/inkml+xml"/>
  <Override PartName="/ppt/ink/ink1409.xml" ContentType="application/inkml+xml"/>
  <Override PartName="/ppt/ink/ink1410.xml" ContentType="application/inkml+xml"/>
  <Override PartName="/ppt/ink/ink1411.xml" ContentType="application/inkml+xml"/>
  <Override PartName="/ppt/ink/ink1412.xml" ContentType="application/inkml+xml"/>
  <Override PartName="/ppt/ink/ink1413.xml" ContentType="application/inkml+xml"/>
  <Override PartName="/ppt/ink/ink1414.xml" ContentType="application/inkml+xml"/>
  <Override PartName="/ppt/ink/ink1415.xml" ContentType="application/inkml+xml"/>
  <Override PartName="/ppt/ink/ink1416.xml" ContentType="application/inkml+xml"/>
  <Override PartName="/ppt/ink/ink1417.xml" ContentType="application/inkml+xml"/>
  <Override PartName="/ppt/ink/ink1418.xml" ContentType="application/inkml+xml"/>
  <Override PartName="/ppt/ink/ink1419.xml" ContentType="application/inkml+xml"/>
  <Override PartName="/ppt/ink/ink1420.xml" ContentType="application/inkml+xml"/>
  <Override PartName="/ppt/ink/ink1421.xml" ContentType="application/inkml+xml"/>
  <Override PartName="/ppt/ink/ink1422.xml" ContentType="application/inkml+xml"/>
  <Override PartName="/ppt/ink/ink1423.xml" ContentType="application/inkml+xml"/>
  <Override PartName="/ppt/ink/ink1424.xml" ContentType="application/inkml+xml"/>
  <Override PartName="/ppt/ink/ink1425.xml" ContentType="application/inkml+xml"/>
  <Override PartName="/ppt/ink/ink1426.xml" ContentType="application/inkml+xml"/>
  <Override PartName="/ppt/ink/ink1427.xml" ContentType="application/inkml+xml"/>
  <Override PartName="/ppt/ink/ink1428.xml" ContentType="application/inkml+xml"/>
  <Override PartName="/ppt/ink/ink1429.xml" ContentType="application/inkml+xml"/>
  <Override PartName="/ppt/ink/ink1430.xml" ContentType="application/inkml+xml"/>
  <Override PartName="/ppt/ink/ink1431.xml" ContentType="application/inkml+xml"/>
  <Override PartName="/ppt/ink/ink1432.xml" ContentType="application/inkml+xml"/>
  <Override PartName="/ppt/ink/ink1433.xml" ContentType="application/inkml+xml"/>
  <Override PartName="/ppt/ink/ink1434.xml" ContentType="application/inkml+xml"/>
  <Override PartName="/ppt/ink/ink1435.xml" ContentType="application/inkml+xml"/>
  <Override PartName="/ppt/ink/ink1436.xml" ContentType="application/inkml+xml"/>
  <Override PartName="/ppt/ink/ink1437.xml" ContentType="application/inkml+xml"/>
  <Override PartName="/ppt/ink/ink1438.xml" ContentType="application/inkml+xml"/>
  <Override PartName="/ppt/ink/ink1439.xml" ContentType="application/inkml+xml"/>
  <Override PartName="/ppt/ink/ink1440.xml" ContentType="application/inkml+xml"/>
  <Override PartName="/ppt/ink/ink1441.xml" ContentType="application/inkml+xml"/>
  <Override PartName="/ppt/ink/ink1442.xml" ContentType="application/inkml+xml"/>
  <Override PartName="/ppt/ink/ink1443.xml" ContentType="application/inkml+xml"/>
  <Override PartName="/ppt/ink/ink1444.xml" ContentType="application/inkml+xml"/>
  <Override PartName="/ppt/ink/ink1445.xml" ContentType="application/inkml+xml"/>
  <Override PartName="/ppt/ink/ink1446.xml" ContentType="application/inkml+xml"/>
  <Override PartName="/ppt/ink/ink1447.xml" ContentType="application/inkml+xml"/>
  <Override PartName="/ppt/ink/ink1448.xml" ContentType="application/inkml+xml"/>
  <Override PartName="/ppt/ink/ink1449.xml" ContentType="application/inkml+xml"/>
  <Override PartName="/ppt/ink/ink1450.xml" ContentType="application/inkml+xml"/>
  <Override PartName="/ppt/ink/ink1451.xml" ContentType="application/inkml+xml"/>
  <Override PartName="/ppt/ink/ink1452.xml" ContentType="application/inkml+xml"/>
  <Override PartName="/ppt/ink/ink1453.xml" ContentType="application/inkml+xml"/>
  <Override PartName="/ppt/ink/ink145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58" r:id="rId3"/>
    <p:sldId id="259" r:id="rId4"/>
    <p:sldId id="260" r:id="rId5"/>
    <p:sldId id="261" r:id="rId6"/>
    <p:sldId id="262" r:id="rId7"/>
    <p:sldId id="263" r:id="rId8"/>
    <p:sldId id="264" r:id="rId9"/>
    <p:sldId id="265" r:id="rId10"/>
    <p:sldId id="267" r:id="rId11"/>
    <p:sldId id="268" r:id="rId12"/>
    <p:sldId id="269" r:id="rId13"/>
    <p:sldId id="270" r:id="rId14"/>
    <p:sldId id="266" r:id="rId15"/>
    <p:sldId id="271" r:id="rId16"/>
    <p:sldId id="275" r:id="rId17"/>
    <p:sldId id="272" r:id="rId18"/>
    <p:sldId id="273" r:id="rId19"/>
    <p:sldId id="274" r:id="rId20"/>
    <p:sldId id="276" r:id="rId21"/>
    <p:sldId id="277" r:id="rId22"/>
    <p:sldId id="278" r:id="rId23"/>
    <p:sldId id="279" r:id="rId24"/>
    <p:sldId id="280" r:id="rId25"/>
    <p:sldId id="281" r:id="rId26"/>
    <p:sldId id="282" r:id="rId27"/>
    <p:sldId id="283" r:id="rId28"/>
    <p:sldId id="284"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7" d="100"/>
          <a:sy n="77" d="100"/>
        </p:scale>
        <p:origin x="91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ink/ink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16"/>
    </inkml:context>
    <inkml:brush xml:id="br0">
      <inkml:brushProperty name="width" value="0.02646" units="cm"/>
      <inkml:brushProperty name="height" value="0.02646" units="cm"/>
      <inkml:brushProperty name="fitToCurve" value="1"/>
    </inkml:brush>
  </inkml:definitions>
  <inkml:trace contextRef="#ctx0" brushRef="#br0">22831 6165 874,'89'27'-3,"-91"-107"1,-73 64 1,-3 48-1,37 63 2,115-52-1,32-91 1,-85-31 0,-97 66 0,6 116 1,165-120-1,-136-62 0,-24 157 1,154-44-1,-38-118-1</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17"/>
    </inkml:context>
    <inkml:brush xml:id="br0">
      <inkml:brushProperty name="width" value="0.02646" units="cm"/>
      <inkml:brushProperty name="height" value="0.02646" units="cm"/>
      <inkml:brushProperty name="fitToCurve" value="1"/>
    </inkml:brush>
  </inkml:definitions>
  <inkml:trace contextRef="#ctx0" brushRef="#br0">23778 6184 874,'-100'42'-3,"-56"10"-1,62-22 4,-4 2-2,-46 12-1,17-6 0,-13 1 1,21-8 3,-8 1 0,-18 8 0,10-1-2,-39 16 0,36-16 0,50-17 0,-6 1 1,7 0-1,-64 17 1,59-16 0,-5 3 0,-51 15 0,59-17 0,-5 2 0,-3-1 0,1-2 1,-44 13-1,-31 12 1,36-10-1,5 1 3,11-6 1,7-25-3,28-22 3</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18"/>
    </inkml:context>
    <inkml:brush xml:id="br0">
      <inkml:brushProperty name="width" value="0.02646" units="cm"/>
      <inkml:brushProperty name="height" value="0.02646" units="cm"/>
      <inkml:brushProperty name="fitToCurve" value="1"/>
    </inkml:brush>
  </inkml:definitions>
  <inkml:trace contextRef="#ctx0" brushRef="#br0">20679 6637 874,'-88'64'-7,"-13"21"2,7-16 1,2-3 2,-17 16 2,21-19 3,35 29 3,142-54-5,74-16 0,-47-12 0,-32-14-57</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19"/>
    </inkml:context>
    <inkml:brush xml:id="br0">
      <inkml:brushProperty name="width" value="0.02646" units="cm"/>
      <inkml:brushProperty name="height" value="0.02646" units="cm"/>
      <inkml:brushProperty name="fitToCurve" value="1"/>
    </inkml:brush>
  </inkml:definitions>
  <inkml:trace contextRef="#ctx0" brushRef="#br0">19987 7075 874,'-95'30'-3,"5"-8"-183</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0"/>
    </inkml:context>
    <inkml:brush xml:id="br0">
      <inkml:brushProperty name="width" value="0.02646" units="cm"/>
      <inkml:brushProperty name="height" value="0.02646" units="cm"/>
      <inkml:brushProperty name="fitToCurve" value="1"/>
    </inkml:brush>
  </inkml:definitions>
  <inkml:trace contextRef="#ctx0" brushRef="#br0">19620 7187 874,'-128'25'-5,"42"-20"-54</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1"/>
    </inkml:context>
    <inkml:brush xml:id="br0">
      <inkml:brushProperty name="width" value="0.02646" units="cm"/>
      <inkml:brushProperty name="height" value="0.02646" units="cm"/>
      <inkml:brushProperty name="fitToCurve" value="1"/>
    </inkml:brush>
  </inkml:definitions>
  <inkml:trace contextRef="#ctx0" brushRef="#br0">19359 7240 874,'-90'18'-4,"4"-3"-52</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2"/>
    </inkml:context>
    <inkml:brush xml:id="br0">
      <inkml:brushProperty name="width" value="0.02646" units="cm"/>
      <inkml:brushProperty name="height" value="0.02646" units="cm"/>
      <inkml:brushProperty name="fitToCurve" value="1"/>
    </inkml:brush>
  </inkml:definitions>
  <inkml:trace contextRef="#ctx0" brushRef="#br0">19080 7316 874,'-106'-1'-7,"21"1"-12</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3"/>
    </inkml:context>
    <inkml:brush xml:id="br0">
      <inkml:brushProperty name="width" value="0.02646" units="cm"/>
      <inkml:brushProperty name="height" value="0.02646" units="cm"/>
      <inkml:brushProperty name="fitToCurve" value="1"/>
    </inkml:brush>
  </inkml:definitions>
  <inkml:trace contextRef="#ctx0" brushRef="#br0">20589 4783 874,'-1'70'-1,"81"-139"-4,-173 63 4,19 105 0,154-64 2,16-111-1,-212 57-1,134 89 2,69-86-1,-133-59 1,-52 104 0,88 49-1,109-86-2,-12-64-1</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4"/>
    </inkml:context>
    <inkml:brush xml:id="br0">
      <inkml:brushProperty name="width" value="0.02646" units="cm"/>
      <inkml:brushProperty name="height" value="0.02646" units="cm"/>
      <inkml:brushProperty name="fitToCurve" value="1"/>
    </inkml:brush>
  </inkml:definitions>
  <inkml:trace contextRef="#ctx0" brushRef="#br0">20940 4811 874,'-74'46'-7</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5"/>
    </inkml:context>
    <inkml:brush xml:id="br0">
      <inkml:brushProperty name="width" value="0.02646" units="cm"/>
      <inkml:brushProperty name="height" value="0.02646" units="cm"/>
      <inkml:brushProperty name="fitToCurve" value="1"/>
    </inkml:brush>
  </inkml:definitions>
  <inkml:trace contextRef="#ctx0" brushRef="#br0">20996 4811 874,'-86'135'-7,"26"-46"3,3-4 1,-23 31 1,2-5 1,-13 7 1,-25 33 0,14-20-1,-12 11 1,3-4-1,8-16 1,-9 14-4,21-24-8,12-5-7,12-18-16,-5-2-280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6"/>
    </inkml:context>
    <inkml:brush xml:id="br0">
      <inkml:brushProperty name="width" value="0.02646" units="cm"/>
      <inkml:brushProperty name="height" value="0.02646" units="cm"/>
      <inkml:brushProperty name="fitToCurve" value="1"/>
    </inkml:brush>
  </inkml:definitions>
  <inkml:trace contextRef="#ctx0" brushRef="#br0">19794 5762 874,'-38'109'-10,"-11"13"5,4-19 2,-5 7 2,-16 14 2,196-134 5,-32-42-6,-11 8 0,6-6-1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7"/>
    </inkml:context>
    <inkml:brush xml:id="br0">
      <inkml:brushProperty name="width" value="0.02646" units="cm"/>
      <inkml:brushProperty name="height" value="0.02646" units="cm"/>
      <inkml:brushProperty name="fitToCurve" value="1"/>
    </inkml:brush>
  </inkml:definitions>
  <inkml:trace contextRef="#ctx0" brushRef="#br0">19510 6365 874,'-60'76'3</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8"/>
    </inkml:context>
    <inkml:brush xml:id="br0">
      <inkml:brushProperty name="width" value="0.02646" units="cm"/>
      <inkml:brushProperty name="height" value="0.02646" units="cm"/>
      <inkml:brushProperty name="fitToCurve" value="1"/>
    </inkml:brush>
  </inkml:definitions>
  <inkml:trace contextRef="#ctx0" brushRef="#br0">19301 6622 874,'-75'60'3</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29"/>
    </inkml:context>
    <inkml:brush xml:id="br0">
      <inkml:brushProperty name="width" value="0.02646" units="cm"/>
      <inkml:brushProperty name="height" value="0.02646" units="cm"/>
      <inkml:brushProperty name="fitToCurve" value="1"/>
    </inkml:brush>
  </inkml:definitions>
  <inkml:trace contextRef="#ctx0" brushRef="#br0">18914 7014 874,'-60'75'-1</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0"/>
    </inkml:context>
    <inkml:brush xml:id="br0">
      <inkml:brushProperty name="width" value="0.02646" units="cm"/>
      <inkml:brushProperty name="height" value="0.02646" units="cm"/>
      <inkml:brushProperty name="fitToCurve" value="1"/>
    </inkml:brush>
  </inkml:definitions>
  <inkml:trace contextRef="#ctx0" brushRef="#br0">18749 7255 874,'-56'76'-6</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1"/>
    </inkml:context>
    <inkml:brush xml:id="br0">
      <inkml:brushProperty name="width" value="0.02646" units="cm"/>
      <inkml:brushProperty name="height" value="0.02646" units="cm"/>
      <inkml:brushProperty name="fitToCurve" value="1"/>
    </inkml:brush>
  </inkml:definitions>
  <inkml:trace contextRef="#ctx0" brushRef="#br0">20597 4796 874,'34'123'-2,"91"-106"1,-238-52-6</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2"/>
    </inkml:context>
    <inkml:brush xml:id="br0">
      <inkml:brushProperty name="width" value="0.02646" units="cm"/>
      <inkml:brushProperty name="height" value="0.02646" units="cm"/>
      <inkml:brushProperty name="fitToCurve" value="1"/>
    </inkml:brush>
  </inkml:definitions>
  <inkml:trace contextRef="#ctx0" brushRef="#br0">19589 5415 874,'-18'128'-13,"-4"-7"1,-2 5-2,9-39-14</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3"/>
    </inkml:context>
    <inkml:brush xml:id="br0">
      <inkml:brushProperty name="width" value="0.02646" units="cm"/>
      <inkml:brushProperty name="height" value="0.02646" units="cm"/>
      <inkml:brushProperty name="fitToCurve" value="1"/>
    </inkml:brush>
  </inkml:definitions>
  <inkml:trace contextRef="#ctx0" brushRef="#br0">19510 5350 874,'140'-55'-8,"-15"28"2,-13 8-4</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4"/>
    </inkml:context>
    <inkml:brush xml:id="br0">
      <inkml:brushProperty name="width" value="0.02646" units="cm"/>
      <inkml:brushProperty name="height" value="0.02646" units="cm"/>
      <inkml:brushProperty name="fitToCurve" value="1"/>
    </inkml:brush>
  </inkml:definitions>
  <inkml:trace contextRef="#ctx0" brushRef="#br0">19584 5520 874,'65'9'-3</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5"/>
    </inkml:context>
    <inkml:brush xml:id="br0">
      <inkml:brushProperty name="width" value="0.02646" units="cm"/>
      <inkml:brushProperty name="height" value="0.02646" units="cm"/>
      <inkml:brushProperty name="fitToCurve" value="1"/>
    </inkml:brush>
  </inkml:definitions>
  <inkml:trace contextRef="#ctx0" brushRef="#br0">19420 5130 874,'97'-44'-10,"37"4"8,-5 12 3,-41 11-24</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6"/>
    </inkml:context>
    <inkml:brush xml:id="br0">
      <inkml:brushProperty name="width" value="0.02646" units="cm"/>
      <inkml:brushProperty name="height" value="0.02646" units="cm"/>
      <inkml:brushProperty name="fitToCurve" value="1"/>
    </inkml:brush>
  </inkml:definitions>
  <inkml:trace contextRef="#ctx0" brushRef="#br0">19629 4903 874,'127'-30'-6,"-17"69"4,-45 83-2,-93-10-1,-3-21-12</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7"/>
    </inkml:context>
    <inkml:brush xml:id="br0">
      <inkml:brushProperty name="width" value="0.02646" units="cm"/>
      <inkml:brushProperty name="height" value="0.02646" units="cm"/>
      <inkml:brushProperty name="fitToCurve" value="1"/>
    </inkml:brush>
  </inkml:definitions>
  <inkml:trace contextRef="#ctx0" brushRef="#br0">21514 6789 874,'18'92'-6,"-16"-4"2,-10 8 1,-11 35-1,2-32-14</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8"/>
    </inkml:context>
    <inkml:brush xml:id="br0">
      <inkml:brushProperty name="width" value="0.02646" units="cm"/>
      <inkml:brushProperty name="height" value="0.02646" units="cm"/>
      <inkml:brushProperty name="fitToCurve" value="1"/>
    </inkml:brush>
  </inkml:definitions>
  <inkml:trace contextRef="#ctx0" brushRef="#br0">21521 6808 874,'117'-18'-6,"-21"21"4,-11-3-2,2 10-52</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39"/>
    </inkml:context>
    <inkml:brush xml:id="br0">
      <inkml:brushProperty name="width" value="0.02646" units="cm"/>
      <inkml:brushProperty name="height" value="0.02646" units="cm"/>
      <inkml:brushProperty name="fitToCurve" value="1"/>
    </inkml:brush>
  </inkml:definitions>
  <inkml:trace contextRef="#ctx0" brushRef="#br0">21492 6959 874,'150'-11'-19,"-43"1"-27</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0"/>
    </inkml:context>
    <inkml:brush xml:id="br0">
      <inkml:brushProperty name="width" value="0.02646" units="cm"/>
      <inkml:brushProperty name="height" value="0.02646" units="cm"/>
      <inkml:brushProperty name="fitToCurve" value="1"/>
    </inkml:brush>
  </inkml:definitions>
  <inkml:trace contextRef="#ctx0" brushRef="#br0">21581 6696 874,'107'-24'-10,"16"6"6,-36 7-1,4 6-184</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1"/>
    </inkml:context>
    <inkml:brush xml:id="br0">
      <inkml:brushProperty name="width" value="0.02646" units="cm"/>
      <inkml:brushProperty name="height" value="0.02646" units="cm"/>
      <inkml:brushProperty name="fitToCurve" value="1"/>
    </inkml:brush>
  </inkml:definitions>
  <inkml:trace contextRef="#ctx0" brushRef="#br0">21834 6577 874,'101'25'-3,"-10"78"-5,-104 8 4,-45-24-4</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2"/>
    </inkml:context>
    <inkml:brush xml:id="br0">
      <inkml:brushProperty name="width" value="0.02646" units="cm"/>
      <inkml:brushProperty name="height" value="0.02646" units="cm"/>
      <inkml:brushProperty name="fitToCurve" value="1"/>
    </inkml:brush>
  </inkml:definitions>
  <inkml:trace contextRef="#ctx0" brushRef="#br0">17528 6682 874,'113'32'-13,"10"-6"-1,14 5 2,-50-5 3,25 4-25,-28 5-245</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3"/>
    </inkml:context>
    <inkml:brush xml:id="br0">
      <inkml:brushProperty name="width" value="0.02646" units="cm"/>
      <inkml:brushProperty name="height" value="0.02646" units="cm"/>
      <inkml:brushProperty name="fitToCurve" value="1"/>
    </inkml:brush>
  </inkml:definitions>
  <inkml:trace contextRef="#ctx0" brushRef="#br0">17945 6713 874,'85'40'-3,"4"48"-5,-84 2 9,-61-2-1,-31-8-184</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4"/>
    </inkml:context>
    <inkml:brush xml:id="br0">
      <inkml:brushProperty name="width" value="0.02646" units="cm"/>
      <inkml:brushProperty name="height" value="0.02646" units="cm"/>
      <inkml:brushProperty name="fitToCurve" value="1"/>
    </inkml:brush>
  </inkml:definitions>
  <inkml:trace contextRef="#ctx0" brushRef="#br0">16160 6140 874,'-99'123'-11,"45"14"8,26-45 1,24 18 3,66 11 1,53-95-2,6-80-4,-4-63-2,-48 17 8,-171 155 1,67 62-1,33-1 2,116-68-4,-16-119 1,-4-18 1,-19 200-7,34-130 5,-15-85 2,-43 230-10,-60-1 6,132-141 1,-82-73-5,6-1-11,-14 2-12</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5"/>
    </inkml:context>
    <inkml:brush xml:id="br0">
      <inkml:brushProperty name="width" value="0.02646" units="cm"/>
      <inkml:brushProperty name="height" value="0.02646" units="cm"/>
      <inkml:brushProperty name="fitToCurve" value="1"/>
    </inkml:brush>
  </inkml:definitions>
  <inkml:trace contextRef="#ctx0" brushRef="#br0">17011 5882 874,'-27'105'-10,"-4"66"0,15-80 5,-8 67-2,3-11 3,8-17 4,6-15 5,17-20 4,76-194-5,-12-40-5,-13 47 0,28 51 3,-47 150 2,-30 11-3,28-16 2,57-84-3,3-121-3,-36 2 4,-44-23 0,-84 262 0,150-32-1,-12-24-7</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6"/>
    </inkml:context>
    <inkml:brush xml:id="br0">
      <inkml:brushProperty name="width" value="0.02646" units="cm"/>
      <inkml:brushProperty name="height" value="0.02646" units="cm"/>
      <inkml:brushProperty name="fitToCurve" value="1"/>
    </inkml:brush>
  </inkml:definitions>
  <inkml:trace contextRef="#ctx0" brushRef="#br0">16768 6209 874,'97'-29'-9,"43"20"5,-8 8 1,-43 2-25</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7"/>
    </inkml:context>
    <inkml:brush xml:id="br0">
      <inkml:brushProperty name="width" value="0.02646" units="cm"/>
      <inkml:brushProperty name="height" value="0.02646" units="cm"/>
      <inkml:brushProperty name="fitToCurve" value="1"/>
    </inkml:brush>
  </inkml:definitions>
  <inkml:trace contextRef="#ctx0" brushRef="#br0">15948 6818 874,'-16'113'-10,"3"14"1,1-4 5,-13 30 3,1-25 0,-98-101 15,11 9-12,147 89-3,55-68-2,71-52-1,-5-62 1,-41-27 2,-26-33 3,-205 101 1,67 129-2,116 6 0,4-31 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8"/>
    </inkml:context>
    <inkml:brush xml:id="br0">
      <inkml:brushProperty name="width" value="0.02646" units="cm"/>
      <inkml:brushProperty name="height" value="0.02646" units="cm"/>
      <inkml:brushProperty name="fitToCurve" value="1"/>
    </inkml:brush>
  </inkml:definitions>
  <inkml:trace contextRef="#ctx0" brushRef="#br0">16531 7420 874,'58'-99'-9,"-7"4"3,-7-1 5,-19-31 4,-121 163-14,62 51 6,2 18-1,8-13 2,7-6-1,3 22 2,5 15 3,1 8 0,4-48 1,1 13 4,9-6 0,83-204 3,-87-27-8,-51 20 5,12 4 0,161 57-1,-27 70-2,-11 84-4,-34-1 1,41-13 4,-41-192-2,-153 15-1,62-5 0,182 33-4,-25 61 5,-16 56-2,-47 53 0,-40-5 1,-67-194-1,74-34 2,33 12 1,47 17 4,-15 69-301</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49"/>
    </inkml:context>
    <inkml:brush xml:id="br0">
      <inkml:brushProperty name="width" value="0.02646" units="cm"/>
      <inkml:brushProperty name="height" value="0.02646" units="cm"/>
      <inkml:brushProperty name="fitToCurve" value="1"/>
    </inkml:brush>
  </inkml:definitions>
  <inkml:trace contextRef="#ctx0" brushRef="#br0">17488 7104 874,'-97'147'-7,"49"5"7,77-29 0,63-68-2,9-70 1,6-81 2,-63-27 0,-158 111-3,65 102 2,43 39 1,130-47-2,-11-69-2,-23-31-434</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0"/>
    </inkml:context>
    <inkml:brush xml:id="br0">
      <inkml:brushProperty name="width" value="0.02646" units="cm"/>
      <inkml:brushProperty name="height" value="0.02646" units="cm"/>
      <inkml:brushProperty name="fitToCurve" value="1"/>
    </inkml:brush>
  </inkml:definitions>
  <inkml:trace contextRef="#ctx0" brushRef="#br0">6547 5977 874,'100'19'-3,"37"4"1,35-9 0,-75-8 1,47 0-1,-8 3 1,19-5-1,5-2 1,-43 0 1,16-2 1,-15 0-1,8-6 0,34-2 0,-21 4-1,8 1 0,-7 2 1,-5 1 0,-11 0 0,31-1 0,-66-4-1,5-1 1,50-5 0,-59 5-1,9-1 1,8 1-1,47-4 0,-54 3 1,49-2 0,24-2 1,-78 5-1,49-6 2,17-3 2,-26 2-3,-44 3 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1"/>
    </inkml:context>
    <inkml:brush xml:id="br0">
      <inkml:brushProperty name="width" value="0.02646" units="cm"/>
      <inkml:brushProperty name="height" value="0.02646" units="cm"/>
      <inkml:brushProperty name="fitToCurve" value="1"/>
    </inkml:brush>
  </inkml:definitions>
  <inkml:trace contextRef="#ctx0" brushRef="#br0">8469 7270 874,'119'1'-5,"-1"4"1,-11 1 1,26-5 0,25-5 1,-26 0 2,8 5 0,19 5 0,-57-2 0,7-2-1,4 1 0,69-2-3,-65 1 2,8-2 0,-21 0 1,-5 1-1,18 3 0,14-2 0,10-2 0,-50 0 1,25-1-1,16-3 1,15-1 0,-20 0-1,-19 1 1,23-2-1,14 0 1,10-1 0,-48 3 1,14 2 0,16-1 0,10 2 0,-12 0 1,-27 1-1,21 0 1,11 0 0,3 1 0,-2 3 0,-27-2 2,-15 2 0,8-1 0,5-3 0,0-4-1,42-4 3,8-13-6,-60 7-5,-16 2-425</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2"/>
    </inkml:context>
    <inkml:brush xml:id="br0">
      <inkml:brushProperty name="width" value="0.02646" units="cm"/>
      <inkml:brushProperty name="height" value="0.02646" units="cm"/>
      <inkml:brushProperty name="fitToCurve" value="1"/>
    </inkml:brush>
  </inkml:definitions>
  <inkml:trace contextRef="#ctx0" brushRef="#br0">2137 8599 874,'107'9'-3,"61"2"-2,-72-2 4,50 6-1,18 4 0,-31-10-1,-26-5 2,44-1 2,-63-2-1,-2-1-1,58 0 1,-50 0 0,8 0-1,60 0 1,-68 0-1,10 0 1,2 0-1,59-1 1,-61-1-1,8 0 1,-19 0 0,-9 1 0,15 1 0,10-1 0,7-2 0,57-1-1,-61-1 1,10-1-2,-17 2 1,-19 0 1,18 3-1,11 1 1,4 1 1,-35-1-1,10 0 0,12 0 1,8-1-1,-6 1 1,74-1 0,-76 2 0,6 3-1,55 0 0,-71 1 1,8 2-1,-2-2 0,60 2 0,-66-3 0,2 1 1,54 3-1,-65-2 1,6 1-1,5-1 0,44 6 0,-56-5 0,0-2 1,45 6 0,9 0 1,16 5 1,-23 1-13,-46-6-17</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3"/>
    </inkml:context>
    <inkml:brush xml:id="br0">
      <inkml:brushProperty name="width" value="0.02646" units="cm"/>
      <inkml:brushProperty name="height" value="0.02646" units="cm"/>
      <inkml:brushProperty name="fitToCurve" value="1"/>
    </inkml:brush>
  </inkml:definitions>
  <inkml:trace contextRef="#ctx0" brushRef="#br0">8782 8553 874,'135'49'-4,"-23"-25"-1,-2-7 1,-4-5 2,27 5-1,18-2 3,-23-3 1,46 5-1,-32-1 0,-57-5 0,10-2 0,-1 2-1,60 3 0,-58-7 1,5 0 0,56 3 0,-65-3 0,10 0 0,3 1 0,54 1-1,-62-3 1,5 2 0,-15-1 0,78 5 1,-70-7-1,1 2 0,43 2 1,-54-5-1,6-1 1,1 0-1,-7 1 0,55 2 1,-56-3-1,4-1 0,44 4 0,19 0 0,-22-2 1,16 0 1,-15-1-1,7-2 0,-12 1-2,-5 2 0,-30 0-6</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4"/>
    </inkml:context>
    <inkml:brush xml:id="br0">
      <inkml:brushProperty name="width" value="0.02646" units="cm"/>
      <inkml:brushProperty name="height" value="0.02646" units="cm"/>
      <inkml:brushProperty name="fitToCurve" value="1"/>
    </inkml:brush>
  </inkml:definitions>
  <inkml:trace contextRef="#ctx0" brushRef="#br0">8478 9039 874,'8'-118'-5,"-9"1"3,-6 0-1,-2-22 0,0 5 3,1 50 1,-3-48-1,2 9 2,-12 5 0,-62 34-1,-76 44-4,23 29-1,52 11 2,-3 3 0,-56 5 2,-23 1-1,69-2 1,-55 2 0,58-3 0,-14-1 0,1 0-1,-67 5-1,65-6 2,-6 0-1,25 0 1,3 0 0,-14 0 0,-6 1 0,-6 2 1,-55 3-1,66-2 1,-2-1-1,18-2 0,-69 6 2,70-8-1,-2 1-1,-38 0 3,-35-11 1,74 2-3,-70 18 1,48 79-2,57 12 0,29 58-4,18-75 2,-1 55-1,2 0 5,11 4-1,7-51 1,0-9-54</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5"/>
    </inkml:context>
    <inkml:brush xml:id="br0">
      <inkml:brushProperty name="width" value="0.02646" units="cm"/>
      <inkml:brushProperty name="height" value="0.02646" units="cm"/>
      <inkml:brushProperty name="fitToCurve" value="1"/>
    </inkml:brush>
  </inkml:definitions>
  <inkml:trace contextRef="#ctx0" brushRef="#br0">12469 11874 874,'-89'144'-20,"34"-55"12,-6 7 2,-2-3 5,5-8 2,-17 24 3,17-22 0,-5 6 9,-14-10-5,-12-13-635</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6"/>
    </inkml:context>
    <inkml:brush xml:id="br0">
      <inkml:brushProperty name="width" value="0.02646" units="cm"/>
      <inkml:brushProperty name="height" value="0.02646" units="cm"/>
      <inkml:brushProperty name="fitToCurve" value="1"/>
    </inkml:brush>
  </inkml:definitions>
  <inkml:trace contextRef="#ctx0" brushRef="#br0">11883 12356 874,'-30'110'-10,"-7"12"7,125-164 2</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7"/>
    </inkml:context>
    <inkml:brush xml:id="br0">
      <inkml:brushProperty name="width" value="0.02646" units="cm"/>
      <inkml:brushProperty name="height" value="0.02646" units="cm"/>
      <inkml:brushProperty name="fitToCurve" value="1"/>
    </inkml:brush>
  </inkml:definitions>
  <inkml:trace contextRef="#ctx0" brushRef="#br0">12613 11572 874,'-2'160'-16,"1"-67"9,1 6 3,0-13 1,1 42 3,1-34 7,-10-4-618</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8"/>
    </inkml:context>
    <inkml:brush xml:id="br0">
      <inkml:brushProperty name="width" value="0.02646" units="cm"/>
      <inkml:brushProperty name="height" value="0.02646" units="cm"/>
      <inkml:brushProperty name="fitToCurve" value="1"/>
    </inkml:brush>
  </inkml:definitions>
  <inkml:trace contextRef="#ctx0" brushRef="#br0">12656 11716 874,'60'-117'-5,"45"110"3,-108 118-2,-53-22 0,-45-46-26</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59"/>
    </inkml:context>
    <inkml:brush xml:id="br0">
      <inkml:brushProperty name="width" value="0.02646" units="cm"/>
      <inkml:brushProperty name="height" value="0.02646" units="cm"/>
      <inkml:brushProperty name="fitToCurve" value="1"/>
    </inkml:brush>
  </inkml:definitions>
  <inkml:trace contextRef="#ctx0" brushRef="#br0">12939 11685 874,'101'65'-7,"-49"-164"7,-143 0 0,-15 52 4</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0"/>
    </inkml:context>
    <inkml:brush xml:id="br0">
      <inkml:brushProperty name="width" value="0.02646" units="cm"/>
      <inkml:brushProperty name="height" value="0.02646" units="cm"/>
      <inkml:brushProperty name="fitToCurve" value="1"/>
    </inkml:brush>
  </inkml:definitions>
  <inkml:trace contextRef="#ctx0" brushRef="#br0">13208 11301 874,'-41'85'0,"109"26"-3,19-27 0,-56 3 0,-50 6 1,29-201 2,102 51 0,-21 160 1,-85-15-105</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1"/>
    </inkml:context>
    <inkml:brush xml:id="br0">
      <inkml:brushProperty name="width" value="0.02646" units="cm"/>
      <inkml:brushProperty name="height" value="0.02646" units="cm"/>
      <inkml:brushProperty name="fitToCurve" value="1"/>
    </inkml:brush>
  </inkml:definitions>
  <inkml:trace contextRef="#ctx0" brushRef="#br0">13431 11346 874,'-65'61'-55</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2"/>
    </inkml:context>
    <inkml:brush xml:id="br0">
      <inkml:brushProperty name="width" value="0.02646" units="cm"/>
      <inkml:brushProperty name="height" value="0.02646" units="cm"/>
      <inkml:brushProperty name="fitToCurve" value="1"/>
    </inkml:brush>
  </inkml:definitions>
  <inkml:trace contextRef="#ctx0" brushRef="#br0">13625 10954 874,'9'112'-6,"1"8"0,-2-7 4,-1 28 0,-1-10-7,6-19-5,-8-21-109</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3"/>
    </inkml:context>
    <inkml:brush xml:id="br0">
      <inkml:brushProperty name="width" value="0.02646" units="cm"/>
      <inkml:brushProperty name="height" value="0.02646" units="cm"/>
      <inkml:brushProperty name="fitToCurve" value="1"/>
    </inkml:brush>
  </inkml:definitions>
  <inkml:trace contextRef="#ctx0" brushRef="#br0">13610 11506 874,'61'-97'-7,"31"37"7,28 154-1,-19-48 0,-15-20-438</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4"/>
    </inkml:context>
    <inkml:brush xml:id="br0">
      <inkml:brushProperty name="width" value="0.02646" units="cm"/>
      <inkml:brushProperty name="height" value="0.02646" units="cm"/>
      <inkml:brushProperty name="fitToCurve" value="1"/>
    </inkml:brush>
  </inkml:definitions>
  <inkml:trace contextRef="#ctx0" brushRef="#br0">14048 11324 874,'-27'110'-7,"49"-17"7,71-206-1,-47 3 0,51 40 1,-51 179-3,49-150 2,-26-56 2,29 64 1,-70 135-4,-43-15 2,-20-1-1</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5"/>
    </inkml:context>
    <inkml:brush xml:id="br0">
      <inkml:brushProperty name="width" value="0.02646" units="cm"/>
      <inkml:brushProperty name="height" value="0.02646" units="cm"/>
      <inkml:brushProperty name="fitToCurve" value="1"/>
    </inkml:brush>
  </inkml:definitions>
  <inkml:trace contextRef="#ctx0" brushRef="#br0">14878 10681 874,'-44'97'-18,"2"8"-2,-8 35 3,2 20 1,13-3 9,13-33 9,15-30 1,21 53 6,65-33 1,11-66 3,14-26 1</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6"/>
    </inkml:context>
    <inkml:brush xml:id="br0">
      <inkml:brushProperty name="width" value="0.02646" units="cm"/>
      <inkml:brushProperty name="height" value="0.02646" units="cm"/>
      <inkml:brushProperty name="fitToCurve" value="1"/>
    </inkml:brush>
  </inkml:definitions>
  <inkml:trace contextRef="#ctx0" brushRef="#br0">15330 10681 874,'-7'100'-12,"3"-11"2,0 14 2,4-11 3,0 46 0,8-5 14,-6-26-4,-100-82 9,8 20-9,32 87-7,151-102-1,62-102-9,-25-20 0,-11-21 17,-64 214-1,-65 1 5,96-68-3,25-164-14,-10 13-3,-4 74 16,-40 139-3,-83 5 0,-1-8-103</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7"/>
    </inkml:context>
    <inkml:brush xml:id="br0">
      <inkml:brushProperty name="width" value="0.02646" units="cm"/>
      <inkml:brushProperty name="height" value="0.02646" units="cm"/>
      <inkml:brushProperty name="fitToCurve" value="1"/>
    </inkml:brush>
  </inkml:definitions>
  <inkml:trace contextRef="#ctx0" brushRef="#br0">15561 10923 874,'-55'68'-3</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8"/>
    </inkml:context>
    <inkml:brush xml:id="br0">
      <inkml:brushProperty name="width" value="0.02646" units="cm"/>
      <inkml:brushProperty name="height" value="0.02646" units="cm"/>
      <inkml:brushProperty name="fitToCurve" value="1"/>
    </inkml:brush>
  </inkml:definitions>
  <inkml:trace contextRef="#ctx0" brushRef="#br0">15965 10546 874,'-1'126'-11,"-1"-34"2,2 7 2,5 66-5,-1-16 8,0-44 2,2 54 5,-3-38 5,-43-256 11,57 43-18,16 9-2,49-25-7,21 22-22</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69"/>
    </inkml:context>
    <inkml:brush xml:id="br0">
      <inkml:brushProperty name="width" value="0.02646" units="cm"/>
      <inkml:brushProperty name="height" value="0.02646" units="cm"/>
      <inkml:brushProperty name="fitToCurve" value="1"/>
    </inkml:brush>
  </inkml:definitions>
  <inkml:trace contextRef="#ctx0" brushRef="#br0">16481 11033 874,'-100'64'-7,"13"10"1,-6 46 8,221-192-11,-48-28 0,4 148 19,26-118-11,-32-24-1,-28 233 5,54-231-6,-19 115 6,-78 102-1,88-114 6</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0"/>
    </inkml:context>
    <inkml:brush xml:id="br0">
      <inkml:brushProperty name="width" value="0.02646" units="cm"/>
      <inkml:brushProperty name="height" value="0.02646" units="cm"/>
      <inkml:brushProperty name="fitToCurve" value="1"/>
    </inkml:brush>
  </inkml:definitions>
  <inkml:trace contextRef="#ctx0" brushRef="#br0">17021 10832 874,'-60'113'-12,"9"37"10,45-6 5,89-105-4,42-115-6,-43 5 0,-25-46 12,-159 135-1,47 67-2,53 47 0,36-44-4,66-68 1,4-38 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1"/>
    </inkml:context>
    <inkml:brush xml:id="br0">
      <inkml:brushProperty name="width" value="0.02646" units="cm"/>
      <inkml:brushProperty name="height" value="0.02646" units="cm"/>
      <inkml:brushProperty name="fitToCurve" value="1"/>
    </inkml:brush>
  </inkml:definitions>
  <inkml:trace contextRef="#ctx0" brushRef="#br0">17738 10893 874,'-75'99'-14,"14"-14"4,14 9 16,132-119-6,-2-111 2,-24 31 1,-86 205-6,-5 32-5,20-8 11,97-178-5,-9-67-1,-8 16 10,-53 223-6,85-114 4,-31-89-11,-21 206 10,24-35 2,14-34-445</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2"/>
    </inkml:context>
    <inkml:brush xml:id="br0">
      <inkml:brushProperty name="width" value="0.02646" units="cm"/>
      <inkml:brushProperty name="height" value="0.02646" units="cm"/>
      <inkml:brushProperty name="fitToCurve" value="1"/>
    </inkml:brush>
  </inkml:definitions>
  <inkml:trace contextRef="#ctx0" brushRef="#br0">18455 10908 874,'-32'157'-17,"8"-58"8,-3 13 2,7-27 3,-8 67 10,35-250 0,58 4 2,36 22-9,4 5-1,-10-9 1,-16-25-4</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3"/>
    </inkml:context>
    <inkml:brush xml:id="br0">
      <inkml:brushProperty name="width" value="0.02646" units="cm"/>
      <inkml:brushProperty name="height" value="0.02646" units="cm"/>
      <inkml:brushProperty name="fitToCurve" value="1"/>
    </inkml:brush>
  </inkml:definitions>
  <inkml:trace contextRef="#ctx0" brushRef="#br0">18808 10579 874,'-46'96'-11,"-3"70"3,28-63 5,3 9 0,6 1-3,6-21-1,8 28-11,-3-36-19</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4"/>
    </inkml:context>
    <inkml:brush xml:id="br0">
      <inkml:brushProperty name="width" value="0.02646" units="cm"/>
      <inkml:brushProperty name="height" value="0.02646" units="cm"/>
      <inkml:brushProperty name="fitToCurve" value="1"/>
    </inkml:brush>
  </inkml:definitions>
  <inkml:trace contextRef="#ctx0" brushRef="#br0">18616 11197 874,'141'-140'-25,"-24"39"5,-33 31-15</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5"/>
    </inkml:context>
    <inkml:brush xml:id="br0">
      <inkml:brushProperty name="width" value="0.02646" units="cm"/>
      <inkml:brushProperty name="height" value="0.02646" units="cm"/>
      <inkml:brushProperty name="fitToCurve" value="1"/>
    </inkml:brush>
  </inkml:definitions>
  <inkml:trace contextRef="#ctx0" brushRef="#br0">19194 10788 874,'-67'153'-16,"36"-60"11,-7 50 4,62-35 6,92-131-8,-11-65-5,-19-57 8,-80 4 5,-119 97-4,12 48 5,15 17-626</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6"/>
    </inkml:context>
    <inkml:brush xml:id="br0">
      <inkml:brushProperty name="width" value="0.02646" units="cm"/>
      <inkml:brushProperty name="height" value="0.02646" units="cm"/>
      <inkml:brushProperty name="fitToCurve" value="1"/>
    </inkml:brush>
  </inkml:definitions>
  <inkml:trace contextRef="#ctx0" brushRef="#br0">19748 10470 874,'61'84'-9,"1"84"-1,-39-83 4,-16 4-1,-10 15 0,-4-9 1,-22 62-5,-32 70-19,21-81-16,12-27-29,-16 16-18</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7"/>
    </inkml:context>
    <inkml:brush xml:id="br0">
      <inkml:brushProperty name="width" value="0.02646" units="cm"/>
      <inkml:brushProperty name="height" value="0.02646" units="cm"/>
      <inkml:brushProperty name="fitToCurve" value="1"/>
    </inkml:brush>
  </inkml:definitions>
  <inkml:trace contextRef="#ctx0" brushRef="#br0">12298 13119 874,'20'86'-5,"13"0"0,25-2 3,56 25-1,14-58 2,-21-45 1,39-101-3,-25-27-6,3-28 6,-31 49 9,-7 55-53</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8"/>
    </inkml:context>
    <inkml:brush xml:id="br0">
      <inkml:brushProperty name="width" value="0.02646" units="cm"/>
      <inkml:brushProperty name="height" value="0.02646" units="cm"/>
      <inkml:brushProperty name="fitToCurve" value="1"/>
    </inkml:brush>
  </inkml:definitions>
  <inkml:trace contextRef="#ctx0" brushRef="#br0">2256 2993 874,'95'11'-3,"51"-3"0,-52-3 2,48 3-1,-36-3 1,-14-2-1,81 5-3,-86-2 4,37 4 0,28 1 2,5-1 0,-25-4 0,-48-3 0,8-1-1,47 1-1,22-3 0,-17 0 0,-55 0 1,9 0 0,7 0 0,58 0-1,-70 0 1,7-1 0,3-3 0,55-4 0,-59 5-1,54-2 1,-58 4 0,12-1 0,1 2 0,62-1-1,-63 4 1,5 0 0,-23 0 0,94 5 0,-72-5 0,6 1 0,59 2-1,-65-1 0,7 0 0,-16-2 1,-14-2 0,17 1 0,12 0 0,9-1-1,4-1 0,-32 0 1,3-1-1,18-4 0,11 0 0,-4 0-1,-33 4 1,19-3 0,12 3 0,9-1 0,-27 2 1,-5-3 1,18-2-1,9 0-1,1 2 2,-40 2-1,17 2 1,7 4 1,0-2 0,-22-1 0,76-1 1,-77-4-1,1-3 0,34-5 1,-18 3-2,-16 6-107</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79"/>
    </inkml:context>
    <inkml:brush xml:id="br0">
      <inkml:brushProperty name="width" value="0.02646" units="cm"/>
      <inkml:brushProperty name="height" value="0.02646" units="cm"/>
      <inkml:brushProperty name="fitToCurve" value="1"/>
    </inkml:brush>
  </inkml:definitions>
  <inkml:trace contextRef="#ctx0" brushRef="#br0">19165 2443 874,'-60'92'-3,"62"-1"2,100-157 0,-80-57 0,-114 154-2,62 69 2,121-108 2,-75-87-1,-102 110 1,172 1 1,-171-96-57</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0"/>
    </inkml:context>
    <inkml:brush xml:id="br0">
      <inkml:brushProperty name="width" value="0.02646" units="cm"/>
      <inkml:brushProperty name="height" value="0.02646" units="cm"/>
      <inkml:brushProperty name="fitToCurve" value="1"/>
    </inkml:brush>
  </inkml:definitions>
  <inkml:trace contextRef="#ctx0" brushRef="#br0">18389 2016 874,'-29'109'-10,"10"6"4,13-1 3,12 23 3,11-26 2,75-20 2,51-114-4,-16-41-2,-19-78 1,-52 22-1,-37-34 1,-30 39 3,-44 26 1,-37 46-2,-60 60-3,22 28-5,32 8-7,12-8-111</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1"/>
    </inkml:context>
    <inkml:brush xml:id="br0">
      <inkml:brushProperty name="width" value="0.02646" units="cm"/>
      <inkml:brushProperty name="height" value="0.02646" units="cm"/>
      <inkml:brushProperty name="fitToCurve" value="1"/>
    </inkml:brush>
  </inkml:definitions>
  <inkml:trace contextRef="#ctx0" brushRef="#br0">18786 3083 874,'23'120'-12,"-9"-31"6,3 44 5,-27-25 6,-47-196-7,53 0 5,47 3-1,51 233-7,-82-42 3,-77-235-2,73 0 4,49 38 3,24 118-4,-27 68-3,-17 2-8,-34-7-594</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2"/>
    </inkml:context>
    <inkml:brush xml:id="br0">
      <inkml:brushProperty name="width" value="0.02646" units="cm"/>
      <inkml:brushProperty name="height" value="0.02646" units="cm"/>
      <inkml:brushProperty name="fitToCurve" value="1"/>
    </inkml:brush>
  </inkml:definitions>
  <inkml:trace contextRef="#ctx0" brushRef="#br0">19167 3859 874,'8'-116'-11,"19"-52"4,3 40 4,6 31 4,57 177 0,-83 73-13,-7-46-21,-25-22-556</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3"/>
    </inkml:context>
    <inkml:brush xml:id="br0">
      <inkml:brushProperty name="width" value="0.02646" units="cm"/>
      <inkml:brushProperty name="height" value="0.02646" units="cm"/>
      <inkml:brushProperty name="fitToCurve" value="1"/>
    </inkml:brush>
  </inkml:definitions>
  <inkml:trace contextRef="#ctx0" brushRef="#br0">18571 3098 874,'25'112'-11,"-11"-28"5,2 10 3,3 33 3,-5-31 4,26-240-8,-15-1 3,15 38 2,68 131-1,-58 72-6,-11 1-14,-27-8-579</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4"/>
    </inkml:context>
    <inkml:brush xml:id="br0">
      <inkml:brushProperty name="width" value="0.02646" units="cm"/>
      <inkml:brushProperty name="height" value="0.02646" units="cm"/>
      <inkml:brushProperty name="fitToCurve" value="1"/>
    </inkml:brush>
  </inkml:definitions>
  <inkml:trace contextRef="#ctx0" brushRef="#br0">22337 1196 874,'16'93'-8,"-27"5"5,-93-14 5,50-198-5,73 25 4,80 16 1,-42 187-3,-55-200 2,32 200 0,-37-224-58,47 22-745</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5"/>
    </inkml:context>
    <inkml:brush xml:id="br0">
      <inkml:brushProperty name="width" value="0.02646" units="cm"/>
      <inkml:brushProperty name="height" value="0.02646" units="cm"/>
      <inkml:brushProperty name="fitToCurve" value="1"/>
    </inkml:brush>
  </inkml:definitions>
  <inkml:trace contextRef="#ctx0" brushRef="#br0">22699 1729 874,'31'133'-12,"1"0"9,-16-46 4,-38-215-9,32 3 11,20 14 1,82 84-2,-44 137-1,-37-261-8,25 33-84,41 177 122,-74 52-23,-11-16 23</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6"/>
    </inkml:context>
    <inkml:brush xml:id="br0">
      <inkml:brushProperty name="width" value="0.02646" units="cm"/>
      <inkml:brushProperty name="height" value="0.02646" units="cm"/>
      <inkml:brushProperty name="fitToCurve" value="1"/>
    </inkml:brush>
  </inkml:definitions>
  <inkml:trace contextRef="#ctx0" brushRef="#br0">23324 1925 874,'-1'-98'-5,"74"-18"3,42 80 2,-120 169-6,-39-40-2,-34 36-4,17-25 17,156-80 0,9-74 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7"/>
    </inkml:context>
    <inkml:brush xml:id="br0">
      <inkml:brushProperty name="width" value="0.02646" units="cm"/>
      <inkml:brushProperty name="height" value="0.02646" units="cm"/>
      <inkml:brushProperty name="fitToCurve" value="1"/>
    </inkml:brush>
  </inkml:definitions>
  <inkml:trace contextRef="#ctx0" brushRef="#br0">22249 612 874,'-72'-98'-4,"41"261"-8,26-20 1,3 8-9,38-248-800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8"/>
    </inkml:context>
    <inkml:brush xml:id="br0">
      <inkml:brushProperty name="width" value="0.02646" units="cm"/>
      <inkml:brushProperty name="height" value="0.02646" units="cm"/>
      <inkml:brushProperty name="fitToCurve" value="1"/>
    </inkml:brush>
  </inkml:definitions>
  <inkml:trace contextRef="#ctx0" brushRef="#br0">22162 535 874,'138'33'-5,"-30"-57"1,-6-75 0,-25-2 3,-46 194-10,-53 63-4,0-26-14,6-46-34</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89"/>
    </inkml:context>
    <inkml:brush xml:id="br0">
      <inkml:brushProperty name="width" value="0.02646" units="cm"/>
      <inkml:brushProperty name="height" value="0.02646" units="cm"/>
      <inkml:brushProperty name="fitToCurve" value="1"/>
    </inkml:brush>
  </inkml:definitions>
  <inkml:trace contextRef="#ctx0" brushRef="#br0">10455 5617 874,'10'-93'-10,"3"-71"4,-9 58 1,-4-15 0,-1 35 1,-3-17 0,-3-21 0,2 10 0,1 12 1,2-22 1,3-2 1,0 41 1,7-16 2,4-7 1,4-4 1,-3 21 0,10-77 3,-15 78-4,1-48 3,-11 34 1,-28 9-4,-71 23-2,-18 46-3,-37 35-2,66 4 2,-47 8 0,47-9 1,6-4 0,-84 4 0,59-9 0,-9-2-1,34 1 1,-12-2 0,-17 0-1,-11 0 1,9-2 1,25 2-1,-20 0 0,-18 0 0,-13 2-1,37-1 0,-7 3 0,-18-1 3,-11 1-1,0-2-2,39 1 0,-22 2 0,-15-1 0,41 0 1,-18 0 0,-17 3 1,-13-2 1,-8-1-2,6 0 0,46 0 1,-19 0 2,-9 1 0,-2-1 1,23-1 0,14-2 1,-12 1-2,-10-2 0,-2-2 1,-48 0 1,70 2-2,2 0-1,-48 4 2,17 21 1,3 40-2,25 28-2,17 58-2,50-50-2,3 13-1,9-21 3,0-4-1,-2 22 0,-1 16 0,-4 5 0,9-41 1,-3 19 0,3 8 2,2 1 3,5-23 0,5 71 1,38-6 3,10-58-2,49-3-2,7-38-3,36-22 0,-47-32-1,51-4 0,-50-9 0,15-5-1,-3 0 1,78-7-2,-62 9 1,16 0-1,7-3 0,-22 3 0,-11-3 0,17-3 1,11-1 0,13-1 1,-51 4 0,25 0 0,17 3 0,12 3-1,-19 2 1,-22 2 0,21 2 0,10-2 2,4-1 0,-44 0 1,8 1 0,15-1 0,13 3 1,9 1-1,-3 3-2,-41-2 0,15 0 0,7 1 0,3-2 0,-23 1 3,-10-2-1,14 1 0,6-1-1,6 0 1,52 1 1,-68 3-1,5 1-1,-17 1 0,73 6 0,-73 0 1,2-2 0,-3-3 0,-4 0 4,-3-1-7</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90"/>
    </inkml:context>
    <inkml:brush xml:id="br0">
      <inkml:brushProperty name="width" value="0.02646" units="cm"/>
      <inkml:brushProperty name="height" value="0.02646" units="cm"/>
      <inkml:brushProperty name="fitToCurve" value="1"/>
    </inkml:brush>
  </inkml:definitions>
  <inkml:trace contextRef="#ctx0" brushRef="#br0">19152 2887 874,'85'-30'-3,"39"-13"-7,-12 2 4,-6-1 5,38-16 1,-27 14 0,36-10 2,-69 21-1,52-22-1,-51 19 0,10-1-1,57-24 0,-64 24 1,11-1-1,3-4 1,49-15-1,-58 23 1,9-2 0,4-1 1,-7 2-1,66-22 0,-69 24 0,3-4 0,49-17 0,-61 20 1,2 0-1,-4 2 0,50-18 1,25-10 0,-39 15 0,16-8 0,-23 8 1,34-20 0,-60 24-2,37-18 1,-25 26 1,-21 122-189</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91"/>
    </inkml:context>
    <inkml:brush xml:id="br0">
      <inkml:brushProperty name="width" value="0.02646" units="cm"/>
      <inkml:brushProperty name="height" value="0.02646" units="cm"/>
      <inkml:brushProperty name="fitToCurve" value="1"/>
    </inkml:brush>
  </inkml:definitions>
  <inkml:trace contextRef="#ctx0" brushRef="#br0">20553 2293 874,'39'85'-8,"18"25"4,9 4 3,-19-19 1,-107-210-1,53-18 3,46-26-1,53 64-1,-7 36-1</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92"/>
    </inkml:context>
    <inkml:brush xml:id="br0">
      <inkml:brushProperty name="width" value="0.02646" units="cm"/>
      <inkml:brushProperty name="height" value="0.02646" units="cm"/>
      <inkml:brushProperty name="fitToCurve" value="1"/>
    </inkml:brush>
  </inkml:definitions>
  <inkml:trace contextRef="#ctx0" brushRef="#br0">13277 3712 874,'-116'-97'-8,"-29"22"7,15 25 0,-39 15-1,76 23 1,-46 2-1,29 15 0,17 10 3,-36 22 2,-15 16-3,-12 24-2,52-12 1,1 31 2,28-13 0,-1 40 1,12 36-1,27-8-1,28-56 0,5 42 0,33 20-1,14-34-1,24 0 1,33 4 4,27-15-2,-10-43-2,-19-23 1,29-11 1,11-12-2,-46-19 0,52-1-1,1-14 4,-7-14 0,-51-1-3,-4-4 0,43-26-1,-17-18 5,13-49-2,-59 33-1,-3-27 2,-3-20-2,-33 46-1,-6-7 1,-11-5 0,-6 17-2,-14-60 3,-14 27-1,-28-2 2,-29 3-1,-17 33 1,13 61-188</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93"/>
    </inkml:context>
    <inkml:brush xml:id="br0">
      <inkml:brushProperty name="width" value="0.02646" units="cm"/>
      <inkml:brushProperty name="height" value="0.02646" units="cm"/>
      <inkml:brushProperty name="fitToCurve" value="1"/>
    </inkml:brush>
  </inkml:definitions>
  <inkml:trace contextRef="#ctx0" brushRef="#br0">17586 3810 874,'-8'-120'-4,"-67"16"2,-49-4-3,-3 17-1,-40-2 2,44 30 3,-4 8 3,13 9 0,-5 8 1,-28 4-3,61 18 0,-47-4-1,-14 15 1,23 13 0,-44 20-1,76-9 1,-50 13 0,-7 12 0,18 4 1,9 14 0,24 6-1,-10 35 0,17 3-1,14 27 3,41-39-2,7-1-1,-11 64-3,25-60 1,3 47 3,16-57 0,11 6 0,18 56 0,26 18 1,-18-71 0,27 46 0,-25-56-1,6 3-1,41 49 1,34 1 0,24-25 0,10-34-1,-55-49 1,6-11-1,68-3-2,-56-22 0,-31-2 0,11-7 0,21-14-1,9-7 1,-6-4 1,-35 10 1,15-13 0,9-16 2,2-12 0,4-14-1,-21 8 0,-13 9 0,5-14 0,-4 0 2,37-42 3,-19-18 1,-48 26 0,-26-39-1,-23 63-4,-4-43 1,-15-8-2,-16 24 0,-30 3 2,-12 23 1,-15 31-1,-5 25-26</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94"/>
    </inkml:context>
    <inkml:brush xml:id="br0">
      <inkml:brushProperty name="width" value="0.02646" units="cm"/>
      <inkml:brushProperty name="height" value="0.02646" units="cm"/>
      <inkml:brushProperty name="fitToCurve" value="1"/>
    </inkml:brush>
  </inkml:definitions>
  <inkml:trace contextRef="#ctx0" brushRef="#br0">12063 6897 874,'-140'-95'-8,"24"35"-2,-51-11 1,10 12 2,41 19 2,-17-1 0,2 1 1,35 12 1,-19-2 1,-13 2 3,-9 6 2,-18 10-1,19 7-2,11 6-1,-32 11-3,-7 10 0,49-6-1,-17 6-13,19-1-9,28-6-8,-29-2-46,29-6-168</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195"/>
    </inkml:context>
    <inkml:brush xml:id="br0">
      <inkml:brushProperty name="width" value="0.02646" units="cm"/>
      <inkml:brushProperty name="height" value="0.02646" units="cm"/>
      <inkml:brushProperty name="fitToCurve" value="1"/>
    </inkml:brush>
  </inkml:definitions>
  <inkml:trace contextRef="#ctx0" brushRef="#br0">9653 6328 874,'-103'80'-15,"-34"12"7,13-22 6,11-19 6,85 43-1,192-45-10,-60-26 2,-14 0-5,72 18-21,-68-9-29,-7 4-503</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28"/>
    </inkml:context>
    <inkml:brush xml:id="br0">
      <inkml:brushProperty name="width" value="0.02646" units="cm"/>
      <inkml:brushProperty name="height" value="0.02646" units="cm"/>
      <inkml:brushProperty name="fitToCurve" value="1"/>
    </inkml:brush>
  </inkml:definitions>
  <inkml:trace contextRef="#ctx0" brushRef="#br0">1263 624 874,'-73'111'-8,"-5"24"-16,30-42 16,-31 72-2,25-46 7,11-13 8,-3 57 0,105-54 4,37-76-3,-10-46-7,13-20-1,-11-1-6,52-39-26,-45 18-38</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29"/>
    </inkml:context>
    <inkml:brush xml:id="br0">
      <inkml:brushProperty name="width" value="0.02646" units="cm"/>
      <inkml:brushProperty name="height" value="0.02646" units="cm"/>
      <inkml:brushProperty name="fitToCurve" value="1"/>
    </inkml:brush>
  </inkml:definitions>
  <inkml:trace contextRef="#ctx0" brushRef="#br0">1065 1255 874,'64'-89'-10,"46"57"10,-4 118-3,-83 39-4,-39-31 0,3 25-17,-32-28-264</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0"/>
    </inkml:context>
    <inkml:brush xml:id="br0">
      <inkml:brushProperty name="width" value="0.02646" units="cm"/>
      <inkml:brushProperty name="height" value="0.02646" units="cm"/>
      <inkml:brushProperty name="fitToCurve" value="1"/>
    </inkml:brush>
  </inkml:definitions>
  <inkml:trace contextRef="#ctx0" brushRef="#br0">1497 1031 874,'13'173'-19,"-6"-65"12,2 7 3,-2-21 1,-15-200-13,19-39 11,35 24 16,89 77 0,-41 61 6</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1"/>
    </inkml:context>
    <inkml:brush xml:id="br0">
      <inkml:brushProperty name="width" value="0.02646" units="cm"/>
      <inkml:brushProperty name="height" value="0.02646" units="cm"/>
      <inkml:brushProperty name="fitToCurve" value="1"/>
    </inkml:brush>
  </inkml:definitions>
  <inkml:trace contextRef="#ctx0" brushRef="#br0">2057 1000 874,'-68'110'-12,"-35"60"-5,37-54 7,27-28 19,126-145-9,8-111-8,-36 42 5,-23 251-3,-35 17 1,89-146 16,-47-121-15,-19 40 2,14-56 8,20 253 5,-58 50-9,8-45 5,96-177-12,-25-87-12,-33 50 22,48-16 4,-27 223-13,-61 31 8,66-229-174</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2"/>
    </inkml:context>
    <inkml:brush xml:id="br0">
      <inkml:brushProperty name="width" value="0.02646" units="cm"/>
      <inkml:brushProperty name="height" value="0.02646" units="cm"/>
      <inkml:brushProperty name="fitToCurve" value="1"/>
    </inkml:brush>
  </inkml:definitions>
  <inkml:trace contextRef="#ctx0" brushRef="#br0">2460 653 874,'-24'94'-12,"1"3"3,-1 0-8,-6-7-588</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3"/>
    </inkml:context>
    <inkml:brush xml:id="br0">
      <inkml:brushProperty name="width" value="0.02646" units="cm"/>
      <inkml:brushProperty name="height" value="0.02646" units="cm"/>
      <inkml:brushProperty name="fitToCurve" value="1"/>
    </inkml:brush>
  </inkml:definitions>
  <inkml:trace contextRef="#ctx0" brushRef="#br0">2745 563 874,'0'119'-24,"-2"-2"7,-3 29 5,-3 18 3,-1-2-20,1-49-4,1-24-3,-1-2-96</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4"/>
    </inkml:context>
    <inkml:brush xml:id="br0">
      <inkml:brushProperty name="width" value="0.02646" units="cm"/>
      <inkml:brushProperty name="height" value="0.02646" units="cm"/>
      <inkml:brushProperty name="fitToCurve" value="1"/>
    </inkml:brush>
  </inkml:definitions>
  <inkml:trace contextRef="#ctx0" brushRef="#br0">2628 1030 874,'152'-54'-20,"-50"31"10,12 7 2,-14-2-14,-12 9 5</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5"/>
    </inkml:context>
    <inkml:brush xml:id="br0">
      <inkml:brushProperty name="width" value="0.02646" units="cm"/>
      <inkml:brushProperty name="height" value="0.02646" units="cm"/>
      <inkml:brushProperty name="fitToCurve" value="1"/>
    </inkml:brush>
  </inkml:definitions>
  <inkml:trace contextRef="#ctx0" brushRef="#br0">3231 949 874,'-63'82'-12,"-42"59"2,26-30 12,171-198-9,-42 1-2,-2 6 1,17-3 16,-49 209-4,-17-21 3,121-127 2,-36-33-35</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6"/>
    </inkml:context>
    <inkml:brush xml:id="br0">
      <inkml:brushProperty name="width" value="0.02646" units="cm"/>
      <inkml:brushProperty name="height" value="0.02646" units="cm"/>
      <inkml:brushProperty name="fitToCurve" value="1"/>
    </inkml:brush>
  </inkml:definitions>
  <inkml:trace contextRef="#ctx0" brushRef="#br0">3564 443 874,'4'148'-18,"-12"-36"7,-8 29-1,-4 17 2,5-41 2,1-9-16,6-20-5,-1 2-31,-3-4-96</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7"/>
    </inkml:context>
    <inkml:brush xml:id="br0">
      <inkml:brushProperty name="width" value="0.02646" units="cm"/>
      <inkml:brushProperty name="height" value="0.02646" units="cm"/>
      <inkml:brushProperty name="fitToCurve" value="1"/>
    </inkml:brush>
  </inkml:definitions>
  <inkml:trace contextRef="#ctx0" brushRef="#br0">3448 960 874,'143'-58'-14,"-7"37"7,-34 33 6,-45 145-1,-81-18-13,-45-43-17,-19-65-391</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8"/>
    </inkml:context>
    <inkml:brush xml:id="br0">
      <inkml:brushProperty name="width" value="0.02646" units="cm"/>
      <inkml:brushProperty name="height" value="0.02646" units="cm"/>
      <inkml:brushProperty name="fitToCurve" value="1"/>
    </inkml:brush>
  </inkml:definitions>
  <inkml:trace contextRef="#ctx0" brushRef="#br0">3761 624 874,'12'76'-15</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39"/>
    </inkml:context>
    <inkml:brush xml:id="br0">
      <inkml:brushProperty name="width" value="0.02646" units="cm"/>
      <inkml:brushProperty name="height" value="0.02646" units="cm"/>
      <inkml:brushProperty name="fitToCurve" value="1"/>
    </inkml:brush>
  </inkml:definitions>
  <inkml:trace contextRef="#ctx0" brushRef="#br0">4002 945 874,'-43'89'-10,"17"42"12,65-47-2,54-204-4,-83 10 6,51-6-3,89 35-2,-38 140 1,-74 50-3,-70 23-4,78-240 8,64 9 9,1 61-4,-22 156-5,-77-16 2,-58-17-848</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0"/>
    </inkml:context>
    <inkml:brush xml:id="br0">
      <inkml:brushProperty name="width" value="0.02646" units="cm"/>
      <inkml:brushProperty name="height" value="0.02646" units="cm"/>
      <inkml:brushProperty name="fitToCurve" value="1"/>
    </inkml:brush>
  </inkml:definitions>
  <inkml:trace contextRef="#ctx0" brushRef="#br0">4933 744 874,'-21'117'-8,"-1"-28"-52</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1"/>
    </inkml:context>
    <inkml:brush xml:id="br0">
      <inkml:brushProperty name="width" value="0.02646" units="cm"/>
      <inkml:brushProperty name="height" value="0.02646" units="cm"/>
      <inkml:brushProperty name="fitToCurve" value="1"/>
    </inkml:brush>
  </inkml:definitions>
  <inkml:trace contextRef="#ctx0" brushRef="#br0">4968 1092 874,'-66'50'-61</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2"/>
    </inkml:context>
    <inkml:brush xml:id="br0">
      <inkml:brushProperty name="width" value="0.02646" units="cm"/>
      <inkml:brushProperty name="height" value="0.02646" units="cm"/>
      <inkml:brushProperty name="fitToCurve" value="1"/>
    </inkml:brush>
  </inkml:definitions>
  <inkml:trace contextRef="#ctx0" brushRef="#br0">6180 1447 874,'-134'-13'-12,"45"8"5,-23 2 1,-16 1-2,27 0 3,-7 0-1,1-1 2,3 2-3,-36 3 0,-28 6 1,-25 5 0,58-5 1,-29 6 0,-29 1 1,-22 3-1,14-5 2,46-3 0,-29 0 2,-17 0 2,-7 1 1,51-2 0,-2-1 1,-21 4-1,-11 1 2,8 3 0,52-6-1,-26 6-6,-14 3-9,-2-1-8,39-5-10,17-1-7,-4 3-7,13 6-8,22-5-31,-11 4-67</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3"/>
    </inkml:context>
    <inkml:brush xml:id="br0">
      <inkml:brushProperty name="width" value="0.02646" units="cm"/>
      <inkml:brushProperty name="height" value="0.02646" units="cm"/>
      <inkml:brushProperty name="fitToCurve" value="1"/>
    </inkml:brush>
  </inkml:definitions>
  <inkml:trace contextRef="#ctx0" brushRef="#br0">1760 2497 874,'7'149'-19,"-6"-37"9,-2 16 3,-4 6 3,1-24 2,-6 24 12,-27-228-613</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4"/>
    </inkml:context>
    <inkml:brush xml:id="br0">
      <inkml:brushProperty name="width" value="0.02646" units="cm"/>
      <inkml:brushProperty name="height" value="0.02646" units="cm"/>
      <inkml:brushProperty name="fitToCurve" value="1"/>
    </inkml:brush>
  </inkml:definitions>
  <inkml:trace contextRef="#ctx0" brushRef="#br0">1795 2442 874,'113'-36'-11,"5"9"4,1 11 0,13 30-3,-38-5-16</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5"/>
    </inkml:context>
    <inkml:brush xml:id="br0">
      <inkml:brushProperty name="width" value="0.02646" units="cm"/>
      <inkml:brushProperty name="height" value="0.02646" units="cm"/>
      <inkml:brushProperty name="fitToCurve" value="1"/>
    </inkml:brush>
  </inkml:definitions>
  <inkml:trace contextRef="#ctx0" brushRef="#br0">1750 2763 874,'104'16'-10,"58"-30"2,-71-8 6,31-18 0,-30 8-5,-5-14-830</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6"/>
    </inkml:context>
    <inkml:brush xml:id="br0">
      <inkml:brushProperty name="width" value="0.02646" units="cm"/>
      <inkml:brushProperty name="height" value="0.02646" units="cm"/>
      <inkml:brushProperty name="fitToCurve" value="1"/>
    </inkml:brush>
  </inkml:definitions>
  <inkml:trace contextRef="#ctx0" brushRef="#br0">1764 2128 874,'146'0'-18,"0"-3"5,3-12-8,-50 2-15,-13 0-370</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7"/>
    </inkml:context>
    <inkml:brush xml:id="br0">
      <inkml:brushProperty name="width" value="0.02646" units="cm"/>
      <inkml:brushProperty name="height" value="0.02646" units="cm"/>
      <inkml:brushProperty name="fitToCurve" value="1"/>
    </inkml:brush>
  </inkml:definitions>
  <inkml:trace contextRef="#ctx0" brushRef="#br0">2078 1997 874,'115'20'-9,"-18"8"7,-23 56 3,-62 5-2,-46 7 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8"/>
    </inkml:context>
    <inkml:brush xml:id="br0">
      <inkml:brushProperty name="width" value="0.02646" units="cm"/>
      <inkml:brushProperty name="height" value="0.02646" units="cm"/>
      <inkml:brushProperty name="fitToCurve" value="1"/>
    </inkml:brush>
  </inkml:definitions>
  <inkml:trace contextRef="#ctx0" brushRef="#br0">2796 2239 874,'-101'128'-26,"23"-19"10,-33 61-2,18 4 9,56-59 9,19 5-2,22-16 6,39 41 7,70-69-2,-26-29 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49"/>
    </inkml:context>
    <inkml:brush xml:id="br0">
      <inkml:brushProperty name="width" value="0.02646" units="cm"/>
      <inkml:brushProperty name="height" value="0.02646" units="cm"/>
      <inkml:brushProperty name="fitToCurve" value="1"/>
    </inkml:brush>
  </inkml:definitions>
  <inkml:trace contextRef="#ctx0" brushRef="#br0">2794 2505 874,'-20'130'-17,"5"-33"11,-1 14 1,-5-6-3,-25 12-8,10-33-16</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0"/>
    </inkml:context>
    <inkml:brush xml:id="br0">
      <inkml:brushProperty name="width" value="0.02646" units="cm"/>
      <inkml:brushProperty name="height" value="0.02646" units="cm"/>
      <inkml:brushProperty name="fitToCurve" value="1"/>
    </inkml:brush>
  </inkml:definitions>
  <inkml:trace contextRef="#ctx0" brushRef="#br0">2778 2537 874,'77'84'-8,"43"-134"-1,-5-31 6,-98 205-8,-45-5 1,4-25 1,5-8-16,-2 4-37,-7-4-342</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1"/>
    </inkml:context>
    <inkml:brush xml:id="br0">
      <inkml:brushProperty name="width" value="0.02646" units="cm"/>
      <inkml:brushProperty name="height" value="0.02646" units="cm"/>
      <inkml:brushProperty name="fitToCurve" value="1"/>
    </inkml:brush>
  </inkml:definitions>
  <inkml:trace contextRef="#ctx0" brushRef="#br0">3185 2314 874,'86'124'-13,"-52"-36"6,-8 21 0,-14 0 0,-6-25 1,-16 13 3,-30 75-4,-9-79-2,-71 6-14,36-39-18</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2"/>
    </inkml:context>
    <inkml:brush xml:id="br0">
      <inkml:brushProperty name="width" value="0.02646" units="cm"/>
      <inkml:brushProperty name="height" value="0.02646" units="cm"/>
      <inkml:brushProperty name="fitToCurve" value="1"/>
    </inkml:brush>
  </inkml:definitions>
  <inkml:trace contextRef="#ctx0" brushRef="#br0">3583 2640 874,'125'-11'-10,"8"-3"1,-14-1-10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3"/>
    </inkml:context>
    <inkml:brush xml:id="br0">
      <inkml:brushProperty name="width" value="0.02646" units="cm"/>
      <inkml:brushProperty name="height" value="0.02646" units="cm"/>
      <inkml:brushProperty name="fitToCurve" value="1"/>
    </inkml:brush>
  </inkml:definitions>
  <inkml:trace contextRef="#ctx0" brushRef="#br0">3642 2888 874,'132'-19'-12,"-43"2"5,19-2-12,-20 10-587</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4"/>
    </inkml:context>
    <inkml:brush xml:id="br0">
      <inkml:brushProperty name="width" value="0.02646" units="cm"/>
      <inkml:brushProperty name="height" value="0.02646" units="cm"/>
      <inkml:brushProperty name="fitToCurve" value="1"/>
    </inkml:brush>
  </inkml:definitions>
  <inkml:trace contextRef="#ctx0" brushRef="#br0">4298 2525 874,'92'0'-10,"3"0"2,1 0-7,-8 7-413</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5"/>
    </inkml:context>
    <inkml:brush xml:id="br0">
      <inkml:brushProperty name="width" value="0.02646" units="cm"/>
      <inkml:brushProperty name="height" value="0.02646" units="cm"/>
      <inkml:brushProperty name="fitToCurve" value="1"/>
    </inkml:brush>
  </inkml:definitions>
  <inkml:trace contextRef="#ctx0" brushRef="#br0">5164 1876 874,'-95'55'-10,"-23"78"0,62-37 4,-15 52-3,33-12 4,55 13 10,100-56 4,-21-148-1,-32-56-1,52 52-5,-86 173-4,-18-26-3,-34 2-104</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6"/>
    </inkml:context>
    <inkml:brush xml:id="br0">
      <inkml:brushProperty name="width" value="0.02646" units="cm"/>
      <inkml:brushProperty name="height" value="0.02646" units="cm"/>
      <inkml:brushProperty name="fitToCurve" value="1"/>
    </inkml:brush>
  </inkml:definitions>
  <inkml:trace contextRef="#ctx0" brushRef="#br0">5426 2064 874,'-40'163'-19,"19"-62"10,-1 11 3,3-19 2,-10 59 15,6-281-14,36-11 4,10 0 3,20-9-4,11 28 4,57 149 7,-58 84-10,53-119-4,-17-101-7,3-41-1,-45 64 7,21-43 8,-28 286-4,-69-42-3,3-25-1,1 2 0,-3 15-5,3 0-3,12-11-9,0-12-10,-1 4-58</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7"/>
    </inkml:context>
    <inkml:brush xml:id="br0">
      <inkml:brushProperty name="width" value="0.02646" units="cm"/>
      <inkml:brushProperty name="height" value="0.02646" units="cm"/>
      <inkml:brushProperty name="fitToCurve" value="1"/>
    </inkml:brush>
  </inkml:definitions>
  <inkml:trace contextRef="#ctx0" brushRef="#br0">6072 2146 874,'23'108'-10,"-23"30"8,-29-22 4,36-230-14,36 11 8,39-4 8,8 57-1,11 107 1,-92 79-2,-38-47 0,49-175-10,36-12-1,53-2 12,3 59 1,-16 164-2,-123 41-5,2-51-11,-33-26-593</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8"/>
    </inkml:context>
    <inkml:brush xml:id="br0">
      <inkml:brushProperty name="width" value="0.02646" units="cm"/>
      <inkml:brushProperty name="height" value="0.02646" units="cm"/>
      <inkml:brushProperty name="fitToCurve" value="1"/>
    </inkml:brush>
  </inkml:definitions>
  <inkml:trace contextRef="#ctx0" brushRef="#br0">7208 2648 874,'-106'-7'-18,"5"3"5,-31 4 0,-26 8 2,-24 3 0,11 1 1,39-1 1,-26 4-23,43-4-12,-40 4-6,-21 4-5,-5 0-4,36-3-5,23-4-3,1 1-2,21-1 0,7-1-64</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59"/>
    </inkml:context>
    <inkml:brush xml:id="br0">
      <inkml:brushProperty name="width" value="0.02646" units="cm"/>
      <inkml:brushProperty name="height" value="0.02646" units="cm"/>
      <inkml:brushProperty name="fitToCurve" value="1"/>
    </inkml:brush>
  </inkml:definitions>
  <inkml:trace contextRef="#ctx0" brushRef="#br0">5508 3119 874,'16'128'-13,"-8"-40"10,-3 7 1,-2-3 4,-12 18 1,-2-247-18,49 1 6,36 0 4,37 41 6,-2 60 7,0 74 0,-25 10 6</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0"/>
    </inkml:context>
    <inkml:brush xml:id="br0">
      <inkml:brushProperty name="width" value="0.02646" units="cm"/>
      <inkml:brushProperty name="height" value="0.02646" units="cm"/>
      <inkml:brushProperty name="fitToCurve" value="1"/>
    </inkml:brush>
  </inkml:definitions>
  <inkml:trace contextRef="#ctx0" brushRef="#br0">6026 3045 874,'122'-85'-9,"-4"86"9,-98 142-3,-104-39-1,11-6 6,189-38-4,-31-45-1</inkml:trace>
</inkml:ink>
</file>

<file path=ppt/ink/ink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1"/>
    </inkml:context>
    <inkml:brush xml:id="br0">
      <inkml:brushProperty name="width" value="0.02646" units="cm"/>
      <inkml:brushProperty name="height" value="0.02646" units="cm"/>
      <inkml:brushProperty name="fitToCurve" value="1"/>
    </inkml:brush>
  </inkml:definitions>
  <inkml:trace contextRef="#ctx0" brushRef="#br0">6611 1000 874,'-90'112'-20,"-75"55"2,32-42 2,17-24-21,-13-12-38,28-29-107</inkml:trace>
</inkml:ink>
</file>

<file path=ppt/ink/ink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2"/>
    </inkml:context>
    <inkml:brush xml:id="br0">
      <inkml:brushProperty name="width" value="0.02646" units="cm"/>
      <inkml:brushProperty name="height" value="0.02646" units="cm"/>
      <inkml:brushProperty name="fitToCurve" value="1"/>
    </inkml:brush>
  </inkml:definitions>
  <inkml:trace contextRef="#ctx0" brushRef="#br0">6113 1166 874,'-52'142'-13,"-4"-10"3,-6-9 8,-2 5 6,162-56-6,81-172-7,-91 48-9,1-14-6</inkml:trace>
</inkml:ink>
</file>

<file path=ppt/ink/ink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3"/>
    </inkml:context>
    <inkml:brush xml:id="br0">
      <inkml:brushProperty name="width" value="0.02646" units="cm"/>
      <inkml:brushProperty name="height" value="0.02646" units="cm"/>
      <inkml:brushProperty name="fitToCurve" value="1"/>
    </inkml:brush>
  </inkml:definitions>
  <inkml:trace contextRef="#ctx0" brushRef="#br0">6628 699 874,'35'141'-13,"-27"7"5,-18-25 13,-16-24-1,-37-184-3,108-62-11,28 34 6,55 49 7,-22 76-1,-42 100-1,-51 8 1,-37-32 1,31-182-6,28-16 1,41-14 5,40 78-2,-6 114 0,-101 55 0,-7-34-3</inkml:trace>
</inkml:ink>
</file>

<file path=ppt/ink/ink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4"/>
    </inkml:context>
    <inkml:brush xml:id="br0">
      <inkml:brushProperty name="width" value="0.02646" units="cm"/>
      <inkml:brushProperty name="height" value="0.02646" units="cm"/>
      <inkml:brushProperty name="fitToCurve" value="1"/>
    </inkml:brush>
  </inkml:definitions>
  <inkml:trace contextRef="#ctx0" brushRef="#br0">7584 684 874,'-93'81'-11,"-33"43"-2,42-36 7,51-2 14,124-134-8,7-39 0,13 162 11,-10-112-12,-13-52-4,-20-50 7,15 24-1,14 140-1,-65 108 0,-23-14-2,-50 3 3,26-247-6,114-18-4,-12 49 8,18 84 8,-62 150-2,-86-14 1,151-192-18,6-3 3,8-4 7,-36-2 6,-179 63 4,-6 110 0,151 5-8,79-99-8,-36-6-9</inkml:trace>
</inkml:ink>
</file>

<file path=ppt/ink/ink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5"/>
    </inkml:context>
    <inkml:brush xml:id="br0">
      <inkml:brushProperty name="width" value="0.02646" units="cm"/>
      <inkml:brushProperty name="height" value="0.02646" units="cm"/>
      <inkml:brushProperty name="fitToCurve" value="1"/>
    </inkml:brush>
  </inkml:definitions>
  <inkml:trace contextRef="#ctx0" brushRef="#br0">8925 684 874,'-106'36'-5,"-2"36"2,224-203-21,-46-6 19,-40 48 6,4-35 6,-88 236 2,14 51-12,36-45 5,82-23 0,30-137-1,-9-55-2,-10-11-1,-182 190 6,194-33-3,6-74-15,-19-7-597</inkml:trace>
</inkml:ink>
</file>

<file path=ppt/ink/ink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6"/>
    </inkml:context>
    <inkml:brush xml:id="br0">
      <inkml:brushProperty name="width" value="0.02646" units="cm"/>
      <inkml:brushProperty name="height" value="0.02646" units="cm"/>
      <inkml:brushProperty name="fitToCurve" value="1"/>
    </inkml:brush>
  </inkml:definitions>
  <inkml:trace contextRef="#ctx0" brushRef="#br0">9753 337 874,'-114'77'-12,"11"22"11,96 0 3,131-45-5,18-44-3,-20-34 4,-15-27 2,-13-22 1,-19-63 5,-95 33-3,-99 32-4,29 69-2,-48 27-5,-12 108 0,53-34-9,43-12-162</inkml:trace>
</inkml:ink>
</file>

<file path=ppt/ink/ink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7"/>
    </inkml:context>
    <inkml:brush xml:id="br0">
      <inkml:brushProperty name="width" value="0.02646" units="cm"/>
      <inkml:brushProperty name="height" value="0.02646" units="cm"/>
      <inkml:brushProperty name="fitToCurve" value="1"/>
    </inkml:brush>
  </inkml:definitions>
  <inkml:trace contextRef="#ctx0" brushRef="#br0">9070 611 874,'105'-40'-5,"-21"-22"-1,-27-39 9,-174 37-6,29 122 0,27 43-9</inkml:trace>
</inkml:ink>
</file>

<file path=ppt/ink/ink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8"/>
    </inkml:context>
    <inkml:brush xml:id="br0">
      <inkml:brushProperty name="width" value="0.02646" units="cm"/>
      <inkml:brushProperty name="height" value="0.02646" units="cm"/>
      <inkml:brushProperty name="fitToCurve" value="1"/>
    </inkml:brush>
  </inkml:definitions>
  <inkml:trace contextRef="#ctx0" brushRef="#br0">8797 692 874,'104'0'-128,"-19"-29"-107</inkml:trace>
</inkml:ink>
</file>

<file path=ppt/ink/ink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69"/>
    </inkml:context>
    <inkml:brush xml:id="br0">
      <inkml:brushProperty name="width" value="0.02646" units="cm"/>
      <inkml:brushProperty name="height" value="0.02646" units="cm"/>
      <inkml:brushProperty name="fitToCurve" value="1"/>
    </inkml:brush>
  </inkml:definitions>
  <inkml:trace contextRef="#ctx0" brushRef="#br0">7010 2779 874,'12'-96'-14,"7"9"5,7-8 4,18-41 0,33 254 1,-79 14-2,7-34 12,87-112-2,-55-70-8,22-41-19,-31 37-567</inkml:trace>
</inkml:ink>
</file>

<file path=ppt/ink/ink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0"/>
    </inkml:context>
    <inkml:brush xml:id="br0">
      <inkml:brushProperty name="width" value="0.02646" units="cm"/>
      <inkml:brushProperty name="height" value="0.02646" units="cm"/>
      <inkml:brushProperty name="fitToCurve" value="1"/>
    </inkml:brush>
  </inkml:definitions>
  <inkml:trace contextRef="#ctx0" brushRef="#br0">7310 2283 874,'8'108'-7,"-8"-21"0,-1 39-2,-2 7-6,0-37-10,-7-10-392</inkml:trace>
</inkml:ink>
</file>

<file path=ppt/ink/ink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1"/>
    </inkml:context>
    <inkml:brush xml:id="br0">
      <inkml:brushProperty name="width" value="0.02646" units="cm"/>
      <inkml:brushProperty name="height" value="0.02646" units="cm"/>
      <inkml:brushProperty name="fitToCurve" value="1"/>
    </inkml:brush>
  </inkml:definitions>
  <inkml:trace contextRef="#ctx0" brushRef="#br0">7471 2583 874,'36'164'-16,"-28"-69"9,-1 34-1,-14-37 16,-12-212-16,22 31 3,6-2 1,21-59 2,21 36 10,37 78-2,3 156 7</inkml:trace>
</inkml:ink>
</file>

<file path=ppt/ink/ink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2"/>
    </inkml:context>
    <inkml:brush xml:id="br0">
      <inkml:brushProperty name="width" value="0.02646" units="cm"/>
      <inkml:brushProperty name="height" value="0.02646" units="cm"/>
      <inkml:brushProperty name="fitToCurve" value="1"/>
    </inkml:brush>
  </inkml:definitions>
  <inkml:trace contextRef="#ctx0" brushRef="#br0">7039 1992 874,'125'-10'-11,"43"6"3,-36-4 1,-14-1-7,-20 1-22</inkml:trace>
</inkml:ink>
</file>

<file path=ppt/ink/ink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3"/>
    </inkml:context>
    <inkml:brush xml:id="br0">
      <inkml:brushProperty name="width" value="0.02646" units="cm"/>
      <inkml:brushProperty name="height" value="0.02646" units="cm"/>
      <inkml:brushProperty name="fitToCurve" value="1"/>
    </inkml:brush>
  </inkml:definitions>
  <inkml:trace contextRef="#ctx0" brushRef="#br0">7426 1861 874,'150'37'-12,"-42"28"14,-87 45 0,-87-25-860</inkml:trace>
</inkml:ink>
</file>

<file path=ppt/ink/ink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4"/>
    </inkml:context>
    <inkml:brush xml:id="br0">
      <inkml:brushProperty name="width" value="0.02646" units="cm"/>
      <inkml:brushProperty name="height" value="0.02646" units="cm"/>
      <inkml:brushProperty name="fitToCurve" value="1"/>
    </inkml:brush>
  </inkml:definitions>
  <inkml:trace contextRef="#ctx0" brushRef="#br0">8878 2073 874,'-15'89'-12,"-21"83"1,19-76 10,-1 41 3,52-49 3,53-140-6,-12-33-1,-29-3-3,12-16-15,-15 16-166</inkml:trace>
</inkml:ink>
</file>

<file path=ppt/ink/ink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5"/>
    </inkml:context>
    <inkml:brush xml:id="br0">
      <inkml:brushProperty name="width" value="0.02646" units="cm"/>
      <inkml:brushProperty name="height" value="0.02646" units="cm"/>
      <inkml:brushProperty name="fitToCurve" value="1"/>
    </inkml:brush>
  </inkml:definitions>
  <inkml:trace contextRef="#ctx0" brushRef="#br0">9186 2102 874,'-50'150'-18,"24"-55"12,2 7 2,5-18 0,20 16-30</inkml:trace>
</inkml:ink>
</file>

<file path=ppt/ink/ink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6"/>
    </inkml:context>
    <inkml:brush xml:id="br0">
      <inkml:brushProperty name="width" value="0.02646" units="cm"/>
      <inkml:brushProperty name="height" value="0.02646" units="cm"/>
      <inkml:brushProperty name="fitToCurve" value="1"/>
    </inkml:brush>
  </inkml:definitions>
  <inkml:trace contextRef="#ctx0" brushRef="#br0">9364 2258 874,'-53'148'-13,"-7"12"11,3-32 5,46-231-15,68-9 13,49-1 0,44 25 0,-20 32 1,-25 16 0</inkml:trace>
</inkml:ink>
</file>

<file path=ppt/ink/ink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7"/>
    </inkml:context>
    <inkml:brush xml:id="br0">
      <inkml:brushProperty name="width" value="0.02646" units="cm"/>
      <inkml:brushProperty name="height" value="0.02646" units="cm"/>
      <inkml:brushProperty name="fitToCurve" value="1"/>
    </inkml:brush>
  </inkml:definitions>
  <inkml:trace contextRef="#ctx0" brushRef="#br0">8827 1876 874,'165'-24'-20,"-62"13"12,10 0 3,-17 5-5,-11 3 0,2-2-13,-3 6-21</inkml:trace>
</inkml:ink>
</file>

<file path=ppt/ink/ink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8"/>
    </inkml:context>
    <inkml:brush xml:id="br0">
      <inkml:brushProperty name="width" value="0.02646" units="cm"/>
      <inkml:brushProperty name="height" value="0.02646" units="cm"/>
      <inkml:brushProperty name="fitToCurve" value="1"/>
    </inkml:brush>
  </inkml:definitions>
  <inkml:trace contextRef="#ctx0" brushRef="#br0">9184 1725 874,'139'44'-12,"-39"12"9,-38 31 5,-67 21-2,5-23-51</inkml:trace>
</inkml:ink>
</file>

<file path=ppt/ink/ink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79"/>
    </inkml:context>
    <inkml:brush xml:id="br0">
      <inkml:brushProperty name="width" value="0.02646" units="cm"/>
      <inkml:brushProperty name="height" value="0.02646" units="cm"/>
      <inkml:brushProperty name="fitToCurve" value="1"/>
    </inkml:brush>
  </inkml:definitions>
  <inkml:trace contextRef="#ctx0" brushRef="#br0">9706 2088 874,'107'17'-9,"36"6"4,-57-11-1,2 9-285</inkml:trace>
</inkml:ink>
</file>

<file path=ppt/ink/ink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0"/>
    </inkml:context>
    <inkml:brush xml:id="br0">
      <inkml:brushProperty name="width" value="0.02646" units="cm"/>
      <inkml:brushProperty name="height" value="0.02646" units="cm"/>
      <inkml:brushProperty name="fitToCurve" value="1"/>
    </inkml:brush>
  </inkml:definitions>
  <inkml:trace contextRef="#ctx0" brushRef="#br0">9720 2369 874,'133'-8'-12,"-44"-4"5,19-2-10,-19 6-590</inkml:trace>
</inkml:ink>
</file>

<file path=ppt/ink/ink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1"/>
    </inkml:context>
    <inkml:brush xml:id="br0">
      <inkml:brushProperty name="width" value="0.02646" units="cm"/>
      <inkml:brushProperty name="height" value="0.02646" units="cm"/>
      <inkml:brushProperty name="fitToCurve" value="1"/>
    </inkml:brush>
  </inkml:definitions>
  <inkml:trace contextRef="#ctx0" brushRef="#br0">10294 1891 874,'-27'141'-12,"8"8"13,176-74-3,-31-110-6,-13-53 5,-56-6 7,-92-14-3,-114 56 0,30 93-3,25-13-61</inkml:trace>
</inkml:ink>
</file>

<file path=ppt/ink/ink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2"/>
    </inkml:context>
    <inkml:brush xml:id="br0">
      <inkml:brushProperty name="width" value="0.02646" units="cm"/>
      <inkml:brushProperty name="height" value="0.02646" units="cm"/>
      <inkml:brushProperty name="fitToCurve" value="1"/>
    </inkml:brush>
  </inkml:definitions>
  <inkml:trace contextRef="#ctx0" brushRef="#br0">10742 1897 874,'-26'103'-12,"-26"51"5,24-52 12,52-238-7,42-13 3,30 78-2,22 71 1,-15-11 0,0-35 0,-12-13 3,-98 168-3,-16-19-3,-20 57-9,11-48-16</inkml:trace>
</inkml:ink>
</file>

<file path=ppt/ink/ink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3"/>
    </inkml:context>
    <inkml:brush xml:id="br0">
      <inkml:brushProperty name="width" value="0.02646" units="cm"/>
      <inkml:brushProperty name="height" value="0.02646" units="cm"/>
      <inkml:brushProperty name="fitToCurve" value="1"/>
    </inkml:brush>
  </inkml:definitions>
  <inkml:trace contextRef="#ctx0" brushRef="#br0">11304 1499 874,'-84'23'-13,"-8"6"-1,-31 10 1,-21-1 3,-4-9-14,27-7-6,35-21-3,2 7-31,-3-21-80</inkml:trace>
</inkml:ink>
</file>

<file path=ppt/ink/ink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4"/>
    </inkml:context>
    <inkml:brush xml:id="br0">
      <inkml:brushProperty name="width" value="0.02646" units="cm"/>
      <inkml:brushProperty name="height" value="0.02646" units="cm"/>
      <inkml:brushProperty name="fitToCurve" value="1"/>
    </inkml:brush>
  </inkml:definitions>
  <inkml:trace contextRef="#ctx0" brushRef="#br0">10845 1375 874,'99'4'-11,"33"32"10,-41 54 3,-87 26-4,-54-16-3,-36-39-3,-2-10-291</inkml:trace>
</inkml:ink>
</file>

<file path=ppt/ink/ink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5"/>
    </inkml:context>
    <inkml:brush xml:id="br0">
      <inkml:brushProperty name="width" value="0.02646" units="cm"/>
      <inkml:brushProperty name="height" value="0.02646" units="cm"/>
      <inkml:brushProperty name="fitToCurve" value="1"/>
    </inkml:brush>
  </inkml:definitions>
  <inkml:trace contextRef="#ctx0" brushRef="#br0">10356 2318 874,'173'-35'-26,"-54"22"17,12 9-5,3 7 2,-25 1-9,-25 2-5,26-1-41,-26 12-626</inkml:trace>
</inkml:ink>
</file>

<file path=ppt/ink/ink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6"/>
    </inkml:context>
    <inkml:brush xml:id="br0">
      <inkml:brushProperty name="width" value="0.02646" units="cm"/>
      <inkml:brushProperty name="height" value="0.02646" units="cm"/>
      <inkml:brushProperty name="fitToCurve" value="1"/>
    </inkml:brush>
  </inkml:definitions>
  <inkml:trace contextRef="#ctx0" brushRef="#br0">10478 2599 874,'-1'112'-12,"4"55"8,-3-83 5,-3 30 1,19-220-196,11-16-15,16-3 37,61 6 33,11 55 26,-10 52 90</inkml:trace>
</inkml:ink>
</file>

<file path=ppt/ink/ink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7"/>
    </inkml:context>
    <inkml:brush xml:id="br0">
      <inkml:brushProperty name="width" value="0.02646" units="cm"/>
      <inkml:brushProperty name="height" value="0.02646" units="cm"/>
      <inkml:brushProperty name="fitToCurve" value="1"/>
    </inkml:brush>
  </inkml:definitions>
  <inkml:trace contextRef="#ctx0" brushRef="#br0">1639 4291 874,'-103'51'-11,"-26"35"6,6 45 3,58-18 1,33 8-1,55 50 1,43-31-1,54-15 1,3-5 2,-58-5 1,-69-1 0,-73 1-1,-30-72 1,65-150-4,58 3-5,29-69-9,7 57 7,11 1 5,-10 19 3,22 7 5,-37 181-10,-22 59 1,-9-17 3,6-6 15,92-137 2,-35-136-12,-15 18 0,25 267-6,-53-7 11,85-181-4,-78-37-9,12-54-12,-16 39-28,-8 14-733</inkml:trace>
</inkml:ink>
</file>

<file path=ppt/ink/ink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8"/>
    </inkml:context>
    <inkml:brush xml:id="br0">
      <inkml:brushProperty name="width" value="0.02646" units="cm"/>
      <inkml:brushProperty name="height" value="0.02646" units="cm"/>
      <inkml:brushProperty name="fitToCurve" value="1"/>
    </inkml:brush>
  </inkml:definitions>
  <inkml:trace contextRef="#ctx0" brushRef="#br0">2490 4442 874,'-21'89'-13,"-9"-2"2,-15 23-1,-12 18 4,-6 12 1,8-10 2,14-34 1,7 4 5,-5 72 3,50-84 1,64 14 5,12-20-94</inkml:trace>
</inkml:ink>
</file>

<file path=ppt/ink/ink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89"/>
    </inkml:context>
    <inkml:brush xml:id="br0">
      <inkml:brushProperty name="width" value="0.02646" units="cm"/>
      <inkml:brushProperty name="height" value="0.02646" units="cm"/>
      <inkml:brushProperty name="fitToCurve" value="1"/>
    </inkml:brush>
  </inkml:definitions>
  <inkml:trace contextRef="#ctx0" brushRef="#br0">2588 4963 874,'-23'166'-25,"10"-54"18,0 0-4,3-14 0,-1-2-10,-3-9-160</inkml:trace>
</inkml:ink>
</file>

<file path=ppt/ink/ink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0"/>
    </inkml:context>
    <inkml:brush xml:id="br0">
      <inkml:brushProperty name="width" value="0.02646" units="cm"/>
      <inkml:brushProperty name="height" value="0.02646" units="cm"/>
      <inkml:brushProperty name="fitToCurve" value="1"/>
    </inkml:brush>
  </inkml:definitions>
  <inkml:trace contextRef="#ctx0" brushRef="#br0">2584 4850 874,'88'9'-9,"98"10"-11,-65-8 11,-14-1-12,-14 0 2</inkml:trace>
</inkml:ink>
</file>

<file path=ppt/ink/ink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1"/>
    </inkml:context>
    <inkml:brush xml:id="br0">
      <inkml:brushProperty name="width" value="0.02646" units="cm"/>
      <inkml:brushProperty name="height" value="0.02646" units="cm"/>
      <inkml:brushProperty name="fitToCurve" value="1"/>
    </inkml:brush>
  </inkml:definitions>
  <inkml:trace contextRef="#ctx0" brushRef="#br0">2539 5212 874,'125'47'-11,"-36"-39"4,61-6-5,-60-23 8,-5 8-11,5-13-4</inkml:trace>
</inkml:ink>
</file>

<file path=ppt/ink/ink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2"/>
    </inkml:context>
    <inkml:brush xml:id="br0">
      <inkml:brushProperty name="width" value="0.02646" units="cm"/>
      <inkml:brushProperty name="height" value="0.02646" units="cm"/>
      <inkml:brushProperty name="fitToCurve" value="1"/>
    </inkml:brush>
  </inkml:definitions>
  <inkml:trace contextRef="#ctx0" brushRef="#br0">2614 4684 874,'159'14'-16,"-65"-12"9,21-7 1,-15 1-9,-12-3 0</inkml:trace>
</inkml:ink>
</file>

<file path=ppt/ink/ink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3"/>
    </inkml:context>
    <inkml:brush xml:id="br0">
      <inkml:brushProperty name="width" value="0.02646" units="cm"/>
      <inkml:brushProperty name="height" value="0.02646" units="cm"/>
      <inkml:brushProperty name="fitToCurve" value="1"/>
    </inkml:brush>
  </inkml:definitions>
  <inkml:trace contextRef="#ctx0" brushRef="#br0">2853 4562 874,'115'55'-11,"-8"20"8,-55 64 4,-50-46 2</inkml:trace>
</inkml:ink>
</file>

<file path=ppt/ink/ink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4"/>
    </inkml:context>
    <inkml:brush xml:id="br0">
      <inkml:brushProperty name="width" value="0.02646" units="cm"/>
      <inkml:brushProperty name="height" value="0.02646" units="cm"/>
      <inkml:brushProperty name="fitToCurve" value="1"/>
    </inkml:brush>
  </inkml:definitions>
  <inkml:trace contextRef="#ctx0" brushRef="#br0">3380 4611 874,'81'87'-12,"11"74"4,-61-59 4,-18 10 1,-8-19 1,-18-6-1,-15-4 0,-55 81-5,13-76 0,-57 37-11,41-46-33</inkml:trace>
</inkml:ink>
</file>

<file path=ppt/ink/ink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5"/>
    </inkml:context>
    <inkml:brush xml:id="br0">
      <inkml:brushProperty name="width" value="0.02646" units="cm"/>
      <inkml:brushProperty name="height" value="0.02646" units="cm"/>
      <inkml:brushProperty name="fitToCurve" value="1"/>
    </inkml:brush>
  </inkml:definitions>
  <inkml:trace contextRef="#ctx0" brushRef="#br0">3672 5069 874,'143'-16'-16,"-36"7"7,-7 0-7,-14 5-18</inkml:trace>
</inkml:ink>
</file>

<file path=ppt/ink/ink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6"/>
    </inkml:context>
    <inkml:brush xml:id="br0">
      <inkml:brushProperty name="width" value="0.02646" units="cm"/>
      <inkml:brushProperty name="height" value="0.02646" units="cm"/>
      <inkml:brushProperty name="fitToCurve" value="1"/>
    </inkml:brush>
  </inkml:definitions>
  <inkml:trace contextRef="#ctx0" brushRef="#br0">3672 5328 874,'164'-24'-19,"-56"-6"7,-7 3-14,-11 2-44</inkml:trace>
</inkml:ink>
</file>

<file path=ppt/ink/ink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7"/>
    </inkml:context>
    <inkml:brush xml:id="br0">
      <inkml:brushProperty name="width" value="0.02646" units="cm"/>
      <inkml:brushProperty name="height" value="0.02646" units="cm"/>
      <inkml:brushProperty name="fitToCurve" value="1"/>
    </inkml:brush>
  </inkml:definitions>
  <inkml:trace contextRef="#ctx0" brushRef="#br0">4490 5052 874,'-16'92'-9,"-1"39"5,2 9 3,7-36 2,-17-209-8,24-8 1,10-56 2,7 37 6,16 13 2,23 18 1,38 36 0,20 39-2,-21 36-4,8 19-4,-8-8-6,-8 12-9</inkml:trace>
</inkml:ink>
</file>

<file path=ppt/ink/ink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8"/>
    </inkml:context>
    <inkml:brush xml:id="br0">
      <inkml:brushProperty name="width" value="0.02646" units="cm"/>
      <inkml:brushProperty name="height" value="0.02646" units="cm"/>
      <inkml:brushProperty name="fitToCurve" value="1"/>
    </inkml:brush>
  </inkml:definitions>
  <inkml:trace contextRef="#ctx0" brushRef="#br0">4416 5015 874,'158'-8'-20,"-50"-2"9,17-7 1,-16 5-14,-13-1 3</inkml:trace>
</inkml:ink>
</file>

<file path=ppt/ink/ink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499"/>
    </inkml:context>
    <inkml:brush xml:id="br0">
      <inkml:brushProperty name="width" value="0.02646" units="cm"/>
      <inkml:brushProperty name="height" value="0.02646" units="cm"/>
      <inkml:brushProperty name="fitToCurve" value="1"/>
    </inkml:brush>
  </inkml:definitions>
  <inkml:trace contextRef="#ctx0" brushRef="#br0">5097 4472 874,'-100'3'-17,"2"2"6,-20 5 2,-8-6 3,10-12-5,18 3-10,-1-4-4</inkml:trace>
</inkml:ink>
</file>

<file path=ppt/ink/ink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0"/>
    </inkml:context>
    <inkml:brush xml:id="br0">
      <inkml:brushProperty name="width" value="0.02646" units="cm"/>
      <inkml:brushProperty name="height" value="0.02646" units="cm"/>
      <inkml:brushProperty name="fitToCurve" value="1"/>
    </inkml:brush>
  </inkml:definitions>
  <inkml:trace contextRef="#ctx0" brushRef="#br0">4641 4366 874,'143'11'-15,"-54"3"9,4 8 7,21 19 3,-83 73-3,-147-37-4,3-19-2,25-50-610</inkml:trace>
</inkml:ink>
</file>

<file path=ppt/ink/ink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1"/>
    </inkml:context>
    <inkml:brush xml:id="br0">
      <inkml:brushProperty name="width" value="0.02646" units="cm"/>
      <inkml:brushProperty name="height" value="0.02646" units="cm"/>
      <inkml:brushProperty name="fitToCurve" value="1"/>
    </inkml:brush>
  </inkml:definitions>
  <inkml:trace contextRef="#ctx0" brushRef="#br0">5147 5121 874,'25'63'-13</inkml:trace>
</inkml:ink>
</file>

<file path=ppt/ink/ink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2"/>
    </inkml:context>
    <inkml:brush xml:id="br0">
      <inkml:brushProperty name="width" value="0.02646" units="cm"/>
      <inkml:brushProperty name="height" value="0.02646" units="cm"/>
      <inkml:brushProperty name="fitToCurve" value="1"/>
    </inkml:brush>
  </inkml:definitions>
  <inkml:trace contextRef="#ctx0" brushRef="#br0">5735 5000 874,'-96'3'-5,"-31"48"-1,21 17 4,220-29-1,-25-60-11</inkml:trace>
</inkml:ink>
</file>

<file path=ppt/ink/ink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3"/>
    </inkml:context>
    <inkml:brush xml:id="br0">
      <inkml:brushProperty name="width" value="0.02646" units="cm"/>
      <inkml:brushProperty name="height" value="0.02646" units="cm"/>
      <inkml:brushProperty name="fitToCurve" value="1"/>
    </inkml:brush>
  </inkml:definitions>
  <inkml:trace contextRef="#ctx0" brushRef="#br0">5725 4653 874,'-58'162'-24,"19"-56"15,10-5-4,0 50-25,13-42-31,18-23-461</inkml:trace>
</inkml:ink>
</file>

<file path=ppt/ink/ink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4"/>
    </inkml:context>
    <inkml:brush xml:id="br0">
      <inkml:brushProperty name="width" value="0.02646" units="cm"/>
      <inkml:brushProperty name="height" value="0.02646" units="cm"/>
      <inkml:brushProperty name="fitToCurve" value="1"/>
    </inkml:brush>
  </inkml:definitions>
  <inkml:trace contextRef="#ctx0" brushRef="#br0">5972 4881 874,'-66'140'-13,"24"-7"16,168-91-5,-23-90-4,-27-89 9,-176 35-5,-9 79-1,4 18-4,16 2-111</inkml:trace>
</inkml:ink>
</file>

<file path=ppt/ink/ink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5"/>
    </inkml:context>
    <inkml:brush xml:id="br0">
      <inkml:brushProperty name="width" value="0.02646" units="cm"/>
      <inkml:brushProperty name="height" value="0.02646" units="cm"/>
      <inkml:brushProperty name="fitToCurve" value="1"/>
    </inkml:brush>
  </inkml:definitions>
  <inkml:trace contextRef="#ctx0" brushRef="#br0">6257 5029 874,'-36'108'-11,"6"14"11,80-232-3,-34-46 1,26 47 5,92 64-3,-43 20-3,62-26 1,-14-1 5,-116 169-8,-77 30-5,20-22-8,9-24-28</inkml:trace>
</inkml:ink>
</file>

<file path=ppt/ink/ink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6"/>
    </inkml:context>
    <inkml:brush xml:id="br0">
      <inkml:brushProperty name="width" value="0.02646" units="cm"/>
      <inkml:brushProperty name="height" value="0.02646" units="cm"/>
      <inkml:brushProperty name="fitToCurve" value="1"/>
    </inkml:brush>
  </inkml:definitions>
  <inkml:trace contextRef="#ctx0" brushRef="#br0">6798 4427 874,'-107'9'-12,"20"2"5,-15 2 1,-10 1 2,-5-2-4,17-3-5,-3 2-5</inkml:trace>
</inkml:ink>
</file>

<file path=ppt/ink/ink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7"/>
    </inkml:context>
    <inkml:brush xml:id="br0">
      <inkml:brushProperty name="width" value="0.02646" units="cm"/>
      <inkml:brushProperty name="height" value="0.02646" units="cm"/>
      <inkml:brushProperty name="fitToCurve" value="1"/>
    </inkml:brush>
  </inkml:definitions>
  <inkml:trace contextRef="#ctx0" brushRef="#br0">6543 4343 874,'93'49'-5,"-20"59"3,-61-13-1,-76-1 1,-21-7-185</inkml:trace>
</inkml:ink>
</file>

<file path=ppt/ink/ink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8"/>
    </inkml:context>
    <inkml:brush xml:id="br0">
      <inkml:brushProperty name="width" value="0.02646" units="cm"/>
      <inkml:brushProperty name="height" value="0.02646" units="cm"/>
      <inkml:brushProperty name="fitToCurve" value="1"/>
    </inkml:brush>
  </inkml:definitions>
  <inkml:trace contextRef="#ctx0" brushRef="#br0">7039 4869 874,'156'-11'-16,"-71"8"12,47-1-5,-38 2-11</inkml:trace>
</inkml:ink>
</file>

<file path=ppt/ink/ink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09"/>
    </inkml:context>
    <inkml:brush xml:id="br0">
      <inkml:brushProperty name="width" value="0.02646" units="cm"/>
      <inkml:brushProperty name="height" value="0.02646" units="cm"/>
      <inkml:brushProperty name="fitToCurve" value="1"/>
    </inkml:brush>
  </inkml:definitions>
  <inkml:trace contextRef="#ctx0" brushRef="#br0">7084 5091 874,'159'0'-19,"-50"0"8,-7 0-8,-16 2-16</inkml:trace>
</inkml:ink>
</file>

<file path=ppt/ink/ink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0"/>
    </inkml:context>
    <inkml:brush xml:id="br0">
      <inkml:brushProperty name="width" value="0.02646" units="cm"/>
      <inkml:brushProperty name="height" value="0.02646" units="cm"/>
      <inkml:brushProperty name="fitToCurve" value="1"/>
    </inkml:brush>
  </inkml:definitions>
  <inkml:trace contextRef="#ctx0" brushRef="#br0">7725 4894 874,'90'-2'-11,"-6"-5"0,19-13 1,-5 4-14,-11-2-41</inkml:trace>
</inkml:ink>
</file>

<file path=ppt/ink/ink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1"/>
    </inkml:context>
    <inkml:brush xml:id="br0">
      <inkml:brushProperty name="width" value="0.02646" units="cm"/>
      <inkml:brushProperty name="height" value="0.02646" units="cm"/>
      <inkml:brushProperty name="fitToCurve" value="1"/>
    </inkml:brush>
  </inkml:definitions>
  <inkml:trace contextRef="#ctx0" brushRef="#br0">8438 4321 874,'-103'8'-10,"-26"57"6,27 46 2,63-18 2,87 29-2,103-53-4,-27-34 1,-28-56 11,-11 46 0,-75 94-3,-8-7-2,-27-24-623</inkml:trace>
</inkml:ink>
</file>

<file path=ppt/ink/ink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2"/>
    </inkml:context>
    <inkml:brush xml:id="br0">
      <inkml:brushProperty name="width" value="0.02646" units="cm"/>
      <inkml:brushProperty name="height" value="0.02646" units="cm"/>
      <inkml:brushProperty name="fitToCurve" value="1"/>
    </inkml:brush>
  </inkml:definitions>
  <inkml:trace contextRef="#ctx0" brushRef="#br0">8708 4396 874,'-12'133'-12,"-9"20"7,5-24-3,2-39-27</inkml:trace>
</inkml:ink>
</file>

<file path=ppt/ink/ink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3"/>
    </inkml:context>
    <inkml:brush xml:id="br0">
      <inkml:brushProperty name="width" value="0.02646" units="cm"/>
      <inkml:brushProperty name="height" value="0.02646" units="cm"/>
      <inkml:brushProperty name="fitToCurve" value="1"/>
    </inkml:brush>
  </inkml:definitions>
  <inkml:trace contextRef="#ctx0" brushRef="#br0">8633 4378 874,'83'-92'-11,"67"7"3,-17 33 6,-18 61 6,-104 100-6,-56 10-4,-30 28-4,30-27-12,35-20-18,-2-15-175</inkml:trace>
</inkml:ink>
</file>

<file path=ppt/ink/ink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4"/>
    </inkml:context>
    <inkml:brush xml:id="br0">
      <inkml:brushProperty name="width" value="0.02646" units="cm"/>
      <inkml:brushProperty name="height" value="0.02646" units="cm"/>
      <inkml:brushProperty name="fitToCurve" value="1"/>
    </inkml:brush>
  </inkml:definitions>
  <inkml:trace contextRef="#ctx0" brushRef="#br0">9045 4487 874,'-8'105'-9,"-16"13"9,124-236-14,-1 50 19,-52 170-5,-62-6 2,41-192 0,102-6 1,-20 149-2,-129 57-2,-5-18-10</inkml:trace>
</inkml:ink>
</file>

<file path=ppt/ink/ink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5"/>
    </inkml:context>
    <inkml:brush xml:id="br0">
      <inkml:brushProperty name="width" value="0.02646" units="cm"/>
      <inkml:brushProperty name="height" value="0.02646" units="cm"/>
      <inkml:brushProperty name="fitToCurve" value="1"/>
    </inkml:brush>
  </inkml:definitions>
  <inkml:trace contextRef="#ctx0" brushRef="#br0">9541 4888 874,'-166'16'-25,"46"-6"14,-17 4 3,-16 3 1,-10 5 4,9 1 0,49-9 1,7 2-5,-35 5-25,49-7-16</inkml:trace>
</inkml:ink>
</file>

<file path=ppt/ink/ink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6"/>
    </inkml:context>
    <inkml:brush xml:id="br0">
      <inkml:brushProperty name="width" value="0.02646" units="cm"/>
      <inkml:brushProperty name="height" value="0.02646" units="cm"/>
      <inkml:brushProperty name="fitToCurve" value="1"/>
    </inkml:brush>
  </inkml:definitions>
  <inkml:trace contextRef="#ctx0" brushRef="#br0">8618 5181 874,'12'152'-14,"-9"-68"10,-2 4 3,-4 37 0,-14-212 2,60-66-10,16 61-11,44 62-11,-15 20-50</inkml:trace>
</inkml:ink>
</file>

<file path=ppt/ink/ink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7"/>
    </inkml:context>
    <inkml:brush xml:id="br0">
      <inkml:brushProperty name="width" value="0.02646" units="cm"/>
      <inkml:brushProperty name="height" value="0.02646" units="cm"/>
      <inkml:brushProperty name="fitToCurve" value="1"/>
    </inkml:brush>
  </inkml:definitions>
  <inkml:trace contextRef="#ctx0" brushRef="#br0">9021 5207 874,'141'-47'-8,"-49"59"7,-56 95-1,-130-55-1,-6-9 5,210 26-4,-24-59-10</inkml:trace>
</inkml:ink>
</file>

<file path=ppt/ink/ink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8"/>
    </inkml:context>
    <inkml:brush xml:id="br0">
      <inkml:brushProperty name="width" value="0.02646" units="cm"/>
      <inkml:brushProperty name="height" value="0.02646" units="cm"/>
      <inkml:brushProperty name="fitToCurve" value="1"/>
    </inkml:brush>
  </inkml:definitions>
  <inkml:trace contextRef="#ctx0" brushRef="#br0">8395 4593 874,'3'107'-7,"-2"-16"-103</inkml:trace>
</inkml:ink>
</file>

<file path=ppt/ink/ink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19"/>
    </inkml:context>
    <inkml:brush xml:id="br0">
      <inkml:brushProperty name="width" value="0.02646" units="cm"/>
      <inkml:brushProperty name="height" value="0.02646" units="cm"/>
      <inkml:brushProperty name="fitToCurve" value="1"/>
    </inkml:brush>
  </inkml:definitions>
  <inkml:trace contextRef="#ctx0" brushRef="#br0">9795 4547 874,'27'84'0,"-15"24"-2,47-19 0,25-59-1,6-35-2,26-73 1,-97-35 5,-124 74-1,-14 52-4,22-8-7,12-7-112</inkml:trace>
</inkml:ink>
</file>

<file path=ppt/ink/ink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0"/>
    </inkml:context>
    <inkml:brush xml:id="br0">
      <inkml:brushProperty name="width" value="0.02646" units="cm"/>
      <inkml:brushProperty name="height" value="0.02646" units="cm"/>
      <inkml:brushProperty name="fitToCurve" value="1"/>
    </inkml:brush>
  </inkml:definitions>
  <inkml:trace contextRef="#ctx0" brushRef="#br0">10130 4170 874,'-21'129'-12,"-16"45"6,22-80 4,-2 41 1,7-14 1,-8 35 0,7-72 4,-10 6-438</inkml:trace>
</inkml:ink>
</file>

<file path=ppt/ink/ink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1"/>
    </inkml:context>
    <inkml:brush xml:id="br0">
      <inkml:brushProperty name="width" value="0.02646" units="cm"/>
      <inkml:brushProperty name="height" value="0.02646" units="cm"/>
      <inkml:brushProperty name="fitToCurve" value="1"/>
    </inkml:brush>
  </inkml:definitions>
  <inkml:trace contextRef="#ctx0" brushRef="#br0">10305 4495 874,'-58'109'-10,"9"22"11,162-72-2,-6-175-1,-72 14 1,-89-6-1,-47 105-2,5 39-2,8-4-110</inkml:trace>
</inkml:ink>
</file>

<file path=ppt/ink/ink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2"/>
    </inkml:context>
    <inkml:brush xml:id="br0">
      <inkml:brushProperty name="width" value="0.02646" units="cm"/>
      <inkml:brushProperty name="height" value="0.02646" units="cm"/>
      <inkml:brushProperty name="fitToCurve" value="1"/>
    </inkml:brush>
  </inkml:definitions>
  <inkml:trace contextRef="#ctx0" brushRef="#br0">10550 4497 874,'-34'96'-10,"-14"34"7,11-31 2,34-218-6,25 22 2,9 7 6,63 79 5,47 4-5,-26-21 1,-123 176-6,-57-26-9,9-30-60</inkml:trace>
</inkml:ink>
</file>

<file path=ppt/ink/ink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3"/>
    </inkml:context>
    <inkml:brush xml:id="br0">
      <inkml:brushProperty name="width" value="0.02646" units="cm"/>
      <inkml:brushProperty name="height" value="0.02646" units="cm"/>
      <inkml:brushProperty name="fitToCurve" value="1"/>
    </inkml:brush>
  </inkml:definitions>
  <inkml:trace contextRef="#ctx0" brushRef="#br0">10856 4240 874,'-100'-17'-11,"-49"26"8,18 19 0,46-15-23</inkml:trace>
</inkml:ink>
</file>

<file path=ppt/ink/ink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4"/>
    </inkml:context>
    <inkml:brush xml:id="br0">
      <inkml:brushProperty name="width" value="0.02646" units="cm"/>
      <inkml:brushProperty name="height" value="0.02646" units="cm"/>
      <inkml:brushProperty name="fitToCurve" value="1"/>
    </inkml:brush>
  </inkml:definitions>
  <inkml:trace contextRef="#ctx0" brushRef="#br0">10675 4079 874,'132'29'-8,"-39"41"8,-106 54-1,-52-26-4</inkml:trace>
</inkml:ink>
</file>

<file path=ppt/ink/ink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5"/>
    </inkml:context>
    <inkml:brush xml:id="br0">
      <inkml:brushProperty name="width" value="0.02646" units="cm"/>
      <inkml:brushProperty name="height" value="0.02646" units="cm"/>
      <inkml:brushProperty name="fitToCurve" value="1"/>
    </inkml:brush>
  </inkml:definitions>
  <inkml:trace contextRef="#ctx0" brushRef="#br0">10992 4608 874,'-9'120'-8,"-4"-32"-52</inkml:trace>
</inkml:ink>
</file>

<file path=ppt/ink/ink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6"/>
    </inkml:context>
    <inkml:brush xml:id="br0">
      <inkml:brushProperty name="width" value="0.02646" units="cm"/>
      <inkml:brushProperty name="height" value="0.02646" units="cm"/>
      <inkml:brushProperty name="fitToCurve" value="1"/>
    </inkml:brush>
  </inkml:definitions>
  <inkml:trace contextRef="#ctx0" brushRef="#br0">11236 4411 874,'-43'108'-7,"35"7"7,79-27-1,27-112-1,-2-65-4,-6-17 3,-138 214 1,6-3-5,5-14-831</inkml:trace>
</inkml:ink>
</file>

<file path=ppt/ink/ink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7"/>
    </inkml:context>
    <inkml:brush xml:id="br0">
      <inkml:brushProperty name="width" value="0.02646" units="cm"/>
      <inkml:brushProperty name="height" value="0.02646" units="cm"/>
      <inkml:brushProperty name="fitToCurve" value="1"/>
    </inkml:brush>
  </inkml:definitions>
  <inkml:trace contextRef="#ctx0" brushRef="#br0">11634 4593 874,'-16'112'-10,"-16"12"11,-4-31 0,52-194-6,94 7 3,5 49-3,-27 11-53</inkml:trace>
</inkml:ink>
</file>

<file path=ppt/ink/ink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8"/>
    </inkml:context>
    <inkml:brush xml:id="br0">
      <inkml:brushProperty name="width" value="0.02646" units="cm"/>
      <inkml:brushProperty name="height" value="0.02646" units="cm"/>
      <inkml:brushProperty name="fitToCurve" value="1"/>
    </inkml:brush>
  </inkml:definitions>
  <inkml:trace contextRef="#ctx0" brushRef="#br0">11315 4288 874,'134'-16'-12,"-39"13"6,45-2-6,-37-12-15,-17 9-567</inkml:trace>
</inkml:ink>
</file>

<file path=ppt/ink/ink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29"/>
    </inkml:context>
    <inkml:brush xml:id="br0">
      <inkml:brushProperty name="width" value="0.02646" units="cm"/>
      <inkml:brushProperty name="height" value="0.02646" units="cm"/>
      <inkml:brushProperty name="fitToCurve" value="1"/>
    </inkml:brush>
  </inkml:definitions>
  <inkml:trace contextRef="#ctx0" brushRef="#br0">11583 4125 874,'107'73'-10,"-30"16"7,-55 3 4,-60 12 0,5-17-106</inkml:trace>
</inkml:ink>
</file>

<file path=ppt/ink/ink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0"/>
    </inkml:context>
    <inkml:brush xml:id="br0">
      <inkml:brushProperty name="width" value="0.02646" units="cm"/>
      <inkml:brushProperty name="height" value="0.02646" units="cm"/>
      <inkml:brushProperty name="fitToCurve" value="1"/>
    </inkml:brush>
  </inkml:definitions>
  <inkml:trace contextRef="#ctx0" brushRef="#br0">12595 4205 874,'-42'-85'-9,"-34"-18"6,-9 9 1,-26-3 0,-21 36 5,19 58-1,-3 41-1,26 28 1,-42 39-2,1-95-2,34-35-1,-7-60 0,22 182 4,-6-41-2,-82-29-5,20-33 1,-8-36 8,0-15 0,27 33 1,-1 48-2,-11 38-1,30 6-3,-7 33 4,57-12 8</inkml:trace>
</inkml:ink>
</file>

<file path=ppt/ink/ink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1"/>
    </inkml:context>
    <inkml:brush xml:id="br0">
      <inkml:brushProperty name="width" value="0.02646" units="cm"/>
      <inkml:brushProperty name="height" value="0.02646" units="cm"/>
      <inkml:brushProperty name="fitToCurve" value="1"/>
    </inkml:brush>
  </inkml:definitions>
  <inkml:trace contextRef="#ctx0" brushRef="#br0">10982 3476 874,'-91'-14'-9,"-33"54"5,7 49 6,108 18-2,93-69-3,28-64-6,-15-54-3,-10-2-68</inkml:trace>
</inkml:ink>
</file>

<file path=ppt/ink/ink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2"/>
    </inkml:context>
    <inkml:brush xml:id="br0">
      <inkml:brushProperty name="width" value="0.02646" units="cm"/>
      <inkml:brushProperty name="height" value="0.02646" units="cm"/>
      <inkml:brushProperty name="fitToCurve" value="1"/>
    </inkml:brush>
  </inkml:definitions>
  <inkml:trace contextRef="#ctx0" brushRef="#br0">10966 3144 874,'-51'144'-14,"-1"21"2,21-34-5,23-25-1,-4-20-68</inkml:trace>
</inkml:ink>
</file>

<file path=ppt/ink/ink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3"/>
    </inkml:context>
    <inkml:brush xml:id="br0">
      <inkml:brushProperty name="width" value="0.02646" units="cm"/>
      <inkml:brushProperty name="height" value="0.02646" units="cm"/>
      <inkml:brushProperty name="fitToCurve" value="1"/>
    </inkml:brush>
  </inkml:definitions>
  <inkml:trace contextRef="#ctx0" brushRef="#br0">10987 3372 874,'31'110'-5,"-21"15"4,-6-211-4,63-9 3,80 52-1,-63 23-5,3 43-57</inkml:trace>
</inkml:ink>
</file>

<file path=ppt/ink/ink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4"/>
    </inkml:context>
    <inkml:brush xml:id="br0">
      <inkml:brushProperty name="width" value="0.02646" units="cm"/>
      <inkml:brushProperty name="height" value="0.02646" units="cm"/>
      <inkml:brushProperty name="fitToCurve" value="1"/>
    </inkml:brush>
  </inkml:definitions>
  <inkml:trace contextRef="#ctx0" brushRef="#br0">3791 6769 874,'130'0'-7,"-43"-2"3,47-5-3,-42 0-5</inkml:trace>
</inkml:ink>
</file>

<file path=ppt/ink/ink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5"/>
    </inkml:context>
    <inkml:brush xml:id="br0">
      <inkml:brushProperty name="width" value="0.02646" units="cm"/>
      <inkml:brushProperty name="height" value="0.02646" units="cm"/>
      <inkml:brushProperty name="fitToCurve" value="1"/>
    </inkml:brush>
  </inkml:definitions>
  <inkml:trace contextRef="#ctx0" brushRef="#br0">3866 7131 874,'145'10'-14,"-46"-34"3,-6 7-9,-7-3-49</inkml:trace>
</inkml:ink>
</file>

<file path=ppt/ink/ink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6"/>
    </inkml:context>
    <inkml:brush xml:id="br0">
      <inkml:brushProperty name="width" value="0.02646" units="cm"/>
      <inkml:brushProperty name="height" value="0.02646" units="cm"/>
      <inkml:brushProperty name="fitToCurve" value="1"/>
    </inkml:brush>
  </inkml:definitions>
  <inkml:trace contextRef="#ctx0" brushRef="#br0">4402 7012 874,'117'-3'-23,"-27"-1"-18,53-3-16,-33 2-55</inkml:trace>
</inkml:ink>
</file>

<file path=ppt/ink/ink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7"/>
    </inkml:context>
    <inkml:brush xml:id="br0">
      <inkml:brushProperty name="width" value="0.02646" units="cm"/>
      <inkml:brushProperty name="height" value="0.02646" units="cm"/>
      <inkml:brushProperty name="fitToCurve" value="1"/>
    </inkml:brush>
  </inkml:definitions>
  <inkml:trace contextRef="#ctx0" brushRef="#br0">5496 6808 874,'-123'-44'-8,"40"44"5,0 24 2,-18 46 1,33 32 0,73 20 1,83-35-2,80-95 0,-39-122-4,-41 35-9</inkml:trace>
</inkml:ink>
</file>

<file path=ppt/ink/ink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8"/>
    </inkml:context>
    <inkml:brush xml:id="br0">
      <inkml:brushProperty name="width" value="0.02646" units="cm"/>
      <inkml:brushProperty name="height" value="0.02646" units="cm"/>
      <inkml:brushProperty name="fitToCurve" value="1"/>
    </inkml:brush>
  </inkml:definitions>
  <inkml:trace contextRef="#ctx0" brushRef="#br0">5340 6237 874,'21'132'-12,"8"30"7,-15-70 4,-3 6 1,2 50-1,-5-16-2,10 18-7,1-35-15</inkml:trace>
</inkml:ink>
</file>

<file path=ppt/ink/ink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39"/>
    </inkml:context>
    <inkml:brush xml:id="br0">
      <inkml:brushProperty name="width" value="0.02646" units="cm"/>
      <inkml:brushProperty name="height" value="0.02646" units="cm"/>
      <inkml:brushProperty name="fitToCurve" value="1"/>
    </inkml:brush>
  </inkml:definitions>
  <inkml:trace contextRef="#ctx0" brushRef="#br0">6283 6374 874,'-86'-30'-3,"-7"88"0,30 62-2,63-23 2,45 0 0,74-3 1,15-30 0,7-25 4,-11-42 2,-181-102 1,29-12-2,126 137-5,6 107-2,-116 12-1,-14-30-7</inkml:trace>
</inkml:ink>
</file>

<file path=ppt/ink/ink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0"/>
    </inkml:context>
    <inkml:brush xml:id="br0">
      <inkml:brushProperty name="width" value="0.02646" units="cm"/>
      <inkml:brushProperty name="height" value="0.02646" units="cm"/>
      <inkml:brushProperty name="fitToCurve" value="1"/>
    </inkml:brush>
  </inkml:definitions>
  <inkml:trace contextRef="#ctx0" brushRef="#br0">6683 6476 874,'-10'135'-6,"11"-5"4,-62-255-3,70-19 5,39 37-1,41 50 2,7 62-1,4 102-1,-41 26-3,-34 13-1,-17-14-7,-5-44-12</inkml:trace>
</inkml:ink>
</file>

<file path=ppt/ink/ink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1"/>
    </inkml:context>
    <inkml:brush xml:id="br0">
      <inkml:brushProperty name="width" value="0.02646" units="cm"/>
      <inkml:brushProperty name="height" value="0.02646" units="cm"/>
      <inkml:brushProperty name="fitToCurve" value="1"/>
    </inkml:brush>
  </inkml:definitions>
  <inkml:trace contextRef="#ctx0" brushRef="#br0">7054 6589 874,'77'103'-10,"-41"19"9,-32-229-3,70 10 5,30 111-2,-83 100 1,31-240 3,63 80-3,-11 95-3,-84 54 2,-20-7 2</inkml:trace>
</inkml:ink>
</file>

<file path=ppt/ink/ink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2"/>
    </inkml:context>
    <inkml:brush xml:id="br0">
      <inkml:brushProperty name="width" value="0.02646" units="cm"/>
      <inkml:brushProperty name="height" value="0.02646" units="cm"/>
      <inkml:brushProperty name="fitToCurve" value="1"/>
    </inkml:brush>
  </inkml:definitions>
  <inkml:trace contextRef="#ctx0" brushRef="#br0">5832 6826 874,'104'12'-4,"-20"-18"2,17 4-3,-17 2-433</inkml:trace>
</inkml:ink>
</file>

<file path=ppt/ink/ink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3"/>
    </inkml:context>
    <inkml:brush xml:id="br0">
      <inkml:brushProperty name="width" value="0.02646" units="cm"/>
      <inkml:brushProperty name="height" value="0.02646" units="cm"/>
      <inkml:brushProperty name="fitToCurve" value="1"/>
    </inkml:brush>
  </inkml:definitions>
  <inkml:trace contextRef="#ctx0" brushRef="#br0">6086 7114 874,'116'-12'-10,"-32"4"4,24-2-2,11-2 0,-34 4 2,39-1-1,82-4-7,-60 5-7,8-1-8,-26 1-7,-25 2-7,-2 0-6,-8 2-5,25-7-60,-34 7-212</inkml:trace>
</inkml:ink>
</file>

<file path=ppt/ink/ink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4"/>
    </inkml:context>
    <inkml:brush xml:id="br0">
      <inkml:brushProperty name="width" value="0.02646" units="cm"/>
      <inkml:brushProperty name="height" value="0.02646" units="cm"/>
      <inkml:brushProperty name="fitToCurve" value="1"/>
    </inkml:brush>
  </inkml:definitions>
  <inkml:trace contextRef="#ctx0" brushRef="#br0">6652 7379 874,'3'97'-10,"6"31"10,6 12 1,-27-252-1,25-36 2,35 50-3,75 34-3,-13 81 3,-19 3-109</inkml:trace>
</inkml:ink>
</file>

<file path=ppt/ink/ink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5"/>
    </inkml:context>
    <inkml:brush xml:id="br0">
      <inkml:brushProperty name="width" value="0.02646" units="cm"/>
      <inkml:brushProperty name="height" value="0.02646" units="cm"/>
      <inkml:brushProperty name="fitToCurve" value="1"/>
    </inkml:brush>
  </inkml:definitions>
  <inkml:trace contextRef="#ctx0" brushRef="#br0">5856 6147 874,'-72'109'-11,"16"46"5,39-57 3,9 17-1,4-20 1,6-2 0,0 10-2,1-17 0,2 33 1,5 21-1,-4-48-3,7 23-5,13 13-8,11 0-7,2-17-8,-4-26-7,12 3-6,42 31-57,-17-35-156</inkml:trace>
</inkml:ink>
</file>

<file path=ppt/ink/ink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6"/>
    </inkml:context>
    <inkml:brush xml:id="br0">
      <inkml:brushProperty name="width" value="0.02646" units="cm"/>
      <inkml:brushProperty name="height" value="0.02646" units="cm"/>
      <inkml:brushProperty name="fitToCurve" value="1"/>
    </inkml:brush>
  </inkml:definitions>
  <inkml:trace contextRef="#ctx0" brushRef="#br0">7485 6151 874,'98'80'-13,"25"65"3,-59-45 4,-5 18 0,-7 15 1,-10 16 1,-15-53 1,-6 39-3,-6-26 1,-8 11 0,-13 25 1,-15 11-8,-9-8-8,5-40-7,-15 16-8,-14 7-7,-12-2-8,11-32-5,-3-11-7,-78 38-62,45-48-78</inkml:trace>
</inkml:ink>
</file>

<file path=ppt/ink/ink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7"/>
    </inkml:context>
    <inkml:brush xml:id="br0">
      <inkml:brushProperty name="width" value="0.02646" units="cm"/>
      <inkml:brushProperty name="height" value="0.02646" units="cm"/>
      <inkml:brushProperty name="fitToCurve" value="1"/>
    </inkml:brush>
  </inkml:definitions>
  <inkml:trace contextRef="#ctx0" brushRef="#br0">4015 8322 874,'105'0'-9,"32"0"5,-19-1-1,-8-4-12,-23 3-592</inkml:trace>
</inkml:ink>
</file>

<file path=ppt/ink/ink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8"/>
    </inkml:context>
    <inkml:brush xml:id="br0">
      <inkml:brushProperty name="width" value="0.02646" units="cm"/>
      <inkml:brushProperty name="height" value="0.02646" units="cm"/>
      <inkml:brushProperty name="fitToCurve" value="1"/>
    </inkml:brush>
  </inkml:definitions>
  <inkml:trace contextRef="#ctx0" brushRef="#br0">4000 8532 874,'137'13'-12,"32"-28"4,-44-2-8,-39 0-590</inkml:trace>
</inkml:ink>
</file>

<file path=ppt/ink/ink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49"/>
    </inkml:context>
    <inkml:brush xml:id="br0">
      <inkml:brushProperty name="width" value="0.02646" units="cm"/>
      <inkml:brushProperty name="height" value="0.02646" units="cm"/>
      <inkml:brushProperty name="fitToCurve" value="1"/>
    </inkml:brush>
  </inkml:definitions>
  <inkml:trace contextRef="#ctx0" brushRef="#br0">4685 8535 874,'113'-3'-10,"39"-5"4,-64 3-2,-3 4-177</inkml:trace>
</inkml:ink>
</file>

<file path=ppt/ink/ink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0"/>
    </inkml:context>
    <inkml:brush xml:id="br0">
      <inkml:brushProperty name="width" value="0.02646" units="cm"/>
      <inkml:brushProperty name="height" value="0.02646" units="cm"/>
      <inkml:brushProperty name="fitToCurve" value="1"/>
    </inkml:brush>
  </inkml:definitions>
  <inkml:trace contextRef="#ctx0" brushRef="#br0">5559 8472 874,'-110'-22'-10,"-10"47"10,38 68 0,91 20-1,98-5-4,-5-73-2,6-98-19</inkml:trace>
</inkml:ink>
</file>

<file path=ppt/ink/ink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1"/>
    </inkml:context>
    <inkml:brush xml:id="br0">
      <inkml:brushProperty name="width" value="0.02646" units="cm"/>
      <inkml:brushProperty name="height" value="0.02646" units="cm"/>
      <inkml:brushProperty name="fitToCurve" value="1"/>
    </inkml:brush>
  </inkml:definitions>
  <inkml:trace contextRef="#ctx0" brushRef="#br0">5518 8026 874,'-9'93'-10,"10"62"5,5-57 2,6 57-2,-1-58 2,4 8-2,-1 0-8,1-19-2</inkml:trace>
</inkml:ink>
</file>

<file path=ppt/ink/ink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2"/>
    </inkml:context>
    <inkml:brush xml:id="br0">
      <inkml:brushProperty name="width" value="0.02646" units="cm"/>
      <inkml:brushProperty name="height" value="0.02646" units="cm"/>
      <inkml:brushProperty name="fitToCurve" value="1"/>
    </inkml:brush>
  </inkml:definitions>
  <inkml:trace contextRef="#ctx0" brushRef="#br0">5937 8139 874,'29'109'-12,"-9"43"7,-14-61 2,0 49 3,5-29-1,30 0 3,79-11 1,16-95-3,-26-11-4</inkml:trace>
</inkml:ink>
</file>

<file path=ppt/ink/ink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3"/>
    </inkml:context>
    <inkml:brush xml:id="br0">
      <inkml:brushProperty name="width" value="0.02646" units="cm"/>
      <inkml:brushProperty name="height" value="0.02646" units="cm"/>
      <inkml:brushProperty name="fitToCurve" value="1"/>
    </inkml:brush>
  </inkml:definitions>
  <inkml:trace contextRef="#ctx0" brushRef="#br0">6439 8139 874,'-87'0'-11,"-84"6"1,77-2 3,-43 1-10,46-1-14</inkml:trace>
</inkml:ink>
</file>

<file path=ppt/ink/ink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4"/>
    </inkml:context>
    <inkml:brush xml:id="br0">
      <inkml:brushProperty name="width" value="0.02646" units="cm"/>
      <inkml:brushProperty name="height" value="0.02646" units="cm"/>
      <inkml:brushProperty name="fitToCurve" value="1"/>
    </inkml:brush>
  </inkml:definitions>
  <inkml:trace contextRef="#ctx0" brushRef="#br0">6316 8380 874,'-120'20'-11,"9"-10"11,15 15 10</inkml:trace>
</inkml:ink>
</file>

<file path=ppt/ink/ink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5"/>
    </inkml:context>
    <inkml:brush xml:id="br0">
      <inkml:brushProperty name="width" value="0.02646" units="cm"/>
      <inkml:brushProperty name="height" value="0.02646" units="cm"/>
      <inkml:brushProperty name="fitToCurve" value="1"/>
    </inkml:brush>
  </inkml:definitions>
  <inkml:trace contextRef="#ctx0" brushRef="#br0">6398 8760 874,'24'141'-12,"-8"32"8,-12-78 3,-4-1 0,1 41 3,-14-265-14,9-17 4,5 44 5,7-56 3,47 13 7,83 51 2,-12 120-4,-138 89-2,-89-72-10,-24-22-4,36-7-15</inkml:trace>
</inkml:ink>
</file>

<file path=ppt/ink/ink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6"/>
    </inkml:context>
    <inkml:brush xml:id="br0">
      <inkml:brushProperty name="width" value="0.02646" units="cm"/>
      <inkml:brushProperty name="height" value="0.02646" units="cm"/>
      <inkml:brushProperty name="fitToCurve" value="1"/>
    </inkml:brush>
  </inkml:definitions>
  <inkml:trace contextRef="#ctx0" brushRef="#br0">6994 8894 874,'-66'-45'-20</inkml:trace>
</inkml:ink>
</file>

<file path=ppt/ink/ink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7"/>
    </inkml:context>
    <inkml:brush xml:id="br0">
      <inkml:brushProperty name="width" value="0.02646" units="cm"/>
      <inkml:brushProperty name="height" value="0.02646" units="cm"/>
      <inkml:brushProperty name="fitToCurve" value="1"/>
    </inkml:brush>
  </inkml:definitions>
  <inkml:trace contextRef="#ctx0" brushRef="#br0">1909 9531 874,'-98'8'-6,"-30"-3"6,46 25 0,19 87-3,46 10-1,16 26 2,10-19 0,48 13 2,40-36-1,25-39 1,28-47-5,-52-70-5,-14-16-115</inkml:trace>
</inkml:ink>
</file>

<file path=ppt/ink/ink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8"/>
    </inkml:context>
    <inkml:brush xml:id="br0">
      <inkml:brushProperty name="width" value="0.02646" units="cm"/>
      <inkml:brushProperty name="height" value="0.02646" units="cm"/>
      <inkml:brushProperty name="fitToCurve" value="1"/>
    </inkml:brush>
  </inkml:definitions>
  <inkml:trace contextRef="#ctx0" brushRef="#br0">1481 9905 874,'130'18'-11,"-43"-9"4,10 0 1,7-9 2,0 4-12,-16-6 0</inkml:trace>
</inkml:ink>
</file>

<file path=ppt/ink/ink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59"/>
    </inkml:context>
    <inkml:brush xml:id="br0">
      <inkml:brushProperty name="width" value="0.02646" units="cm"/>
      <inkml:brushProperty name="height" value="0.02646" units="cm"/>
      <inkml:brushProperty name="fitToCurve" value="1"/>
    </inkml:brush>
  </inkml:definitions>
  <inkml:trace contextRef="#ctx0" brushRef="#br0">2050 10255 874,'2'120'-12,"11"44"8,-3-71 3,0 2 1,1-4 0,6 39 0,-68-297-5,29 75 4,1-42-1,24 26 3,56 19 3,46 49 0,-52 150-1,-176-37-3,14-21-13</inkml:trace>
</inkml:ink>
</file>

<file path=ppt/ink/ink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0"/>
    </inkml:context>
    <inkml:brush xml:id="br0">
      <inkml:brushProperty name="width" value="0.02646" units="cm"/>
      <inkml:brushProperty name="height" value="0.02646" units="cm"/>
      <inkml:brushProperty name="fitToCurve" value="1"/>
    </inkml:brush>
  </inkml:definitions>
  <inkml:trace contextRef="#ctx0" brushRef="#br0">2537 9693 874,'-80'95'-11,"-9"44"5,52-47 4,17 12-1,13 55 0,34-12-3,63 13-1,-25-61-6</inkml:trace>
</inkml:ink>
</file>

<file path=ppt/ink/ink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1"/>
    </inkml:context>
    <inkml:brush xml:id="br0">
      <inkml:brushProperty name="width" value="0.02646" units="cm"/>
      <inkml:brushProperty name="height" value="0.02646" units="cm"/>
      <inkml:brushProperty name="fitToCurve" value="1"/>
    </inkml:brush>
  </inkml:definitions>
  <inkml:trace contextRef="#ctx0" brushRef="#br0">2570 9997 874,'16'117'-6,"16"29"0,-8-42 5,-31-254 2,45 21 0,40 42-1,32 78-1,-23 14-6</inkml:trace>
</inkml:ink>
</file>

<file path=ppt/ink/ink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2"/>
    </inkml:context>
    <inkml:brush xml:id="br0">
      <inkml:brushProperty name="width" value="0.02646" units="cm"/>
      <inkml:brushProperty name="height" value="0.02646" units="cm"/>
      <inkml:brushProperty name="fitToCurve" value="1"/>
    </inkml:brush>
  </inkml:definitions>
  <inkml:trace contextRef="#ctx0" brushRef="#br0">2793 9709 874,'123'114'-12,"-44"25"8,-33-10 0,-20 0 1,-20-37 1,-13 49 2,-35-5 4,-52-72 11</inkml:trace>
</inkml:ink>
</file>

<file path=ppt/ink/ink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3"/>
    </inkml:context>
    <inkml:brush xml:id="br0">
      <inkml:brushProperty name="width" value="0.02646" units="cm"/>
      <inkml:brushProperty name="height" value="0.02646" units="cm"/>
      <inkml:brushProperty name="fitToCurve" value="1"/>
    </inkml:brush>
  </inkml:definitions>
  <inkml:trace contextRef="#ctx0" brushRef="#br0">3254 10107 874,'117'-14'-10,"23"7"9,-20-1 0</inkml:trace>
</inkml:ink>
</file>

<file path=ppt/ink/ink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4"/>
    </inkml:context>
    <inkml:brush xml:id="br0">
      <inkml:brushProperty name="width" value="0.02646" units="cm"/>
      <inkml:brushProperty name="height" value="0.02646" units="cm"/>
      <inkml:brushProperty name="fitToCurve" value="1"/>
    </inkml:brush>
  </inkml:definitions>
  <inkml:trace contextRef="#ctx0" brushRef="#br0">3314 10327 874,'136'41'-12,"16"-56"7,-43-1-3</inkml:trace>
</inkml:ink>
</file>

<file path=ppt/ink/ink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5"/>
    </inkml:context>
    <inkml:brush xml:id="br0">
      <inkml:brushProperty name="width" value="0.02646" units="cm"/>
      <inkml:brushProperty name="height" value="0.02646" units="cm"/>
      <inkml:brushProperty name="fitToCurve" value="1"/>
    </inkml:brush>
  </inkml:definitions>
  <inkml:trace contextRef="#ctx0" brushRef="#br0">3895 10162 874,'152'12'-14,"-64"-16"8,9-16-2,-11 6-7,0-7-7</inkml:trace>
</inkml:ink>
</file>

<file path=ppt/ink/ink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6"/>
    </inkml:context>
    <inkml:brush xml:id="br0">
      <inkml:brushProperty name="width" value="0.02646" units="cm"/>
      <inkml:brushProperty name="height" value="0.02646" units="cm"/>
      <inkml:brushProperty name="fitToCurve" value="1"/>
    </inkml:brush>
  </inkml:definitions>
  <inkml:trace contextRef="#ctx0" brushRef="#br0">4787 9711 874,'-96'-24'-6,"9"34"4,-12 91-1,77 61-3,50-10-4,15-63 6,16-3 1,30 23-1,-77-236 19,9 14-9,98 43-4,-21 154 0,-86 27-4,-46-12 0,-11-9-55</inkml:trace>
</inkml:ink>
</file>

<file path=ppt/ink/ink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7"/>
    </inkml:context>
    <inkml:brush xml:id="br0">
      <inkml:brushProperty name="width" value="0.02646" units="cm"/>
      <inkml:brushProperty name="height" value="0.02646" units="cm"/>
      <inkml:brushProperty name="fitToCurve" value="1"/>
    </inkml:brush>
  </inkml:definitions>
  <inkml:trace contextRef="#ctx0" brushRef="#br0">5013 9754 874,'25'140'-12,"-9"29"5,-12-80 5,0 33 6,-4-36 0,-6 0-100</inkml:trace>
</inkml:ink>
</file>

<file path=ppt/ink/ink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8"/>
    </inkml:context>
    <inkml:brush xml:id="br0">
      <inkml:brushProperty name="width" value="0.02646" units="cm"/>
      <inkml:brushProperty name="height" value="0.02646" units="cm"/>
      <inkml:brushProperty name="fitToCurve" value="1"/>
    </inkml:brush>
  </inkml:definitions>
  <inkml:trace contextRef="#ctx0" brushRef="#br0">4953 9812 874,'59'-96'-10,"48"39"7,-16 41 2,-6 30 0,8 91 1,-47 19-1,-39-34-2,-4-5-4,-9 44-11,0-29-27</inkml:trace>
</inkml:ink>
</file>

<file path=ppt/ink/ink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69"/>
    </inkml:context>
    <inkml:brush xml:id="br0">
      <inkml:brushProperty name="width" value="0.02646" units="cm"/>
      <inkml:brushProperty name="height" value="0.02646" units="cm"/>
      <inkml:brushProperty name="fitToCurve" value="1"/>
    </inkml:brush>
  </inkml:definitions>
  <inkml:trace contextRef="#ctx0" brushRef="#br0">5474 9951 874,'39'100'-9,"-17"25"5,-14-29 6,-8-184-3,14-18 2,85 35 0,-17 190-4,-66 13 4,-30-231 0,68-5 0,47 61-2,-3 182 0,-59-18 0,-51-35-436</inkml:trace>
</inkml:ink>
</file>

<file path=ppt/ink/ink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0"/>
    </inkml:context>
    <inkml:brush xml:id="br0">
      <inkml:brushProperty name="width" value="0.02646" units="cm"/>
      <inkml:brushProperty name="height" value="0.02646" units="cm"/>
      <inkml:brushProperty name="fitToCurve" value="1"/>
    </inkml:brush>
  </inkml:definitions>
  <inkml:trace contextRef="#ctx0" brushRef="#br0">6302 10456 874,'-156'-34'-16,"61"19"9,-14 0 1,-14 3 1,10 2 2,26 2 0,-13 3 3,-73-4-4,59 3 6,-2 1 0,23 3 1,-63 6 6,68 17 0,121 65-2</inkml:trace>
</inkml:ink>
</file>

<file path=ppt/ink/ink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1"/>
    </inkml:context>
    <inkml:brush xml:id="br0">
      <inkml:brushProperty name="width" value="0.02646" units="cm"/>
      <inkml:brushProperty name="height" value="0.02646" units="cm"/>
      <inkml:brushProperty name="fitToCurve" value="1"/>
    </inkml:brush>
  </inkml:definitions>
  <inkml:trace contextRef="#ctx0" brushRef="#br0">5206 10644 874,'21'115'-10,"7"25"6,-2 2 3,-8-39 0,-6-7 4,-61-231 0,70-27-3,46 44-2,55 56-1,14 48-3,-41 10-8</inkml:trace>
</inkml:ink>
</file>

<file path=ppt/ink/ink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2"/>
    </inkml:context>
    <inkml:brush xml:id="br0">
      <inkml:brushProperty name="width" value="0.02646" units="cm"/>
      <inkml:brushProperty name="height" value="0.02646" units="cm"/>
      <inkml:brushProperty name="fitToCurve" value="1"/>
    </inkml:brush>
  </inkml:definitions>
  <inkml:trace contextRef="#ctx0" brushRef="#br0">6220 10434 874,'106'1'-10,"41"10"6,-14 5-2,-49-5-8</inkml:trace>
</inkml:ink>
</file>

<file path=ppt/ink/ink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3"/>
    </inkml:context>
    <inkml:brush xml:id="br0">
      <inkml:brushProperty name="width" value="0.02646" units="cm"/>
      <inkml:brushProperty name="height" value="0.02646" units="cm"/>
      <inkml:brushProperty name="fitToCurve" value="1"/>
    </inkml:brush>
  </inkml:definitions>
  <inkml:trace contextRef="#ctx0" brushRef="#br0">6413 10298 874,'19'115'-11,"-4"41"4,3-25-5,9-37-2,-9-8-115</inkml:trace>
</inkml:ink>
</file>

<file path=ppt/ink/ink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4"/>
    </inkml:context>
    <inkml:brush xml:id="br0">
      <inkml:brushProperty name="width" value="0.02646" units="cm"/>
      <inkml:brushProperty name="height" value="0.02646" units="cm"/>
      <inkml:brushProperty name="fitToCurve" value="1"/>
    </inkml:brush>
  </inkml:definitions>
  <inkml:trace contextRef="#ctx0" brushRef="#br0">7233 10178 874,'-121'-26'-7,"-27"60"2,52 22 3,32 102 1,62-62-3,38 65-7,41-33 2,8-63 5,26-22-1,17-40 0,-44-2-2,29 10-6,-25-42-567</inkml:trace>
</inkml:ink>
</file>

<file path=ppt/ink/ink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5"/>
    </inkml:context>
    <inkml:brush xml:id="br0">
      <inkml:brushProperty name="width" value="0.02646" units="cm"/>
      <inkml:brushProperty name="height" value="0.02646" units="cm"/>
      <inkml:brushProperty name="fitToCurve" value="1"/>
    </inkml:brush>
  </inkml:definitions>
  <inkml:trace contextRef="#ctx0" brushRef="#br0">6518 11293 874,'52'-107'-11,"65"-42"-1,-29 56 4,13-11 0,5-4 2,-13 11 4,47-60-3,-39 34 9,3-14 6,-19 29 1,28-2-3,-3 15-2</inkml:trace>
</inkml:ink>
</file>

<file path=ppt/ink/ink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6"/>
    </inkml:context>
    <inkml:brush xml:id="br0">
      <inkml:brushProperty name="width" value="0.02646" units="cm"/>
      <inkml:brushProperty name="height" value="0.02646" units="cm"/>
      <inkml:brushProperty name="fitToCurve" value="1"/>
    </inkml:brush>
  </inkml:definitions>
  <inkml:trace contextRef="#ctx0" brushRef="#br0">7099 9796 874,'106'-25'-10,"40"13"5,-62 15 4,43 16 2,-24 69 0,-102 30-2,-18-21-6,-4-12-17</inkml:trace>
</inkml:ink>
</file>

<file path=ppt/ink/ink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7"/>
    </inkml:context>
    <inkml:brush xml:id="br0">
      <inkml:brushProperty name="width" value="0.02646" units="cm"/>
      <inkml:brushProperty name="height" value="0.02646" units="cm"/>
      <inkml:brushProperty name="fitToCurve" value="1"/>
    </inkml:brush>
  </inkml:definitions>
  <inkml:trace contextRef="#ctx0" brushRef="#br0">7669 9548 874,'-20'116'-7,"50"11"5,72-21 2,1-89-2,3-68 0,-66-58 1,-108-23-4,-42 52-1,-39 31-8,53 19-12</inkml:trace>
</inkml:ink>
</file>

<file path=ppt/ink/ink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8"/>
    </inkml:context>
    <inkml:brush xml:id="br0">
      <inkml:brushProperty name="width" value="0.02646" units="cm"/>
      <inkml:brushProperty name="height" value="0.02646" units="cm"/>
      <inkml:brushProperty name="fitToCurve" value="1"/>
    </inkml:brush>
  </inkml:definitions>
  <inkml:trace contextRef="#ctx0" brushRef="#br0">8372 8788 874,'-89'127'-18,"45"-36"10,5 25 0,7 23 0,7 19 1,7-30 2,8-3-1,3 0-1,3-17 1,13 21 3,17 6 4,-11-47 2,25 5 2,106 36 9,-45-56 12,-10-66-207</inkml:trace>
</inkml:ink>
</file>

<file path=ppt/ink/ink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79"/>
    </inkml:context>
    <inkml:brush xml:id="br0">
      <inkml:brushProperty name="width" value="0.02646" units="cm"/>
      <inkml:brushProperty name="height" value="0.02646" units="cm"/>
      <inkml:brushProperty name="fitToCurve" value="1"/>
    </inkml:brush>
  </inkml:definitions>
  <inkml:trace contextRef="#ctx0" brushRef="#br0">9094 9048 874,'-101'-27'-10,"-27"39"10,29 41-2,10 83-2,63 1 1,27 13 1,29 4 2,10-45 2,53-11-1,1-40 1,-6-21-1</inkml:trace>
</inkml:ink>
</file>

<file path=ppt/ink/ink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0"/>
    </inkml:context>
    <inkml:brush xml:id="br0">
      <inkml:brushProperty name="width" value="0.02646" units="cm"/>
      <inkml:brushProperty name="height" value="0.02646" units="cm"/>
      <inkml:brushProperty name="fitToCurve" value="1"/>
    </inkml:brush>
  </inkml:definitions>
  <inkml:trace contextRef="#ctx0" brushRef="#br0">8945 9413 874,'-116'-10'-12,"27"5"8,-1-9-433</inkml:trace>
</inkml:ink>
</file>

<file path=ppt/ink/ink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1"/>
    </inkml:context>
    <inkml:brush xml:id="br0">
      <inkml:brushProperty name="width" value="0.02646" units="cm"/>
      <inkml:brushProperty name="height" value="0.02646" units="cm"/>
      <inkml:brushProperty name="fitToCurve" value="1"/>
    </inkml:brush>
  </inkml:definitions>
  <inkml:trace contextRef="#ctx0" brushRef="#br0">9117 9870 874,'-3'101'-11,"-10"46"8,1-3 5,-56-267-19,60 35 13,8-4 2,11 2 4,58-29 3,45 103 1,-162 120 5,-57-118-13,18-6-7</inkml:trace>
</inkml:ink>
</file>

<file path=ppt/ink/ink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2"/>
    </inkml:context>
    <inkml:brush xml:id="br0">
      <inkml:brushProperty name="width" value="0.02646" units="cm"/>
      <inkml:brushProperty name="height" value="0.02646" units="cm"/>
      <inkml:brushProperty name="fitToCurve" value="1"/>
    </inkml:brush>
  </inkml:definitions>
  <inkml:trace contextRef="#ctx0" brushRef="#br0">9544 9241 874,'-92'44'-10,"3"48"7,33 59 1,45-20 0,35-12-7,44-4-6,-2-27-22</inkml:trace>
</inkml:ink>
</file>

<file path=ppt/ink/ink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3"/>
    </inkml:context>
    <inkml:brush xml:id="br0">
      <inkml:brushProperty name="width" value="0.02646" units="cm"/>
      <inkml:brushProperty name="height" value="0.02646" units="cm"/>
      <inkml:brushProperty name="fitToCurve" value="1"/>
    </inkml:brush>
  </inkml:definitions>
  <inkml:trace contextRef="#ctx0" brushRef="#br0">9572 9499 874,'35'119'-11,"2"6"10,-25-252 1,59 40 0,37 60-3,-20 19-10</inkml:trace>
</inkml:ink>
</file>

<file path=ppt/ink/ink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4"/>
    </inkml:context>
    <inkml:brush xml:id="br0">
      <inkml:brushProperty name="width" value="0.02646" units="cm"/>
      <inkml:brushProperty name="height" value="0.02646" units="cm"/>
      <inkml:brushProperty name="fitToCurve" value="1"/>
    </inkml:brush>
  </inkml:definitions>
  <inkml:trace contextRef="#ctx0" brushRef="#br0">9885 9195 874,'89'130'-17,"-48"-44"10,-8 12 1,-12 5-3,-15-17-1,-8 42-23,-33-27-37,-15-14-119</inkml:trace>
</inkml:ink>
</file>

<file path=ppt/ink/ink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5"/>
    </inkml:context>
    <inkml:brush xml:id="br0">
      <inkml:brushProperty name="width" value="0.02646" units="cm"/>
      <inkml:brushProperty name="height" value="0.02646" units="cm"/>
      <inkml:brushProperty name="fitToCurve" value="1"/>
    </inkml:brush>
  </inkml:definitions>
  <inkml:trace contextRef="#ctx0" brushRef="#br0">10301 9540 874,'129'-16'-15,"-37"9"9,12 2 2,1 1-3,-2 0-1,-6 0-1,39-2-19,-15-6-26,-33 8-115</inkml:trace>
</inkml:ink>
</file>

<file path=ppt/ink/ink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6"/>
    </inkml:context>
    <inkml:brush xml:id="br0">
      <inkml:brushProperty name="width" value="0.02646" units="cm"/>
      <inkml:brushProperty name="height" value="0.02646" units="cm"/>
      <inkml:brushProperty name="fitToCurve" value="1"/>
    </inkml:brush>
  </inkml:definitions>
  <inkml:trace contextRef="#ctx0" brushRef="#br0">10778 9210 874,'146'77'-15,"20"30"8,-73 24 12,-140-10-1,15-34 4</inkml:trace>
</inkml:ink>
</file>

<file path=ppt/ink/ink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7"/>
    </inkml:context>
    <inkml:brush xml:id="br0">
      <inkml:brushProperty name="width" value="0.02646" units="cm"/>
      <inkml:brushProperty name="height" value="0.02646" units="cm"/>
      <inkml:brushProperty name="fitToCurve" value="1"/>
    </inkml:brush>
  </inkml:definitions>
  <inkml:trace contextRef="#ctx0" brushRef="#br0">11345 9317 874,'-7'101'-6,"20"21"1,44-13 6,79-16-1,-22-66-2,-34-169-1,-90 40-1,-63-1 4,-33 65 2,10 22 3,7 36-627</inkml:trace>
</inkml:ink>
</file>

<file path=ppt/ink/ink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8"/>
    </inkml:context>
    <inkml:brush xml:id="br0">
      <inkml:brushProperty name="width" value="0.02646" units="cm"/>
      <inkml:brushProperty name="height" value="0.02646" units="cm"/>
      <inkml:brushProperty name="fitToCurve" value="1"/>
    </inkml:brush>
  </inkml:definitions>
  <inkml:trace contextRef="#ctx0" brushRef="#br0">10152 10071 874,'28'113'-10,"14"28"5,-4-5 4,-34-29 4,-38-206-3,57-58 0,45 50 0,24 54-2,-2 40-5,3 41-4,-5 9-288</inkml:trace>
</inkml:ink>
</file>

<file path=ppt/ink/ink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89"/>
    </inkml:context>
    <inkml:brush xml:id="br0">
      <inkml:brushProperty name="width" value="0.02646" units="cm"/>
      <inkml:brushProperty name="height" value="0.02646" units="cm"/>
      <inkml:brushProperty name="fitToCurve" value="1"/>
    </inkml:brush>
  </inkml:definitions>
  <inkml:trace contextRef="#ctx0" brushRef="#br0">10585 10267 874,'86'3'-9,"74"9"3,-74-13 6,37 1 1</inkml:trace>
</inkml:ink>
</file>

<file path=ppt/ink/ink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0"/>
    </inkml:context>
    <inkml:brush xml:id="br0">
      <inkml:brushProperty name="width" value="0.02646" units="cm"/>
      <inkml:brushProperty name="height" value="0.02646" units="cm"/>
      <inkml:brushProperty name="fitToCurve" value="1"/>
    </inkml:brush>
  </inkml:definitions>
  <inkml:trace contextRef="#ctx0" brushRef="#br0">10838 10056 874,'74'109'-12,"4"39"7,-48 7 8,-76-68-1,-43-5-437</inkml:trace>
</inkml:ink>
</file>

<file path=ppt/ink/ink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1"/>
    </inkml:context>
    <inkml:brush xml:id="br0">
      <inkml:brushProperty name="width" value="0.02646" units="cm"/>
      <inkml:brushProperty name="height" value="0.02646" units="cm"/>
      <inkml:brushProperty name="fitToCurve" value="1"/>
    </inkml:brush>
  </inkml:definitions>
  <inkml:trace contextRef="#ctx0" brushRef="#br0">11151 10267 874,'21'113'-5,"15"4"-36,-10-27-40</inkml:trace>
</inkml:ink>
</file>

<file path=ppt/ink/ink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2"/>
    </inkml:context>
    <inkml:brush xml:id="br0">
      <inkml:brushProperty name="width" value="0.02646" units="cm"/>
      <inkml:brushProperty name="height" value="0.02646" units="cm"/>
      <inkml:brushProperty name="fitToCurve" value="1"/>
    </inkml:brush>
  </inkml:definitions>
  <inkml:trace contextRef="#ctx0" brushRef="#br0">11062 10342 874,'124'34'-11,"-22"-18"10,-13-19 1,1 0-54</inkml:trace>
</inkml:ink>
</file>

<file path=ppt/ink/ink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3"/>
    </inkml:context>
    <inkml:brush xml:id="br0">
      <inkml:brushProperty name="width" value="0.02646" units="cm"/>
      <inkml:brushProperty name="height" value="0.02646" units="cm"/>
      <inkml:brushProperty name="fitToCurve" value="1"/>
    </inkml:brush>
  </inkml:definitions>
  <inkml:trace contextRef="#ctx0" brushRef="#br0">11467 10283 874,'42'89'-3,"51"15"0,-4-56 3,9-84-1,-54-93-1,-130 69 2,-7 81-3,9 76-1,31-1 4,-6-6 2,-54-123-3,101-59 2,88-11-2,8 19-57</inkml:trace>
</inkml:ink>
</file>

<file path=ppt/ink/ink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4"/>
    </inkml:context>
    <inkml:brush xml:id="br0">
      <inkml:brushProperty name="width" value="0.02646" units="cm"/>
      <inkml:brushProperty name="height" value="0.02646" units="cm"/>
      <inkml:brushProperty name="fitToCurve" value="1"/>
    </inkml:brush>
  </inkml:definitions>
  <inkml:trace contextRef="#ctx0" brushRef="#br0">11884 9178 874,'86'173'-33,"-37"-45"19,-6 26 4,-10 19 1,-13 16 3,-13 10 1,-16 2 2,-23-8 2,12-59-4,-30 9 4,14-45 4,-28 16-1,-32 12-1,19-21 2,-18 2-11</inkml:trace>
</inkml:ink>
</file>

<file path=ppt/ink/ink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5"/>
    </inkml:context>
    <inkml:brush xml:id="br0">
      <inkml:brushProperty name="width" value="0.02646" units="cm"/>
      <inkml:brushProperty name="height" value="0.02646" units="cm"/>
      <inkml:brushProperty name="fitToCurve" value="1"/>
    </inkml:brush>
  </inkml:definitions>
  <inkml:trace contextRef="#ctx0" brushRef="#br0">1535 12318 874,'-29'-115'-11,"-10"-34"7,13 54 2,-5-14-2,0-12 0,-3-14 0,9 36-2,-1-17 2,-13-71-2,13 54 2,1 2-1,5 28 2,-1-28 0,-1-15 1,-1-10 2,6 39 2,1-3 0,-1-16-2,1-7 3,2 11 1,3 37-1,0-11 2,0 1 0,5 3 0,3 7-1,7-41 4,63 5-1,75 28-7,-5 53-3,37 32 1,-65 16 0,-27 1 1,11 1-1,26 2-2,17 5-1,3 1 0,-37-3 1,30 6 0,19 7-1,15 6 0,-31-4 1,-2 1 0,28 5 0,20 3 0,7 0 1,-61-8 0,34 6 1,18 5 0,9 1 1,-30-4 1,-19-4 0,25 3 1,17 2 0,12-1 0,-64-9 0,27 2-1,22 5 0,13 3 0,5 1 0,-13-2 1,-51-8-1,17 0 3,11-1 1,3 1 0,-33-7-1,-13-2 1,10 1 2,0-3 0,-22-4 0,-23-3 0,4 0 1,58 49 0,-72 79-5,-47 16-3,-22-44-1,-2 11 0,0 63-3,3-61 3,1 16 0,1-3-1,-1-28 1,1 23-1,5 15 0,-1 7 1,-2-36 2,0 2-1,-3 17 2,-1 4 0,-1-6 1,-2-37 1,0 10 0,-2 3 1,-4-2 0,-4-16 1,-10 40 3,-42-24-2,-96-49-5,46-45-5,25-6-2,-10-4 0,-18-5-1,-15-5 1,-2-4 4,33 4-1,-27-2 0,-24-1-1,-19 2-1,34 3 1,-1 3 0,-30-1 0,-23 1 1,-12-2-1,65 3-1,-39-5 1,-25-4-1,-14-1 1,33 2 2,18 4 0,-28-7 1,-19-1 0,-12-4 1,76 9 0,-28-4 1,-15 1 0,-4-1 3,31 1 0,30 3 1,-14-2 1,-3-1 2,2 0 1,6-1-1,33 2-1,14 3 0,-2-2-1,3 3 0,-22-6 4,28-47-26</inkml:trace>
</inkml:ink>
</file>

<file path=ppt/ink/ink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6"/>
    </inkml:context>
    <inkml:brush xml:id="br0">
      <inkml:brushProperty name="width" value="0.02646" units="cm"/>
      <inkml:brushProperty name="height" value="0.02646" units="cm"/>
      <inkml:brushProperty name="fitToCurve" value="1"/>
    </inkml:brush>
  </inkml:definitions>
  <inkml:trace contextRef="#ctx0" brushRef="#br0">13906 608 874,'0'135'-7,"-3"-33"-7,-6 28 4,-6 24-4,4-28 4,-3 7-2,0-4 2,-3 9 2,-6 66-13,-2 37-5,7-72 2,-5 74-4,-2 57-4,-5 47 0,6-53 3,-1-13 1,-2 70 4,5 50-2,4 38 3,8-152 5,-2 90-2,0 55 4,-4 36 5,-1 24 2,1-37 4,2-105 1,4 70 0,3 46 1,4 32 0,2-118 0,1 9 2,-3 69-2,-2 43-1,-3-1 0,1-145-1,-7 85 0,-10 50 0,-7 36 2,7-96 1,3-26-1,2 94-1,6 78-6,6 71-2,3-227 1,-2 144-1,-18 70 1,8-225-37,14-286 22,-2 34 1,2-68 11,-5 78-9,-5-12-16</inkml:trace>
</inkml:ink>
</file>

<file path=ppt/ink/ink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7"/>
    </inkml:context>
    <inkml:brush xml:id="br0">
      <inkml:brushProperty name="width" value="0.02646" units="cm"/>
      <inkml:brushProperty name="height" value="0.02646" units="cm"/>
      <inkml:brushProperty name="fitToCurve" value="1"/>
    </inkml:brush>
  </inkml:definitions>
  <inkml:trace contextRef="#ctx0" brushRef="#br0">18815 1680 874,'8'133'-13,"-12"-37"6,-3 23-2,1 22 1,0 23 0,-1 23 0,1 25-2,2-40-3,-1 9-3,1-16-1,-3 2 1,-5 54-2,-3 26 0,4-68 0,0 62-1,-3 47 0,-2 36 1,-3 25 0,3-52 3,2-34 1,-4 50 0,1 37 3,-3 27 1,8-110 4,0 36-1,2 48 1,-2 28-1,4-29 3,1-79 1,2 52-36,2 25-7,8 7-6,13-11-4,-6-120 6,-10-116-42,3 18 20,9 14 31</inkml:trace>
</inkml:ink>
</file>

<file path=ppt/ink/ink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8"/>
    </inkml:context>
    <inkml:brush xml:id="br0">
      <inkml:brushProperty name="width" value="0.02646" units="cm"/>
      <inkml:brushProperty name="height" value="0.02646" units="cm"/>
      <inkml:brushProperty name="fitToCurve" value="1"/>
    </inkml:brush>
  </inkml:definitions>
  <inkml:trace contextRef="#ctx0" brushRef="#br0">15458 5377 874,'141'19'-12,"38"1"2,-71-11 7,11-4 1,6 0-1,-36-1 0,34-1-2,76 0-5,-53-5 5,29 2 0,-15-2 0,-20-1 0,40-1-2,28-1-2,24 1-1,-67 1 2,30 3-3,36 2 0,26-4-1,-12 2 1,-51 0 0,46-1 0,33-2 2,20 1-2,-73 0 3,10 4 0,34 4 4,25 5 1,-9 3 3,-73-3-1,46 8-1,28-1 1,18 0-1,9-6 3,-48-4 3,-39-6 0,31 0-30,18-1-9,8 4-8,4 6-6,-9 5-7,-96-6 6,-89-8-52,7 4 47,16 4 7</inkml:trace>
</inkml:ink>
</file>

<file path=ppt/ink/ink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599"/>
    </inkml:context>
    <inkml:brush xml:id="br0">
      <inkml:brushProperty name="width" value="0.02646" units="cm"/>
      <inkml:brushProperty name="height" value="0.02646" units="cm"/>
      <inkml:brushProperty name="fitToCurve" value="1"/>
    </inkml:brush>
  </inkml:definitions>
  <inkml:trace contextRef="#ctx0" brushRef="#br0">22386 5347 874,'125'63'-12,"10"28"6,-47 49 8,-186-5-6,3-86-3,-21 23-15,22-60-95</inkml:trace>
</inkml:ink>
</file>

<file path=ppt/ink/ink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0"/>
    </inkml:context>
    <inkml:brush xml:id="br0">
      <inkml:brushProperty name="width" value="0.02646" units="cm"/>
      <inkml:brushProperty name="height" value="0.02646" units="cm"/>
      <inkml:brushProperty name="fitToCurve" value="1"/>
    </inkml:brush>
  </inkml:definitions>
  <inkml:trace contextRef="#ctx0" brushRef="#br0">18606 5451 874,'144'-47'-3,"-280"14"0,119 146 4,-20-220-3,55 214 1,-18-214-289</inkml:trace>
</inkml:ink>
</file>

<file path=ppt/ink/ink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1"/>
    </inkml:context>
    <inkml:brush xml:id="br0">
      <inkml:brushProperty name="width" value="0.02646" units="cm"/>
      <inkml:brushProperty name="height" value="0.02646" units="cm"/>
      <inkml:brushProperty name="fitToCurve" value="1"/>
    </inkml:brush>
  </inkml:definitions>
  <inkml:trace contextRef="#ctx0" brushRef="#br0">18781 5740 874,'-15'90'-5,"-29"39"-1,14-35 5,19 6 3,70 6-3,33-52 0,62-79-4,-43-30 0,-41-38 7,-68-6 0,-141-2-1,50 82-3,4 2 0,-31-4-13,32 5-273</inkml:trace>
</inkml:ink>
</file>

<file path=ppt/ink/ink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2"/>
    </inkml:context>
    <inkml:brush xml:id="br0">
      <inkml:brushProperty name="width" value="0.02646" units="cm"/>
      <inkml:brushProperty name="height" value="0.02646" units="cm"/>
      <inkml:brushProperty name="fitToCurve" value="1"/>
    </inkml:brush>
  </inkml:definitions>
  <inkml:trace contextRef="#ctx0" brushRef="#br0">18616 6004 874,'-1'-96'-6,"10"6"5,46-48-2,39 8-1,2 40 0,12 31 2,36 52 4,-18 73-1,-15 40 2,-71-203-6,-35 12-1,10-11-1,27-55 1,56 27 5,54 56 2,-15 57 2,6 61-1,-23 22 1,-34-166-10,-48-49-6,-10 58 6,32-48 0,37 21 10,29 48 0,38 58-2,-47 30 2,-8 46 0,-21-65-4,-36-142-4,24-15 0,-2 41 2,47 31 3,34 75 0,-31 43 0,-19 18 1,-26-150-4,-64-4-2,34-35 5,76 33-2,-38 80 0,6 24 0,-7-9 3,-2 26-6</inkml:trace>
</inkml:ink>
</file>

<file path=ppt/ink/ink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3"/>
    </inkml:context>
    <inkml:brush xml:id="br0">
      <inkml:brushProperty name="width" value="0.02646" units="cm"/>
      <inkml:brushProperty name="height" value="0.02646" units="cm"/>
      <inkml:brushProperty name="fitToCurve" value="1"/>
    </inkml:brush>
  </inkml:definitions>
  <inkml:trace contextRef="#ctx0" brushRef="#br0">21494 3551 874,'-18'101'-6,"20"20"5,85-66 0,0-79-1,15-101 2,-152 34 0,-52 83-1,-3 113 2,221-37-2,-29-116 0,-42-64 3,-162 103-2,60 111 2,62-7 0</inkml:trace>
</inkml:ink>
</file>

<file path=ppt/ink/ink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4"/>
    </inkml:context>
    <inkml:brush xml:id="br0">
      <inkml:brushProperty name="width" value="0.02646" units="cm"/>
      <inkml:brushProperty name="height" value="0.02646" units="cm"/>
      <inkml:brushProperty name="fitToCurve" value="1"/>
    </inkml:brush>
  </inkml:definitions>
  <inkml:trace contextRef="#ctx0" brushRef="#br0">21789 3089 874,'24'139'-11,"-4"20"7,3-16 6,-30-276-14,3 16 10,19-20 5,75 81 1,-22 145-4,-23 10 2,29 4 3,22-136-5,-2-56-4,-30-15 7,-32 11-1,9-22 0,54 199 0,-58 48-5,-11-20-5</inkml:trace>
</inkml:ink>
</file>

<file path=ppt/ink/ink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5"/>
    </inkml:context>
    <inkml:brush xml:id="br0">
      <inkml:brushProperty name="width" value="0.02646" units="cm"/>
      <inkml:brushProperty name="height" value="0.02646" units="cm"/>
      <inkml:brushProperty name="fitToCurve" value="1"/>
    </inkml:brush>
  </inkml:definitions>
  <inkml:trace contextRef="#ctx0" brushRef="#br0">18482 2133 874,'64'-94'-21,"-3"3"6,12-13 6,-3 4 15,35-25 3,-17 155-6,-64 80-5,-12 2-7,-22-24-417</inkml:trace>
</inkml:ink>
</file>

<file path=ppt/ink/ink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6"/>
    </inkml:context>
    <inkml:brush xml:id="br0">
      <inkml:brushProperty name="width" value="0.02646" units="cm"/>
      <inkml:brushProperty name="height" value="0.02646" units="cm"/>
      <inkml:brushProperty name="fitToCurve" value="1"/>
    </inkml:brush>
  </inkml:definitions>
  <inkml:trace contextRef="#ctx0" brushRef="#br0">18869 1092 874,'69'112'-11,"12"-22"12,25-97-2,-12-71-2,-7 17-185</inkml:trace>
</inkml:ink>
</file>

<file path=ppt/ink/ink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7"/>
    </inkml:context>
    <inkml:brush xml:id="br0">
      <inkml:brushProperty name="width" value="0.02646" units="cm"/>
      <inkml:brushProperty name="height" value="0.02646" units="cm"/>
      <inkml:brushProperty name="fitToCurve" value="1"/>
    </inkml:brush>
  </inkml:definitions>
  <inkml:trace contextRef="#ctx0" brushRef="#br0">19346 951 874,'-27'132'-19,"1"-26"7,-8 20 2,-5 3-3,-8-13-7,9-14-12,-5-3-20</inkml:trace>
</inkml:ink>
</file>

<file path=ppt/ink/ink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8"/>
    </inkml:context>
    <inkml:brush xml:id="br0">
      <inkml:brushProperty name="width" value="0.02646" units="cm"/>
      <inkml:brushProperty name="height" value="0.02646" units="cm"/>
      <inkml:brushProperty name="fitToCurve" value="1"/>
    </inkml:brush>
  </inkml:definitions>
  <inkml:trace contextRef="#ctx0" brushRef="#br0">22653 5559 874,'109'9'-11,"44"33"6,-5 51 5,-92 18 1,-82-6-4,-84-15-5,4-25-13,20-53-578</inkml:trace>
</inkml:ink>
</file>

<file path=ppt/ink/ink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09"/>
    </inkml:context>
    <inkml:brush xml:id="br0">
      <inkml:brushProperty name="width" value="0.02646" units="cm"/>
      <inkml:brushProperty name="height" value="0.02646" units="cm"/>
      <inkml:brushProperty name="fitToCurve" value="1"/>
    </inkml:brush>
  </inkml:definitions>
  <inkml:trace contextRef="#ctx0" brushRef="#br0">23218 5680 874,'-87'57'-6,"-29"29"7,88 25-3,98-21-2,22-48-6,-4 10-17,-1-26-9</inkml:trace>
</inkml:ink>
</file>

<file path=ppt/ink/ink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22013 3657 874,'-106'66'-8,"14"-10"2,-40 31 0,15-12 2,28-22 3,-14 6-2,12-10 1,-91 48-2,70-37 2,-7 7-4,-53 30-10,71-36 0,-3-5-9,16-13-7,-61 7-54,22-52-14,43-5-84</inkml:trace>
</inkml:ink>
</file>

<file path=ppt/ink/ink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20361 4095 874,'-42'113'-7,"-43"-9"1,-41 6 4,15 1 3,234-54-4,-25-54-3,66 3-7,-72 5 3,-3 2-7,0-2-20,1 12-243</inkml:trace>
</inkml:ink>
</file>

<file path=ppt/ink/ink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20209 3612 874,'-2'136'-12,"-6"24"4,-2-12-5,-4-41-17,-7-17-774</inkml:trace>
</inkml:ink>
</file>

<file path=ppt/ink/ink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20076 3650 874,'164'-92'-25,"-69"51"17,58-11-8,-42 18-17</inkml:trace>
</inkml:ink>
</file>

<file path=ppt/ink/ink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20150 3886 874,'153'-66'-20,"-63"26"13,4-2-3,35-18-12,-40 17-19</inkml:trace>
</inkml:ink>
</file>

<file path=ppt/ink/ink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20706 3159 874,'-129'36'-16,"33"-7"7,-15 3 1,-2-4-4,10-16-1,5 4-15,14-8-18</inkml:trace>
</inkml:ink>
</file>

<file path=ppt/ink/ink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20354 3011 874,'116'33'-12,"-8"66"9,-81 19 1,-73-19-2,-9-14-57</inkml:trace>
</inkml:ink>
</file>

<file path=ppt/ink/ink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18641 5529 874,'3'-92'-1,"107"99"-5,-218 13 6,-1-79 2</inkml:trace>
</inkml:ink>
</file>

<file path=ppt/ink/ink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14345 3869 874,'6'160'-17,"-12"-69"10,-5 49-5,-12 15-7,0-32-25,5-35-42</inkml:trace>
</inkml:ink>
</file>

<file path=ppt/ink/ink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1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14310 3885 874,'120'-43'-10,"-17"13"3,56 1-2,-29 16-8,-34 5-17,-12 17-545</inkml:trace>
</inkml:ink>
</file>

<file path=ppt/ink/ink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14251 4180 874,'92'-11'-11,"-7"-3"2,22-5 0,-18 3 1,1 0 1,24-2-21,-24 10-383</inkml:trace>
</inkml:ink>
</file>

<file path=ppt/ink/ink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14295 3595 874,'89'-14'-10,"-3"4"-1,22-3 0,17-2 2,-34 5 3,4-4 1,-11 2-7,34-6-28,-32 6-44</inkml:trace>
</inkml:ink>
</file>

<file path=ppt/ink/ink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14727 3370 874,'126'12'-9,"-1"43"8,-58 88-1,-103-53 0,14 3-3,-37-9-24</inkml:trace>
</inkml:ink>
</file>

<file path=ppt/ink/ink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15498 3645 874,'-72'136'-21,"18"-43"14,-4 10 3,-6 6 1,3-1-4,-27 50-10,12-21-26,12-4-20,24-47-65</inkml:trace>
</inkml:ink>
</file>

<file path=ppt/ink/ink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15585 3717 874,'-68'136'-18,"19"-51"10,-8 12 2,-30 58-13,21-16-17,-13 20-36,29-59-61</inkml:trace>
</inkml:ink>
</file>

<file path=ppt/ink/ink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15704 3884 874,'-90'158'-19,"7"6"19,62-8 5,133-68-6,-9-115-4,31-93-6,-41-5 6,-70 12 10,-161 47-3,32 75-6,1 17-20</inkml:trace>
</inkml:ink>
</file>

<file path=ppt/ink/ink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16177 3978 874,'-54'146'-15,"-23"26"7,17-55 5,69-210-2,60-75-6,-5 30 14,25 85 10,-63 182-3,77-63-3,1-140-12,-2-22 0,-12 12 2,-84 241-3,-66-25 0,-10 14-12,23-51-15</inkml:trace>
</inkml:ink>
</file>

<file path=ppt/ink/ink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16739 3537 874,'-90'9'-11,"-3"2"-2,-29 2-1,-20 3 3,35-3 2,4 1-15,12-2-5,-32 7-41,36-8-74</inkml:trace>
</inkml:ink>
</file>

<file path=ppt/ink/ink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16247 3415 874,'138'20'-12,"-44"-1"4,45 11 1,-14 6 8,-33 44 3,-91 3-3,-112 14-1,3-52-6,14-15-18</inkml:trace>
</inkml:ink>
</file>

<file path=ppt/ink/ink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2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5772 4774 874,'91'52'-3,"41"17"-18,1-14 15,35-3 8,-44-16-1,21 1 1,-3-10 3,-50-19-3,7-5-2,49-3 0,-55-6 0,10-4-1,-14 0 1,80-15-1,-68 2 1,7-3 0,51-14-1,-63 14 0,3 1-3,-5 4-2,39-5-9,-47 10-16</inkml:trace>
</inkml:ink>
</file>

<file path=ppt/ink/ink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9870 4187 874,'40'104'-10,"-6"54"4,-20-63 3,-4-10 1,10 82-1,-5-57 0,-2 7 2,8 49 1,-6-54 2,22-250-11,-18 29 0,-2 17 0,12-34 1,12-12-17,5 6-8,-13 38-7,1 9-8,24-38-52,-13 39-96</inkml:trace>
</inkml:ink>
</file>

<file path=ppt/ink/ink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9945 4575 874,'117'-8'-11,"-22"-30"-1,-9 9-9,4-7-100</inkml:trace>
</inkml:ink>
</file>

<file path=ppt/ink/ink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10612 4391 874,'-34'114'-12,"-18"52"8,29-74 3,-2 46 0,21-25 2,61-1 1,35-65-1,-7-77-4,2 11-3,2-38-58</inkml:trace>
</inkml:ink>
</file>

<file path=ppt/ink/ink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10406 4668 874,'130'-39'-16,"-35"18"8,22-2-1,-16 2-11,-8 4-1</inkml:trace>
</inkml:ink>
</file>

<file path=ppt/ink/ink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11183 4979 874,'-172'83'-27,"59"-29"17,-4 3-3,17-6-1,1-2-13,14-11-155</inkml:trace>
</inkml:ink>
</file>

<file path=ppt/ink/ink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11501 5113 874,'-128'40'-14,"28"-4"3,-23 10-1,-13 7 5,23-8-6,18-5-7,-22 8-28,29-13-236</inkml:trace>
</inkml:ink>
</file>

<file path=ppt/ink/ink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2122 7656 874,'100'-2'-3,"56"2"0,-64 4 1,43 4-1,-50-4 3,7 0-1,3 3 0,-5-1 0,38 2 0,-20-5 1,-4-1 0,42 0 0,-60 2-1,46 2 1,-48-4 0,9 1-1,-6 0 1,72 2-1,-62-1 0,6 2 1,54 4 0,-60-5-1,10-1 1,6 0 0,6 2 0,53 2-1,-65-2 1,7 1-1,-15-2 1,-12-1 0,14 2 0,12 1 0,7-2-1,58 3 0,-70-6 1,6 1 0,-10 1 1,-18-2-1,16 3 0,13-1 0,10 3-1,-34-2 0,5-1 0,12-1 1,4 0 0,-6-1 1,68 1 0,-72 0 0,5-2-1,54 5-4,-70-3-1,4-1-2,-6 0-3,42 1-26,25-9-31,-31-4-17,-38 3-76</inkml:trace>
</inkml:ink>
</file>

<file path=ppt/ink/ink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8752 7822 874,'119'1'-4,"-33"2"-5,53 6 1,26 6 4,-78-10 4,41 3 2,19-2-1,-28-6 4,11-3-2,10 2-2,0 1-2,-56-2 0,-2 1 1,48-3-1,34-5 1,-30 1 0,30 1 0,-70 4 0,44-2-1,-52 5 1,4 3 0,54 5 0,25 13 0,-77-8 0,42 7-1,14-1-2,0-12-8,-55-9-8,-6 4-187</inkml:trace>
</inkml:ink>
</file>

<file path=ppt/ink/ink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6935 7324 874,'122'1'-4,"-18"3"3,1-1-2,-14 9-436</inkml:trace>
</inkml:ink>
</file>

<file path=ppt/ink/ink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3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6905 7534 874,'137'-7'-12,"-15"-5"11,-16-6 0,-20 3-7</inkml:trace>
</inkml:ink>
</file>

<file path=ppt/ink/ink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7532 7529 874,'-67'138'-5,"84"6"4,77-105-1,-13-162-5,-63 23 0,-10-63-6,-22 9 9,-6 9 1,12 58 5,-2-56 5,-9 53 2,8 252-8,22-7-5,0-64 1,-2 9-4,-1 2-2,1 45-19,0-24-29,-1-35-77</inkml:trace>
</inkml:ink>
</file>

<file path=ppt/ink/ink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7545 7158 874,'150'11'-25,"-59"-4"-15,-4 5-382</inkml:trace>
</inkml:ink>
</file>

<file path=ppt/ink/ink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7665 7405 874,'129'17'-5,"-80"-118"2,-151 126 1,65 97-3,51-29 1,54 15-1,36-41-7,-19-3-181</inkml:trace>
</inkml:ink>
</file>

<file path=ppt/ink/ink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7293 6675 874,'95'44'-10,"53"-16"6,-64-19 2,27 3-1,-4-5-8,-23 4-600</inkml:trace>
</inkml:ink>
</file>

<file path=ppt/ink/ink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7575 6569 874,'122'65'-12,"21"2"10,-22-21 5,-193 63-6,-37 27 0,56-51-4</inkml:trace>
</inkml:ink>
</file>

<file path=ppt/ink/ink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2935 6765 874,'-121'92'-8,"31"10"5,31-16 2,13 7 2,5 44-3,13-10 1,20 7 1,31 23 0,22-28-2,29 3 1,26-1 2,-9-39-1,41 3 1,1-48-1,8-28 0,-16-33 2,-1-28-2,-16-28-1,-24-24 1,-30 3 0,-10-46 0,-16 25-1,-12-37 1,-19 65 0,-11-1-1,-20-41 1,-46-26-1,-11 37 0,-96 11-3,29 54-5,55 18-1,17-1-11,-7 11-2</inkml:trace>
</inkml:ink>
</file>

<file path=ppt/ink/ink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6"/>
    </inkml:context>
    <inkml:brush xml:id="br0">
      <inkml:brushProperty name="width" value="0.01984" units="cm"/>
      <inkml:brushProperty name="height" value="0.01984" units="cm"/>
      <inkml:brushProperty name="fitToCurve" value="1"/>
    </inkml:brush>
  </inkml:definitions>
  <inkml:trace contextRef="#ctx0" brushRef="#br0">19457 3619 874,'-63'85'-4</inkml:trace>
</inkml:ink>
</file>

<file path=ppt/ink/ink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7"/>
    </inkml:context>
    <inkml:brush xml:id="br0">
      <inkml:brushProperty name="width" value="0.01984" units="cm"/>
      <inkml:brushProperty name="height" value="0.01984" units="cm"/>
      <inkml:brushProperty name="fitToCurve" value="1"/>
    </inkml:brush>
  </inkml:definitions>
  <inkml:trace contextRef="#ctx0" brushRef="#br0">20441 5090 874,'-129'121'-4,"34"-70"1</inkml:trace>
</inkml:ink>
</file>

<file path=ppt/ink/ink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8"/>
    </inkml:context>
    <inkml:brush xml:id="br0">
      <inkml:brushProperty name="width" value="0.01984" units="cm"/>
      <inkml:brushProperty name="height" value="0.01984" units="cm"/>
      <inkml:brushProperty name="fitToCurve" value="1"/>
    </inkml:brush>
  </inkml:definitions>
  <inkml:trace contextRef="#ctx0" brushRef="#br0">20139 5121 874,'126'104'-7,"-6"-12"0,-31-24-13</inkml:trace>
</inkml:ink>
</file>

<file path=ppt/ink/ink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49"/>
    </inkml:context>
    <inkml:brush xml:id="br0">
      <inkml:brushProperty name="width" value="0.01984" units="cm"/>
      <inkml:brushProperty name="height" value="0.01984" units="cm"/>
      <inkml:brushProperty name="fitToCurve" value="1"/>
    </inkml:brush>
  </inkml:definitions>
  <inkml:trace contextRef="#ctx0" brushRef="#br0">14818 12448 874,'-45'93'-2</inkml:trace>
</inkml:ink>
</file>

<file path=ppt/ink/ink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7173 1699 874,'123'-6'-7,"29"-9"-6,-8 6 16,-54 5-3,38 0 0,27 1-2,-28-1 5,14 2-1,4 0-3,7-2 1,-61 2-1,-2 0 1,58 0-1,-56-2 0,7 0 1,56-2 0,-65 4-1,8 0 1,-1 1 0,54 1 0,-60 0 1,9-1-1,50 1 0,-63 0 0,6 0 0,5 0 0,7 0 0,51 0 0,-61 0 0,6 2-1,-9 0 1,62-1 0,-61 0 0,6 2 1,47 2-1,-61-1 0,5 0 0,-3 0 1,51 3-1,30-3 1,-38-1-1,24 2 1,-67-4-1,4 2 0,41-2 0,30 3-1,-29 0-4,12-3-6,-13 3-9,-36 6-13,-7 6-124</inkml:trace>
</inkml:ink>
</file>

<file path=ppt/ink/ink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13416 1497 874,'141'-2'-8,"-54"-1"5,52-3-5,-19 2 4,32 2 4,-59 0 0,55 0 1,-57-1-1,11-1 1,9 0-1,61-1-1,-59-1 0,10 2-1,3 2 0,-12 0 2,-22 2 0,16-1-1,14 0 1,10-1-1,-37 1 0,10 1 0,17 0 0,11 1 0,-8 1 0,-29-1 0,20 0 0,14 2 0,12 1 0,-34 0 1,6 1-2,19-1 1,13 2-1,-4-2 1,-40-2 0,21 5-4,8 3-2,2 4-4,-29-4-8,-3 2-8,13-2-7,4-12-8,-16 4-37,2-5-37</inkml:trace>
</inkml:ink>
</file>

<file path=ppt/ink/ink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9885 3174 874,'121'14'-11,"53"1"6,-61-10 0,68 3-4,-54-2 3,-10-2 0,-2 0 1,33 0-1,27 3-1,19-2 0,-44-2-1,8 1 0,36-4-2,26-3 2,21 2 4,18 1-7,-89 0 2,40 2 4,29 4-2,23 2 1,-28-1 0,-36 0-1,43-1 3,28-1-4,23 3-3,-86-4 5,31 4-2,43-3-5,45-10-1,-115-1-20,-118 8 7,10-4 3,60-6-25</inkml:trace>
</inkml:ink>
</file>

<file path=ppt/ink/ink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7520 6881 874,'-4'-97'-6,"-5"11"1,-3-1 4,-3-39 0,1-25-1,8 0 0,8 64 2,7-43 2,29 25 1,62 37-3,2 40-2,71 28-1,-83 5 2,79 6-4,-57-6 3,20-1-1,16-3-1,-25 2-1,-5-3 0,28-1-1,18-1 1,13 0 0,-60-1 1,27 0 0,21 1 1,11 0 2,-24 2 0,-19 2 1,25 0 0,15 1 0,11-3 0,-54 0 0,13 1-1,20 1 2,15-1 0,-11 2-1,-38-2 1,28 3-1,13 3 0,6 1 0,-44-2 1,0-2 1,17 2 0,6-2 1,-7 1 0,-45-1 0,17 2 1,7 3 1,1 3 0,-31-3 0,-13 2-1,4-2 0,58 19 2,-73 62-2,-57 16-2,-23 22-2,-3 3-1,2-11 0,3 15 3,-10-11 2,-36-7-3,-33-36 0,-72-31-3,51-40-3,-63-2-5,58-10 7,-19-4-1,1 1 1,30 1-1,-29 1 1,-25-1-2,-19 0 0,36 2 1,-7-2-1,-31 1 1,-21 0-2,-6 2 1,59 0 0,-33 1 1,-22-2 1,-15 2 2,41 0 1,5 0-1,-27 0 1,-19 4-2,-11 4-19,-6 3-8,70-3-8,-16 0-8,-15 1-6,-4-2-8,23-4-4,40-2-5,-10-4-2,1-7 1,6-2 9,40 2 10,4 1 9,3 1 7,-39 9-11</inkml:trace>
</inkml:ink>
</file>

<file path=ppt/ink/ink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12149 7068 874,'19'100'-6,"-4"44"3,-5-15 0,-6-45 2,2 65-4,5 29 2,-4-76 3,3 57 0,-2-58 0,3 14-1,1-3 0,-4-27 0,4 22 0,-2 11-1,4 10 0,-3 10 0,0-22 1,-4-14-1,1 20 1,1-1 0,-2-33 0,2 12-3,5-4-2,-2-2-5,-2-4-174</inkml:trace>
</inkml:ink>
</file>

<file path=ppt/ink/ink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11443 7897 874,'-69'129'-12,"16"2"6,41-14 10,28-10-3,74-31-1,10-64 0,-2-78-1,-39-70-2,-110 7 1,-22 33 1,-10 30-5,-10-2-8,9 1-43</inkml:trace>
</inkml:ink>
</file>

<file path=ppt/ink/ink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11613 7988 874,'12'141'-12,"-5"24"13,10-281-7,-22-5 7,-15 21 2,119 194 0,14-67-2,-25-61-2,-3 5-2,-83 121-2,-4 24-3,2-5-2,5-5-20,2-11-771</inkml:trace>
</inkml:ink>
</file>

<file path=ppt/ink/ink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11950 7687 874,'-132'15'-16,"35"-1"7,-17 2 2,19-3 1,9-6-4,1 2-11,0-6-23</inkml:trace>
</inkml:ink>
</file>

<file path=ppt/ink/ink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11508 7580 874,'85'28'-9,"63"32"-1,-42-2 9,-62 34 5,-104-7-4,-25-13-181</inkml:trace>
</inkml:ink>
</file>

<file path=ppt/ink/ink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5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12403 7082 874,'17'138'-8,"6"-15"6,12 18 0,-10-56 5,7-250-4,9 78 0,56-27-2,48 77-5,-46 19-10,-15 53-271</inkml:trace>
</inkml:ink>
</file>

<file path=ppt/ink/ink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12653 7851 874,'-59'110'-8,"39"4"8,95-28 0,56-112-1,-65-98-2,-66 25 2,-114 24 1,4 27 2,27 48-440</inkml:trace>
</inkml:ink>
</file>

<file path=ppt/ink/ink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12668 8794 874,'-85'94'-5,"102"31"4,98-58 0,-8-59-1,-7-83 0,-62-31-1,-96-20 0,-25 50 0,-41 33-6,37 18-9</inkml:trace>
</inkml:ink>
</file>

<file path=ppt/ink/ink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13418 7973 874,'-69'88'-8,"10"-4"4,-1 5 1,-2-2-109</inkml:trace>
</inkml:ink>
</file>

<file path=ppt/ink/ink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13312 7958 874,'105'133'-12,"-17"-12"9,-19-28-4,-8-5-35</inkml:trace>
</inkml:ink>
</file>

<file path=ppt/ink/ink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13706 7886 874,'32'94'-10,"4"57"4,-13-9 4,-13-50 6,10-223-8,6 34 2,11 6 3,62 4 3,10 139-1,-55 69-4,-26-8 1,-36-20 0,-28-187 2,76-21-2,49 34 0,10 65 0,-2 96-3,-49 9 1,-44 19-2,-5-24-57</inkml:trace>
</inkml:ink>
</file>

<file path=ppt/ink/ink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14399 7906 874,'43'120'-8,"-13"18"5,2-3 3,51-7 1,3-112-2,-43-124-1,-58-60 4,19 83-2,72-34 0,65 44-1,-45 25-2,-12 25-290</inkml:trace>
</inkml:ink>
</file>

<file path=ppt/ink/ink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14325 7565 874,'162'12'-19,"-73"-8"12,49-2-12,-41 0-18</inkml:trace>
</inkml:ink>
</file>

<file path=ppt/ink/ink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14581 7392 874,'94'44'-9,"-3"20"7,-3 57 2,-170-38-1,-12-53-106</inkml:trace>
</inkml:ink>
</file>

<file path=ppt/ink/ink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14966 7128 874,'37'153'-15,"-24"-62"8,2 13 1,-4 12 1,4 64 3,-8-95 0,0 8-2,-1 31 0,2 21 0,0 17 0,-2-57 1,2 32 1,0 26-1,-1 15-1,-1-22 1,-2-24 1,-3 25-8,-1 11-8,3 1-8,-3-51-7,2 1-9,1-13-34,0-10-43</inkml:trace>
</inkml:ink>
</file>

<file path=ppt/ink/ink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6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15219 7068 874,'17'142'-7,"-3"-55"6,0 4 2,4 22 1,-12-260-6,83-2 4,-4 113 0,17-28 0,-17 76-107</inkml:trace>
</inkml:ink>
</file>

<file path=ppt/ink/ink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15323 6645 874,'11'89'0,"-3"-4"-5</inkml:trace>
</inkml:ink>
</file>

<file path=ppt/ink/ink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15308 7948 874,'15'118'-8,"6"22"8,-10-225-7,21 0 6,93 1 2,-21 60 6</inkml:trace>
</inkml:ink>
</file>

<file path=ppt/ink/ink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15715 8191 874,'-58'109'-5,"44"4"1,116-78 3,-12-76-1,-21-98-1,-53 16 0,-64-24 1,-27 44 4,-18 58 1,22 171 0,167-10-6,-3-58-4</inkml:trace>
</inkml:ink>
</file>

<file path=ppt/ink/ink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15716 7521 874,'-11'89'-3,"-1"-4"-4</inkml:trace>
</inkml:ink>
</file>

<file path=ppt/ink/ink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15490 9084 874,'-46'128'-6,"106"-12"5,77-71-1,-43-70 0,-27-90-2,-101-8 1,-17 42 2,-52 32 2,6 47 0,0 19 6</inkml:trace>
</inkml:ink>
</file>

<file path=ppt/ink/ink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15293 8033 874,'-6'101'-5,"23"27"6,7-15-2</inkml:trace>
</inkml:ink>
</file>

<file path=ppt/ink/ink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8663 8018 874,'107'59'-12,"8"-20"-4,25-9 4,-39-18 2,16-8-5,13-7-11,-48 0-7,21-6-8,6-7-4,-1-8-8,-19 4-4,43-16-73</inkml:trace>
</inkml:ink>
</file>

<file path=ppt/ink/ink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14633 12888 874,'121'14'-7,"-6"-1"-1,59 6 5,-30-5 1,-45-3 2,18 3-2,-14-3 0,-10-3 1,23 1-1,16 2-2,12 2 1,-45-5-1,21 2 1,19 1 0,12-1 1,-17-2 1,-23-1-1,18-2 1,10 0 2,0-1 2,-43-3 0,6 1 1,3-1-1,-16 2 1,71 5 2,-68-3-3,0 0 0,37 0 0,-8-39 1,-35-105-4,-73 7-5,-36-45-2,2 80 7,-3-3-1,-15-50 2,5-3 1,4 29 2,-6 17 3,-57 13-3,-35 71-6,6 11-1,-46-6-1,8-3 0,45 6 0,-23-3-1,-21-3-1,22 4 0,9-1-1,-29-4 0,-22 0 0,-10-1 1,63 9 2,-24 1 0,-11 3 4,32 4 2,9 3 1,-16 6 1,-7 3 2,4 4 1,48-5-1,-9 2 0,3 0 3,-46 13 4,15 34-6,62 46-4,22 36-2,28-52-2,4 16-4,8 64-5,21-55 5,20 23-4,-13-47 1,4 26-17,2-27-385</inkml:trace>
</inkml:ink>
</file>

<file path=ppt/ink/ink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8"/>
    </inkml:context>
    <inkml:brush xml:id="br0">
      <inkml:brushProperty name="width" value="0.01984" units="cm"/>
      <inkml:brushProperty name="height" value="0.01984" units="cm"/>
      <inkml:brushProperty name="fitToCurve" value="1"/>
    </inkml:brush>
  </inkml:definitions>
  <inkml:trace contextRef="#ctx0" brushRef="#br0">20429 4615 874,'125'-33'-8,"-38"7"4,-6 3-5,3 4-179</inkml:trace>
</inkml:ink>
</file>

<file path=ppt/ink/ink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7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9587 7049 874,'124'4'-7,"16"3"2,-23-6 1,-1-5 2,-28 2 1,15-5 0,66-4 0,-57 4-2,22-2-1,4 0-1,-42 3 1,25 0 0,17 1 1,11 1 0,-25-2 2,-11 1-1,21-3 1,10-3 1,8 1 1,-52 4 0,22-1 0,20 1 0,11 2-1,-17 0-1,-21 0 0,21 0 0,10 1 0,8 1 1,-48 0 1,17-1 0,18-2 0,11 1-2,-12-2 1,-31 2 0,22 0-4,10 2-3,2 0-4,-40 2-9,-2 2-8,3-2-8,-11-13-7,14 2-85,-20-13-288</inkml:trace>
</inkml:ink>
</file>

<file path=ppt/ink/ink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0"/>
    </inkml:context>
    <inkml:brush xml:id="br0">
      <inkml:brushProperty name="width" value="0.02646" units="cm"/>
      <inkml:brushProperty name="height" value="0.02646" units="cm"/>
      <inkml:brushProperty name="fitToCurve" value="1"/>
    </inkml:brush>
  </inkml:definitions>
  <inkml:trace contextRef="#ctx0" brushRef="#br0">22922 3554 874,'112'-146'-5,"-47"-13"2,-48 277-7,-17-26 5,2 50 3,7 9 5,60-52 2,27-139-2,-12-5-26</inkml:trace>
</inkml:ink>
</file>

<file path=ppt/ink/ink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1"/>
    </inkml:context>
    <inkml:brush xml:id="br0">
      <inkml:brushProperty name="width" value="0.02646" units="cm"/>
      <inkml:brushProperty name="height" value="0.02646" units="cm"/>
      <inkml:brushProperty name="fitToCurve" value="1"/>
    </inkml:brush>
  </inkml:definitions>
  <inkml:trace contextRef="#ctx0" brushRef="#br0">23040 3471 874,'102'-40'-6,"-6"-21"-8,-11-2-27</inkml:trace>
</inkml:ink>
</file>

<file path=ppt/ink/ink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2"/>
    </inkml:context>
    <inkml:brush xml:id="br0">
      <inkml:brushProperty name="width" value="0.02646" units="cm"/>
      <inkml:brushProperty name="height" value="0.02646" units="cm"/>
      <inkml:brushProperty name="fitToCurve" value="1"/>
    </inkml:brush>
  </inkml:definitions>
  <inkml:trace contextRef="#ctx0" brushRef="#br0">22017 2268 874,'0'-145'-13,"0"52"6,0-15 1,0 15 1,1-71 3,2 40 4,-30 270 2,30-57-5,10 15-1,5-10 1,23 70 0,1-33 4,60-91 5,-26-134-6,-12 5-30</inkml:trace>
</inkml:ink>
</file>

<file path=ppt/ink/ink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3"/>
    </inkml:context>
    <inkml:brush xml:id="br0">
      <inkml:brushProperty name="width" value="0.02646" units="cm"/>
      <inkml:brushProperty name="height" value="0.02646" units="cm"/>
      <inkml:brushProperty name="fitToCurve" value="1"/>
    </inkml:brush>
  </inkml:definitions>
  <inkml:trace contextRef="#ctx0" brushRef="#br0">21983 1883 874,'98'-53'-7,"-14"13"-104</inkml:trace>
</inkml:ink>
</file>

<file path=ppt/ink/ink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4"/>
    </inkml:context>
    <inkml:brush xml:id="br0">
      <inkml:brushProperty name="width" value="0.02646" units="cm"/>
      <inkml:brushProperty name="height" value="0.02646" units="cm"/>
      <inkml:brushProperty name="fitToCurve" value="1"/>
    </inkml:brush>
  </inkml:definitions>
  <inkml:trace contextRef="#ctx0" brushRef="#br0">22296 1933 874,'98'-75'-9,"2"22"6,-13 12-57</inkml:trace>
</inkml:ink>
</file>

<file path=ppt/ink/ink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5"/>
    </inkml:context>
    <inkml:brush xml:id="br0">
      <inkml:brushProperty name="width" value="0.02646" units="cm"/>
      <inkml:brushProperty name="height" value="0.02646" units="cm"/>
      <inkml:brushProperty name="fitToCurve" value="1"/>
    </inkml:brush>
  </inkml:definitions>
  <inkml:trace contextRef="#ctx0" brushRef="#br0">22325 1710 874,'32'112'-10,"4"-24"4,12 2-2,-7 0-290</inkml:trace>
</inkml:ink>
</file>

<file path=ppt/ink/ink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6"/>
    </inkml:context>
    <inkml:brush xml:id="br0">
      <inkml:brushProperty name="width" value="0.02646" units="cm"/>
      <inkml:brushProperty name="height" value="0.02646" units="cm"/>
      <inkml:brushProperty name="fitToCurve" value="1"/>
    </inkml:brush>
  </inkml:definitions>
  <inkml:trace contextRef="#ctx0" brushRef="#br0">22712 1529 874,'-55'109'-10,"13"-8"10,79-13 2,13-189-9,-16 12-432</inkml:trace>
</inkml:ink>
</file>

<file path=ppt/ink/ink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7"/>
    </inkml:context>
    <inkml:brush xml:id="br0">
      <inkml:brushProperty name="width" value="0.02646" units="cm"/>
      <inkml:brushProperty name="height" value="0.02646" units="cm"/>
      <inkml:brushProperty name="fitToCurve" value="1"/>
    </inkml:brush>
  </inkml:definitions>
  <inkml:trace contextRef="#ctx0" brushRef="#br0">22653 1287 874,'1'95'-6,"17"63"-2,0-24 7,14-28 5,53-105-5,-23-95-5,-13 13-17</inkml:trace>
</inkml:ink>
</file>

<file path=ppt/ink/ink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8"/>
    </inkml:context>
    <inkml:brush xml:id="br0">
      <inkml:brushProperty name="width" value="0.02646" units="cm"/>
      <inkml:brushProperty name="height" value="0.02646" units="cm"/>
      <inkml:brushProperty name="fitToCurve" value="1"/>
    </inkml:brush>
  </inkml:definitions>
  <inkml:trace contextRef="#ctx0" brushRef="#br0">22827 1212 874,'-27'111'-11,"19"58"1,7-72 7,2 44 3,28-46 5,81-93-4,-32-94-1,-41 6-619</inkml:trace>
</inkml:ink>
</file>

<file path=ppt/ink/ink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89"/>
    </inkml:context>
    <inkml:brush xml:id="br0">
      <inkml:brushProperty name="width" value="0.02646" units="cm"/>
      <inkml:brushProperty name="height" value="0.02646" units="cm"/>
      <inkml:brushProperty name="fitToCurve" value="1"/>
    </inkml:brush>
  </inkml:definitions>
  <inkml:trace contextRef="#ctx0" brushRef="#br0">22728 1607 874,'85'-73'-10,"24"-6"4,-24 26 0,6 4-290</inkml:trace>
</inkml:ink>
</file>

<file path=ppt/ink/ink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22700 2706 874,'-91'64'-7,"38"41"3,55-17 5,76 4-2,16-140-1,-12-32-6</inkml:trace>
</inkml:ink>
</file>

<file path=ppt/ink/ink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22608 2374 874,'21'131'-13,"-9"-47"9,3 16 0,3 4 0,19 48-9,25-48-5,-1-16-69</inkml:trace>
</inkml:ink>
</file>

<file path=ppt/ink/ink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22875 2699 874,'-9'153'-13,"10"3"12,39-49 4,28-214-5,-109-20 4,-69 50 0,49-19-3,113 7-2,57 37 3,-3 167-1,-77-4 0,-1-22 3,17-222-4,-29 47 3,15-34 2,47 217-6,-51 52-8,2-34-9,21-18-39</inkml:trace>
</inkml:ink>
</file>

<file path=ppt/ink/ink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22817 2427 874,'104'-16'-7,"22"-33"7,-38 20-2,-34 154-3,-13-16-5</inkml:trace>
</inkml:ink>
</file>

<file path=ppt/ink/ink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22918 3583 874,'-82'-103'-8,"14"18"8,-7-7-3,4 1 0,-1-1-1,-36-38 2,20 23 2,-6-4 1,13 13 2,8 5 0,-5-17 2,144 236-9,-6-41-1,40 57-5,3 6 7,7 7 5,-27-43 1,12 5 2,12 12-1,-28-37-2,-129-216-4,-25 14-2,-20-31 3,9 22 1,-15-2 1,-7-6 1,14 7 1,21 34-1,-11-14 1,30 206 2,3-207-9,40-3 5,151 120-3,-25 25 0</inkml:trace>
</inkml:ink>
</file>

<file path=ppt/ink/ink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25419 3772 874,'-100'40'-2,"192"-158"2,10 9-2</inkml:trace>
</inkml:ink>
</file>

<file path=ppt/ink/ink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22870 3449 874,'-94'-95'-11,"-18"-28"3,28 28 6,7 5 3,-7-7 0</inkml:trace>
</inkml:ink>
</file>

<file path=ppt/ink/ink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22471 2996 874,'-81'-89'-11,"17"4"-844</inkml:trace>
</inkml:ink>
</file>

<file path=ppt/ink/ink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22281 2781 874,'19'67'-69</inkml:trace>
</inkml:ink>
</file>

<file path=ppt/ink/ink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69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22551 3267 874,'-48'-110'0,"-72"150"-3,18 48 1,28 31 0,129-22 0,30 21 2,2-133-626</inkml:trace>
</inkml:ink>
</file>

<file path=ppt/ink/ink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22564 3165 874,'-95'43'-7,"11"-10"-619</inkml:trace>
</inkml:ink>
</file>

<file path=ppt/ink/ink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25433 3884 874,'-1971'-476'0,"2909"714"-2,-517-108-1,-196-61 2,122 27-2</inkml:trace>
</inkml:ink>
</file>

<file path=ppt/ink/ink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22612 3161 874,'-95'17'-3,"-29"18"1,7 15 1,68 69 1,101-24-1,8-3 1,20-36-439</inkml:trace>
</inkml:ink>
</file>

<file path=ppt/ink/ink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22482 3161 874,'-126'78'5,"46"-32"-59</inkml:trace>
</inkml:ink>
</file>

<file path=ppt/ink/ink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21982 2371 874,'-85'24'-3,"-23"20"1</inkml:trace>
</inkml:ink>
</file>

<file path=ppt/ink/ink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23286 2356 874,'-127'83'-6,"43"-30"4,-44 22 0,-22 10-1,31-17 0,19-11 2,-30 17 1,-9 4-1,-1 9 0,52-34 1,-1-1-1,-59 36-2,52-29 0,-11 6 1,22-13 0,1-1 0,-16 9-1,-9 4 1,-8 5 1,-6 5 0,39-24 0,-13 9 0,-12 9 0,-7 5 1,11-7-1,21-14 1,-18 10 0,-12 10-1,-11 8 0,-6 6 0,26-17-1,5-5 0,-16 7 0,-8 3 1,-1-2 2,41-23-1,-17 10 1,-7 5 2,-6 5-1,22-9 1,10-6 0,-10 8 0,-8 5 0,-1 2-1,-2 2 0,-45 30 2,67-49-2,-2 2-1,2-4 0,-43 30 2,16-16 3,15-17-3,-4-4-1,89 75 0,66 29-3,-3-23-1,4 1-1,6 7 0,-9-30 5,9 19 2,-16-26-2,-11-11-105</inkml:trace>
</inkml:ink>
</file>

<file path=ppt/ink/ink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17106 5481 874,'12'99'-5,"23"39"3,-11-17 2,-52-211-4,17-6 2,31-40 4,23 41-2,69 82-1,-16 26-2</inkml:trace>
</inkml:ink>
</file>

<file path=ppt/ink/ink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17493 5679 874,'-105'123'-5,"71"-5"4,118-255-15,-53 1 5,-19 41 7,-5-2 5,-4-43 3,-7 48 6,-2 204-11,0-9-4,-10 68-6,8-71 11,4-8 3,5 35 2,89-92 7,-18-175-6,-47 263-9,60-246-1,-71 6 6,-57 20-1,-44 132 0,35 87 4,51-34-2</inkml:trace>
</inkml:ink>
</file>

<file path=ppt/ink/ink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5036 5237 874,'36'82'-3,"29"37"0,42-25 2,45-84 0,-67-37 0,2-16-1,37-34-5,-8-20-7,-36 20-25</inkml:trace>
</inkml:ink>
</file>

<file path=ppt/ink/ink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0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7138 4649 874,'128'-85'-4,"-7"13"2,26 12 1,-67 41 1,5 6 0,6 3-1,-3 8 1,47 11 0,-10 37 0,-4 32 0,-29-11 1,-6 2-1</inkml:trace>
</inkml:ink>
</file>

<file path=ppt/ink/ink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1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16467 10657 874,'99'-8'-3,"57"0"-1,-59 11 3,10 3 1,5 5-2,-3 1 1,59 3 0,-64-3 1,-23-2-1,79 5-1,-77-9 2,1-3 2,41 0 0,31-2-1,-25 0 0,-43-1-2,8 0 1,-14 0-1,64 0-1,20 6 3,-68-2-1,3-1-1,-5 0-1,43 1 1,-10-2 5,39-1-3,-30-1-2,-46 0 1,11 0 1,-2 2-1,-11-4-2,-2 1-3,-4 1-26</inkml:trace>
</inkml:ink>
</file>

<file path=ppt/ink/ink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1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14223 10644 874,'97'-1'-5,"14"-1"2,18 3-1,-46-1 2,-1-3 0,52-2-1,-48 3 3,9 1-1,58-2 1,-57 2 0,15 1-2,11 0-1,6 0 1,-36 0 0,5 1 0,9 4 2,8 3 1,-2-1 0,-25 1-1,31 1-2,29 1-3,25 1-2,-39-3-1,18-1-1,43 0-6,-67-4-14,-43 1-12,48-1-17</inkml:trace>
</inkml:ink>
</file>

<file path=ppt/ink/ink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1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16694 10813 874,'113'9'-6,"7"-9"2,4-2 0,36-1-3,-64 1 4,5-1 3,-6 2 0,70 2 0,-62 3 0,9 2-1,-28-2 1,5 1 0,15 1 1,9 2-1,-1 0-2,-30-1 1,18 4 0,10 1 0,8 0 1,-25-1 1,-7-1 0,14 0 0,7 4-1,4 0 1,5 1 0,54 5 1,-68-8-2,3-4 1,-13-2-3,25 1-7,-17-14-5,-17 6-184</inkml:trace>
</inkml:ink>
</file>

<file path=ppt/ink/ink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1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7699 11514 874,'-10'109'-12,"-4"-21"2,0 23 1,4 17 1,6 10 2,2 7-5,2-43-7,-6 2-6,-1-14-12,-32 33-44,3-43-88</inkml:trace>
</inkml:ink>
</file>

<file path=ppt/ink/ink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1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7656 11496 874,'145'5'-14,"-54"-9"7,20-6-2,-13-2 2,-1-3 0,26-8 0,-28 7 1,54-10-4,40-2-7,34-3-3,-42 7 2,11-2-2,54-6-2,41-4-4,19-2-2,-93 13 4,65-4-1,44 1 0,32 4 4,-58 8 5,-27 5 3,49 10 4,29 9 6,21 5 3,-127-3 2,60 6-2,41 4 0,25 1-1,13 6 2,-29-1 2,-95-7 1,31 2 4,12 3 7,6 3 7,-71-4 1,-10 3-1,26 6 2,6 3-4,-19 3 3,-76-12-2,8 7 1,-12 4 2,-25 2-2,-29 10-3,26 42 9,-46 54-9,-44-45-15,16 65-1,-24-51-6,0 17-3,-3 10 1,-9 3 1,-5-47 1,-6 17 1,-6 8 3,-8-1 1,-9-11 2,-6-24 0,-36 31 5,-86-52-3,-4-49-8,32-27-4,-23-6-2,-3-3 0,33 2 0,-33-1 1,-25-4-1,-23-1 2,39 5 0,-3 1 0,-33-1 1,-26 3-2,-14-1 1,-11 5 1,77 3 2,-26 1 2,-27 0 1,-15 0 0,20-2-1,39 4-1,-36-4-1,-26 1-1,-15-3 0,70 2 1,-21 0-1,-26-3-1,-19 1 1,-12 0 1,-2 3 3,79 2-1,-45-2-1,-28-3-3,-21 0-2,47 1-1,21 1 1,-30 1 2,-16 2 6,-9 5 3,91 0 0,-38 5 2,-23 4 0,-11 3 1,-3 0 3,25-3 1,56-3-1,-18-2 0,-4-6 0,2-12 0,43 1-1,2-9-2,-38-18-4,-57-17-8,80 20-14,66 19 6,-17-8-17,18 2-19</inkml:trace>
</inkml:ink>
</file>

<file path=ppt/ink/ink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3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16889 5419 874,'89'81'-12,"49"16"2,15-18 9,-28-26 0,-41-25 1,11-4 0,10-3 0,9-4-1,53 3 1,-74-17 2,-12-9 1,21-19 2,-18-23 1</inkml:trace>
</inkml:ink>
</file>

<file path=ppt/ink/ink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16977 1420 874,'-17'89'-3,"4"0"-4,-2 15 6,7-1 1,8 22-2,0-10 3,-9 12 2,0-29 3</inkml:trace>
</inkml:ink>
</file>

<file path=ppt/ink/ink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16804 1881 874,'7'85'0,"7"18"-6,16-4 7,69-17-1,10-166-2,-38 1-109</inkml:trace>
</inkml:ink>
</file>

<file path=ppt/ink/ink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18906 1034 874,'25'83'-9,"30"71"-5,-27-73 10,8 39 0,-16-20 9,-19-16-1,-78-201 1,67-7-9,45-13 3,8 45 1,39-5 5,5 50 8,-2 30-641</inkml:trace>
</inkml:ink>
</file>

<file path=ppt/ink/ink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19261 921 874,'-1'-121'-11,"43"5"9,56 47 2,-38 165-4,-56-3-2,-15 8-2,-14 45-5,-7-36-17,112-43-451</inkml:trace>
</inkml:ink>
</file>

<file path=ppt/ink/ink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19672 1181 874,'3'146'-13,"13"8"12,42-61 2,29-162-7,-26-41-6,-22-23 4,-19 11 8,-40 10 7,-77 71 4,28 154-3,150-160-30</inkml:trace>
</inkml:ink>
</file>

<file path=ppt/ink/ink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19729 730 874,'14'101'-2,"-10"-19"-294</inkml:trace>
</inkml:ink>
</file>

<file path=ppt/ink/ink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19871 685 874,'31'-106'-6,"55"13"5,-5 73 1,-42 131-5,-67-15 0,-17 0 7,3 19 3,149-103-4,-23-67-5</inkml:trace>
</inkml:ink>
</file>

<file path=ppt/ink/ink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19318 1130 874,'89'-28'-7,"-7"6"-26</inkml:trace>
</inkml:ink>
</file>

<file path=ppt/ink/ink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20155 1182 874,'101'-20'-5,"2"15"4,-22 4-23</inkml:trace>
</inkml:ink>
</file>

<file path=ppt/ink/ink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4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20169 1423 874,'88'-26'-4,"10"1"1,-11 9-293</inkml:trace>
</inkml:ink>
</file>

<file path=ppt/ink/ink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19318 1103 874,'90'-25'0,"-6"10"-14,7-1-34</inkml:trace>
</inkml:ink>
</file>

<file path=ppt/ink/ink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19377 759 874,'-101'75'-10,"17"-27"-616</inkml:trace>
</inkml:ink>
</file>

<file path=ppt/ink/ink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20964 673 874,'-101'100'-5,"39"-16"-9,13 28 7,36 45 4,29-73 3,37 20 1,73-134-2,-21-26-9,-46-26-817</inkml:trace>
</inkml:ink>
</file>

<file path=ppt/ink/ink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20997 491 874,'40'-84'-10,"60"8"9,6 83 1,-89 128-5,-59 0-10,-21-26 10,67-15 13,135-107-12,-58 4 3,-1-10-27</inkml:trace>
</inkml:ink>
</file>

<file path=ppt/ink/ink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20681 1430 874,'123'-18'-12,"-41"-7"4,15-11 2,-5 0 1,64-22-7,-13 11-14,-13 18-20,-44 10-45</inkml:trace>
</inkml:ink>
</file>

<file path=ppt/ink/ink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21027 1897 874,'39'109'-12,"4"6"10,-39-196-7,-5-40 10,64-35 1,34 55-2,-16 29-2</inkml:trace>
</inkml:ink>
</file>

<file path=ppt/ink/ink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21457 1604 874,'-43'-83'-4,"54"-13"3,95 73-2,-94 161-1,-39-9 5,120-123-3,10-79-7,-21 10-22</inkml:trace>
</inkml:ink>
</file>

<file path=ppt/ink/ink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21021 1838 874,'-6'93'-3,"53"23"1,2-28 0</inkml:trace>
</inkml:ink>
</file>

<file path=ppt/ink/ink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14575 8828 874,'125'119'-7,"-31"-42"2,23-1 2,-20-21 1,45 9 3,-9-6 0,20 7-2,-70-32 0,2-5 2,45 9-1,10-9 0,-22-10 0,41-1 0,-31-6 0,20-4 0,-19-7 0,5-11 1,0-13-1,-18-10 1,24-18-1,-13-1-1,-8-5 1,7-8-2,-27 11-5,12-9-8,-31 18-11,0 8-278</inkml:trace>
</inkml:ink>
</file>

<file path=ppt/ink/ink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5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18618 2180 874,'-100'-37'0,"-27"23"-6,16 13-3,-20 13 8,44 0 0,-2-1 1,2-2-1,-48 6-1,32-5 6,11 4-2,-26-4-2,-30 2-1,21 3 1,-35 4-1,77-8 1,-47 9-1,-23 13 1,72-9 0,-40 17 0,-17 34 0,31 3 0,-8 43-1,56-38 1,5 9-2,-19 53 0,45-52 1,6 11 0,9-3 1,-4 73-2,16-65 1,9 7 0,-1-29 1,8-1 0,14 6 1,31 51 1,49 2-1,21-21 0,25-24-2,-73-59 0,90 23-2,-60-38 1,9-10 0,8-10 0,-30-6 1,5-8 0,18-12-1,13-12-1,0-10 0,-39 13 0,24-15 0,11-12 1,7-15 0,1-12 0,-23 7 0,-20 8 1,9-21 0,-2-16 0,-6-9 2,-30 32 0,0-11 1,-1-16 1,-3-5 0,-5-9 0,-13 5 1,-14 36 0,-13-11 0,-16-5 0,-16 0-1,-27-43 2,-39 7-1,9 49 0,-19 19 2,107 166-4,74 2-3,25-19-1,-33-43-1,7-8 1,41 8 0,-44-24 1,11-4 1,-13-4 0,73 3-1,-65-9 0,2 1 3,-4-4 0,42-19-3,-46 6-3</inkml:trace>
</inkml:ink>
</file>

<file path=ppt/ink/ink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18863 2456 874,'84'25'-17,"19"17"15,-8 17 4,-23 66 1,-131-1-3,-6-31-1,-20-63-850</inkml:trace>
</inkml:ink>
</file>

<file path=ppt/ink/ink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19563 2054 874,'0'153'-18,"-1"-55"11,-4 15 1,1 5-4,0-39 0,3 5-5,7 39-40,-1-43-54</inkml:trace>
</inkml:ink>
</file>

<file path=ppt/ink/ink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19523 2589 874,'97'7'-9,"49"-27"2,-33-24 5,-33-11 1,0-47 4,-168 132-2,7 44-7,13 52 5,53-26 3,99-37-1,16-71-2,21-92-4,-36 4 6,-13 215-2,-92-16 1,12-214-10,59-24-6,52 25-23,1 35-84</inkml:trace>
</inkml:ink>
</file>

<file path=ppt/ink/ink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20340 2378 874,'4'110'-11,"0"14"12,25-216-17,9 1 13,48 16 7,-6 81-1,-33 89-1,-39 10-4,-6-211 6,56 30-4,44 122 2,-64 46-2,0 1 4,46-71-3,4-64-4,12-60-1,-51 18 7,-144 96-4,49 99 2,159-40-3,6-28-17,-36-53-272</inkml:trace>
</inkml:ink>
</file>

<file path=ppt/ink/ink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21708 2435 874,'-93'-4'-5,"1"36"-2,9 25 4,3 45 2,67 8 2,121-69-2,0-130-4,-29-37 0,-18-57-2,-32 77 5,10-48 2,-76 281-2,21-19-3,5 4 3,7 39 4,59-40 3,38-108 0,-10-19-14</inkml:trace>
</inkml:ink>
</file>

<file path=ppt/ink/ink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21788 2603 874,'69'-84'-5,"3"-47"4,-91 47-2,-66 172-3,41 14 6,77-1 1,99-95-4,-38-4-5</inkml:trace>
</inkml:ink>
</file>

<file path=ppt/ink/ink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22360 1982 874,'-12'143'-16,"3"-49"7,-3 18 2,3-17 1,1-13 2,-7 60-15,6-46-21</inkml:trace>
</inkml:ink>
</file>

<file path=ppt/ink/ink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22596 1910 874,'-35'149'-17,"11"-57"7,2-4-6,-3-5-98</inkml:trace>
</inkml:ink>
</file>

<file path=ppt/ink/ink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22614 2611 874,'49'-99'-11,"5"-20"10,-29 10 2,-117 168-10,53 89 10,68-20 2,57-100-4,1-28 0,-4-47-847</inkml:trace>
</inkml:ink>
</file>

<file path=ppt/ink/ink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6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22899 2255 874,'0'109'-10,"-5"45"4,-6-28 5,50-228-9,-5-7 10,18 20 6,28 152-2,-67 92-4,22-27 4,73-140-6,-3-160-12,-66 87 6,-3-45 16,-136 279-11,79-5 0,22-17 4,110-85 4,-32-114-4,7-68-6,-17 52 9,26 163-6,-48 11-7,35-54-18,2-48-561</inkml:trace>
</inkml:ink>
</file>

<file path=ppt/ink/ink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23921 2168 874,'-78'132'-16,"8"-3"12,37-32 9,145-116-6,-51-103-2,-29 37 3,-17 190-10,-19 39-5,-4 21 2,1-80 7,2-3 1,-6 24 2,-2 3 4,-1-17 5,-19 5 10,-7-252-1,54 35-20,-4 34-1,11-17-2,14-7 2,8 5 5,2 16 5,28-26 5,16 130 13,-79 81-12,15 12-6,83-34-4,1-130-3,-23-66-6,-36 2 6,-149 65 6,41 143-1,40 23 4,129-85-6,-27-51-26</inkml:trace>
</inkml:ink>
</file>

<file path=ppt/ink/ink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24210 2039 874,'-34'120'-8,"-5"-25"-3,5-7-8,-4-5-54</inkml:trace>
</inkml:ink>
</file>

<file path=ppt/ink/ink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23010 1722 874,'-43'81'-19,"-46"75"5,42-75-5,-9 1-265</inkml:trace>
</inkml:ink>
</file>

<file path=ppt/ink/ink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19007 3199 874,'-65'-102'-4,"-33"108"0,17 58-2,17 40-3,36-18 2,13 5 3,14-9 6,26 32 1,80-59 0,-13-68-1,15-104-3,-62 33-3,15-46-1,-23 235 6,-16-21-10,22-8-42</inkml:trace>
</inkml:ink>
</file>

<file path=ppt/ink/ink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19119 3046 874,'4'100'-9,"16"-7"6,-11-7-293</inkml:trace>
</inkml:ink>
</file>

<file path=ppt/ink/ink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19250 3370 874,'-18'116'-8,"31"-240"-3,39 15 12,41 60 2,-40 156-6,-25 10 2,22-19 5,53-123-5,-16-60-7,-35-2 0,-10-7 11,-29-17 2,-113 184-12,22 79-3,82-15 21,114-112-14,-8-31-3,-28-44-821</inkml:trace>
</inkml:ink>
</file>

<file path=ppt/ink/ink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19809 2873 874,'-91'78'-12,"-10"49"11,30-34 1</inkml:trace>
</inkml:ink>
</file>

<file path=ppt/ink/ink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19909 2887 874,'0'96'-14,"-2"-4"0,-3 24 3,1-19 2,-5-4-9,1-12-12,-3 2-18</inkml:trace>
</inkml:ink>
</file>

<file path=ppt/ink/ink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19828 3342 874,'63'-88'-11,"59"32"7,-6 41 2,-34 36 2,-15 73-2,-83 22 0,-10-19-6</inkml:trace>
</inkml:ink>
</file>

<file path=ppt/ink/ink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7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20155 2974 874,'10'85'-6,"-2"-3"-7</inkml:trace>
</inkml:ink>
</file>

<file path=ppt/ink/ink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20314 3508 874,'69'-88'-11,"5"-40"7,-24 11 5,-50 37 1,-115 207-11,83-17 0,6 12 0,8-33 0,8 17 1,8-11-12,16-6-57,-9-7-638</inkml:trace>
</inkml:ink>
</file>

<file path=ppt/ink/ink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20551 3139 874,'-6'96'-11,"5"26"7,95-116 7,-28-123-5,-45 202-1,5 15 5,57-63 0,4-84-7,8-48-5,-22-12 13,-169 132-3,40 98-8,61 9 14,101-122-7,-22-8 7</inkml:trace>
</inkml:ink>
</file>

<file path=ppt/ink/ink4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21605 3161 874,'-92'61'-7,"-9"44"-6,36-8 14,28 2 2,130-151-8,-11-57-7,-19 24 12,-10 175 5,-15 5 7,59-183-8,-46 3-443</inkml:trace>
</inkml:ink>
</file>

<file path=ppt/ink/ink4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21362 3069 874,'149'-12'-17,"-59"2"9,-3 1-11,-3 2-95</inkml:trace>
</inkml:ink>
</file>

<file path=ppt/ink/ink4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22117 3031 874,'-60'141'-21,"-4"-3"6,12-19 16,49-15 7,103-93-8,-19-59-3,2 3-7,0-12-36</inkml:trace>
</inkml:ink>
</file>

<file path=ppt/ink/ink4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22459 3136 874,'-99'92'-14,"-19"52"2,39-37 5,162-173 5,-7-38-2,-27 203 19,72-109-7,-27-103-15,-5-11-8,13 87 21,-92 140-8,-36 47-1,-5-26 9,126-172-3,-7-67-34</inkml:trace>
</inkml:ink>
</file>

<file path=ppt/ink/ink4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22975 3132 874,'-83'89'-12,"6"55"4,31-28 10,149-166-1,-57-49-3,45 189 10,11-95-8,-18-7-10</inkml:trace>
</inkml:ink>
</file>

<file path=ppt/ink/ink4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23259 3170 874,'-71'107'-11,"18"-14"10,29 9 3,125-77-4,2-106-7,-1-95-2,-62 66 1,1 7-14,-15 7 0</inkml:trace>
</inkml:ink>
</file>

<file path=ppt/ink/ink4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23423 2830 874,'-18'137'-14,"5"-48"6,2 18 1,0 5-3,4-20-1,13 37-26,-2-45-32</inkml:trace>
</inkml:ink>
</file>

<file path=ppt/ink/ink4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8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23364 3350 874,'107'3'-10,"21"-28"6,-35-11 2,16-53 1,-103-5 4,-109 140-4,19 70-5,51-10 8,149-27-1,-14-122-3,4-73-2,-19 10 6,0 54 1,-47 136-3,-39 29-2,11-19 10,102-92-8,-20-69-8,-7-35 7,-35 16 3,-137 70-1,3 123 6,105-2-6,101-79-4,-33-55-2</inkml:trace>
</inkml:ink>
</file>

<file path=ppt/ink/ink4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23705 3017 874,'62'-28'-38</inkml:trace>
</inkml:ink>
</file>

<file path=ppt/ink/ink4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19255 3966 874,'-91'62'-7,"3"47"0,27-7 4,38 0 6,161-87-10,-35-56-17</inkml:trace>
</inkml:ink>
</file>

<file path=ppt/ink/ink4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19150 3708 874,'-7'87'-14,"5"2"2,0 24 1,1 15 3,0-19 2,2-26-8,12 36-22,-7-33-40</inkml:trace>
</inkml:ink>
</file>

<file path=ppt/ink/ink4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19364 3708 874,'6'82'-11,"-8"5"5,1 0-5,-13-4-420</inkml:trace>
</inkml:ink>
</file>

<file path=ppt/ink/ink4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19502 4024 874,'20'85'-23,"-12"7"24,-4-5 0,7 22 6,74-180-7,-21-59-7,-23 2 6,-70 257 6,43-21-2,76-85-3,-8-134-5,-14 0-3,-8 246 8,21-213 8,10 74-5,-22 116-8,-34-27-14</inkml:trace>
</inkml:ink>
</file>

<file path=ppt/ink/ink4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20397 3980 874,'7'81'-11,"-1"0"1,-1 26 0,-2 17 4,0 9 0,-1-7-4,1-42-5,1 50-39,4-51-171</inkml:trace>
</inkml:ink>
</file>

<file path=ppt/ink/ink4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20425 4238 874,'20'-95'-5,"75"35"3,-9 138-2,-69 29-2,-51 5 3,0-212-1,85-3 1,43 59 7,-33 142-1,-20 11 1,50-104 1,-20-127-4,-189 83-1,29 46-26</inkml:trace>
</inkml:ink>
</file>

<file path=ppt/ink/ink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21010 3635 874,'17'154'-18,"-14"-55"10,-6 16 1,-3 14 1,-1-20 1,-1-15 1,-2-8-4,-16 53-34,6-49-33</inkml:trace>
</inkml:ink>
</file>

<file path=ppt/ink/ink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20866 4003 874,'141'-49'-14,"-54"32"8,-6-2-6,2 10-99</inkml:trace>
</inkml:ink>
</file>

<file path=ppt/ink/ink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79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21064 4238 874,'97'-45'-14,"8"-47"15,-82 2-1,-133 202-4,55-26 1,44 40 6,95-41-2,-1-107-1,23-73-6,-18 65 3,-93 118-2,-8 1 5,94-132 9,-20-63-14,26 100 12,-61 94-6,61-113 9,-64-56-636</inkml:trace>
</inkml:ink>
</file>

<file path=ppt/ink/ink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21777 3724 874,'-33'141'-20,"13"-42"12,4 10-3,3 1 1,8-11-2,9 35-31,-1-47-27</inkml:trace>
</inkml:ink>
</file>

<file path=ppt/ink/ink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21646 4184 874,'113'-79'-12,"25"32"6,-40 43 7,-29 82 0,-55 30-3,-16-22 1</inkml:trace>
</inkml:ink>
</file>

<file path=ppt/ink/ink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21987 3794 874,'3'113'-6,"-2"-33"-52</inkml:trace>
</inkml:ink>
</file>

<file path=ppt/ink/ink4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22202 4192 874,'95'-114'-9,"-75"8"11,-107 134-5,11 83-3,46 6 6,66-17 0,57-61-1,79-91-8,-84 22-4,-3-21-13</inkml:trace>
</inkml:ink>
</file>

<file path=ppt/ink/ink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22536 3549 874,'-10'145'-22,"-3"-33"9,-7 24 1,-1 6-15,4-25-4,7-27-4,17 40-46,-6-47-72</inkml:trace>
</inkml:ink>
</file>

<file path=ppt/ink/ink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22881 4096 874,'0'73'-15</inkml:trace>
</inkml:ink>
</file>

<file path=ppt/ink/ink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17877 9513 874,'57'-101'-7,"-20"17"8,1-58-2,-29 51 1,-12-6-1,-13-45-3,-16 30 3,-38-17 2,0 24-1,-1 18-2,-38-24 0,0 24 2,21 23 0,-29-11 0,15 15 1,-29-2 0,51 29-2,-9 2 0,-57-10 0,61 22 0,-10 1 0,-6 0 1,-46-5-1,56 12 1,-6 2 0,-5 2 0,9 0 0,-62 1 1,68 3-1,-1 6 0,-43 5 2,-13 13-1,24 8 0,-6 15 1,-7 16-1,32 1-2,-6 28 0,-10 40 1,31-5-1,28-14 1,15 2 3,16-6-1,19 53-2,15-64 0,6 1-1,5-13 0,16 41-1,22-18 2,90-19 1,-42-55 0,-20-20-624</inkml:trace>
</inkml:ink>
</file>

<file path=ppt/ink/ink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11905 10890 874,'101'-7'-10,"33"-16"7,-53 14 1,60-8 0,-55 10 0,14 1 0,62-1-2,-50 4 1,16 2 0,-15-3-1,-13 0 1,26-5-2,16-5 1,12 0 1,7-1 0,-41 5 1,3 1 1,15 0-5,9 4-2,2 0-7,-4 4-8,-51 0-8,11 2-8,0 3-6,-23-1-8,74 4-71,-14 0-11,-60-3-59</inkml:trace>
</inkml:ink>
</file>

<file path=ppt/ink/ink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24819 7721 874,'-100'-3'-4,"19"15"3,-17 21 5,18 58-4,82 13-2,-40 6 1,6-28-108</inkml:trace>
</inkml:ink>
</file>

<file path=ppt/ink/ink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0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18120 10310 874,'-45'-82'-9,"-9"-34"5,2-22 2,15 27 1,6 0-1,2-46 2,16 68 0,1 8 0,-10-67 0,12 55-1,0-4 1,5-1 0,1-45 0,7-12 1,2 70 0,0-7-1,6-43 1,-3 56-2,1-4 1,6 4 1,14-41 0,13 18 2,12 12-1,21 1-1,58-7-1,4 25-1,-38 34 0,8 3-1,-2 5-1,-20 6 1,58-9 0,11-1 4,-72 16-2,3 1 0,6 5 1,-10 5-1,57 4 1,-55 6-1,8 2 0,47 4-1,-54-2 0,10 3 1,5 3-1,5 2 1,50 8-1,-61-8 1,6 1 0,3 2 0,3-1 0,-2 0 0,54 11 0,-61-9 0,8 2 0,-21-2 0,82 19 0,-70-16 0,5 1 0,2 2 0,52 12 0,-64-14 0,6 2 0,4 2 0,-1-1 1,51 12-1,-60-15 0,3 6 0,3 3 0,-12 1 0,58 39 0,-62-19 0,78 79-1,-29 4 2,-29-11-1,-50-47 0,-2 9 0,-8 3 0,-9-1 0,2 48 1,-34 16 0,-16-69-1,-14 4-1,-8 2 1,-31 44-1,-46 17 0,-53-9-1,27-49-1,48-46 3,-14-2-2,-12-1 0,4-4 0,31-12-1,-22 6 1,-14-1 0,-17 0 0,-8-3 0,21-5-1,15-7 1,-18 0 1,-2-3 0,35-4 0,-22-2 1,-16 2-1,-11-1 1,28-2 0,6-1 0,-19 0 1,-13 0 0,-10-4-2,-6 1 1,50-1 0,-10 0 2,-15-2 0,-7-2-1,-4-2 0,1 1 0,1-2 0,0-2 1,4-1 1,30-1 0,13 0 0,-6-3-1,-3-5 0,4-2 0,4-4 0,-39-13 3,22-4 0,28-10 1,1-13-184</inkml:trace>
</inkml:ink>
</file>

<file path=ppt/ink/ink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89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18438 701 874,'-117'3'-10,"22"34"1,-9 22 5,-17 50 5,35 11-2,35-4 3,7 51 0,14-28-1,14-52-2,3 3 1,-1 46 0,32-4 2,41-8-1,2-38 0,38-8 1,2-30-1,45-28-3,-29-28 0,14-46 2,-20-14-1,-10-27 0,-8-52 1,-30 10 0,-11-26 0,-35 71 2,-9 0-2,-14 3 1,-24-44-1,-39 5-1,-13 25 2,-28 17 1,21 23 6</inkml:trace>
</inkml:ink>
</file>

<file path=ppt/ink/ink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18451 817 874,'-35'61'-15</inkml:trace>
</inkml:ink>
</file>

<file path=ppt/ink/ink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6313 4153 874,'-86'1'-3,"-38"5"-1,-1 2 0,-35 5 0,79-9 3,-45 1 0,-15 2 2,61-2-1,-8-3 0,-44 2 0,11-1 0,-46-2-2,72-1 2,-2 0 0,-45-1-1,55-2 1,-9 3 0,-8 0 0,7 0 0,-61 2 0,65-1 0,-6 3 0,-54 3 0,65-3 0,-3 2-1,3-2-1,3-1-3,-31-2-9,-3-14-13,22-3-20,17-2-176</inkml:trace>
</inkml:ink>
</file>

<file path=ppt/ink/ink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5885 4039 874,'-40'-67'-8</inkml:trace>
</inkml:ink>
</file>

<file path=ppt/ink/ink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5914 4110 874,'26'67'-1</inkml:trace>
</inkml:ink>
</file>

<file path=ppt/ink/ink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19247 3611 874,'131'-56'-5,"23"-9"3,-54 28 1,7 1-1,49-12-2,-16 13-2,-57 25 4,2 2 2,52 0 1,9 6 0,-64 1 0,4 4 0,52 1 1,17 6-2,-29 1-1,25 2 1,-32-1 1,21 14 0,-19 0 0,34 18 0,-70-16-1,43 21-2,-4 7 2,-28-9 2,15 14 0,-2 3 0,-18-12 0</inkml:trace>
</inkml:ink>
</file>

<file path=ppt/ink/ink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22626 3031 874,'17'105'-10,"2"27"6,-7-28 1,-7-12 3,-10 37-1,-7-30 3,-19-205-3,46-1-5,17 1 2,29 2 4,29 22 4,3 46 1,14 60-1,-23-2-106</inkml:trace>
</inkml:ink>
</file>

<file path=ppt/ink/ink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22701 2759 874,'-59'108'-11,"-38"32"1,11-31 3,-14-2 9,11-22 2,30 17 1,99 19-1,61-21-2,-16-25-12</inkml:trace>
</inkml:ink>
</file>

<file path=ppt/ink/ink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22143 3433 874,'85'87'-11,"22"-2"0,-24-20-184</inkml:trace>
</inkml:ink>
</file>

<file path=ppt/ink/ink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21319 2872 874,'20'79'-7,"1"32"6,2 22-5,-5 4 3,-11-47 4,-28-220-9,17 16 6,14-3 2,32 1 4,22 29 0,42 30 1,-26 21 1</inkml:trace>
</inkml:ink>
</file>

<file path=ppt/ink/ink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0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21532 3143 874,'20'96'-6,"-11"-7"5,-12 24 2,-10-200-14,20 4 6,17-7 9,50 11 4,9 208-3,-74-30-5,-23-202 1,53-5 4,49 138-4,-66 62-2,-27 20 6,-9-28-853</inkml:trace>
</inkml:ink>
</file>

<file path=ppt/ink/ink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21954 3103 874,'-7'118'-11,"-8"10"10,6-36 2,4 6 0,-3-14-625</inkml:trace>
</inkml:ink>
</file>

<file path=ppt/ink/ink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22056 3161 874,'-6'102'-10,"-8"25"9,-5-2 3,5-209-8,50-12 6,81 31 2,-65 154-4,-44 36 1,-42-41 5</inkml:trace>
</inkml:ink>
</file>

<file path=ppt/ink/ink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22015 2859 874,'-12'73'-7</inkml:trace>
</inkml:ink>
</file>

<file path=ppt/ink/ink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23557 2845 874,'-48'92'-10,"-47"43"1,13-22 1,19-21 10,37 36 1,40-17 0,53-1 0,-8-28 0</inkml:trace>
</inkml:ink>
</file>

<file path=ppt/ink/ink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23109 3420 874,'53'85'-8,"33"27"2,1-22-9</inkml:trace>
</inkml:ink>
</file>

<file path=ppt/ink/ink4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23606 3040 874,'13'121'-11,"-1"12"4,-4-22 2,2-5 4,-10-20 0,-34-172 4,34 4-6,15-55-5,50-5-11,9 49-23,20 57-21,-12 20-100</inkml:trace>
</inkml:ink>
</file>

<file path=ppt/ink/ink4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23831 3309 874,'-21'116'-8,"6"1"6,3-16 2,49-227-7,38 19 8,20 157-3,-86 57 2,-9-204-2,35-3 2,62 23 5,-28 161-4,-59 19-1,-13-19-8</inkml:trace>
</inkml:ink>
</file>

<file path=ppt/ink/ink4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24384 3362 874,'-80'78'-10,"-2"28"9,180-225-5,-33 237 10,-38-33-5</inkml:trace>
</inkml:ink>
</file>

<file path=ppt/ink/ink4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24624 3291 874,'-37'106'-10,"-15"-4"6,-11-1-3,1-17-433</inkml:trace>
</inkml:ink>
</file>

<file path=ppt/ink/ink4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1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24443 3348 874,'34'86'-7,"9"16"6,-11-21-24</inkml:trace>
</inkml:ink>
</file>

<file path=ppt/ink/ink4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22342 4302 874,'79'-114'-4,"-47"9"3,-22 246-8,-3-17-2,5-21 10,56-9 6,32-235-4,-79 45 1,-9-3-1,1 11-3,5-25 1,83 48 4,-18 57-52</inkml:trace>
</inkml:ink>
</file>

<file path=ppt/ink/ink4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23015 4030 874,'-100'65'-10,"1"40"5,46 11 5,149-164-4,-16-64 3,-36 217 6,75-42-2,-23-143-11,-16-52 0,-46 46 5,12-49 0,-133 216 3,50 58-7,30-51 11,47 41 3,79-130-4,3-95-4,-59 1 9,-135 187-9,68 11 1,94-94 0,10-100-6,-42-1 13,-56 180-4,8-4 1,106-144-3,-40-33-13,5 92 11,-86 89-6,-13 16 10,24-208-4,27-20-8,63-12 12,4 68 3,11 28 11</inkml:trace>
</inkml:ink>
</file>

<file path=ppt/ink/ink4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24072 3880 874,'-82'68'-5,"53"32"4,34 31-1,-38-43-2,9-5-619</inkml:trace>
</inkml:ink>
</file>

<file path=ppt/ink/ink4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23264 4136 874,'46'-81'-8,"15"-24"8,-66 15 1,-102 99-4,21 77 1,16-3-5</inkml:trace>
</inkml:ink>
</file>

<file path=ppt/ink/ink4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22701 4807 874,'65'-110'-10,"-22"20"7,-3-26 4,-77 221-22,-6 69-2,18-45 14,4 4 1,3-24 6,8-23 9,3 36 6,-8-239 16,-20-7-23,3 30-3,89 3-5,24 13 0,40 10 7,-28 163-4,-83-10-3,58-171 0,-21 4 7,-17 225-4,-30-50 2,100-216-13,-38 14 6,-22 215 8,52-155 3,20-3-6,-8 108 1,-19-110-3,-11-65 2,-159 126-1,96 98-1,111-4-2,-93 6 4,-128-141 0</inkml:trace>
</inkml:ink>
</file>

<file path=ppt/ink/ink4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23383 4522 874,'-33'77'-8</inkml:trace>
</inkml:ink>
</file>

<file path=ppt/ink/ink4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22979 4567 874,'-54'68'-13</inkml:trace>
</inkml:ink>
</file>

<file path=ppt/ink/ink4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3046 5649 874,'99'0'-3,"65"5"-1,-59 2 2,7-1-4,-1 0 2,-1-5 1,56-1 0,-20-1 2,-12-2 2,-52 3-1,18 0 1,15 1-1,-27 1-1,8-2 0,24 3-2,13 4-1,2 0 0,-39-2 0,22-1 0,17-2 2,10-3 1,9-4 0,-22 0 0,-22-1 0,13 1 1,2 2-4,-7 6-2,-34 0-5,69 15-35,-6-5-32,-55-6-74</inkml:trace>
</inkml:ink>
</file>

<file path=ppt/ink/ink4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13751 5591 874,'117'22'-11,"14"-5"-6,-4-5 9,42-5 3,-64-6 6,-15 0 0,-10-1 0,22 0 1,18-1-1,12-3-1,-43 1 0,25 1-2,23-2-1,15 0-1,11-1-1,-5-1 1,-42 4 0,30-2 0,18 0 0,12-1 1,-38 1 1,-6 1 0,19 2 3,10 2 0,9 3 2,-1 3-1,-53-2-1,9 0 1,8-1 2,1 0 1,-22 0 1,-26-2 0,6-2-1,-2 0-1,38 0 6,-34 10-2,-12 3-106</inkml:trace>
</inkml:ink>
</file>

<file path=ppt/ink/ink4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2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9529 6325 874,'-7'112'-22,"0"30"29,4-38-7,1 3-1,-8 30 7,1-57-4,29-180-6,18-31 0,5 20 2,15 8 5,36 26 0,3 75-5,-13 5-107</inkml:trace>
</inkml:ink>
</file>

<file path=ppt/ink/ink4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9433 6015 874,'-60'88'-11,"-29"42"6,-14 21 3,19-34 2,26-34 2,10 21 3,85-15-3,48 36-1,-15-22-1</inkml:trace>
</inkml:ink>
</file>

<file path=ppt/ink/ink4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8838 6684 874,'61'82'-5,"40"31"3,-25-28-1</inkml:trace>
</inkml:ink>
</file>

<file path=ppt/ink/ink4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8171 6253 874,'7'130'-12,"2"23"8,-2-25 4,-12 30 1,-10-31-1,8-284-8,27 74 5,11-35 3,12 10 4,61 8 3,-16 58-105</inkml:trace>
</inkml:ink>
</file>

<file path=ppt/ink/ink4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8294 6771 874,'-6'114'-10,"-4"4"6,0-26 2,-3-3 4,40-197-4,13 11 4,49 46-1,-74 135-6,-39 61-3,5-45 12,90-203 2,-29 16 1,-18 224-12,-34-41 4,110-79 5,13 30-2,-36-132-10,-3 168-45</inkml:trace>
</inkml:ink>
</file>

<file path=ppt/ink/ink4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10648 6152 874,'-91'116'-20,"-37"44"15,63-78 5,-24 35 2,54-13 3,92 6-2,58-36-2,-17-10-1,-18-9-3,0 11-185</inkml:trace>
</inkml:ink>
</file>

<file path=ppt/ink/ink4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10741 6646 874,'110'-3'-7,"1"-4"2,-10-1-3</inkml:trace>
</inkml:ink>
</file>

<file path=ppt/ink/ink4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10922 6469 874,'-9'126'-11,"-4"-30"3,4-13-4,-4 0-62</inkml:trace>
</inkml:ink>
</file>

<file path=ppt/ink/ink4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11285 6544 874,'-40'93'-10,"23"28"12,150-47-4,-23-107-3,-25-23 2,-18-63 6,-149 46-1,-14 81-4,-4 14-21,18-7-586</inkml:trace>
</inkml:ink>
</file>

<file path=ppt/ink/ink4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11493 6625 874,'46'95'-5,"48"-38"3,-4-51-1,12-76 3,-80-41 0,-117 53-2,15 18-3</inkml:trace>
</inkml:ink>
</file>

<file path=ppt/ink/ink4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3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7958 7423 874,'96'3'-6,"12"-3"0,9 0 0,61 0-3,-56-3 4,10 0-2,-31 1 0,37-4 1,30-2-2,24-1-1,-32 0 0,-3-1-2,35-3 0,24 1 1,18 0 1,13 3 3,-72 2 1,18 1 2,27-4 0,14 2 1,-20 2 4,-52 0 1,20 4 3,2 0 3,-11 2 3,-52 2 1,-9-2 0,-9-6 2,25-22 11,-44 7 11</inkml:trace>
</inkml:ink>
</file>

<file path=ppt/ink/ink4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8605 7091 874,'-27'62'-11</inkml:trace>
</inkml:ink>
</file>

<file path=ppt/ink/ink4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8754 7131 874,'-4'93'0,"121"-96"-9,-26-87 8,-2 126 0,-62 45-184</inkml:trace>
</inkml:ink>
</file>

<file path=ppt/ink/ink4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19366 4268 874,'-107'109'-11,"30"36"5,41-53 2,-15 68-3,21-39 0,7-30 2,4 9 0,2 14 2,5 2 3,8-9 3,13 46 3,48-19 3,32-66 0,-5-1-291</inkml:trace>
</inkml:ink>
</file>

<file path=ppt/ink/ink4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19543 4537 874,'-18'100'-11,"-10"54"6,10-61 3,-1 5 1,-5 39 2,11-20 2,2-33 11</inkml:trace>
</inkml:ink>
</file>

<file path=ppt/ink/ink4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19374 4872 874,'114'8'-8,"-10"37"6,-24 56-1,-52-2 1,-30-16 1,-12-191-2,32-5 5,76 64 3,-13 113-50</inkml:trace>
</inkml:ink>
</file>

<file path=ppt/ink/ink4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19968 4912 874,'-84'68'-5,"37"17"6,146-125-9,19 16 3,-35-77-8,-14 13 3,-63 238 2,-26-47 4,-6 15 1,-1 11 1,6-26 3,0-6 1,-5 11-2,-3-4 4,2-21 1,-83-59 10,76-138-22,-4 14-14,19-12-27</inkml:trace>
</inkml:ink>
</file>

<file path=ppt/ink/ink4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20056 4643 874,'24'60'-26</inkml:trace>
</inkml:ink>
</file>

<file path=ppt/ink/ink4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20269 5098 874,'108'-117'-4,"-89"33"2,-131 134-7,43 32 8,51 32 2,75-28-2,57-63 0,24-81-3,-40-23 1,-10-29 4,-20 12 5,-128 194-1,12 3-7,30-16 2,128-20-5,9-124 0,-26-6-10</inkml:trace>
</inkml:ink>
</file>

<file path=ppt/ink/ink4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20881 4659 874,'-38'124'-13,"20"-40"10,1 11-2,3 3-2,3-15-1,2 25-8,-4-28-59</inkml:trace>
</inkml:ink>
</file>

<file path=ppt/ink/ink4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4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20752 5068 874,'114'-16'-7,"-17"35"3,12 75 6,-3-145-4,-102-55 3,-113 73-3,-4 89 2,43 42 2,26-14-858</inkml:trace>
</inkml:ink>
</file>

<file path=ppt/ink/ink4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21258 4930 874,'-40'112'-8,"9"13"7,8-32-1</inkml:trace>
</inkml:ink>
</file>

<file path=ppt/ink/ink4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21206 4800 874,'72'-11'-14</inkml:trace>
</inkml:ink>
</file>

<file path=ppt/ink/ink4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21412 4985 874,'-30'128'-13,"5"-15"13,68-219 0,43 61 2,6 45-1,-5 6-2,20-31 2,-20-80-3,-171 113-2,4 57 1,12 24 5,48 27 0,58-28 0,63-83-2,-1-52 0,-17-37-2,-17 2-9</inkml:trace>
</inkml:ink>
</file>

<file path=ppt/ink/ink4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22033 4973 874,'-79'99'-5,"57"14"3,75-21 1,-51-3-1,-135-63-9,38-40-18,12-30-787</inkml:trace>
</inkml:ink>
</file>

<file path=ppt/ink/ink4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20814 5601 874,'105'46'-11,"-13"-133"6,-21-34 0,-29 13 6,-150 116-2,-28 167-16,68-50 8,13 9 1,15-31 1,1 35 0,2 25 1,3 2 2,9-37 1,9-33 2,76-175 37,-35-20-28,-11 11 3,-28-9-3,-28-4 0,126 32-6,53 30-8,7-27-1,-15-12 7,-288 159-16,38 30 13,52-16 11,161-46-3,16-88-4,36-74-5,-38 19 5,-22 112 4,-84 76-5,-41 46 6,4-262-22,154 15-9,-31 36-29,-4 51-58</inkml:trace>
</inkml:ink>
</file>

<file path=ppt/ink/ink4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21397 5678 874,'-15'112'-11,"-23"33"8,7-37 0,39-201 0,29 3 1,38-16 5,10 130 1,-49 91-5,-44-21 5,39-188-6,62-17 6,-13 225-6,-60-20 5,82-33-3,27-120-7,-3-39-2,-48 3 13,-174 56-1,13 112-1,37 52 2,76-33-4,87-74-2,-37-42-1,38-33-4,-8-48 1,-64 5 7,-133 96 3,23 104 1,80-14-1,73-85-7,51-67-7,-21 7 14,-36 43 1,-103 124-3,-52-12 1</inkml:trace>
</inkml:ink>
</file>

<file path=ppt/ink/ink4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22119 5487 874,'-81'59'-11,"-11"6"7,7-13-183</inkml:trace>
</inkml:ink>
</file>

<file path=ppt/ink/ink4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22791 5433 874,'99'139'-14,"-46"32"8,-40-68 3,-12-2 1,-19 62-2,-26-14-2,-15-50 2,7-10-5,-10-6-4</inkml:trace>
</inkml:ink>
</file>

<file path=ppt/ink/ink4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12442 6133 874,'-94'177'-41,"32"-45"25,-5 21 5,7 12-26,10 2-3,18-30-1,9-30-3,10 9-1,9 2-20,13 42-72,26-45 5</inkml:trace>
</inkml:ink>
</file>

<file path=ppt/ink/ink4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5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12675 6282 874,'-39'112'-11,"8"60"-1,16-76 7,-13 60-1,11-56 0,-6 51-17,8-46-15,0-19-728</inkml:trace>
</inkml:ink>
</file>

<file path=ppt/ink/ink5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12417 6740 874,'105'-32'-7,"-22"25"5,3 29 1,5 91 0,-38 19-1,-12-257 3,67 17-1,-13 48-3</inkml:trace>
</inkml:ink>
</file>

<file path=ppt/ink/ink5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13157 6656 874,'-94'76'-17,"12"4"14,22 9 9,159-187-11,-28-3 1,-99 220 6,123-107 4,10-123-19,6-31-2,-27 41 13,-91 205-5,-24-9 2,-1 29-1,0 15 1,8-39 0,-2 35 3,-3 16-3,-6-1 4,8-39 3,-1-18 2,-45 10 16,4-218-11,74 2-14,-6 16-16,14-14-26</inkml:trace>
</inkml:ink>
</file>

<file path=ppt/ink/ink5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13311 6282 874,'54'60'-201</inkml:trace>
</inkml:ink>
</file>

<file path=ppt/ink/ink5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13420 6871 874,'98'-105'-14,"-45"21"11,-57-12 7,-87 163-9,15 48-2,61 34 9,71-66-4,44-89-6,-22-6-8</inkml:trace>
</inkml:ink>
</file>

<file path=ppt/ink/ink5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13828 6645 874,'-69'81'-11,"1"35"10,57-4 3,116-144-13,-7-14-34</inkml:trace>
</inkml:ink>
</file>

<file path=ppt/ink/ink5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14103 6142 874,'-35'101'-14,"11"-10"3,-2 21 1,-4 15 3,1 2-5,5-19-6,6-26-7,0 0-4,-3 43-62,9-44-75</inkml:trace>
</inkml:ink>
</file>

<file path=ppt/ink/ink5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13865 6748 874,'88'-27'-5,"-4"71"2,-16 66 0,-11-23 3,47-77-1,-53-130-1,-84 23 3,-50 73-2,-2 50 2,202-71-8,-8-5 5,5 34 6,-45 120-3,-52-21 3,99-140-6,-52-28-3,-1-7 5,22 140 0,-81 68-5,-14 3 11,116-92-2,-12-120-9,-8-10 5,-167 137-1,34 62 3,45-14 1,92-66-4,28-39 0</inkml:trace>
</inkml:ink>
</file>

<file path=ppt/ink/ink5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14419 6412 874,'-36'60'-6</inkml:trace>
</inkml:ink>
</file>

<file path=ppt/ink/ink5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15144 6639 874,'-5'129'-9,"17"-14"10,77-138-3,-78-55 1,-15-31 2,34 16-1,84 39-2,-18 59 0,-47 82-1,-69 49-7,1-39 15,141-188-7,-45-27-8,-15 11 10,-122 213 4,41 7 5,112-44-5,25-144-6,-53-6 5,0 159-1,-67 28-2,91-112-5,-22-125 4,-10 45 3,38 94 2,-13 5-2,11-47 0,-203 41-9,17 115 8,71-17 0,152-89-2,-5-102-8,-30 7 3,-8 47 12,-78 160-2,14-43 3,85-195-19,-56 34-25</inkml:trace>
</inkml:ink>
</file>

<file path=ppt/ink/ink5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6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16672 6052 874,'-36'99'-10,"-7"56"2,21-55 3,-9 56-2,10-13 2,22 16 7,22-45 3,81-61 5,2-135-10,-16-38-6,-56 23 5,-138 98 2,24 87 0,48 12 4,44-10-2,83-26-3,28-97-2,-28-15-4</inkml:trace>
</inkml:ink>
</file>

<file path=ppt/ink/ink5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16782 6340 874,'-131'10'-14,"-11"-32"3,39-9-8</inkml:trace>
</inkml:ink>
</file>

<file path=ppt/ink/ink5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17138 6105 874,'56'115'-15,"-27"-29"8,-6 18 1,-12 13 1,-12 9 0,0-37 2,-11 7 1,-17 61-14,3-72 0,-37 58-37,2-63-71</inkml:trace>
</inkml:ink>
</file>

<file path=ppt/ink/ink5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2"/>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8777 9474 874,'-145'-120'-18,"56"74"12,-15 6 0,-13 8 2,-8 7 0,41 9 2,-13 5 0,-63 6 0,69 20 4,-4 14 0,3 14 1,-40 42 3,11 49-4,22 23-4,55-58 2,9 10 0,7 13-1,10-42 0,6 22 0,7 21-1,13 16-1,7-12-1,1-22 0,14 19 1,19 8 0,15 2 0,-14-40 2,11 5 0,19 5 1,13-1 0,0-16 2,75 41 2,-53-75-1,17-13-2,11-14-1,-24-10-1,-15-14 0,13-15 1,4-15 0,0-19 1,-41 15 0,11-20 0,3-20-1,-5-19 1,-9-15-1,-18-1 1,-19 26-1,-8-22 1,-14-17-1,-13-12-1,-5 29 0,-8-3 0,-14-20-1,-10-18 0,-15-7-1,-15 3-4,-15 6-7,18 42-8,-16 9-8,-20 6-7,-12 8-8,-6 11-6,27 14-30,-3 7-44</inkml:trace>
</inkml:ink>
</file>

<file path=ppt/ink/ink5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7597 9791 874,'-99'46'-6,"19"62"1,47-3 1,56 37 1,7-27-1,2 14 5,-35-42 3,-91-56-1,42-110-2,12-5-57</inkml:trace>
</inkml:ink>
</file>

<file path=ppt/ink/ink5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7521 10275 874,'-16'112'-5,"71"-18"4,18-206-8,-108 25 3,-57-7 9,168 184-3,22-40 3,28-97-2,-47-70-8,-59 37 1,-7-53-5,-25 40 9,-12-1 1,-7 10 4,-24-25 3,-49 121 5,76 99-10,32-3-8,12 19-2,0-26 2,5 0 0,13 15 1,10-2 5,6-12 3,-8-21 2,41 6 6,14-133 7,-70-105-16,-33 67-3,-14-36 5,-54 30 0,21 215-5,69 6-1,42 9-2,37-41 9,8-117-2,-26-122 4,-79 50-2,18 209-7,17 11 0,10-42 6,52-83-2,-13-131-7,-50 48 1,13-72-1,-31 53 3,-10-3 3,-10 2 1,-12-42 3,-12 53 4,-19 230-3,63 20-18,8-49 5,2 7-10,-3-20-9,2 26-47,-8-45-49</inkml:trace>
</inkml:ink>
</file>

<file path=ppt/ink/ink5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7987 10007 874,'55'60'-7</inkml:trace>
</inkml:ink>
</file>

<file path=ppt/ink/ink5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11582 9935 874,'111'38'-11,"30"35"5,-12 19 4,-61-1 5,-69 14-2,-112-36-1,-13-92-3,16-42 1,32-31 3,60-28 1,74 26 0,82 53-5,-58 56 1,46 59 0,-50 38 0,-49 32 2,-59-31 3,-94-61-1,1-72-4,-5-95-4,58 1 7,58 2 2,92 25-1,74 85-4,-32 50-1,-32 51 5,-60-5 0,-82 20 0,-28-45 0,-60-75 0,32-43-2,51-37 2,77 7-1,99 48-3,-9 51 1,-25 75 3,-65 13-1,-133-37-2,30-97 1,39-73 1,110 16 0,30 108-1,-85 73 3,-97-97-3,122-97 1</inkml:trace>
</inkml:ink>
</file>

<file path=ppt/ink/ink5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7"/>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11690 10832 874,'-1'142'-18,"2"-44"11,2 8-2,1 1-1,1-5-1,-1-18-3,2 43-35,13-47-79</inkml:trace>
</inkml:ink>
</file>

<file path=ppt/ink/ink5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8"/>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11664 11167 874,'140'-37'-15,"13"-35"9,-48-10 6,-46-4 0,-37-36 0,-64-19 4,-66 121 0,68 118-10,36 81-6,17-74 2,11-5-3,28 29-37,-10-45-44</inkml:trace>
</inkml:ink>
</file>

<file path=ppt/ink/ink5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79"/>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12244 10955 874,'-107'-26'-6,"40"138"4,103-26 1,55-127-2,-66-57 3,35 223-10,-35-42 10,44-183 3,-29-3 2,38 218-9,-68-244 7,81 74 0,-18 166-7,-53 10 4,-5-17-1,47-7 5,26-127-4,-17-49-1,-41-38-1,-50-18 0,-14 37 3,-70 158 1,83 56-7,52 18 2,49-41 3,17-79 0,-9-25 3</inkml:trace>
</inkml:ink>
</file>

<file path=ppt/ink/ink5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0"/>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12474 10554 874,'162'63'-45,"-62"-26"-48,-17-1-453</inkml:trace>
</inkml:ink>
</file>

<file path=ppt/ink/ink5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1"/>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12814 10614 874,'15'143'-22,"-4"-41"14,5 15 1,3 10 3,1-2 3,-1-13 3,-1-25 1,11 1 3,-41-185 5,38 3-5,56 82-7,39 11 3,-36-32 0,-60-83-1,-116 81-1,-17 180-11,85-46 2,15 12-4,7-23-7,25 67-43,-8-63-37,18-10-543</inkml:trace>
</inkml:ink>
</file>

<file path=ppt/ink/ink5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2"/>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13783 10725 874,'-39'-108'-20,"-20"-18"21,-5 11 0,0 19-2,-30-18 4,8 15-3,-58-48-3,10 18-4,47 51 2,-14-5 0,-14-7 1,-11-1 0,38 27 0,-19-8 0,-18-11 0,-15-6 0,-14-4 0,-5 2 0,47 28 1,-30-11 0,-19 0 0,-14 1 0,31 15 1,7 8 1,-28-6-1,-20-1 1,-15 0-1,68 21 0,-31-4 1,-21 1 0,-9 2 1,-7 6 1,16 9 1,44 6-1,-28 2 1,-15 4-1,-12 3 0,49 2 0,-2 3 0,-16 4 0,-9 7 2,4 4-1,49-1 0,-27 7-1,-15 8 1,-11 8-2,37-3 1,8 0-1,-14 12 1,-6 8 0,-4 8 1,3 7 0,44-18 1,-2 9 0,-8 13-1,1 11 1,15 0 0,-50 64 2,76-53-2,4 10 0,-22 56 2,51-63-3,6 12 0,6 9-1,5 4-1,10-40 1,2 17-1,3 12 0,4 6-1,5-12 1,3-21 1,8 16-1,10 9 0,7 6 0,-9-33 0,7 10 0,4 10 0,9 4 1,6 0 0,3-1 0,31 52 0,-21-63-1,10 4-1,-9-16-1,64 74 0,-49-70 1,7 1 0,38 40 2,47 32 0,-68-70-2,-3-8-1,68 43 0,-59-55 1,13 1-1,-23-14 0,0-4 0,18 3-1,15 1 1,3-6 1,-40-16 0,24 4 1,15 3-1,10-2 1,5-1-1,-16-5 2,-25-7-1,19 3 1,12 3-1,11-1 0,-41-7 0,9 0 0,16 2-1,9-2 1,4-4 1,-1 1 0,-47-8 1,20 2-1,12-2 0,11-6 1,-23-2-2,-13-2 1,15-4 0,8 1 0,3 0 0,2-3 1,1-3 0,-27 2-1,-8-3 1,18-7-1,10-4-2,5-3 0,-43 7-1,17-6 0,13-7 1,1-4 2,-19 4 0,-14 1 1,13-7-1,11-9 0,1-5 0,0-5 0,-29 14 1,83-56 1,-78 35-2,-5-1-1,44-41 1,18-32 0,-33 26-1,2-29 1,-11-20 0,-34 41-1,5-29 1,-18 20 0,-16-19-1,-14 9 0,-11-2 0,-7 57 0,1-5 0,-4 1 0,4-41 0,-6-24-2,-7 35-7,-20-4-7,2 27-22</inkml:trace>
</inkml:ink>
</file>

<file path=ppt/ink/ink5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8151 9950 874,'-71'104'-7,"-4"-11"3,-14 7 3,-15 25 3,68-28-4</inkml:trace>
</inkml:ink>
</file>

<file path=ppt/ink/ink5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7859 9878 874,'25'103'-7,"-1"-16"2,4 11 2,19 53 1,-20-65 1,13 40-9,-4-18-6,44-65-102</inkml:trace>
</inkml:ink>
</file>

<file path=ppt/ink/ink5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8007 10700 874,'-43'-90'-5,"-44"6"4,-31 77 0,44 122-3,55 4-4,64 35 2,20-45 9,29-45 0,21-85 0,-16-88 2,-82 12-6,-39-3-2,-7 13-21</inkml:trace>
</inkml:ink>
</file>

<file path=ppt/ink/ink5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7888 10622 874,'76'-88'-12,"0"6"-1,8-3 8,37-31 5,0 2 0,13-10 2,-46 42-2,13-5-2,3-3-2,67-54-4,-67 59 4,5-3 2,-24 19 2,83-68 1,-72 59 2,-1 1 0,47-36 2,-60 50-6,69-57-9,-43 38-15,-8 10-32,-14 9-75</inkml:trace>
</inkml:ink>
</file>

<file path=ppt/ink/ink5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7"/>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8540 8910 874,'12'105'-6,"21"32"4,-13-23 2,15-212-3,-1-39-5,58 3-8,15 79-9,-27 26-30</inkml:trace>
</inkml:ink>
</file>

<file path=ppt/ink/ink5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7859 10111 874,'115'0'-3,"9"0"-10,-4 0 5,13 7 7,-9 5 0,21 1 2,-59-9 1,47 1 1,-48-1-2,-3 0 0,72 7-2,-56-6 0,6 1 0,53-1 0,-62-2 1,7-3 0,9 0 0,6 1 0,5-4-1,-37 2 1,8-2-1,62-2 0,-59 1 1,8-3 0,8 2 0,2 1 0,2 0 1,-32 3 0,2-3-1,13 0 1,5 0-1,0-2 1,-1 1 0,43-4 0,-58 5-1,4 0 1,2-1-1,-10 1 0,49-3 1,11-1 1,-20-3 1,-40 3-3,8-2 1,0 2 0,-12 1-1,1 0 2,5 6-58</inkml:trace>
</inkml:ink>
</file>

<file path=ppt/ink/ink5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8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9307 9685 874,'48'119'-11,"1"10"10,-12-15 3,-51-202-3,38 6 1,97-50-1,-35 47-3,1 73-180</inkml:trace>
</inkml:ink>
</file>

<file path=ppt/ink/ink5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0"/>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9591 9812 874,'-1'108'0,"65"-232"-10,38 116 8,-90 92 2,49-163 2,-22 167-1,52-66-14,-45-104-435</inkml:trace>
</inkml:ink>
</file>

<file path=ppt/ink/ink5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1"/>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9974 9756 874,'0'123'-6,"3"0"6,47-208-7,-13-20 6,65 6 4,-15 216-3,1-125-3,-48-89-2,73 35 9,-53 177-6,-53-17 0</inkml:trace>
</inkml:ink>
</file>

<file path=ppt/ink/ink5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2"/>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10155 9763 874,'-50'-99'-10,"-39"36"10,11 53 0,8 103-2,79 33 0,56-25 4,22-92-2,13-132 0,-29 246-6,-33-28-6,6-8-21</inkml:trace>
</inkml:ink>
</file>

<file path=ppt/ink/ink5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3"/>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10579 9605 874,'-124'113'-12,"31"-6"9,23-19-2,-3 9-17,0-15-802</inkml:trace>
</inkml:ink>
</file>

<file path=ppt/ink/ink5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4"/>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10145 9648 874,'82'119'-15,"28"39"-3,-9-19 6,-27-38-16,-19-21-382</inkml:trace>
</inkml:ink>
</file>

<file path=ppt/ink/ink5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5"/>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7802 10036 874,'11'66'-3,"50"-130"-18</inkml:trace>
</inkml:ink>
</file>

<file path=ppt/ink/ink5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6"/>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8522 10139 874,'-102'15'-7,"5"-5"2,-5-7 2,-52-13 1,61-1 2,-11-3-2,20 3 1,1-1 1,-16 1-2,-13-3 1,-6 0-1,-60-2-1,64 7 2,-8 2 0,17 0 0,13 2 0,-16-2-3,-8 1-2,-3 1-1,-51 1-20,71 2 3,-2 2-9,-1-1-7,20 1-8,-62-4-65,32-3-17,28-11 3</inkml:trace>
</inkml:ink>
</file>

<file path=ppt/ink/ink5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7"/>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5956 9510 874,'35'95'-5,"-9"6"3,53-206-2,-7 15 3,19 72 1,-5 11-183</inkml:trace>
</inkml:ink>
</file>

<file path=ppt/ink/ink5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8"/>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6169 9633 874,'24'93'-6,"-9"41"3,7-241 3,89 83 0,-62 146 0,1-240 0,14 210 1,-27-5-1,45-102 4</inkml:trace>
</inkml:ink>
</file>

<file path=ppt/ink/ink5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8.999"/>
    </inkml:context>
    <inkml:brush xml:id="br0">
      <inkml:brushProperty name="width" value="0.02646" units="cm"/>
      <inkml:brushProperty name="height" value="0.02646" units="cm"/>
      <inkml:brushProperty name="color" value="#FF0000"/>
      <inkml:brushProperty name="fitToCurve" value="1"/>
    </inkml:brush>
  </inkml:definitions>
  <inkml:trace contextRef="#ctx0" brushRef="#br0">6524 9676 874,'7'112'-5,"10"-10"4,69-191-1,-2 100 0,-62 80 0,40-170 2,54 15 2,-97 173-15,-18-8-48</inkml:trace>
</inkml:ink>
</file>

<file path=ppt/ink/ink5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14362 7722 874,'96'-54'-7,"26"-11"1,-7 4 3,5-8-1,25-15 3,-5 12 2,3 12 0,-44 21 3,-17 18-188</inkml:trace>
</inkml:ink>
</file>

<file path=ppt/ink/ink5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1"/>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14457 7678 874,'117'-50'-18,"-27"13"10,13-10 1,9 1-4,7 3 0,50-10-28,-64 33 11,-7-2-32,-2 9-36</inkml:trace>
</inkml:ink>
</file>

<file path=ppt/ink/ink5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2"/>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14334 7586 874,'155'-21'-19,"-57"12"11,17 3 0,11 3 3,10 2 1,-37 1-5,8 1-4,19 1-11,1 4-7,-46-2 4,-1 0-46,3 7-100</inkml:trace>
</inkml:ink>
</file>

<file path=ppt/ink/ink5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3"/>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14463 7581 874,'-84'-5'0,"169"61"-8,-113-156 6,-66 70 1,180 124-4,-3-54-106</inkml:trace>
</inkml:ink>
</file>

<file path=ppt/ink/ink5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4"/>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14473 7556 874,'-73'93'-3,"181"-30"0,-70-207-1,-162 34 2,11 145 2,138 78-1,76-29 2,-27-218-2,-62 226-5</inkml:trace>
</inkml:ink>
</file>

<file path=ppt/ink/ink5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5"/>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16973 7520 874,'-93'8'-3,"-60"-11"-1,63-1 3,0-1-1,-40-3-1,22 4 1,11 3 0,-21-1 3,12 4 2,-47 6-2,66-4-3,-48 4 0,51-6 1,-3 1 1,-42 0-1,-14-1 2,-21 4 0,34 0 0,50-2-2,-5 0 1,3-2 0,-46 2-1,-25-2 2,29 4-1,-30 2 0,66-4 0,0-2 0,-38 1 0,-19 5 0,19-1 1,-21 0-1,66-3 0,-39 0 0,-27-2 0,-10 1 0,37 1 0,-37 3 0,26-2-1,-11 7 1,16 0 1,0 0-1,-7 0 1,21 0-1,-34 7 2,57-7-1,-7 2-2,6 1 0,-46 6 0,8 1 4,-40 7-3,68-10-2,-43 9-2,-20 0 7,68-12-2,-10 3-1,-10 2-1,0 1 0,4-2 1,4 0 2,19-3-1,-61 12 0,5 3-3,19-5 3,-22-7 0,26-4-2,-14 8 2,-7 10 0,47-9-1,-12 6 0,14-3-1,13-3 0,-9 7 1,-54 23 0,-3 8 1,25-6-1,-19 11 0,29-12 1,4 10-1,-8 9 0,-25 24 1,26-17-2,-15 17 1,-5 11 1,7 15-1,11 5 1,7 5-1,29-23 1,9 6-1,-2 22-2,12 20 2,34-78 1,-8 35-1,11 18 0,7 13 1,13 10-1,4-35 0,12-2 0,12 9 1,11 12-2,6-10 2,2-25-2,3-18 2,13-2-1,45 43-1,0-14 1,18 8-1,-20-26 0,7-5 0,-9-14 1,5-3 0,-2-6 1,13 6-1,7 2-1,-4-11 1,14 8-2,-15-11 3,-1-1 0,28 1-1,-8-10 0,19 0-1,-75-24 1,45 12 0,42 11 1,-63-24-1,8 0-1,0 1-1,-9-2 0,35 8 0,10 0 5,-20-3-2,-41-11-1,7 2-3,-3-2 2,44 12 0,-3-2 3,-14-8-2,7 0 1,25 9 0,-29-6-1,10 2 0,22 1-1,-33-9 1,16 5 0,20-1 0,-39-6 0,21 1 0,13 0 0,-38-2 1,27 12-2,11-2 1,-30-11 0,25 3 0,-31 0 0,30 8 0,-62-13 0,6-2-1,0 2 1,43 9 0,33 3-1,-85-15 1,58 9 0,-57-9 0,6 0 0,4 0 0,52 4 0,-64-5 0,9 4-1,7-1 1,43 9 0,-55-9 0,6-2 0,6 1 0,-5 0 0,58 7 0,-57-8-1,5 0 1,51 6 0,-63-8 0,6 1 0,5 1 0,1-1 0,43 2 1,-53-6-1,7 1 0,-8-1 0,66 5 0,-63-2-1,4 1 2,2 0-1,50 6 0,-64-9 0,7 0 0,1 1 0,47 7 1,-52-2-1,6-1 0,0-1-1,54 5 2,11 0-1,-73-8 0,38 3 1,20 4 0,-19-4 1,1 1 1,-13-1-2,3-1 1,-23-10 0,-2 1-57</inkml:trace>
</inkml:ink>
</file>

<file path=ppt/ink/ink5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6"/>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14082 12814 874,'107'-4'-5,"-105"-112"3,-90 116 0,51 81 1,140-116 0,-23-17-1,33-1 0,-32 23 0,8-4 1,1-2-1,8-4-9,-5-8-14,-11 3-786</inkml:trace>
</inkml:ink>
</file>

<file path=ppt/ink/ink5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7"/>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14064 12697 874,'99'51'-10,"34"20"1,-16 3 1,-10 0-8,8 13-16,-19-11-54</inkml:trace>
</inkml:ink>
</file>

<file path=ppt/ink/ink5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8"/>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14064 12639 874,'132'21'-13,"-49"-1"7,10 7 2,51 21-3,-24 0-5,-2 0-16,-31-13-16,-4 1-191</inkml:trace>
</inkml:ink>
</file>

<file path=ppt/ink/ink5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09"/>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14092 12610 874,'131'60'-16,"-43"-19"6,14 8 1,46 19-2,-25-19-14,-35-15-29</inkml:trace>
</inkml:ink>
</file>

<file path=ppt/ink/ink5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0"/>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6232 9953 874,'-90'-30'-6,"-5"64"6,138 81-3,75-59 3,-13-83 1,-97-77-2,-90 37 1,28 187 0,146-79 0,-79-131-1,-117 36 2,135 176-6,44-12-7,-22-22-61</inkml:trace>
</inkml:ink>
</file>

<file path=ppt/ink/ink5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1"/>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6429 10088 874,'-119'-66'-15,"30"19"5,4 1 1,-77-39-7,-7 0-7,54 32-5,19 16-7,-30 14-54,42 23-104</inkml:trace>
</inkml:ink>
</file>

<file path=ppt/ink/ink5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2"/>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6365 9996 874,'-130'-33'-14,"38"19"6,-12 7 2,-8 10 4,-3 11 0,-49 19-10,22 10-12,17 2-28,45-14-53</inkml:trace>
</inkml:ink>
</file>

<file path=ppt/ink/ink5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3"/>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6249 9978 874,'-83'20'-12,"-91"29"-5,66-13 11,8 5-4,-54 31-17,28 2-31,34-6-78</inkml:trace>
</inkml:ink>
</file>

<file path=ppt/ink/ink5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4"/>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6340 10007 874,'-82'45'-15,"-4"1"1,-27 12-1,-55 34-5,13 4 8,67-32-14,7-8-24,-2 7-41</inkml:trace>
</inkml:ink>
</file>

<file path=ppt/ink/ink5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5"/>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8045 8300 874,'-56'112'-2,"160"-87"-2,-41-121 3,-92 4 0,-51 87-2,18 135 2,85-24 2,68-78 0,-34-150 0,-157 89-2,26 122-1,116-239-11,-9 45 4,3-15 3,19-63-5,-3 18 6,-14 61-1,4-4-2,-5 9-5,6-19-34,-12 35-51</inkml:trace>
</inkml:ink>
</file>

<file path=ppt/ink/ink5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6"/>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8029 8353 874,'67'-92'-11,"42"-52"-2,-43 52 7,27-45-2,-8 6-11,18-34-27,-58 65 12,-8 18-23,1-10-43</inkml:trace>
</inkml:ink>
</file>

<file path=ppt/ink/ink5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7"/>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8050 8376 874,'97'-83'-18,"59"-69"1,-65 51 9,-10 2 2,56-71-4,-7 12-27,-40 67 6,5-11-46,-15 33-64</inkml:trace>
</inkml:ink>
</file>

<file path=ppt/ink/ink5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8"/>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7685 11423 874,'-75'100'-2,"134"-211"-2,-128 19 3,3 184-2,122 0 3,45-110-1,-81-87 1,-122 154 1,185-15-2,-103-124 1,-82 145-7,-22 53-4,38-30 5,-15 12 0,16-13 2,-84 75-8,79-60 2,-31 38-32,60-38-61</inkml:trace>
</inkml:ink>
</file>

<file path=ppt/ink/ink5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19"/>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7449 11431 874,'-60'109'-12,"-49"31"1,21-26 4,14-3-7,-2 51-16,21-37-30,-7-30-73</inkml:trace>
</inkml:ink>
</file>

<file path=ppt/ink/ink5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0"/>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7458 11402 874,'1'97'-9,"-22"17"5,-17 0-2,-8 29-1,10-45 3,-5 5-4,-15 35-13,16-56-15,-9 2-388</inkml:trace>
</inkml:ink>
</file>

<file path=ppt/ink/ink5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1"/>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7492 11416 874,'7'81'-9,"-3"0"-3,-4 26 1,-10 1 2,2-28 2,-14 17 1,-34 62-29,-8-76 2,2 13-50,-22-34-188</inkml:trace>
</inkml:ink>
</file>

<file path=ppt/ink/ink5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2"/>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11186 6992 874,'132'-38'-52,"84"-30"-96,-118 37 15,36-10-94</inkml:trace>
</inkml:ink>
</file>

<file path=ppt/ink/ink5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3"/>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8729 5376 874,'0'133'-12,"5"30"7,-1-70 2,2 53 0,-4-45 1,2-18 0,-1 3 0,-3 20 0,-1 9-3,-6 6-1,-4 4-2,3-41-3,-3 12-8,-4 6-7,2-1-9,2-17-7,1 55-61,5-59-58</inkml:trace>
</inkml:ink>
</file>

<file path=ppt/ink/ink5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4"/>
    </inkml:context>
    <inkml:brush xml:id="br0">
      <inkml:brushProperty name="width" value="0.02646" units="cm"/>
      <inkml:brushProperty name="height" value="0.02646" units="cm"/>
      <inkml:brushProperty name="color" value="#FF6600"/>
      <inkml:brushProperty name="fitToCurve" value="1"/>
    </inkml:brush>
  </inkml:definitions>
  <inkml:trace contextRef="#ctx0" brushRef="#br0">8703 5369 874,'115'-26'-11,"34"7"7,-15 12 0,-52 4 2,0 3 2,62-1-1,-63 1 2,47 1 4,-30 17 0,-40 73-1,-74 11-6,-14 25-2,10-17 1,10 35 2,9-62 0,1 4 1,0 42 0,3-47 0,3 9 0,5 5 0,3-9 0,7 48 0,5-5 0,-3-7 3,-5-9 0,-1-29 0,-5 32-1,-155-24-5,-8-73-7,38-20 2,-13-5 2,35 1 1,-7-2 1,-8-7-5,2-3-1,10 3-6,-25-4-41,36 7-71</inkml:trace>
</inkml:ink>
</file>

<file path=ppt/ink/ink5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5"/>
    </inkml:context>
    <inkml:brush xml:id="br0">
      <inkml:brushProperty name="width" value="0.02646" units="cm"/>
      <inkml:brushProperty name="height" value="0.02646" units="cm"/>
      <inkml:brushProperty name="fitToCurve" value="1"/>
    </inkml:brush>
  </inkml:definitions>
  <inkml:trace contextRef="#ctx0" brushRef="#br0">10272 5980 874,'113'0'-6,"20"4"0,-9 11 3,7 7 2,30 17-1,-53-10-1,11 2 0,-4 0 0,-26-6-1,22 14 1,12 13-2,8 12 1,-31-14 1,-2 5-1,17 12 1,11 11 0,9 9 2,6 6-1,-44-29 1,13 12 0,14 15 0,-21-10 0,-11-3 0,9 19 0,0 15 1,-4 13 0,-8 6 2,-27-38 0,-1 9 2,1 15-1,1 11 0,-6 9-2,-3 3 0,-20-44 0,2 23 0,-7 16-1,-9-33 0,-4 9 0,-5 21-2,-4 15 0,-3 11 0,-7 6-1,2-56 2,-7 19 0,-11 13 1,-8 9 0,-2-18 1,4-24-1,-11 13 1,-8 2 2,-4-3 0,-5-4 3,12-27-2,-45 70 4,1-20 0,23-49 1,26-6-186</inkml:trace>
</inkml:ink>
</file>

<file path=ppt/ink/ink5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6"/>
    </inkml:context>
    <inkml:brush xml:id="br0">
      <inkml:brushProperty name="width" value="0.02646" units="cm"/>
      <inkml:brushProperty name="height" value="0.02646" units="cm"/>
      <inkml:brushProperty name="fitToCurve" value="1"/>
    </inkml:brush>
  </inkml:definitions>
  <inkml:trace contextRef="#ctx0" brushRef="#br0">12517 9468 874,'33'81'-5,"-20"48"0,-33 4 1,-8-32 2,2 7 4,32-4 0,76-41-2,43-70-2,32-62-9,-26-9-12,-49 9-13,2-11-401</inkml:trace>
</inkml:ink>
</file>

<file path=ppt/ink/ink5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7"/>
    </inkml:context>
    <inkml:brush xml:id="br0">
      <inkml:brushProperty name="width" value="0.02646" units="cm"/>
      <inkml:brushProperty name="height" value="0.02646" units="cm"/>
      <inkml:brushProperty name="fitToCurve" value="1"/>
    </inkml:brush>
  </inkml:definitions>
  <inkml:trace contextRef="#ctx0" brushRef="#br0">16709 13363 874,'63'1'-18</inkml:trace>
</inkml:ink>
</file>

<file path=ppt/ink/ink5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8"/>
    </inkml:context>
    <inkml:brush xml:id="br0">
      <inkml:brushProperty name="width" value="0.02646" units="cm"/>
      <inkml:brushProperty name="height" value="0.02646" units="cm"/>
      <inkml:brushProperty name="fitToCurve" value="1"/>
    </inkml:brush>
  </inkml:definitions>
  <inkml:trace contextRef="#ctx0" brushRef="#br0">16719 13399 874,'101'0'-3,"-8"0"-1,19-14 8,-41-87-3,-75 195-4,93-139 4,-181 22 0,97 104-2,96-100 0,-204 25 0,87-87 4,-70 61-4,174 18 1,-13 103-3,17-78 8,-138-112-7,-48 75 0,9 14 3,0-45-6</inkml:trace>
</inkml:ink>
</file>

<file path=ppt/ink/ink5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29"/>
    </inkml:context>
    <inkml:brush xml:id="br0">
      <inkml:brushProperty name="width" value="0.02646" units="cm"/>
      <inkml:brushProperty name="height" value="0.02646" units="cm"/>
      <inkml:brushProperty name="fitToCurve" value="1"/>
    </inkml:brush>
  </inkml:definitions>
  <inkml:trace contextRef="#ctx0" brushRef="#br0">16909 13271 874,'-19'91'-4,"-72"-69"3,10-8-440</inkml:trace>
</inkml:ink>
</file>

<file path=ppt/ink/ink5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30"/>
    </inkml:context>
    <inkml:brush xml:id="br0">
      <inkml:brushProperty name="width" value="0.02646" units="cm"/>
      <inkml:brushProperty name="height" value="0.02646" units="cm"/>
      <inkml:brushProperty name="fitToCurve" value="1"/>
    </inkml:brush>
  </inkml:definitions>
  <inkml:trace contextRef="#ctx0" brushRef="#br0">16079 10711 874,'-103'13'-5,"-21"15"4,-12 44 0,35 9 0,12 27-1,24 12 2,22 14-1,27-6 2,19-42-1,9 7 0,10 0 1,14-4-1,63 51 0,-2-59 0,10-32 0,51-35 0,-71-28 0,42-23-2,-5-47 2,-36-1-1,-19-36 1,-23 12-1,-14-32 0,-16 30 1,-28-38 2,-10 57-2,-6 11 0,-42-48-1,-87 57 2,42 71-4,32 34-618</inkml:trace>
</inkml:ink>
</file>

<file path=ppt/ink/ink5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31"/>
    </inkml:context>
    <inkml:brush xml:id="br0">
      <inkml:brushProperty name="width" value="0.02646" units="cm"/>
      <inkml:brushProperty name="height" value="0.02646" units="cm"/>
      <inkml:brushProperty name="fitToCurve" value="1"/>
    </inkml:brush>
  </inkml:definitions>
  <inkml:trace contextRef="#ctx0" brushRef="#br0">21731 2686 874,'-18'63'-7</inkml:trace>
</inkml:ink>
</file>

<file path=ppt/ink/ink5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32"/>
    </inkml:context>
    <inkml:brush xml:id="br0">
      <inkml:brushProperty name="width" value="0.01984" units="cm"/>
      <inkml:brushProperty name="height" value="0.01984" units="cm"/>
      <inkml:brushProperty name="color" value="#0000FF"/>
      <inkml:brushProperty name="fitToCurve" value="1"/>
    </inkml:brush>
  </inkml:definitions>
  <inkml:trace contextRef="#ctx0" brushRef="#br0">1557 5374 874,'-83'137'-4,"63"-23"3,146-43 1,-28-130-1,-88-45 1,-97-10-6,-8 58-434</inkml:trace>
</inkml:ink>
</file>

<file path=ppt/ink/ink5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33"/>
    </inkml:context>
    <inkml:brush xml:id="br0">
      <inkml:brushProperty name="width" value="0.02646" units="cm"/>
      <inkml:brushProperty name="height" value="0.02646" units="cm"/>
      <inkml:brushProperty name="fitToCurve" value="1"/>
    </inkml:brush>
  </inkml:definitions>
  <inkml:trace contextRef="#ctx0" brushRef="#br0">9601 1964 874,'-102'-39'-7,"22"24"3,-48-1-5,26 6 2,17 0 1,0 1 0,-27-8 2,-20-7 0,-18-6-1,54 10 2,-30-5-1,-28-2 0,-22 2-1,17 5 2,18 4-1,-34 1 0,-26 3-2,-22-1-1,-15 1-3,54 1 1,-3 5-2,-32-1 2,15 2 3,36 2 0,-44 3 0,-28 1 0,-17 2 0,69-2 1,-10 2 2,-26 2 3,-16 3 6,11 4 1,60-4-1,-31 7 0,-19 6 1,-5 6 0,0 5 1,41-4 1,30-1 0,8 3-1,28-3-2,-24 14 0,-15 13-1,-4 10-1,3 8 0,34-11 0,19-4-1,-1 10 1,6 2 3,11 3 0,-21 31 4,37 27-1,50-22-4,54 10-2,75 0-5,9-38-2,-24-40 0,24 0-3,12 1-1,-37-13 1,26 7-1,23 2 2,19 0-1,-26-9 2,-5-4 0,28-4 0,23-2 0,14-4 0,14 0 1,-58-5 0,13-1 1,24 0 0,22 0-1,-5-4 1,-50-1-1,39-6-1,22-6-1,15-7 0,-54 2 2,2 2 0,26-1 4,16 1-1,9 0 2,5 0-1,-77 5 0,28-2 2,20-2 0,15-3-1,-26-1 0,-36 2 0,26-6-2,16-4 1,6-6 1,-61 8 0,11-10 1,14-10 0,7-11 0,2-4 0,-14-3 2,-52 19-1,10-9 1,1-7 2,-8-6 1,-26 9-1,52-56 4,-47-17-1,-62 1-2,-50 43-6,-20-3-2,-50-50-7,-55-1 0,43 70 4,-68-32-3,56 50 2,-21 3 0,-5 9 0,40 11 1,-29 3 1,-20 8 0,-10 4 1,30 8-1,7 3 1,-21 12 0,-10 10 0,-4 9 2,3 9 0,46-11 2,-4 12-1,-2 10 1,-1 12 2,16 0-1,-54 59 3,72-36-5,10 9 0,-23 53 1,55-61 0,10 6-1,16 3-1,19-2 0,23 37 1,84 18-3,-31-80-1,5-10 0,82 25-4,-51-49 1,18-11 1,-30-9-1,10-6 1,24-10-1,20-8 0,-1-6 1,-45 4 1,27-8 0,14-6 1,9-8 2,2-10 1,-30 4 1,-22 1-1,11-11 2,-2-12 1,-6-9 1,-39 21 0,3-11 1,-3-12 0,-4-9-2,-8-6 0,21-57 3,-61 61-3,-19-6-1,-22-46-2,-86-13-4,15 75-2,-66-29-5,26 49 3,-31 8-2,-36 13-1,-10 19-7,36 8-2,-93 25-18,90-5-19,61-14-16,14 11 5,6 2 4</inkml:trace>
</inkml:ink>
</file>

<file path=ppt/ink/ink5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3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16506 10160 874,'105'22'-10,"-7"-8"0,11-2 4,39 2 4,5-5 0,-51-3 2,12 0-1,10 1 0,-22 0 1,-4 0-1,24 3-1,15-2-1,12 0 0,-49-2 0,30 1-2,23-2 1,19 0-1,14 3 0,-14 2 0,-37-2 1,26 4 0,21 3 2,12 1 0,10-1 0,-40-3 0,-9-4 1,28 1-1,19 1 0,12-2 0,-73-3 1,35 5-2,24 6 2,-44-3 0,5 3 1,33 4-1,22 5-1,13-3-1,10 3-1,-79-9 2,29 4 0,22 4 2,15 3 0,11 1 0,-11-3 0,-61-9 0,34 0 1,23-3 0,16-2-2,10-6-1,2-9 0,-88 2-14,-45 3 2,-14-4-1,-19 1-150</inkml:trace>
</inkml:ink>
</file>

<file path=ppt/ink/ink5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03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23261 10094 874,'-120'-136'-27,"38"59"20,-17 5 5,-13 10-2,-15 15 2,24 14 0,5 16 1,-21 17-1,1 14-2,30-1 2,-7 26 1,1 26 1,13 25 0,21 20 0,25-3-1,17-14 0,28 31-3,37 17-1,32 5-1,-17-43 0,27 5 0,25 2 1,17-11 3,10-22 3,0-24 2,-42-20 1,26-25 1,12-37-3,-10-47-1,-36-1-2,-23-18 0,-34-55-8,-47-50-14,-63-41-13,-97-33-12,61 97-26,66 60-36,-44-7 17,9 44-42</inkml:trace>
</inkml:ink>
</file>

<file path=ppt/ink/ink5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298"/>
    </inkml:context>
    <inkml:brush xml:id="br0">
      <inkml:brushProperty name="width" value="0.02646" units="cm"/>
      <inkml:brushProperty name="height" value="0.02646" units="cm"/>
      <inkml:brushProperty name="fitToCurve" value="1"/>
    </inkml:brush>
  </inkml:definitions>
  <inkml:trace contextRef="#ctx0" brushRef="#br0">1413 745 874,'0'134'-16,"1"-32"5,3 19 1,-1-16 2,1-9-8,-1-3-16,0-10-10</inkml:trace>
</inkml:ink>
</file>

<file path=ppt/ink/ink5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299"/>
    </inkml:context>
    <inkml:brush xml:id="br0">
      <inkml:brushProperty name="width" value="0.02646" units="cm"/>
      <inkml:brushProperty name="height" value="0.02646" units="cm"/>
      <inkml:brushProperty name="fitToCurve" value="1"/>
    </inkml:brush>
  </inkml:definitions>
  <inkml:trace contextRef="#ctx0" brushRef="#br0">1370 738 874,'101'-17'-6,"-15"9"1,3 4 1,4-1-2,-11 6-109</inkml:trace>
</inkml:ink>
</file>

<file path=ppt/ink/ink5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0"/>
    </inkml:context>
    <inkml:brush xml:id="br0">
      <inkml:brushProperty name="width" value="0.02646" units="cm"/>
      <inkml:brushProperty name="height" value="0.02646" units="cm"/>
      <inkml:brushProperty name="fitToCurve" value="1"/>
    </inkml:brush>
  </inkml:definitions>
  <inkml:trace contextRef="#ctx0" brushRef="#br0">1398 1047 874,'143'-27'-14,"0"4"7,-31 27-6,-8 8-20</inkml:trace>
</inkml:ink>
</file>

<file path=ppt/ink/ink5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1"/>
    </inkml:context>
    <inkml:brush xml:id="br0">
      <inkml:brushProperty name="width" value="0.02646" units="cm"/>
      <inkml:brushProperty name="height" value="0.02646" units="cm"/>
      <inkml:brushProperty name="fitToCurve" value="1"/>
    </inkml:brush>
  </inkml:definitions>
  <inkml:trace contextRef="#ctx0" brushRef="#br0">1455 1350 874,'123'-16'-12,"26"-41"4,-42 10-4</inkml:trace>
</inkml:ink>
</file>

<file path=ppt/ink/ink5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2"/>
    </inkml:context>
    <inkml:brush xml:id="br0">
      <inkml:brushProperty name="width" value="0.02646" units="cm"/>
      <inkml:brushProperty name="height" value="0.02646" units="cm"/>
      <inkml:brushProperty name="fitToCurve" value="1"/>
    </inkml:brush>
  </inkml:definitions>
  <inkml:trace contextRef="#ctx0" brushRef="#br0">1875 1220 874,'-12'101'-18,"3"-7"6,-1 13 5,6 9-5,3-2-1,1-30-7,11 37-27,-7-37-52</inkml:trace>
</inkml:ink>
</file>

<file path=ppt/ink/ink5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3"/>
    </inkml:context>
    <inkml:brush xml:id="br0">
      <inkml:brushProperty name="width" value="0.02646" units="cm"/>
      <inkml:brushProperty name="height" value="0.02646" units="cm"/>
      <inkml:brushProperty name="fitToCurve" value="1"/>
    </inkml:brush>
  </inkml:definitions>
  <inkml:trace contextRef="#ctx0" brushRef="#br0">1750 1350 874,'61'-99'-12,"47"13"12,1 95 0,-70 139-5,-71-64-3,-33-2 0,13-3-13,-28-5-11</inkml:trace>
</inkml:ink>
</file>

<file path=ppt/ink/ink5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4"/>
    </inkml:context>
    <inkml:brush xml:id="br0">
      <inkml:brushProperty name="width" value="0.02646" units="cm"/>
      <inkml:brushProperty name="height" value="0.02646" units="cm"/>
      <inkml:brushProperty name="fitToCurve" value="1"/>
    </inkml:brush>
  </inkml:definitions>
  <inkml:trace contextRef="#ctx0" brushRef="#br0">2008 1830 874,'97'-53'-9,"-14"-12"3,-14-20 4,-16-33 2,-70 35 0,-78 138-3,20 42-5,43-14 3,14 5 4,18 48 2,68-44 1,59-93-1,-23-64-1,-1-107-8,-60 60 4,5-52 3,-36 47 8,-41 215-18,11 29 2,6 26 1,7 1 2,2-44 2,7 17-2,2-12 15,-1-32-2,2 11 7,15-211 5,-3 7-26,6-26-1,6-11 1,-3 17 1,-5 29 1,2-6 5,-4 18 3,-24 246 18,-3-26-26,4 5 0,5-23 6,1-19-1,7 4 4,-5-15 0,-125-108 12,11-86-17,38 28 7,105-15-6,56 15-4,6 28-4,-13 5-9,8 5-19</inkml:trace>
</inkml:ink>
</file>

<file path=ppt/ink/ink5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5"/>
    </inkml:context>
    <inkml:brush xml:id="br0">
      <inkml:brushProperty name="width" value="0.02646" units="cm"/>
      <inkml:brushProperty name="height" value="0.02646" units="cm"/>
      <inkml:brushProperty name="fitToCurve" value="1"/>
    </inkml:brush>
  </inkml:definitions>
  <inkml:trace contextRef="#ctx0" brushRef="#br0">2916 659 874,'-58'99'-22,"8"-1"6,2 24 4,13 10-13,17-27-4,11-13-5,14-7-3,39 48-61,-6-43-94</inkml:trace>
</inkml:ink>
</file>

<file path=ppt/ink/ink5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6"/>
    </inkml:context>
    <inkml:brush xml:id="br0">
      <inkml:brushProperty name="width" value="0.02646" units="cm"/>
      <inkml:brushProperty name="height" value="0.02646" units="cm"/>
      <inkml:brushProperty name="fitToCurve" value="1"/>
    </inkml:brush>
  </inkml:definitions>
  <inkml:trace contextRef="#ctx0" brushRef="#br0">2963 1022 874,'-4'86'-11,"0"79"1,4-75 10,-1 31 0,-3-203-5,7-39-4,6 40 5,20-47-1,63 12 8,16 70 3,-11 25 13,-16 48-639</inkml:trace>
</inkml:ink>
</file>

<file path=ppt/ink/ink5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7"/>
    </inkml:context>
    <inkml:brush xml:id="br0">
      <inkml:brushProperty name="width" value="0.02646" units="cm"/>
      <inkml:brushProperty name="height" value="0.02646" units="cm"/>
      <inkml:brushProperty name="fitToCurve" value="1"/>
    </inkml:brush>
  </inkml:definitions>
  <inkml:trace contextRef="#ctx0" brushRef="#br0">3245 601 874,'100'131'-22,"-60"-33"13,-13 18 1,-7-15 2,-16-7 2,-10-4 1,-5-5 0,-22 31-3,-24 10 0,-25-13-6,17-17-4,5-16-6</inkml:trace>
</inkml:ink>
</file>

<file path=ppt/ink/ink5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8"/>
    </inkml:context>
    <inkml:brush xml:id="br0">
      <inkml:brushProperty name="width" value="0.02646" units="cm"/>
      <inkml:brushProperty name="height" value="0.02646" units="cm"/>
      <inkml:brushProperty name="fitToCurve" value="1"/>
    </inkml:brush>
  </inkml:definitions>
  <inkml:trace contextRef="#ctx0" brushRef="#br0">3570 1016 874,'132'1'-12,"-50"-17"5,19-1-10,-18 2-590</inkml:trace>
</inkml:ink>
</file>

<file path=ppt/ink/ink5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09"/>
    </inkml:context>
    <inkml:brush xml:id="br0">
      <inkml:brushProperty name="width" value="0.02646" units="cm"/>
      <inkml:brushProperty name="height" value="0.02646" units="cm"/>
      <inkml:brushProperty name="fitToCurve" value="1"/>
    </inkml:brush>
  </inkml:definitions>
  <inkml:trace contextRef="#ctx0" brushRef="#br0">3613 1370 874,'82'-18'-9,"78"-40"-7,-75 25-3,-4-2-95</inkml:trace>
</inkml:ink>
</file>

<file path=ppt/ink/ink5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0"/>
    </inkml:context>
    <inkml:brush xml:id="br0">
      <inkml:brushProperty name="width" value="0.02646" units="cm"/>
      <inkml:brushProperty name="height" value="0.02646" units="cm"/>
      <inkml:brushProperty name="fitToCurve" value="1"/>
    </inkml:brush>
  </inkml:definitions>
  <inkml:trace contextRef="#ctx0" brushRef="#br0">4198 931 874,'36'-110'-13,"29"-46"8,-14 39 8,9 235-15,-64-7 6,2 1-5,-5 33-29,3-55-23,-11-7-658</inkml:trace>
</inkml:ink>
</file>

<file path=ppt/ink/ink5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1"/>
    </inkml:context>
    <inkml:brush xml:id="br0">
      <inkml:brushProperty name="width" value="0.02646" units="cm"/>
      <inkml:brushProperty name="height" value="0.02646" units="cm"/>
      <inkml:brushProperty name="fitToCurve" value="1"/>
    </inkml:brush>
  </inkml:definitions>
  <inkml:trace contextRef="#ctx0" brushRef="#br0">4096 1257 874,'116'-20'-12,"-35"3"6,17-3 0,9 3 2,-26 5-4,45 7-7,-35 1-23</inkml:trace>
</inkml:ink>
</file>

<file path=ppt/ink/ink5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2"/>
    </inkml:context>
    <inkml:brush xml:id="br0">
      <inkml:brushProperty name="width" value="0.02646" units="cm"/>
      <inkml:brushProperty name="height" value="0.02646" units="cm"/>
      <inkml:brushProperty name="fitToCurve" value="1"/>
    </inkml:brush>
  </inkml:definitions>
  <inkml:trace contextRef="#ctx0" brushRef="#br0">4444 1564 874,'-117'26'-11,"8"-58"9,50-72 2,100 16 0,59 50 1,-45 152-4,-66-23-3,-16 20-2,-11 6 1,2-20 3,-9 55 10,132-86-1,6-110-10,-4 9 1,3-21-29</inkml:trace>
</inkml:ink>
</file>

<file path=ppt/ink/ink5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3"/>
    </inkml:context>
    <inkml:brush xml:id="br0">
      <inkml:brushProperty name="width" value="0.02646" units="cm"/>
      <inkml:brushProperty name="height" value="0.02646" units="cm"/>
      <inkml:brushProperty name="fitToCurve" value="1"/>
    </inkml:brush>
  </inkml:definitions>
  <inkml:trace contextRef="#ctx0" brushRef="#br0">4807 959 874,'16'88'-10,"7"74"-3,-18-40 14,-56-226-1,55-7-3,18 14 6,78 14 1,-13 149-2,-54 71-6,-27-21 4,-50-234-2,65-10-1,33 23 6,41 52-1,10 124-1,-77 99-5,-16-86-6,-15 3-7</inkml:trace>
</inkml:ink>
</file>

<file path=ppt/ink/ink5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4"/>
    </inkml:context>
    <inkml:brush xml:id="br0">
      <inkml:brushProperty name="width" value="0.02646" units="cm"/>
      <inkml:brushProperty name="height" value="0.02646" units="cm"/>
      <inkml:brushProperty name="fitToCurve" value="1"/>
    </inkml:brush>
  </inkml:definitions>
  <inkml:trace contextRef="#ctx0" brushRef="#br0">5863 486 874,'-112'106'-19,"-19"63"1,48-29 9,58-52 12,13 48 1,77-19-1,83-112-2,-53-73-5,-8 21-9,-5-33-19</inkml:trace>
</inkml:ink>
</file>

<file path=ppt/ink/ink5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5"/>
    </inkml:context>
    <inkml:brush xml:id="br0">
      <inkml:brushProperty name="width" value="0.02646" units="cm"/>
      <inkml:brushProperty name="height" value="0.02646" units="cm"/>
      <inkml:brushProperty name="fitToCurve" value="1"/>
    </inkml:brush>
  </inkml:definitions>
  <inkml:trace contextRef="#ctx0" brushRef="#br0">5871 303 874,'83'-76'-5,"27"69"3,-83 102-1,-60 14-4,-37 18 8,110-43 0,64-48-6,9-18-4,-27-7-14</inkml:trace>
</inkml:ink>
</file>

<file path=ppt/ink/ink5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6"/>
    </inkml:context>
    <inkml:brush xml:id="br0">
      <inkml:brushProperty name="width" value="0.02646" units="cm"/>
      <inkml:brushProperty name="height" value="0.02646" units="cm"/>
      <inkml:brushProperty name="fitToCurve" value="1"/>
    </inkml:brush>
  </inkml:definitions>
  <inkml:trace contextRef="#ctx0" brushRef="#br0">5317 1354 874,'158'-36'-20,"-58"15"9,16-1 3,-27 6 1,2 2 2,-9 1-7,89-1-37,-78 14 12,8-1-64,-17 10-86</inkml:trace>
</inkml:ink>
</file>

<file path=ppt/ink/ink5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7"/>
    </inkml:context>
    <inkml:brush xml:id="br0">
      <inkml:brushProperty name="width" value="0.02646" units="cm"/>
      <inkml:brushProperty name="height" value="0.02646" units="cm"/>
      <inkml:brushProperty name="fitToCurve" value="1"/>
    </inkml:brush>
  </inkml:definitions>
  <inkml:trace contextRef="#ctx0" brushRef="#br0">5611 1655 874,'-8'109'-12,"8"-29"8,4 9 1,0 1 2,8 41 4,-7-227-9,-21-37 8,55-14 0,43 39-3,2 46-2,2 18-5</inkml:trace>
</inkml:ink>
</file>

<file path=ppt/ink/ink5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8"/>
    </inkml:context>
    <inkml:brush xml:id="br0">
      <inkml:brushProperty name="width" value="0.02646" units="cm"/>
      <inkml:brushProperty name="height" value="0.02646" units="cm"/>
      <inkml:brushProperty name="fitToCurve" value="1"/>
    </inkml:brush>
  </inkml:definitions>
  <inkml:trace contextRef="#ctx0" brushRef="#br0">5970 1684 874,'-1'-98'-6,"69"-10"4,22 98 2,-65 144-7,-66-3-6,-19-14 10,173-93 1,-30-64-13,0-9-29</inkml:trace>
</inkml:ink>
</file>

<file path=ppt/ink/ink5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19"/>
    </inkml:context>
    <inkml:brush xml:id="br0">
      <inkml:brushProperty name="width" value="0.02646" units="cm"/>
      <inkml:brushProperty name="height" value="0.02646" units="cm"/>
      <inkml:brushProperty name="fitToCurve" value="1"/>
    </inkml:brush>
  </inkml:definitions>
  <inkml:trace contextRef="#ctx0" brushRef="#br0">6453 1123 874,'109'-31'-11,"41"-9"5,-24 11-1,-31 9-4,-14 7-62</inkml:trace>
</inkml:ink>
</file>

<file path=ppt/ink/ink5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0"/>
    </inkml:context>
    <inkml:brush xml:id="br0">
      <inkml:brushProperty name="width" value="0.02646" units="cm"/>
      <inkml:brushProperty name="height" value="0.02646" units="cm"/>
      <inkml:brushProperty name="fitToCurve" value="1"/>
    </inkml:brush>
  </inkml:definitions>
  <inkml:trace contextRef="#ctx0" brushRef="#br0">6615 845 874,'-3'153'-17,"2"-63"11,-2 9-3,1-2-10,-4 4-6,0-17-43</inkml:trace>
</inkml:ink>
</file>

<file path=ppt/ink/ink5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1"/>
    </inkml:context>
    <inkml:brush xml:id="br0">
      <inkml:brushProperty name="width" value="0.02646" units="cm"/>
      <inkml:brushProperty name="height" value="0.02646" units="cm"/>
      <inkml:brushProperty name="fitToCurve" value="1"/>
    </inkml:brush>
  </inkml:definitions>
  <inkml:trace contextRef="#ctx0" brushRef="#br0">7241 484 874,'16'125'-15,"-12"-35"10,-4 8 2,-3 2 2,-1-17 1,100-222-18,-23 13-9,5 20-31,39-1-31,-25 32-101</inkml:trace>
</inkml:ink>
</file>

<file path=ppt/ink/ink6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2"/>
    </inkml:context>
    <inkml:brush xml:id="br0">
      <inkml:brushProperty name="width" value="0.02646" units="cm"/>
      <inkml:brushProperty name="height" value="0.02646" units="cm"/>
      <inkml:brushProperty name="fitToCurve" value="1"/>
    </inkml:brush>
  </inkml:definitions>
  <inkml:trace contextRef="#ctx0" brushRef="#br0">7277 745 874,'120'47'-12,"32"-10"8,-23-17 0,-42-8-5</inkml:trace>
</inkml:ink>
</file>

<file path=ppt/ink/ink6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3"/>
    </inkml:context>
    <inkml:brush xml:id="br0">
      <inkml:brushProperty name="width" value="0.02646" units="cm"/>
      <inkml:brushProperty name="height" value="0.02646" units="cm"/>
      <inkml:brushProperty name="fitToCurve" value="1"/>
    </inkml:brush>
  </inkml:definitions>
  <inkml:trace contextRef="#ctx0" brushRef="#br0">7201 1112 874,'116'0'-12,"-32"-4"7,8-3 1,6-1-2,-8-4-1,21-18-11,-28 1-26</inkml:trace>
</inkml:ink>
</file>

<file path=ppt/ink/ink6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4"/>
    </inkml:context>
    <inkml:brush xml:id="br0">
      <inkml:brushProperty name="width" value="0.02646" units="cm"/>
      <inkml:brushProperty name="height" value="0.02646" units="cm"/>
      <inkml:brushProperty name="fitToCurve" value="1"/>
    </inkml:brush>
  </inkml:definitions>
  <inkml:trace contextRef="#ctx0" brushRef="#br0">7319 1355 874,'13'131'-12,"9"21"8,-2-32 4,-11-255-4,5 52 4,28-45 2,41 31-1,54 0 0,-42 30-3,-11 15-433</inkml:trace>
</inkml:ink>
</file>

<file path=ppt/ink/ink6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5"/>
    </inkml:context>
    <inkml:brush xml:id="br0">
      <inkml:brushProperty name="width" value="0.02646" units="cm"/>
      <inkml:brushProperty name="height" value="0.02646" units="cm"/>
      <inkml:brushProperty name="fitToCurve" value="1"/>
    </inkml:brush>
  </inkml:definitions>
  <inkml:trace contextRef="#ctx0" brushRef="#br0">7239 773 874,'14'112'-10,"-22"-14"6,-8-14-55</inkml:trace>
</inkml:ink>
</file>

<file path=ppt/ink/ink6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6"/>
    </inkml:context>
    <inkml:brush xml:id="br0">
      <inkml:brushProperty name="width" value="0.02646" units="cm"/>
      <inkml:brushProperty name="height" value="0.02646" units="cm"/>
      <inkml:brushProperty name="fitToCurve" value="1"/>
    </inkml:brush>
  </inkml:definitions>
  <inkml:trace contextRef="#ctx0" brushRef="#br0">1687 2951 874,'-1'174'-30,"-1"-46"16,-2 16 5,-2 4 4,-2-11 6,1-28 2,-21 25 11,-53-97-9,-11-52 2,-4-2 0,-2 23-5,-20 59-3,59 43 3,195-53-3,-46-73-6,21-23-2,4-25-1,-19 17-18,-9 0-8</inkml:trace>
</inkml:ink>
</file>

<file path=ppt/ink/ink6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7"/>
    </inkml:context>
    <inkml:brush xml:id="br0">
      <inkml:brushProperty name="width" value="0.02646" units="cm"/>
      <inkml:brushProperty name="height" value="0.02646" units="cm"/>
      <inkml:brushProperty name="fitToCurve" value="1"/>
    </inkml:brush>
  </inkml:definitions>
  <inkml:trace contextRef="#ctx0" brushRef="#br0">2029 2974 874,'-5'143'-15,"-9"-52"7,-9 10 2,-11-2 3,-20 35 1,5-23 4,17 20 2,49-38 2,87-58-3,-4-21-6,-22-29-430</inkml:trace>
</inkml:ink>
</file>

<file path=ppt/ink/ink6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8"/>
    </inkml:context>
    <inkml:brush xml:id="br0">
      <inkml:brushProperty name="width" value="0.02646" units="cm"/>
      <inkml:brushProperty name="height" value="0.02646" units="cm"/>
      <inkml:brushProperty name="fitToCurve" value="1"/>
    </inkml:brush>
  </inkml:definitions>
  <inkml:trace contextRef="#ctx0" brushRef="#br0">1881 3043 874,'90'-49'-12,"82"13"2,-25 25-1,-40 7-10</inkml:trace>
</inkml:ink>
</file>

<file path=ppt/ink/ink6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29"/>
    </inkml:context>
    <inkml:brush xml:id="br0">
      <inkml:brushProperty name="width" value="0.02646" units="cm"/>
      <inkml:brushProperty name="height" value="0.02646" units="cm"/>
      <inkml:brushProperty name="fitToCurve" value="1"/>
    </inkml:brush>
  </inkml:definitions>
  <inkml:trace contextRef="#ctx0" brushRef="#br0">1866 3261 874,'101'-12'-16,"-11"1"4,22-2 0,-6 0-16,-23 5-10</inkml:trace>
</inkml:ink>
</file>

<file path=ppt/ink/ink6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0"/>
    </inkml:context>
    <inkml:brush xml:id="br0">
      <inkml:brushProperty name="width" value="0.02646" units="cm"/>
      <inkml:brushProperty name="height" value="0.02646" units="cm"/>
      <inkml:brushProperty name="fitToCurve" value="1"/>
    </inkml:brush>
  </inkml:definitions>
  <inkml:trace contextRef="#ctx0" brushRef="#br0">2227 3545 874,'-32'112'-13,"15"-32"11,2 15-2,3 6 2,1 0-4,4-21 0,-8 18-8,3-18-61</inkml:trace>
</inkml:ink>
</file>

<file path=ppt/ink/ink6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1"/>
    </inkml:context>
    <inkml:brush xml:id="br0">
      <inkml:brushProperty name="width" value="0.02646" units="cm"/>
      <inkml:brushProperty name="height" value="0.02646" units="cm"/>
      <inkml:brushProperty name="fitToCurve" value="1"/>
    </inkml:brush>
  </inkml:definitions>
  <inkml:trace contextRef="#ctx0" brushRef="#br0">2222 3504 874,'89'-55'-10,"8"51"11,-56 92-3,-82 14-4,-55 10-9,14-28-25</inkml:trace>
</inkml:ink>
</file>

<file path=ppt/ink/ink6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2"/>
    </inkml:context>
    <inkml:brush xml:id="br0">
      <inkml:brushProperty name="width" value="0.02646" units="cm"/>
      <inkml:brushProperty name="height" value="0.02646" units="cm"/>
      <inkml:brushProperty name="fitToCurve" value="1"/>
    </inkml:brush>
  </inkml:definitions>
  <inkml:trace contextRef="#ctx0" brushRef="#br0">2379 3979 874,'89'-74'-23,"-9"-14"29,-84 3-1,-80 126-5,6 51-4,27 38 3,77-38 2,83-79-5,9-73-6,10-111-1,-51 20 1,-52 65 5,-16-19 15,-87 253-4,52-44-10,4 10 2,-4 52 0,19-81-2,96-174 2,-58-14-2,4-14-1,-4 17 6,22-37 6,-64 241-3,-11-14-9,-5 34-1,-2 8 0,7-22 3,-8 24 16,-42-232 15,50-3-22,79 12-8,27 36-5,26-1-4,-16 4-15,12 8-4</inkml:trace>
</inkml:ink>
</file>

<file path=ppt/ink/ink6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3"/>
    </inkml:context>
    <inkml:brush xml:id="br0">
      <inkml:brushProperty name="width" value="0.02646" units="cm"/>
      <inkml:brushProperty name="height" value="0.02646" units="cm"/>
      <inkml:brushProperty name="fitToCurve" value="1"/>
    </inkml:brush>
  </inkml:definitions>
  <inkml:trace contextRef="#ctx0" brushRef="#br0">3123 3125 874,'-64'109'-19,"25"-17"9,4 20 1,7 14 3,11 0-4,5-22-5,15 27-23,-6-47-36</inkml:trace>
</inkml:ink>
</file>

<file path=ppt/ink/ink6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4"/>
    </inkml:context>
    <inkml:brush xml:id="br0">
      <inkml:brushProperty name="width" value="0.02646" units="cm"/>
      <inkml:brushProperty name="height" value="0.02646" units="cm"/>
      <inkml:brushProperty name="fitToCurve" value="1"/>
    </inkml:brush>
  </inkml:definitions>
  <inkml:trace contextRef="#ctx0" brushRef="#br0">3201 3320 874,'23'132'-17,"-21"-43"11,-3 51-2,-20-267 11,88 37-4,58 25-5,-37 23-1</inkml:trace>
</inkml:ink>
</file>

<file path=ppt/ink/ink6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5"/>
    </inkml:context>
    <inkml:brush xml:id="br0">
      <inkml:brushProperty name="width" value="0.02646" units="cm"/>
      <inkml:brushProperty name="height" value="0.02646" units="cm"/>
      <inkml:brushProperty name="fitToCurve" value="1"/>
    </inkml:brush>
  </inkml:definitions>
  <inkml:trace contextRef="#ctx0" brushRef="#br0">3488 3089 874,'73'126'-16,"-55"-36"9,-19 15-1,-23 46-2,-25-52 6,14-15-12,-21 8 2</inkml:trace>
</inkml:ink>
</file>

<file path=ppt/ink/ink6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6"/>
    </inkml:context>
    <inkml:brush xml:id="br0">
      <inkml:brushProperty name="width" value="0.02646" units="cm"/>
      <inkml:brushProperty name="height" value="0.02646" units="cm"/>
      <inkml:brushProperty name="fitToCurve" value="1"/>
    </inkml:brush>
  </inkml:definitions>
  <inkml:trace contextRef="#ctx0" brushRef="#br0">1242 4204 874,'131'-9'-17,"-26"5"5,34 1-1,27-3 0,-28 2 0,2 2-1,41-1 0,32 2-4,9 5-25,-76-2-6,22 5-6,-14 3-4,-54-4-4,-18 0-35,0 1-50</inkml:trace>
</inkml:ink>
</file>

<file path=ppt/ink/ink6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7"/>
    </inkml:context>
    <inkml:brush xml:id="br0">
      <inkml:brushProperty name="width" value="0.02646" units="cm"/>
      <inkml:brushProperty name="height" value="0.02646" units="cm"/>
      <inkml:brushProperty name="fitToCurve" value="1"/>
    </inkml:brush>
  </inkml:definitions>
  <inkml:trace contextRef="#ctx0" brushRef="#br0">2258 4405 874,'6'111'-12,"1"-18"2,-3 20-1,-5 10 4,-2-23 2,-16 31 9,-77-129 6,28-82-5,-66 27 2,22 54-8,15 77 2,66 6 1,74 8-2,66-32-3,-25-55 0,12-24-1,1-21 0,50-38-5,-2-48 5,-45 37 8,-29 217 2,-97 11-7,-8-23 6,10-210-6,41 0-4,10 7 1,45-56 0,30 39 9,37 46-3,-46 27 13,-10 32-197</inkml:trace>
</inkml:ink>
</file>

<file path=ppt/ink/ink6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8"/>
    </inkml:context>
    <inkml:brush xml:id="br0">
      <inkml:brushProperty name="width" value="0.02646" units="cm"/>
      <inkml:brushProperty name="height" value="0.02646" units="cm"/>
      <inkml:brushProperty name="fitToCurve" value="1"/>
    </inkml:brush>
  </inkml:definitions>
  <inkml:trace contextRef="#ctx0" brushRef="#br0">3201 4047 874,'98'-14'-8,"18"0"4,-33 4-7</inkml:trace>
</inkml:ink>
</file>

<file path=ppt/ink/ink6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39"/>
    </inkml:context>
    <inkml:brush xml:id="br0">
      <inkml:brushProperty name="width" value="0.02646" units="cm"/>
      <inkml:brushProperty name="height" value="0.02646" units="cm"/>
      <inkml:brushProperty name="fitToCurve" value="1"/>
    </inkml:brush>
  </inkml:definitions>
  <inkml:trace contextRef="#ctx0" brushRef="#br0">3145 4277 874,'116'-4'-12,"-26"-9"4,-9 3-9,5-2-99</inkml:trace>
</inkml:ink>
</file>

<file path=ppt/ink/ink6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0"/>
    </inkml:context>
    <inkml:brush xml:id="br0">
      <inkml:brushProperty name="width" value="0.02646" units="cm"/>
      <inkml:brushProperty name="height" value="0.02646" units="cm"/>
      <inkml:brushProperty name="fitToCurve" value="1"/>
    </inkml:brush>
  </inkml:definitions>
  <inkml:trace contextRef="#ctx0" brushRef="#br0">3888 3988 874,'-52'111'-11,"19"11"12,77-23 0,75-74-4,-19-41-1,2-68 3,-44-6 0,-70-20 2,-88 21 0,17 92 1,-3 27-1</inkml:trace>
</inkml:ink>
</file>

<file path=ppt/ink/ink6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1"/>
    </inkml:context>
    <inkml:brush xml:id="br0">
      <inkml:brushProperty name="width" value="0.02646" units="cm"/>
      <inkml:brushProperty name="height" value="0.02646" units="cm"/>
      <inkml:brushProperty name="fitToCurve" value="1"/>
    </inkml:brush>
  </inkml:definitions>
  <inkml:trace contextRef="#ctx0" brushRef="#br0">5468 3842 874,'-108'-13'-10,"-60"8"0,20 13-2,50-3-12,15 1-570</inkml:trace>
</inkml:ink>
</file>

<file path=ppt/ink/ink6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2"/>
    </inkml:context>
    <inkml:brush xml:id="br0">
      <inkml:brushProperty name="width" value="0.02646" units="cm"/>
      <inkml:brushProperty name="height" value="0.02646" units="cm"/>
      <inkml:brushProperty name="fitToCurve" value="1"/>
    </inkml:brush>
  </inkml:definitions>
  <inkml:trace contextRef="#ctx0" brushRef="#br0">5485 4117 874,'-114'26'-14,"23"-8"5,-19-1 1,-4-4-4,15-9 1,-2-15-30,21-3-45</inkml:trace>
</inkml:ink>
</file>

<file path=ppt/ink/ink6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3"/>
    </inkml:context>
    <inkml:brush xml:id="br0">
      <inkml:brushProperty name="width" value="0.02646" units="cm"/>
      <inkml:brushProperty name="height" value="0.02646" units="cm"/>
      <inkml:brushProperty name="fitToCurve" value="1"/>
    </inkml:brush>
  </inkml:definitions>
  <inkml:trace contextRef="#ctx0" brushRef="#br0">5402 3650 874,'120'40'-12,"7"27"9,-9 42 2,-53-11 0,-73 33-1,-55-14-2,-88 10-6,45-50-15,24-50-155</inkml:trace>
</inkml:ink>
</file>

<file path=ppt/ink/ink6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4"/>
    </inkml:context>
    <inkml:brush xml:id="br0">
      <inkml:brushProperty name="width" value="0.02646" units="cm"/>
      <inkml:brushProperty name="height" value="0.02646" units="cm"/>
      <inkml:brushProperty name="fitToCurve" value="1"/>
    </inkml:brush>
  </inkml:definitions>
  <inkml:trace contextRef="#ctx0" brushRef="#br0">5045 3650 874,'-109'133'-22,"-48"32"4,39-34 7,35 7 19,56-26-4,109 4 0,94-49-5,-88-37-4,2-22-16</inkml:trace>
</inkml:ink>
</file>

<file path=ppt/ink/ink6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5"/>
    </inkml:context>
    <inkml:brush xml:id="br0">
      <inkml:brushProperty name="width" value="0.02646" units="cm"/>
      <inkml:brushProperty name="height" value="0.02646" units="cm"/>
      <inkml:brushProperty name="fitToCurve" value="1"/>
    </inkml:brush>
  </inkml:definitions>
  <inkml:trace contextRef="#ctx0" brushRef="#br0">6155 3655 874,'108'-8'0,"-28"2"-3,19 4 1,-6-1-1,-11 6-53</inkml:trace>
</inkml:ink>
</file>

<file path=ppt/ink/ink6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6"/>
    </inkml:context>
    <inkml:brush xml:id="br0">
      <inkml:brushProperty name="width" value="0.02646" units="cm"/>
      <inkml:brushProperty name="height" value="0.02646" units="cm"/>
      <inkml:brushProperty name="fitToCurve" value="1"/>
    </inkml:brush>
  </inkml:definitions>
  <inkml:trace contextRef="#ctx0" brushRef="#br0">6708 3335 874,'32'97'-10,"-6"44"6,-15-17 2,-10-42 1,-39-214-6,42 3 1,13 25 3,94 101 7,-58 131-7,-32-8 12,-30-214-8,29-20 0,13 14 0,48 29 3,7 213-5,-68-25-4,-20-2-8,-3-35-31</inkml:trace>
</inkml:ink>
</file>

<file path=ppt/ink/ink6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7"/>
    </inkml:context>
    <inkml:brush xml:id="br0">
      <inkml:brushProperty name="width" value="0.02646" units="cm"/>
      <inkml:brushProperty name="height" value="0.02646" units="cm"/>
      <inkml:brushProperty name="fitToCurve" value="1"/>
    </inkml:brush>
  </inkml:definitions>
  <inkml:trace contextRef="#ctx0" brushRef="#br0">7542 3103 874,'-99'82'-15,"-5"18"4,16 1 8,31 29 6,57 13-4,47-48 4,72-47-1,0-65-3,-41 10-11</inkml:trace>
</inkml:ink>
</file>

<file path=ppt/ink/ink6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8"/>
    </inkml:context>
    <inkml:brush xml:id="br0">
      <inkml:brushProperty name="width" value="0.02646" units="cm"/>
      <inkml:brushProperty name="height" value="0.02646" units="cm"/>
      <inkml:brushProperty name="fitToCurve" value="1"/>
    </inkml:brush>
  </inkml:definitions>
  <inkml:trace contextRef="#ctx0" brushRef="#br0">7475 2791 874,'110'-71'-9,"2"62"10,-56 148-3,-92-29 1,47-4 3,107-41-7,-11-32-2,2-11-13</inkml:trace>
</inkml:ink>
</file>

<file path=ppt/ink/ink6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49"/>
    </inkml:context>
    <inkml:brush xml:id="br0">
      <inkml:brushProperty name="width" value="0.02646" units="cm"/>
      <inkml:brushProperty name="height" value="0.02646" units="cm"/>
      <inkml:brushProperty name="fitToCurve" value="1"/>
    </inkml:brush>
  </inkml:definitions>
  <inkml:trace contextRef="#ctx0" brushRef="#br0">8057 3779 874,'-103'20'-10,"-62"4"2,50-12 1,-17 3-1,47-6 2,-32 6 0,28-5 0,-22 5-1,-13 2-6,18-2-8,26-7-8,-28-11-38,24-3-171</inkml:trace>
</inkml:ink>
</file>

<file path=ppt/ink/ink6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0"/>
    </inkml:context>
    <inkml:brush xml:id="br0">
      <inkml:brushProperty name="width" value="0.02646" units="cm"/>
      <inkml:brushProperty name="height" value="0.02646" units="cm"/>
      <inkml:brushProperty name="fitToCurve" value="1"/>
    </inkml:brush>
  </inkml:definitions>
  <inkml:trace contextRef="#ctx0" brushRef="#br0">6968 4300 874,'12'111'-12,"12"42"8,-3-14 4,-11-50 3,-42-221-12,36 44 5,9 4 1,14-30 3,44 18 4,16 48 0,-5 52-2,2-7 6,-1 24-34</inkml:trace>
</inkml:ink>
</file>

<file path=ppt/ink/ink6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1"/>
    </inkml:context>
    <inkml:brush xml:id="br0">
      <inkml:brushProperty name="width" value="0.02646" units="cm"/>
      <inkml:brushProperty name="height" value="0.02646" units="cm"/>
      <inkml:brushProperty name="fitToCurve" value="1"/>
    </inkml:brush>
  </inkml:definitions>
  <inkml:trace contextRef="#ctx0" brushRef="#br0">7384 4106 874,'121'-40'-6,"3"45"4,-142 108 1,44-13 1,75-39 1,-107 35-2,-74-54-3,-27-20-7,-1-32 0,24-2-109</inkml:trace>
</inkml:ink>
</file>

<file path=ppt/ink/ink6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2"/>
    </inkml:context>
    <inkml:brush xml:id="br0">
      <inkml:brushProperty name="width" value="0.02646" units="cm"/>
      <inkml:brushProperty name="height" value="0.02646" units="cm"/>
      <inkml:brushProperty name="fitToCurve" value="1"/>
    </inkml:brush>
  </inkml:definitions>
  <inkml:trace contextRef="#ctx0" brushRef="#br0">8086 3731 874,'120'-11'-12,"37"-2"6,-41 3-7,-34 7-597</inkml:trace>
</inkml:ink>
</file>

<file path=ppt/ink/ink6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3"/>
    </inkml:context>
    <inkml:brush xml:id="br0">
      <inkml:brushProperty name="width" value="0.02646" units="cm"/>
      <inkml:brushProperty name="height" value="0.02646" units="cm"/>
      <inkml:brushProperty name="fitToCurve" value="1"/>
    </inkml:brush>
  </inkml:definitions>
  <inkml:trace contextRef="#ctx0" brushRef="#br0">8782 2989 874,'47'136'-13,"-22"25"9,-20-31 4,-11-47 2,84-196-12,-2 5-1,-8 21-12,33 5-29,6 9-88</inkml:trace>
</inkml:ink>
</file>

<file path=ppt/ink/ink6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4"/>
    </inkml:context>
    <inkml:brush xml:id="br0">
      <inkml:brushProperty name="width" value="0.02646" units="cm"/>
      <inkml:brushProperty name="height" value="0.02646" units="cm"/>
      <inkml:brushProperty name="fitToCurve" value="1"/>
    </inkml:brush>
  </inkml:definitions>
  <inkml:trace contextRef="#ctx0" brushRef="#br0">8867 3233 874,'100'33'-10,"23"15"7,-21-6-2,1-8-4,-19 0-110</inkml:trace>
</inkml:ink>
</file>

<file path=ppt/ink/ink6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5"/>
    </inkml:context>
    <inkml:brush xml:id="br0">
      <inkml:brushProperty name="width" value="0.02646" units="cm"/>
      <inkml:brushProperty name="height" value="0.02646" units="cm"/>
      <inkml:brushProperty name="fitToCurve" value="1"/>
    </inkml:brush>
  </inkml:definitions>
  <inkml:trace contextRef="#ctx0" brushRef="#br0">8725 3639 874,'93'-6'-16,"-5"2"6,16 2 4,9-1-4,1 3 0,-19 1-3,26 7-22,-38-2-34</inkml:trace>
</inkml:ink>
</file>

<file path=ppt/ink/ink6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6"/>
    </inkml:context>
    <inkml:brush xml:id="br0">
      <inkml:brushProperty name="width" value="0.02646" units="cm"/>
      <inkml:brushProperty name="height" value="0.02646" units="cm"/>
      <inkml:brushProperty name="fitToCurve" value="1"/>
    </inkml:brush>
  </inkml:definitions>
  <inkml:trace contextRef="#ctx0" brushRef="#br0">8901 4044 874,'3'130'-13,"1"-49"10,1 3 2,4 41 3,-5-18 1,-72-246-11,75 4 6,40 27 2,54 16-1,-3 64 2,-10 10-104</inkml:trace>
</inkml:ink>
</file>

<file path=ppt/ink/ink6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7"/>
    </inkml:context>
    <inkml:brush xml:id="br0">
      <inkml:brushProperty name="width" value="0.02646" units="cm"/>
      <inkml:brushProperty name="height" value="0.02646" units="cm"/>
      <inkml:brushProperty name="fitToCurve" value="1"/>
    </inkml:brush>
  </inkml:definitions>
  <inkml:trace contextRef="#ctx0" brushRef="#br0">9194 4027 874,'120'-99'-11,"-36"70"10,1 60 2,-73 82-4,-89-18 2,7 6 5,232-47-10,-79-47-7,3-7-14</inkml:trace>
</inkml:ink>
</file>

<file path=ppt/ink/ink6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8"/>
    </inkml:context>
    <inkml:brush xml:id="br0">
      <inkml:brushProperty name="width" value="0.02646" units="cm"/>
      <inkml:brushProperty name="height" value="0.02646" units="cm"/>
      <inkml:brushProperty name="fitToCurve" value="1"/>
    </inkml:brush>
  </inkml:definitions>
  <inkml:trace contextRef="#ctx0" brushRef="#br0">9662 3549 874,'89'-22'-9,"29"9"6,-15 0 0,-22 6-55</inkml:trace>
</inkml:ink>
</file>

<file path=ppt/ink/ink6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59"/>
    </inkml:context>
    <inkml:brush xml:id="br0">
      <inkml:brushProperty name="width" value="0.02646" units="cm"/>
      <inkml:brushProperty name="height" value="0.02646" units="cm"/>
      <inkml:brushProperty name="fitToCurve" value="1"/>
    </inkml:brush>
  </inkml:definitions>
  <inkml:trace contextRef="#ctx0" brushRef="#br0">9718 3756 874,'128'-30'-13,"-45"12"8,20-3-10,-18 10-594</inkml:trace>
</inkml:ink>
</file>

<file path=ppt/ink/ink6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0"/>
    </inkml:context>
    <inkml:brush xml:id="br0">
      <inkml:brushProperty name="width" value="0.02646" units="cm"/>
      <inkml:brushProperty name="height" value="0.02646" units="cm"/>
      <inkml:brushProperty name="fitToCurve" value="1"/>
    </inkml:brush>
  </inkml:definitions>
  <inkml:trace contextRef="#ctx0" brushRef="#br0">10472 3285 874,'-92'131'-8,"60"10"8,53-29-2,95-31 0,-36-69 1,49-26 0,-40-29-1,-26-71 3,-68-29 1,-51 45-1,-73 34-6,38 25-10</inkml:trace>
</inkml:ink>
</file>

<file path=ppt/ink/ink6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1"/>
    </inkml:context>
    <inkml:brush xml:id="br0">
      <inkml:brushProperty name="width" value="0.02646" units="cm"/>
      <inkml:brushProperty name="height" value="0.02646" units="cm"/>
      <inkml:brushProperty name="fitToCurve" value="1"/>
    </inkml:brush>
  </inkml:definitions>
  <inkml:trace contextRef="#ctx0" brushRef="#br0">3883 5586 874,'146'-17'-16,"-56"11"9,11 2 1,-21 2 1,84-2-6,-77 1-8,-5 2-5</inkml:trace>
</inkml:ink>
</file>

<file path=ppt/ink/ink6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2"/>
    </inkml:context>
    <inkml:brush xml:id="br0">
      <inkml:brushProperty name="width" value="0.02646" units="cm"/>
      <inkml:brushProperty name="height" value="0.02646" units="cm"/>
      <inkml:brushProperty name="fitToCurve" value="1"/>
    </inkml:brush>
  </inkml:definitions>
  <inkml:trace contextRef="#ctx0" brushRef="#br0">3883 5864 874,'120'10'-13,"-29"-11"4,16-8 1,5-7 1,-19 6-8,8-7-2</inkml:trace>
</inkml:ink>
</file>

<file path=ppt/ink/ink6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3"/>
    </inkml:context>
    <inkml:brush xml:id="br0">
      <inkml:brushProperty name="width" value="0.02646" units="cm"/>
      <inkml:brushProperty name="height" value="0.02646" units="cm"/>
      <inkml:brushProperty name="fitToCurve" value="1"/>
    </inkml:brush>
  </inkml:definitions>
  <inkml:trace contextRef="#ctx0" brushRef="#br0">4409 5333 874,'85'28'-13,"73"53"-1,-71-21 10,34 48 2,-47-9 4,-45 33-1,-106 21-1,-11-100-2,-16 26-12,23-68-51</inkml:trace>
</inkml:ink>
</file>

<file path=ppt/ink/ink6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4"/>
    </inkml:context>
    <inkml:brush xml:id="br0">
      <inkml:brushProperty name="width" value="0.02646" units="cm"/>
      <inkml:brushProperty name="height" value="0.02646" units="cm"/>
      <inkml:brushProperty name="fitToCurve" value="1"/>
    </inkml:brush>
  </inkml:definitions>
  <inkml:trace contextRef="#ctx0" brushRef="#br0">3894 5347 874,'-46'92'-10,"-53"53"-3,5-16 1,-2-5 6,37-37 1,8 8 4,27 5 3,19 39 3,125-16-4,-8-99-6,-16 7-8,14-27-22</inkml:trace>
</inkml:ink>
</file>

<file path=ppt/ink/ink6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5"/>
    </inkml:context>
    <inkml:brush xml:id="br0">
      <inkml:brushProperty name="width" value="0.02646" units="cm"/>
      <inkml:brushProperty name="height" value="0.02646" units="cm"/>
      <inkml:brushProperty name="fitToCurve" value="1"/>
    </inkml:brush>
  </inkml:definitions>
  <inkml:trace contextRef="#ctx0" brushRef="#br0">5587 5371 874,'90'94'-8,"-54"8"9,-18 50-1,-22-62 1,5-235-9,58 5 8,64 41 2,-37 160-3,-41 60-1,-40-18 5,-32-198-12,74-63 1,51 18 10,9 118 2,-52 125-4,-42 10-2,-33-10-6,-5-16-116</inkml:trace>
</inkml:ink>
</file>

<file path=ppt/ink/ink6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6"/>
    </inkml:context>
    <inkml:brush xml:id="br0">
      <inkml:brushProperty name="width" value="0.02646" units="cm"/>
      <inkml:brushProperty name="height" value="0.02646" units="cm"/>
      <inkml:brushProperty name="fitToCurve" value="1"/>
    </inkml:brush>
  </inkml:definitions>
  <inkml:trace contextRef="#ctx0" brushRef="#br0">6768 5233 874,'-97'36'-6,"-17"19"-6,19 4 11,19 36 4,50 7-3,72 9-1,61-19-1,21-45-1,-41-49-2,-6 8-6,5-21-8</inkml:trace>
</inkml:ink>
</file>

<file path=ppt/ink/ink6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7"/>
    </inkml:context>
    <inkml:brush xml:id="br0">
      <inkml:brushProperty name="width" value="0.02646" units="cm"/>
      <inkml:brushProperty name="height" value="0.02646" units="cm"/>
      <inkml:brushProperty name="fitToCurve" value="1"/>
    </inkml:brush>
  </inkml:definitions>
  <inkml:trace contextRef="#ctx0" brushRef="#br0">6708 4978 874,'101'-37'-10,"8"60"11,-66 95-2,-59 34 2,61-54-2,43-56-1,17-36 0,-25-8-4</inkml:trace>
</inkml:ink>
</file>

<file path=ppt/ink/ink6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8"/>
    </inkml:context>
    <inkml:brush xml:id="br0">
      <inkml:brushProperty name="width" value="0.02646" units="cm"/>
      <inkml:brushProperty name="height" value="0.02646" units="cm"/>
      <inkml:brushProperty name="fitToCurve" value="1"/>
    </inkml:brush>
  </inkml:definitions>
  <inkml:trace contextRef="#ctx0" brushRef="#br0">7354 5836 874,'-134'12'-14,"48"-7"7,-17 2 1,-15-2 1,-10 1 0,37-2 2,-10 1 1,13-3-7,-1 2-2,-18-1-6,-5 0-7,5 1-8,-42 1-52,24 2-15,45-3-86</inkml:trace>
</inkml:ink>
</file>

<file path=ppt/ink/ink6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69"/>
    </inkml:context>
    <inkml:brush xml:id="br0">
      <inkml:brushProperty name="width" value="0.02646" units="cm"/>
      <inkml:brushProperty name="height" value="0.02646" units="cm"/>
      <inkml:brushProperty name="fitToCurve" value="1"/>
    </inkml:brush>
  </inkml:definitions>
  <inkml:trace contextRef="#ctx0" brushRef="#br0">6198 6109 874,'29'108'-10,"-1"1"6,-9-3 6,0 23 0,-22-230-2,39-29 2,60 35-3,0 74 0,-6 58 1,-8 12-295</inkml:trace>
</inkml:ink>
</file>

<file path=ppt/ink/ink6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0"/>
    </inkml:context>
    <inkml:brush xml:id="br0">
      <inkml:brushProperty name="width" value="0.02646" units="cm"/>
      <inkml:brushProperty name="height" value="0.02646" units="cm"/>
      <inkml:brushProperty name="fitToCurve" value="1"/>
    </inkml:brush>
  </inkml:definitions>
  <inkml:trace contextRef="#ctx0" brushRef="#br0">7329 5817 874,'96'0'-10,"39"0"6,-7-21-1,-37 2-7</inkml:trace>
</inkml:ink>
</file>

<file path=ppt/ink/ink6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1"/>
    </inkml:context>
    <inkml:brush xml:id="br0">
      <inkml:brushProperty name="width" value="0.02646" units="cm"/>
      <inkml:brushProperty name="height" value="0.02646" units="cm"/>
      <inkml:brushProperty name="fitToCurve" value="1"/>
    </inkml:brush>
  </inkml:definitions>
  <inkml:trace contextRef="#ctx0" brushRef="#br0">7447 5663 874,'0'113'-11,"8"29"7,-3-55-1,-1-6-179</inkml:trace>
</inkml:ink>
</file>

<file path=ppt/ink/ink6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2"/>
    </inkml:context>
    <inkml:brush xml:id="br0">
      <inkml:brushProperty name="width" value="0.02646" units="cm"/>
      <inkml:brushProperty name="height" value="0.02646" units="cm"/>
      <inkml:brushProperty name="fitToCurve" value="1"/>
    </inkml:brush>
  </inkml:definitions>
  <inkml:trace contextRef="#ctx0" brushRef="#br0">7951 5589 874,'9'80'-9,"-7"47"5,-12 7 5,85-242-10,-6-10 2,18-1 6,10 17 8,-17 61 14</inkml:trace>
</inkml:ink>
</file>

<file path=ppt/ink/ink6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3"/>
    </inkml:context>
    <inkml:brush xml:id="br0">
      <inkml:brushProperty name="width" value="0.02646" units="cm"/>
      <inkml:brushProperty name="height" value="0.02646" units="cm"/>
      <inkml:brushProperty name="fitToCurve" value="1"/>
    </inkml:brush>
  </inkml:definitions>
  <inkml:trace contextRef="#ctx0" brushRef="#br0">8071 5635 874,'83'57'-10,"8"20"10,-9 4-1,3 10-2</inkml:trace>
</inkml:ink>
</file>

<file path=ppt/ink/ink6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4"/>
    </inkml:context>
    <inkml:brush xml:id="br0">
      <inkml:brushProperty name="width" value="0.02646" units="cm"/>
      <inkml:brushProperty name="height" value="0.02646" units="cm"/>
      <inkml:brushProperty name="fitToCurve" value="1"/>
    </inkml:brush>
  </inkml:definitions>
  <inkml:trace contextRef="#ctx0" brushRef="#br0">8630 5135 874,'112'109'-23,"-50"-21"14,-6 22 5,-12 14 0,-20 12-1,-23 9 1,-15-13-1,-6-28 2,-25 24-4,-27-4-7,21-41-7,-39-11-7,-7 17-48,16-58-6</inkml:trace>
</inkml:ink>
</file>

<file path=ppt/ink/ink6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5"/>
    </inkml:context>
    <inkml:brush xml:id="br0">
      <inkml:brushProperty name="width" value="0.02646" units="cm"/>
      <inkml:brushProperty name="height" value="0.02646" units="cm"/>
      <inkml:brushProperty name="fitToCurve" value="1"/>
    </inkml:brush>
  </inkml:definitions>
  <inkml:trace contextRef="#ctx0" brushRef="#br0">5704 5024 874,'-63'109'-20,"9"-17"7,-11 24 1,-2 20 2,3 12 3,10 8 2,15-40 3,13 4 1,8 25-2,14-11 1,4-25 3,22 20 0,23 10 1,27-4-1,-10-39 0,21-10-1,51-15-2,-48-24-4,21 17-8,-27-44-159</inkml:trace>
</inkml:ink>
</file>

<file path=ppt/ink/ink6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6"/>
    </inkml:context>
    <inkml:brush xml:id="br0">
      <inkml:brushProperty name="width" value="0.02646" units="cm"/>
      <inkml:brushProperty name="height" value="0.02646" units="cm"/>
      <inkml:brushProperty name="fitToCurve" value="1"/>
    </inkml:brush>
  </inkml:definitions>
  <inkml:trace contextRef="#ctx0" brushRef="#br0">9151 5532 874,'126'-135'-13,"-55"43"13,-19-21 2,-23 197-5,-12 61-5,-4-14-9,-15-16-5,-1-33-20</inkml:trace>
</inkml:ink>
</file>

<file path=ppt/ink/ink6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7"/>
    </inkml:context>
    <inkml:brush xml:id="br0">
      <inkml:brushProperty name="width" value="0.02646" units="cm"/>
      <inkml:brushProperty name="height" value="0.02646" units="cm"/>
      <inkml:brushProperty name="fitToCurve" value="1"/>
    </inkml:brush>
  </inkml:definitions>
  <inkml:trace contextRef="#ctx0" brushRef="#br0">9108 5755 874,'105'-10'-7,"-22"4"3,49 1-5,1 4 3,-10 2-5,-36 1-14</inkml:trace>
</inkml:ink>
</file>

<file path=ppt/ink/ink6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8"/>
    </inkml:context>
    <inkml:brush xml:id="br0">
      <inkml:brushProperty name="width" value="0.02646" units="cm"/>
      <inkml:brushProperty name="height" value="0.02646" units="cm"/>
      <inkml:brushProperty name="fitToCurve" value="1"/>
    </inkml:brush>
  </inkml:definitions>
  <inkml:trace contextRef="#ctx0" brushRef="#br0">9183 6133 874,'17'97'-11,"3"53"6,-11-66 4,2 38 1,-40-228-4,30-24 1,51-9 6,41 54-2,8 48 0,-3 14-2</inkml:trace>
</inkml:ink>
</file>

<file path=ppt/ink/ink6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79"/>
    </inkml:context>
    <inkml:brush xml:id="br0">
      <inkml:brushProperty name="width" value="0.02646" units="cm"/>
      <inkml:brushProperty name="height" value="0.02646" units="cm"/>
      <inkml:brushProperty name="fitToCurve" value="1"/>
    </inkml:brush>
  </inkml:definitions>
  <inkml:trace contextRef="#ctx0" brushRef="#br0">9563 6152 874,'39'-92'-5,"62"28"3,-13 68 2,-47 84-2,-106 40-1,-19-47 4,59 21 1,110-73-5,-1-47-3,0 6-13,-4-18-11</inkml:trace>
</inkml:ink>
</file>

<file path=ppt/ink/ink6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0"/>
    </inkml:context>
    <inkml:brush xml:id="br0">
      <inkml:brushProperty name="width" value="0.02646" units="cm"/>
      <inkml:brushProperty name="height" value="0.02646" units="cm"/>
      <inkml:brushProperty name="fitToCurve" value="1"/>
    </inkml:brush>
  </inkml:definitions>
  <inkml:trace contextRef="#ctx0" brushRef="#br0">10443 5563 874,'-137'1'-7,"49"6"1,-50 8-11,42-3-9</inkml:trace>
</inkml:ink>
</file>

<file path=ppt/ink/ink6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1"/>
    </inkml:context>
    <inkml:brush xml:id="br0">
      <inkml:brushProperty name="width" value="0.02646" units="cm"/>
      <inkml:brushProperty name="height" value="0.02646" units="cm"/>
      <inkml:brushProperty name="fitToCurve" value="1"/>
    </inkml:brush>
  </inkml:definitions>
  <inkml:trace contextRef="#ctx0" brushRef="#br0">10448 5750 874,'-112'19'-10,"-15"1"5,33-14-5,10-4-17</inkml:trace>
</inkml:ink>
</file>

<file path=ppt/ink/ink6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2"/>
    </inkml:context>
    <inkml:brush xml:id="br0">
      <inkml:brushProperty name="width" value="0.02646" units="cm"/>
      <inkml:brushProperty name="height" value="0.02646" units="cm"/>
      <inkml:brushProperty name="fitToCurve" value="1"/>
    </inkml:brush>
  </inkml:definitions>
  <inkml:trace contextRef="#ctx0" brushRef="#br0">10806 5486 874,'-84'69'-6,"-2"42"3,100 5 2,114-21-2,24-103 4,-39-56 0,-89-55-2,-73 41-2,11-4-3,-41 1-110</inkml:trace>
</inkml:ink>
</file>

<file path=ppt/ink/ink6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3"/>
    </inkml:context>
    <inkml:brush xml:id="br0">
      <inkml:brushProperty name="width" value="0.02646" units="cm"/>
      <inkml:brushProperty name="height" value="0.02646" units="cm"/>
      <inkml:brushProperty name="fitToCurve" value="1"/>
    </inkml:brush>
  </inkml:definitions>
  <inkml:trace contextRef="#ctx0" brushRef="#br0">9283 6608 874,'-111'28'-11,"-37"-5"6,60-18 4,-5-3-1,-45-4 1,53-7 1,-47-12-1,-13-22 3,19-5-1,4-3 2,10 12 1,-10 43-2,2 82-2,9 41 1,-11-49-2,-6-84-2,30-25 0,12-6 2,-52 3 1,13 20-1,-20 19 0,18 19 1,26 3-1,-50 13-6,52-14-2,19-4-5,-9 2-9</inkml:trace>
</inkml:ink>
</file>

<file path=ppt/ink/ink6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4"/>
    </inkml:context>
    <inkml:brush xml:id="br0">
      <inkml:brushProperty name="width" value="0.02646" units="cm"/>
      <inkml:brushProperty name="height" value="0.02646" units="cm"/>
      <inkml:brushProperty name="fitToCurve" value="1"/>
    </inkml:brush>
  </inkml:definitions>
  <inkml:trace contextRef="#ctx0" brushRef="#br0">2278 7425 874,'35'98'-9,"12"55"6,-16-33 3,-10-17 0,-49-185-11,39-46 2,52-13 14,47 84-2,-16 138-2,-48 24-3,-38 43 8,-22-56-4,-27-208-10,70-34 0,2 66 5,25-34 1,30 67 11,-26 167-5,-51-35-5,-6 9-5,4-7-9,-10 2-10</inkml:trace>
</inkml:ink>
</file>

<file path=ppt/ink/ink6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5"/>
    </inkml:context>
    <inkml:brush xml:id="br0">
      <inkml:brushProperty name="width" value="0.02646" units="cm"/>
      <inkml:brushProperty name="height" value="0.02646" units="cm"/>
      <inkml:brushProperty name="fitToCurve" value="1"/>
    </inkml:brush>
  </inkml:definitions>
  <inkml:trace contextRef="#ctx0" brushRef="#br0">3546 7391 874,'-81'-64'-10,"-71"64"2,61 30 4,6 17 1,-30 51-2,54 2 4,66 37 2,31-52-2,44 44-1,55-16-10,-51-83 3,5-42-7,-6 13-19,0-36-14</inkml:trace>
</inkml:ink>
</file>

<file path=ppt/ink/ink6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6"/>
    </inkml:context>
    <inkml:brush xml:id="br0">
      <inkml:brushProperty name="width" value="0.02646" units="cm"/>
      <inkml:brushProperty name="height" value="0.02646" units="cm"/>
      <inkml:brushProperty name="fitToCurve" value="1"/>
    </inkml:brush>
  </inkml:definitions>
  <inkml:trace contextRef="#ctx0" brushRef="#br0">3425 7071 874,'107'-71'-8,"-12"80"6,3 79-2,-100 29 2,-34-22 0,-21 19 7,141-51-5,9-38-7,-4 3-10,-7-17-13</inkml:trace>
</inkml:ink>
</file>

<file path=ppt/ink/ink6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7"/>
    </inkml:context>
    <inkml:brush xml:id="br0">
      <inkml:brushProperty name="width" value="0.02646" units="cm"/>
      <inkml:brushProperty name="height" value="0.02646" units="cm"/>
      <inkml:brushProperty name="fitToCurve" value="1"/>
    </inkml:brush>
  </inkml:definitions>
  <inkml:trace contextRef="#ctx0" brushRef="#br0">3946 8069 874,'-147'16'-23,"32"-11"10,-23-4 1,-25 1 1,-13-1 4,36 0 2,11 1 1,9 0-17,15 2-12,-11 0-6,13 1-6,13-1-33,7 2-49</inkml:trace>
</inkml:ink>
</file>

<file path=ppt/ink/ink6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8"/>
    </inkml:context>
    <inkml:brush xml:id="br0">
      <inkml:brushProperty name="width" value="0.02646" units="cm"/>
      <inkml:brushProperty name="height" value="0.02646" units="cm"/>
      <inkml:brushProperty name="fitToCurve" value="1"/>
    </inkml:brush>
  </inkml:definitions>
  <inkml:trace contextRef="#ctx0" brushRef="#br0">2715 8358 874,'55'139'-12,"-15"14"9,-24-66 3,45-234-11,9 34 11,50 38 1,-31 53-3,17 11 0,-12-4 0,-3 14-10</inkml:trace>
</inkml:ink>
</file>

<file path=ppt/ink/ink6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89"/>
    </inkml:context>
    <inkml:brush xml:id="br0">
      <inkml:brushProperty name="width" value="0.02646" units="cm"/>
      <inkml:brushProperty name="height" value="0.02646" units="cm"/>
      <inkml:brushProperty name="fitToCurve" value="1"/>
    </inkml:brush>
  </inkml:definitions>
  <inkml:trace contextRef="#ctx0" brushRef="#br0">3826 8051 874,'119'1'-12,"-39"3"6,9 2-1,35 0-15,-44 8-577</inkml:trace>
</inkml:ink>
</file>

<file path=ppt/ink/ink6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0"/>
    </inkml:context>
    <inkml:brush xml:id="br0">
      <inkml:brushProperty name="width" value="0.02646" units="cm"/>
      <inkml:brushProperty name="height" value="0.02646" units="cm"/>
      <inkml:brushProperty name="fitToCurve" value="1"/>
    </inkml:brush>
  </inkml:definitions>
  <inkml:trace contextRef="#ctx0" brushRef="#br0">3986 7879 874,'-8'152'-17,"2"-62"11,5 6-2,16 38-11,-3-46-16</inkml:trace>
</inkml:ink>
</file>

<file path=ppt/ink/ink6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1"/>
    </inkml:context>
    <inkml:brush xml:id="br0">
      <inkml:brushProperty name="width" value="0.02646" units="cm"/>
      <inkml:brushProperty name="height" value="0.02646" units="cm"/>
      <inkml:brushProperty name="fitToCurve" value="1"/>
    </inkml:brush>
  </inkml:definitions>
  <inkml:trace contextRef="#ctx0" brushRef="#br0">4451 7721 874,'16'112'-11,"-5"56"2,-7-67 4,1 1 2,2 34 5,-2-41 0,14-203 0,17 28-3,50-55-4,49 5-3,-21 39 12,-21 36 8,-7 31-625</inkml:trace>
</inkml:ink>
</file>

<file path=ppt/ink/ink6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2"/>
    </inkml:context>
    <inkml:brush xml:id="br0">
      <inkml:brushProperty name="width" value="0.02646" units="cm"/>
      <inkml:brushProperty name="height" value="0.02646" units="cm"/>
      <inkml:brushProperty name="fitToCurve" value="1"/>
    </inkml:brush>
  </inkml:definitions>
  <inkml:trace contextRef="#ctx0" brushRef="#br0">4607 7979 874,'92'91'-15,"42"23"5,-22-37-5,-22-62-2,-8 8-115</inkml:trace>
</inkml:ink>
</file>

<file path=ppt/ink/ink6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3"/>
    </inkml:context>
    <inkml:brush xml:id="br0">
      <inkml:brushProperty name="width" value="0.02646" units="cm"/>
      <inkml:brushProperty name="height" value="0.02646" units="cm"/>
      <inkml:brushProperty name="fitToCurve" value="1"/>
    </inkml:brush>
  </inkml:definitions>
  <inkml:trace contextRef="#ctx0" brushRef="#br0">5769 7968 874,'-115'-13'-11,"-53"16"0,87 1 1,-3 1-9</inkml:trace>
</inkml:ink>
</file>

<file path=ppt/ink/ink6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4"/>
    </inkml:context>
    <inkml:brush xml:id="br0">
      <inkml:brushProperty name="width" value="0.02646" units="cm"/>
      <inkml:brushProperty name="height" value="0.02646" units="cm"/>
      <inkml:brushProperty name="fitToCurve" value="1"/>
    </inkml:brush>
  </inkml:definitions>
  <inkml:trace contextRef="#ctx0" brushRef="#br0">5850 8225 874,'-137'-6'-14,"51"3"7,-8 8-2,10-4-6,0 2-9</inkml:trace>
</inkml:ink>
</file>

<file path=ppt/ink/ink6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5"/>
    </inkml:context>
    <inkml:brush xml:id="br0">
      <inkml:brushProperty name="width" value="0.02646" units="cm"/>
      <inkml:brushProperty name="height" value="0.02646" units="cm"/>
      <inkml:brushProperty name="fitToCurve" value="1"/>
    </inkml:brush>
  </inkml:definitions>
  <inkml:trace contextRef="#ctx0" brushRef="#br0">6235 7897 874,'-105'114'-11,"52"-19"9,61 57 1,33-72-1,79 43-7,-12-58 3,-2-58 10,-16-58-2,-40-43 0,-59-47 0,-33 24-2,-85-27-6,36 48-8,10 30-411</inkml:trace>
</inkml:ink>
</file>

<file path=ppt/ink/ink6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6"/>
    </inkml:context>
    <inkml:brush xml:id="br0">
      <inkml:brushProperty name="width" value="0.02646" units="cm"/>
      <inkml:brushProperty name="height" value="0.02646" units="cm"/>
      <inkml:brushProperty name="fitToCurve" value="1"/>
    </inkml:brush>
  </inkml:definitions>
  <inkml:trace contextRef="#ctx0" brushRef="#br0">2818 9490 874,'31'92'-9,"2"40"4,-14-50 4,-1 4 0,9 38-1,-6-21 1,-81-218 0,48 7-3,19-1 1,43-17 6,33 34-1,40 50 0,-10 56-1,-33 0-25</inkml:trace>
</inkml:ink>
</file>

<file path=ppt/ink/ink6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7"/>
    </inkml:context>
    <inkml:brush xml:id="br0">
      <inkml:brushProperty name="width" value="0.02646" units="cm"/>
      <inkml:brushProperty name="height" value="0.02646" units="cm"/>
      <inkml:brushProperty name="fitToCurve" value="1"/>
    </inkml:brush>
  </inkml:definitions>
  <inkml:trace contextRef="#ctx0" brushRef="#br0">3442 9532 874,'108'20'-8,"36"-20"7,-58-2 0,-4-4-184</inkml:trace>
</inkml:ink>
</file>

<file path=ppt/ink/ink6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8"/>
    </inkml:context>
    <inkml:brush xml:id="br0">
      <inkml:brushProperty name="width" value="0.02646" units="cm"/>
      <inkml:brushProperty name="height" value="0.02646" units="cm"/>
      <inkml:brushProperty name="fitToCurve" value="1"/>
    </inkml:brush>
  </inkml:definitions>
  <inkml:trace contextRef="#ctx0" brushRef="#br0">3428 9892 874,'109'13'-10,"31"4"5,-29 10-1,-31-7-26</inkml:trace>
</inkml:ink>
</file>

<file path=ppt/ink/ink6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399"/>
    </inkml:context>
    <inkml:brush xml:id="br0">
      <inkml:brushProperty name="width" value="0.02646" units="cm"/>
      <inkml:brushProperty name="height" value="0.02646" units="cm"/>
      <inkml:brushProperty name="fitToCurve" value="1"/>
    </inkml:brush>
  </inkml:definitions>
  <inkml:trace contextRef="#ctx0" brushRef="#br0">4011 9676 874,'156'32'-19,"-63"-14"10,13 6 1,-13-3-11,-11-2 2</inkml:trace>
</inkml:ink>
</file>

<file path=ppt/ink/ink6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0"/>
    </inkml:context>
    <inkml:brush xml:id="br0">
      <inkml:brushProperty name="width" value="0.02646" units="cm"/>
      <inkml:brushProperty name="height" value="0.02646" units="cm"/>
      <inkml:brushProperty name="fitToCurve" value="1"/>
    </inkml:brush>
  </inkml:definitions>
  <inkml:trace contextRef="#ctx0" brushRef="#br0">4536 9187 874,'43'92'-10,"-2"47"6,-18-53 1,2 3 1,7 41 1,-11-18 2,-57-210-3,58-48 1,50 3 4,21 82-2,3 106-1,-33 74-3,-34 11 2,-34-27 3,-29-212-7,32 25 3,10-49 0,28 14 7,70 70-1,-19 121-2,-38 36-3,-29 45-10,-10-49-13,-26-19-397</inkml:trace>
</inkml:ink>
</file>

<file path=ppt/ink/ink6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1"/>
    </inkml:context>
    <inkml:brush xml:id="br0">
      <inkml:brushProperty name="width" value="0.02646" units="cm"/>
      <inkml:brushProperty name="height" value="0.02646" units="cm"/>
      <inkml:brushProperty name="fitToCurve" value="1"/>
    </inkml:brush>
  </inkml:definitions>
  <inkml:trace contextRef="#ctx0" brushRef="#br0">5722 9253 874,'-100'-61'-7,"-22"93"2,33 84-1,60-28 2,6 54-5,39-45 1,19 1-2,16-11-3,41 15-36,4-87-68</inkml:trace>
</inkml:ink>
</file>

<file path=ppt/ink/ink6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2"/>
    </inkml:context>
    <inkml:brush xml:id="br0">
      <inkml:brushProperty name="width" value="0.02646" units="cm"/>
      <inkml:brushProperty name="height" value="0.02646" units="cm"/>
      <inkml:brushProperty name="fitToCurve" value="1"/>
    </inkml:brush>
  </inkml:definitions>
  <inkml:trace contextRef="#ctx0" brushRef="#br0">5615 8770 874,'121'48'-12,"-17"43"11,-60 22 1,-48-16-1,-19 11 0,58 4 1,46-43-2,63-9-5,-46-23-7,-16-3-814</inkml:trace>
</inkml:ink>
</file>

<file path=ppt/ink/ink6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3"/>
    </inkml:context>
    <inkml:brush xml:id="br0">
      <inkml:brushProperty name="width" value="0.02646" units="cm"/>
      <inkml:brushProperty name="height" value="0.02646" units="cm"/>
      <inkml:brushProperty name="fitToCurve" value="1"/>
    </inkml:brush>
  </inkml:definitions>
  <inkml:trace contextRef="#ctx0" brushRef="#br0">6396 9960 874,'-100'16'-10,"-78"-19"-3,58-5 5,-6 0 0,34 1 2,-25-2 1,30 2-2,-33 1 1,-19 0 4,-5 4 0,6 3 4,25 0 3,26 5 2,-30 43 9,34 11-8</inkml:trace>
</inkml:ink>
</file>

<file path=ppt/ink/ink6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4"/>
    </inkml:context>
    <inkml:brush xml:id="br0">
      <inkml:brushProperty name="width" value="0.02646" units="cm"/>
      <inkml:brushProperty name="height" value="0.02646" units="cm"/>
      <inkml:brushProperty name="fitToCurve" value="1"/>
    </inkml:brush>
  </inkml:definitions>
  <inkml:trace contextRef="#ctx0" brushRef="#br0">4963 10136 874,'9'133'-13,"-10"31"8,-3-69 3,1-1 0,-2 30 2,9-6 1,102-202-4,-27-43-6,27 0-10,17 26-23,-29 40-30,-7 16-109</inkml:trace>
</inkml:ink>
</file>

<file path=ppt/ink/ink6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5"/>
    </inkml:context>
    <inkml:brush xml:id="br0">
      <inkml:brushProperty name="width" value="0.02646" units="cm"/>
      <inkml:brushProperty name="height" value="0.02646" units="cm"/>
      <inkml:brushProperty name="fitToCurve" value="1"/>
    </inkml:brush>
  </inkml:definitions>
  <inkml:trace contextRef="#ctx0" brushRef="#br0">5118 10409 874,'86'122'-17,"41"34"2,-50-71 4,31 33-17,-26-26-31,-11-9-103</inkml:trace>
</inkml:ink>
</file>

<file path=ppt/ink/ink6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6"/>
    </inkml:context>
    <inkml:brush xml:id="br0">
      <inkml:brushProperty name="width" value="0.02646" units="cm"/>
      <inkml:brushProperty name="height" value="0.02646" units="cm"/>
      <inkml:brushProperty name="fitToCurve" value="1"/>
    </inkml:brush>
  </inkml:definitions>
  <inkml:trace contextRef="#ctx0" brushRef="#br0">3077 11028 874,'25'124'-16,"-7"-32"6,3 13 3,5 10 3,1-2 4,-4-3 2,3 26 1,-63-246 0,62-20-10,65 4 9,1 66 0,57 59-1,-49 5 1,-14 31-434</inkml:trace>
</inkml:ink>
</file>

<file path=ppt/ink/ink6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7"/>
    </inkml:context>
    <inkml:brush xml:id="br0">
      <inkml:brushProperty name="width" value="0.02646" units="cm"/>
      <inkml:brushProperty name="height" value="0.02646" units="cm"/>
      <inkml:brushProperty name="fitToCurve" value="1"/>
    </inkml:brush>
  </inkml:definitions>
  <inkml:trace contextRef="#ctx0" brushRef="#br0">3655 11028 874,'100'73'-11,"29"27"2,-28-16 8,-42 23 3,-89 27-3,-38-36 0,-18-20 2,-3-10-6,8-4-10,-10 32-43</inkml:trace>
</inkml:ink>
</file>

<file path=ppt/ink/ink6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8"/>
    </inkml:context>
    <inkml:brush xml:id="br0">
      <inkml:brushProperty name="width" value="0.02646" units="cm"/>
      <inkml:brushProperty name="height" value="0.02646" units="cm"/>
      <inkml:brushProperty name="fitToCurve" value="1"/>
    </inkml:brush>
  </inkml:definitions>
  <inkml:trace contextRef="#ctx0" brushRef="#br0">4293 11301 874,'-69'93'-6,"28"23"2,44-4 0,42-2 1,68-20 3,22-102-1,-39-58-1,-49-69 0,-65 11 3,-126 49-2,64 98-3,-4-8-3,3 30-58</inkml:trace>
</inkml:ink>
</file>

<file path=ppt/ink/ink6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09"/>
    </inkml:context>
    <inkml:brush xml:id="br0">
      <inkml:brushProperty name="width" value="0.02646" units="cm"/>
      <inkml:brushProperty name="height" value="0.02646" units="cm"/>
      <inkml:brushProperty name="fitToCurve" value="1"/>
    </inkml:brush>
  </inkml:definitions>
  <inkml:trace contextRef="#ctx0" brushRef="#br0">2321 9403 874,'43'111'-13,"-24"-23"4,0 28-1,1 28-1,1 25 0,-1-2 0,-4-31 0,5 37-7,-5-45 2,8 60-5,7 48-3,5 37 0,-10-45 4,-2-9 0,-1 41 0,-10-92-20,-4-84-1,2 48 1,-8-49-20</inkml:trace>
</inkml:ink>
</file>

<file path=ppt/ink/ink6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0"/>
    </inkml:context>
    <inkml:brush xml:id="br0">
      <inkml:brushProperty name="width" value="0.02646" units="cm"/>
      <inkml:brushProperty name="height" value="0.02646" units="cm"/>
      <inkml:brushProperty name="fitToCurve" value="1"/>
    </inkml:brush>
  </inkml:definitions>
  <inkml:trace contextRef="#ctx0" brushRef="#br0">7324 10136 874,'-100'49'-8,"13"71"1,58-11 2,42-21 1,25 60-5,-12-57 4,-7 2 4,-19-5 4,-21 21 2,-61-98 0,0-59 5</inkml:trace>
</inkml:ink>
</file>

<file path=ppt/ink/ink6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1"/>
    </inkml:context>
    <inkml:brush xml:id="br0">
      <inkml:brushProperty name="width" value="0.02646" units="cm"/>
      <inkml:brushProperty name="height" value="0.02646" units="cm"/>
      <inkml:brushProperty name="fitToCurve" value="1"/>
    </inkml:brush>
  </inkml:definitions>
  <inkml:trace contextRef="#ctx0" brushRef="#br0">7305 10820 874,'33'107'-12,"13"-16"4,48 4 10,-104-236-7,-66 5 7,53 44 4,127 20-9,-12 37-4,8-3 1,45-30-2,-30-39 11,-69-40-3,-54 50-3,-20-7-1,-13 5 4,-30-27 6,-9 52 3,-12 215-8,84-12-10,4-23 0,7 13-2,5 26 3,5-12 0,-1-29 2,11 13 5,10-4 6,10-15 0,42 21 12,34-92 0,-7-106-6,-51-14-7,-34-3-4,18 234 1,3-32 0,51-161-2,-69-83 2,-4 242-5,-4-12 2,66-24 8,-6-165-10,-26-53-7,-34 27 1,-8-18 4,-10-5-1,-6 28 3,-3 17 2,-6 0 5,-13-37 9,27 235 2,22 61-18,-3-25-4,2 13 0,-6-29 4,0-13 0,-1 2 9,11 33 6,54-177 10,-52-48-17,23-1-2,-28 229-4,25-34 7,52-118-3,-39-123-3,0 226 0,-63-195-1,28-11 5,84 85-2,-10 141-6,-45 20 6,3-222-5,-21-18 5,49 79 3,-53 142-5,-11 1 2,-28-29-436</inkml:trace>
</inkml:ink>
</file>

<file path=ppt/ink/ink6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2"/>
    </inkml:context>
    <inkml:brush xml:id="br0">
      <inkml:brushProperty name="width" value="0.02646" units="cm"/>
      <inkml:brushProperty name="height" value="0.02646" units="cm"/>
      <inkml:brushProperty name="fitToCurve" value="1"/>
    </inkml:brush>
  </inkml:definitions>
  <inkml:trace contextRef="#ctx0" brushRef="#br0">8641 10266 874,'-102'35'-10,"-36"-22"5,57-10 0,-2-25-286</inkml:trace>
</inkml:ink>
</file>

<file path=ppt/ink/ink6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3"/>
    </inkml:context>
    <inkml:brush xml:id="br0">
      <inkml:brushProperty name="width" value="0.02646" units="cm"/>
      <inkml:brushProperty name="height" value="0.02646" units="cm"/>
      <inkml:brushProperty name="fitToCurve" value="1"/>
    </inkml:brush>
  </inkml:definitions>
  <inkml:trace contextRef="#ctx0" brushRef="#br0">7549 11000 874,'-79'101'-11,"-34"-5"7,30 4 4,63-9 1,55 13-3,104 60-10,-21-31 8,-67-9 10,-114-37-2,-15-181 2,55 13-7,41-3-57</inkml:trace>
</inkml:ink>
</file>

<file path=ppt/ink/ink6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4"/>
    </inkml:context>
    <inkml:brush xml:id="br0">
      <inkml:brushProperty name="width" value="0.02646" units="cm"/>
      <inkml:brushProperty name="height" value="0.02646" units="cm"/>
      <inkml:brushProperty name="fitToCurve" value="1"/>
    </inkml:brush>
  </inkml:definitions>
  <inkml:trace contextRef="#ctx0" brushRef="#br0">7646 11459 874,'0'139'-14,"0"-59"8,3 8-1,1 34-15,-6-42-575</inkml:trace>
</inkml:ink>
</file>

<file path=ppt/ink/ink6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5"/>
    </inkml:context>
    <inkml:brush xml:id="br0">
      <inkml:brushProperty name="width" value="0.02646" units="cm"/>
      <inkml:brushProperty name="height" value="0.02646" units="cm"/>
      <inkml:brushProperty name="fitToCurve" value="1"/>
    </inkml:brush>
  </inkml:definitions>
  <inkml:trace contextRef="#ctx0" brushRef="#br0">8057 11229 874,'12'117'-12,"-10"-30"6,4 22-3,4 17 1,3 5 2,0-21 2,-1-29 10,9 24 0,-13-19-181</inkml:trace>
</inkml:ink>
</file>

<file path=ppt/ink/ink6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6"/>
    </inkml:context>
    <inkml:brush xml:id="br0">
      <inkml:brushProperty name="width" value="0.02646" units="cm"/>
      <inkml:brushProperty name="height" value="0.02646" units="cm"/>
      <inkml:brushProperty name="fitToCurve" value="1"/>
    </inkml:brush>
  </inkml:definitions>
  <inkml:trace contextRef="#ctx0" brushRef="#br0">8482 11503 874,'-130'11'-9,"-6"51"9,57 47-3,74 7 0,53 1-7,50-22 1,34-58 8,-58-127 5,-57 3-16</inkml:trace>
</inkml:ink>
</file>

<file path=ppt/ink/ink6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7"/>
    </inkml:context>
    <inkml:brush xml:id="br0">
      <inkml:brushProperty name="width" value="0.02646" units="cm"/>
      <inkml:brushProperty name="height" value="0.02646" units="cm"/>
      <inkml:brushProperty name="fitToCurve" value="1"/>
    </inkml:brush>
  </inkml:definitions>
  <inkml:trace contextRef="#ctx0" brushRef="#br0">9009 11416 874,'-51'82'-9,"-34"7"5,-34 13 2,36-25 1,26 4 0,74 63 0,36-49-4,22 5-4,41 37-32,-5-81-31,-29-60-116</inkml:trace>
</inkml:ink>
</file>

<file path=ppt/ink/ink6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8"/>
    </inkml:context>
    <inkml:brush xml:id="br0">
      <inkml:brushProperty name="width" value="0.02646" units="cm"/>
      <inkml:brushProperty name="height" value="0.02646" units="cm"/>
      <inkml:brushProperty name="fitToCurve" value="1"/>
    </inkml:brush>
  </inkml:definitions>
  <inkml:trace contextRef="#ctx0" brushRef="#br0">9043 11707 874,'0'136'-12,"37"-2"8,23-40 3,52-32 2,-29-81-1,-35-94 1,-56-17-5,-68 14 0,-25 41 6,9 58 3,8-7-622</inkml:trace>
</inkml:ink>
</file>

<file path=ppt/ink/ink6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19"/>
    </inkml:context>
    <inkml:brush xml:id="br0">
      <inkml:brushProperty name="width" value="0.02646" units="cm"/>
      <inkml:brushProperty name="height" value="0.02646" units="cm"/>
      <inkml:brushProperty name="fitToCurve" value="1"/>
    </inkml:brush>
  </inkml:definitions>
  <inkml:trace contextRef="#ctx0" brushRef="#br0">9701 12368 874,'-94'0'-15,"2"0"4,-34 0-4,-29-1 1,-22-3-1,17 3 2,25-2 2,-12 3-24,27 1-12,-31 2-7,-6 5-4,26 0-4,31-1-4,8 4-2,11-3-74</inkml:trace>
</inkml:ink>
</file>

<file path=ppt/ink/ink6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0"/>
    </inkml:context>
    <inkml:brush xml:id="br0">
      <inkml:brushProperty name="width" value="0.02646" units="cm"/>
      <inkml:brushProperty name="height" value="0.02646" units="cm"/>
      <inkml:brushProperty name="fitToCurve" value="1"/>
    </inkml:brush>
  </inkml:definitions>
  <inkml:trace contextRef="#ctx0" brushRef="#br0">12047 327 874,'26'121'-12,"-17"-33"4,1 27-1,-4 26-2,-2-39 4,-4 26-2,-3 40 0,-3-3-6,0-10-1,-5 53-5,-1 44-5,3 37-2,3-89 3,-1 47-1,-3 50-1,-7 37 4,-6 30 1,0 14-1,7-120 2,-4 72 4,-3 54 2,0 34 0,3 25-2,5-48 2,5-82 4,6 55 3,5 32 5,9 21 8,-4-117 1,6 22-2,6 43 0,1 31 1,-1 20 3,-2-11 2,-5-121-3,-2 56-2,-3 33-1,-1 21-5,1-74 2,0-31 0,3 44 1,2 27 2,-2 16 0,-4 6 3,-2-108 2,0 10 5,-2 28-3,6 9-34,2-23-9,0-81-9,8 36-6,11 25-6,10 8-3,-13-103 4,-16-99-60,3 9 64,11 33 12</inkml:trace>
</inkml:ink>
</file>

<file path=ppt/ink/ink6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1"/>
    </inkml:context>
    <inkml:brush xml:id="br0">
      <inkml:brushProperty name="width" value="0.02646" units="cm"/>
      <inkml:brushProperty name="height" value="0.02646" units="cm"/>
      <inkml:brushProperty name="fitToCurve" value="1"/>
    </inkml:brush>
  </inkml:definitions>
  <inkml:trace contextRef="#ctx0" brushRef="#br0">12939 644 874,'7'104'-20,"-3"-4"9,-4 20 1,-5 16 2,-4 8-7,-1-2-7,2-38-5,2-10-6,-1 13-64,3-20-10</inkml:trace>
</inkml:ink>
</file>

<file path=ppt/ink/ink7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2"/>
    </inkml:context>
    <inkml:brush xml:id="br0">
      <inkml:brushProperty name="width" value="0.02646" units="cm"/>
      <inkml:brushProperty name="height" value="0.02646" units="cm"/>
      <inkml:brushProperty name="fitToCurve" value="1"/>
    </inkml:brush>
  </inkml:definitions>
  <inkml:trace contextRef="#ctx0" brushRef="#br0">13589 788 874,'-112'92'-19,"29"-31"8,-23 10 1,-10 3 2,-2-5 3,21-13 4,10-14 10,194-44-2,-6 13-1,-1 18 1,12 31-5,36 21-1,-23-53-5,-41-10-3</inkml:trace>
</inkml:ink>
</file>

<file path=ppt/ink/ink7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3"/>
    </inkml:context>
    <inkml:brush xml:id="br0">
      <inkml:brushProperty name="width" value="0.02646" units="cm"/>
      <inkml:brushProperty name="height" value="0.02646" units="cm"/>
      <inkml:brushProperty name="fitToCurve" value="1"/>
    </inkml:brush>
  </inkml:definitions>
  <inkml:trace contextRef="#ctx0" brushRef="#br0">14071 644 874,'-84'139'-20,"-57"22"5,52-80 11,9-8 8,-8 27 3,97 15-2,125-47-7,-9-14-9,-25 20-16,-20 2-61</inkml:trace>
</inkml:ink>
</file>

<file path=ppt/ink/ink7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4"/>
    </inkml:context>
    <inkml:brush xml:id="br0">
      <inkml:brushProperty name="width" value="0.02646" units="cm"/>
      <inkml:brushProperty name="height" value="0.02646" units="cm"/>
      <inkml:brushProperty name="fitToCurve" value="1"/>
    </inkml:brush>
  </inkml:definitions>
  <inkml:trace contextRef="#ctx0" brushRef="#br0">14149 929 874,'16'108'-11,"-10"24"10,36-24 3,89-69-4,-35-75-3,9-71 1,-61-22 4,-60 41 1,-106 25-2,6 49-2,16 42-5,22-10-60</inkml:trace>
</inkml:ink>
</file>

<file path=ppt/ink/ink7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5"/>
    </inkml:context>
    <inkml:brush xml:id="br0">
      <inkml:brushProperty name="width" value="0.02646" units="cm"/>
      <inkml:brushProperty name="height" value="0.02646" units="cm"/>
      <inkml:brushProperty name="fitToCurve" value="1"/>
    </inkml:brush>
  </inkml:definitions>
  <inkml:trace contextRef="#ctx0" brushRef="#br0">15590 447 874,'-113'-42'-13,"16"24"2,-35 6-2,-36 8-3,-31 8-7,-29 12-1,-20 10 2,18 4-1,44-2 2,-34 7 4,-11 3 10,81-13 6,-21 0 9,9-5 6,30-5 7,43-7 5,-36 44 17,69 59-10,29 65-23,9-38-13,-10 24-4,-7 11-2,13-59 0,-2 22 4,8 1 2,17-8 6,26-20 2,23-24 0,65 16 6,47-56-4,-57-37-4,-14-7 0,-4-3-3,30-6-2,26-7-3,25-1-2,15-4-1,-52 6 1,16-4 1,22-2 1,10 0 1,3 2 3,-10-1 2,-54 9 1,10-6 2,-2-2 4,-11 0 0,-17-9 1,30-25 7,-43-50-5,-53 10-9,9-69-3,-28 52-6,-1-13-1,-1-11 5,-2-3 0,-3 45 2,-2-10 1,-4-10 1,-7-23 0,-14-53-7,7 64 0,6 21 2,-9-3-21</inkml:trace>
</inkml:ink>
</file>

<file path=ppt/ink/ink7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6"/>
    </inkml:context>
    <inkml:brush xml:id="br0">
      <inkml:brushProperty name="width" value="0.02646" units="cm"/>
      <inkml:brushProperty name="height" value="0.02646" units="cm"/>
      <inkml:brushProperty name="fitToCurve" value="1"/>
    </inkml:brush>
  </inkml:definitions>
  <inkml:trace contextRef="#ctx0" brushRef="#br0">15498 1004 874,'-24'96'-12,"9"-4"7,3 15 1,7-15 2,4 18-2,5 14-1,2-8 2,0-29 0,2 13 2,-4 6 2,0-2 3,6-18 0,88-6 3,15-231-8,-78 52-3,-6 13 0,23-46 9,42 182-2,-70 61-4,8 0 10,60-141-8,-40-106-7,-7 44 8,52 183-6,-46 30 9,36-211-2,7 79-1,-52 95-3,39-161-2,-46-7 6,46 62 0,-13 114-7,-26 11-5,-22-7-21</inkml:trace>
</inkml:ink>
</file>

<file path=ppt/ink/ink7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7"/>
    </inkml:context>
    <inkml:brush xml:id="br0">
      <inkml:brushProperty name="width" value="0.02646" units="cm"/>
      <inkml:brushProperty name="height" value="0.02646" units="cm"/>
      <inkml:brushProperty name="fitToCurve" value="1"/>
    </inkml:brush>
  </inkml:definitions>
  <inkml:trace contextRef="#ctx0" brushRef="#br0">15838 1180 874,'-16'126'-6,"7"-46"-50</inkml:trace>
</inkml:ink>
</file>

<file path=ppt/ink/ink7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8"/>
    </inkml:context>
    <inkml:brush xml:id="br0">
      <inkml:brushProperty name="width" value="0.02646" units="cm"/>
      <inkml:brushProperty name="height" value="0.02646" units="cm"/>
      <inkml:brushProperty name="fitToCurve" value="1"/>
    </inkml:brush>
  </inkml:definitions>
  <inkml:trace contextRef="#ctx0" brushRef="#br0">15242 2240 874,'20'100'-15,"-1"-11"7,2 16 1,3 3 3,-4-6 4,-6-19 1,-45-216-2,16 41 3,31-4 4,98 36-3,-5 30 7,-23 58-632</inkml:trace>
</inkml:ink>
</file>

<file path=ppt/ink/ink7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29"/>
    </inkml:context>
    <inkml:brush xml:id="br0">
      <inkml:brushProperty name="width" value="0.02646" units="cm"/>
      <inkml:brushProperty name="height" value="0.02646" units="cm"/>
      <inkml:brushProperty name="fitToCurve" value="1"/>
    </inkml:brush>
  </inkml:definitions>
  <inkml:trace contextRef="#ctx0" brushRef="#br0">15626 2485 874,'140'17'-13,"5"-4"0,-41-5-8</inkml:trace>
</inkml:ink>
</file>

<file path=ppt/ink/ink7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0"/>
    </inkml:context>
    <inkml:brush xml:id="br0">
      <inkml:brushProperty name="width" value="0.02646" units="cm"/>
      <inkml:brushProperty name="height" value="0.02646" units="cm"/>
      <inkml:brushProperty name="fitToCurve" value="1"/>
    </inkml:brush>
  </inkml:definitions>
  <inkml:trace contextRef="#ctx0" brushRef="#br0">15782 2355 874,'86'66'-7,"6"58"3,-67 28 2,-13-51-2,-47-16-431</inkml:trace>
</inkml:ink>
</file>

<file path=ppt/ink/ink7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1"/>
    </inkml:context>
    <inkml:brush xml:id="br0">
      <inkml:brushProperty name="width" value="0.02646" units="cm"/>
      <inkml:brushProperty name="height" value="0.02646" units="cm"/>
      <inkml:brushProperty name="fitToCurve" value="1"/>
    </inkml:brush>
  </inkml:definitions>
  <inkml:trace contextRef="#ctx0" brushRef="#br0">16126 2355 874,'17'92'-15,"-6"-10"8,1 8 10,2-2-1,43 33 2,53-119-6,-36-113-2,-43-24 4,-53 22 1,-72 33 0,-16 63-1,14 19 3,12 25-855</inkml:trace>
</inkml:ink>
</file>

<file path=ppt/ink/ink7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2"/>
    </inkml:context>
    <inkml:brush xml:id="br0">
      <inkml:brushProperty name="width" value="0.02646" units="cm"/>
      <inkml:brushProperty name="height" value="0.02646" units="cm"/>
      <inkml:brushProperty name="fitToCurve" value="1"/>
    </inkml:brush>
  </inkml:definitions>
  <inkml:trace contextRef="#ctx0" brushRef="#br0">16321 2297 874,'102'-17'0,"5"-2"-6,6-2-1</inkml:trace>
</inkml:ink>
</file>

<file path=ppt/ink/ink7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3"/>
    </inkml:context>
    <inkml:brush xml:id="br0">
      <inkml:brushProperty name="width" value="0.02646" units="cm"/>
      <inkml:brushProperty name="height" value="0.02646" units="cm"/>
      <inkml:brushProperty name="fitToCurve" value="1"/>
    </inkml:brush>
  </inkml:definitions>
  <inkml:trace contextRef="#ctx0" brushRef="#br0">16421 2155 874,'5'111'-6,"-3"-24"5,2 1 3,0-2-54</inkml:trace>
</inkml:ink>
</file>

<file path=ppt/ink/ink7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4"/>
    </inkml:context>
    <inkml:brush xml:id="br0">
      <inkml:brushProperty name="width" value="0.02646" units="cm"/>
      <inkml:brushProperty name="height" value="0.02646" units="cm"/>
      <inkml:brushProperty name="fitToCurve" value="1"/>
    </inkml:brush>
  </inkml:definitions>
  <inkml:trace contextRef="#ctx0" brushRef="#br0">17461 1090 874,'-125'31'-11,"-19"-6"8,29-1 4,69 67-2,28 11-4,8 17 1,1 4 0,-19 36 2,5-39 6,27-12 3,78-23-1,26-86-3,-8-14-5,-19-13-621</inkml:trace>
</inkml:ink>
</file>

<file path=ppt/ink/ink7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5"/>
    </inkml:context>
    <inkml:brush xml:id="br0">
      <inkml:brushProperty name="width" value="0.02646" units="cm"/>
      <inkml:brushProperty name="height" value="0.02646" units="cm"/>
      <inkml:brushProperty name="fitToCurve" value="1"/>
    </inkml:brush>
  </inkml:definitions>
  <inkml:trace contextRef="#ctx0" brushRef="#br0">16946 1569 874,'117'-41'-25,"-16"5"-42</inkml:trace>
</inkml:ink>
</file>

<file path=ppt/ink/ink7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6"/>
    </inkml:context>
    <inkml:brush xml:id="br0">
      <inkml:brushProperty name="width" value="0.02646" units="cm"/>
      <inkml:brushProperty name="height" value="0.02646" units="cm"/>
      <inkml:brushProperty name="fitToCurve" value="1"/>
    </inkml:brush>
  </inkml:definitions>
  <inkml:trace contextRef="#ctx0" brushRef="#br0">17294 1819 874,'-6'127'-14,"6"-38"8,4 13 3,3 8 1,0 3 1,0 37 0,-90-211-26,60-27-571</inkml:trace>
</inkml:ink>
</file>

<file path=ppt/ink/ink7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7"/>
    </inkml:context>
    <inkml:brush xml:id="br0">
      <inkml:brushProperty name="width" value="0.02646" units="cm"/>
      <inkml:brushProperty name="height" value="0.02646" units="cm"/>
      <inkml:brushProperty name="fitToCurve" value="1"/>
    </inkml:brush>
  </inkml:definitions>
  <inkml:trace contextRef="#ctx0" brushRef="#br0">17279 1790 874,'82'-69'-5,"0"92"3,-58 104-3,-64-20-1,-56-18-5,14-25-19</inkml:trace>
</inkml:ink>
</file>

<file path=ppt/ink/ink7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8"/>
    </inkml:context>
    <inkml:brush xml:id="br0">
      <inkml:brushProperty name="width" value="0.02646" units="cm"/>
      <inkml:brushProperty name="height" value="0.02646" units="cm"/>
      <inkml:brushProperty name="fitToCurve" value="1"/>
    </inkml:brush>
  </inkml:definitions>
  <inkml:trace contextRef="#ctx0" brushRef="#br0">17429 2414 874,'92'-62'-9,"-9"-32"4,-39-26 6,-138 144-2,53 60-4,-12 60-8,38-52 8,12 1 7,27 34 3,58-96-3,30-129-3,-27-41-5,-47 47 2,-5-18-2,-9-10 4,-7 34 1,-6 5 6,-48 164-5,26 34-8,-1 23 0,1 8 3,1-1 3,4-52-1,1 7 6,2-7 3,17 0 7,12-203 3,-22 16-19,2-12 8,2 9-1,14-52-1,37 8-2,-6 45 1,3-17 4,-20 4-4,-72 262-20,10 34-1,10-54 11,0 8 1,0-6 5,2-25 4,-20-5 9,-44-219 11,61 7-11,36 6-4,74 8-8,16 39 2,-23 17-57</inkml:trace>
</inkml:ink>
</file>

<file path=ppt/ink/ink7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39"/>
    </inkml:context>
    <inkml:brush xml:id="br0">
      <inkml:brushProperty name="width" value="0.02646" units="cm"/>
      <inkml:brushProperty name="height" value="0.02646" units="cm"/>
      <inkml:brushProperty name="fitToCurve" value="1"/>
    </inkml:brush>
  </inkml:definitions>
  <inkml:trace contextRef="#ctx0" brushRef="#br0">18107 1133 874,'-38'91'-18,"9"1"4,-2 28 2,3 18 3,5 8 3,11-6 4,4-33 3,16-26 2,20 30 4,58-95 28,-7-67-655</inkml:trace>
</inkml:ink>
</file>

<file path=ppt/ink/ink7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0"/>
    </inkml:context>
    <inkml:brush xml:id="br0">
      <inkml:brushProperty name="width" value="0.02646" units="cm"/>
      <inkml:brushProperty name="height" value="0.02646" units="cm"/>
      <inkml:brushProperty name="fitToCurve" value="1"/>
    </inkml:brush>
  </inkml:definitions>
  <inkml:trace contextRef="#ctx0" brushRef="#br0">18226 1630 874,'9'124'-13,"-1"-44"10,-1 0 5,-11 5 0,-14-168-8,10-51-4,31-21 7,35 27 5,75 63 1,-44 119 1,-8 6-292</inkml:trace>
</inkml:ink>
</file>

<file path=ppt/ink/ink7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1"/>
    </inkml:context>
    <inkml:brush xml:id="br0">
      <inkml:brushProperty name="width" value="0.02646" units="cm"/>
      <inkml:brushProperty name="height" value="0.02646" units="cm"/>
      <inkml:brushProperty name="fitToCurve" value="1"/>
    </inkml:brush>
  </inkml:definitions>
  <inkml:trace contextRef="#ctx0" brushRef="#br0">18522 1176 874,'75'131'-19,"-45"-31"9,-7 18 0,-11 9 3,-9-17-8,-3-22-6,-11 3-5,-20 54-59,7-59-45</inkml:trace>
</inkml:ink>
</file>

<file path=ppt/ink/ink7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2"/>
    </inkml:context>
    <inkml:brush xml:id="br0">
      <inkml:brushProperty name="width" value="0.02646" units="cm"/>
      <inkml:brushProperty name="height" value="0.02646" units="cm"/>
      <inkml:brushProperty name="fitToCurve" value="1"/>
    </inkml:brush>
  </inkml:definitions>
  <inkml:trace contextRef="#ctx0" brushRef="#br0">18906 1645 874,'110'-16'-10,"23"4"9,-17 3 1</inkml:trace>
</inkml:ink>
</file>

<file path=ppt/ink/ink7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3"/>
    </inkml:context>
    <inkml:brush xml:id="br0">
      <inkml:brushProperty name="width" value="0.02646" units="cm"/>
      <inkml:brushProperty name="height" value="0.02646" units="cm"/>
      <inkml:brushProperty name="fitToCurve" value="1"/>
    </inkml:brush>
  </inkml:definitions>
  <inkml:trace contextRef="#ctx0" brushRef="#br0">18949 1856 874,'128'-28'-12,"9"50"6,-24 12-9</inkml:trace>
</inkml:ink>
</file>

<file path=ppt/ink/ink7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4"/>
    </inkml:context>
    <inkml:brush xml:id="br0">
      <inkml:brushProperty name="width" value="0.02646" units="cm"/>
      <inkml:brushProperty name="height" value="0.02646" units="cm"/>
      <inkml:brushProperty name="fitToCurve" value="1"/>
    </inkml:brush>
  </inkml:definitions>
  <inkml:trace contextRef="#ctx0" brushRef="#br0">19445 1680 874,'116'3'-7,"46"-1"-1,-41 3-5,-36 2-11</inkml:trace>
</inkml:ink>
</file>

<file path=ppt/ink/ink7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5"/>
    </inkml:context>
    <inkml:brush xml:id="br0">
      <inkml:brushProperty name="width" value="0.02646" units="cm"/>
      <inkml:brushProperty name="height" value="0.02646" units="cm"/>
      <inkml:brushProperty name="fitToCurve" value="1"/>
    </inkml:brush>
  </inkml:definitions>
  <inkml:trace contextRef="#ctx0" brushRef="#br0">19653 1507 874,'3'80'-9,"1"0"-2,0 18 2,-2 3-3,-11-14-1,3 26-24,-21-28-533</inkml:trace>
</inkml:ink>
</file>

<file path=ppt/ink/ink7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6"/>
    </inkml:context>
    <inkml:brush xml:id="br0">
      <inkml:brushProperty name="width" value="0.02646" units="cm"/>
      <inkml:brushProperty name="height" value="0.02646" units="cm"/>
      <inkml:brushProperty name="fitToCurve" value="1"/>
    </inkml:brush>
  </inkml:definitions>
  <inkml:trace contextRef="#ctx0" brushRef="#br0">20113 1513 874,'34'110'-11,"6"12"9,35-36 4,5-63-2,40-78-3,-38-32 2,-67-38 2,-104 33-3,-41 100-1,32 16-7,15 9-22</inkml:trace>
</inkml:ink>
</file>

<file path=ppt/ink/ink7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7"/>
    </inkml:context>
    <inkml:brush xml:id="br0">
      <inkml:brushProperty name="width" value="0.02646" units="cm"/>
      <inkml:brushProperty name="height" value="0.02646" units="cm"/>
      <inkml:brushProperty name="fitToCurve" value="1"/>
    </inkml:brush>
  </inkml:definitions>
  <inkml:trace contextRef="#ctx0" brushRef="#br0">20468 1651 874,'31'106'-5,"56"-9"3,37-82-2,-19-56 1,-1-65 2,-56-1 3,-152 9-4,-16 124-2,-15 167-9,89-107 1,-15 17-22,32-15-146</inkml:trace>
</inkml:ink>
</file>

<file path=ppt/ink/ink7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8"/>
    </inkml:context>
    <inkml:brush xml:id="br0">
      <inkml:brushProperty name="width" value="0.02646" units="cm"/>
      <inkml:brushProperty name="height" value="0.02646" units="cm"/>
      <inkml:brushProperty name="fitToCurve" value="1"/>
    </inkml:brush>
  </inkml:definitions>
  <inkml:trace contextRef="#ctx0" brushRef="#br0">13251 3315 874,'-5'112'-11,"-8"56"4,5-71 5,1 9 0,2 3 0,-1 1 2,5 1 1,0-18-2,15 62 4,44-71 0,46-132-3,-23-72-6,-17-3 5,-11 29 6,33 154-1,-80 102-13,-7-27 0,5-32 14,85-182-9,-3-73-5,-16 52 20,17 144-5,-63 64-7,-12-23 2,76-159 3,-37-14-1,29 29 4,-41 142-9,-26 17 0,99-230-1,-23 58 7,25 119-2,-50 52-1</inkml:trace>
</inkml:ink>
</file>

<file path=ppt/ink/ink7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49"/>
    </inkml:context>
    <inkml:brush xml:id="br0">
      <inkml:brushProperty name="width" value="0.02646" units="cm"/>
      <inkml:brushProperty name="height" value="0.02646" units="cm"/>
      <inkml:brushProperty name="fitToCurve" value="1"/>
    </inkml:brush>
  </inkml:definitions>
  <inkml:trace contextRef="#ctx0" brushRef="#br0">13638 3607 874,'-12'73'-15</inkml:trace>
</inkml:ink>
</file>

<file path=ppt/ink/ink7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0"/>
    </inkml:context>
    <inkml:brush xml:id="br0">
      <inkml:brushProperty name="width" value="0.02646" units="cm"/>
      <inkml:brushProperty name="height" value="0.02646" units="cm"/>
      <inkml:brushProperty name="fitToCurve" value="1"/>
    </inkml:brush>
  </inkml:definitions>
  <inkml:trace contextRef="#ctx0" brushRef="#br0">13126 4725 874,'41'116'-11,"-12"25"7,-14-10 6,4-231-6,4 0 1,33-29 5,50 61 0,-15 32 5</inkml:trace>
</inkml:ink>
</file>

<file path=ppt/ink/ink7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1"/>
    </inkml:context>
    <inkml:brush xml:id="br0">
      <inkml:brushProperty name="width" value="0.02646" units="cm"/>
      <inkml:brushProperty name="height" value="0.02646" units="cm"/>
      <inkml:brushProperty name="fitToCurve" value="1"/>
    </inkml:brush>
  </inkml:definitions>
  <inkml:trace contextRef="#ctx0" brushRef="#br0">13581 4859 874,'102'15'-5,"-15"-7"4,17 4-2,-24 2-436</inkml:trace>
</inkml:ink>
</file>

<file path=ppt/ink/ink7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2"/>
    </inkml:context>
    <inkml:brush xml:id="br0">
      <inkml:brushProperty name="width" value="0.02646" units="cm"/>
      <inkml:brushProperty name="height" value="0.02646" units="cm"/>
      <inkml:brushProperty name="fitToCurve" value="1"/>
    </inkml:brush>
  </inkml:definitions>
  <inkml:trace contextRef="#ctx0" brushRef="#br0">13860 4714 874,'93'117'-8,"-53"-32"8,-25 4-2,-27-2 0,-42-2 0,-42-45-4,12-74-840</inkml:trace>
</inkml:ink>
</file>

<file path=ppt/ink/ink7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3"/>
    </inkml:context>
    <inkml:brush xml:id="br0">
      <inkml:brushProperty name="width" value="0.02646" units="cm"/>
      <inkml:brushProperty name="height" value="0.02646" units="cm"/>
      <inkml:brushProperty name="fitToCurve" value="1"/>
    </inkml:brush>
  </inkml:definitions>
  <inkml:trace contextRef="#ctx0" brushRef="#br0">14050 4933 874,'102'1'-5,"31"-5"3,-18-3-1</inkml:trace>
</inkml:ink>
</file>

<file path=ppt/ink/ink7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4"/>
    </inkml:context>
    <inkml:brush xml:id="br0">
      <inkml:brushProperty name="width" value="0.02646" units="cm"/>
      <inkml:brushProperty name="height" value="0.02646" units="cm"/>
      <inkml:brushProperty name="fitToCurve" value="1"/>
    </inkml:brush>
  </inkml:definitions>
  <inkml:trace contextRef="#ctx0" brushRef="#br0">14222 4800 874,'-6'142'-7,"3"-44"3</inkml:trace>
</inkml:ink>
</file>

<file path=ppt/ink/ink7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5"/>
    </inkml:context>
    <inkml:brush xml:id="br0">
      <inkml:brushProperty name="width" value="0.02646" units="cm"/>
      <inkml:brushProperty name="height" value="0.02646" units="cm"/>
      <inkml:brushProperty name="fitToCurve" value="1"/>
    </inkml:brush>
  </inkml:definitions>
  <inkml:trace contextRef="#ctx0" brushRef="#br0">14461 4835 874,'15'105'-5,"35"4"4,49-146 0,-75-65 0,-125 25 0,22 60-23</inkml:trace>
</inkml:ink>
</file>

<file path=ppt/ink/ink7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6"/>
    </inkml:context>
    <inkml:brush xml:id="br0">
      <inkml:brushProperty name="width" value="0.02646" units="cm"/>
      <inkml:brushProperty name="height" value="0.02646" units="cm"/>
      <inkml:brushProperty name="fitToCurve" value="1"/>
    </inkml:brush>
  </inkml:definitions>
  <inkml:trace contextRef="#ctx0" brushRef="#br0">14631 4899 874,'53'96'-5,"48"-39"3,-37-182 1,-176 59 0,15 94 1</inkml:trace>
</inkml:ink>
</file>

<file path=ppt/ink/ink7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7"/>
    </inkml:context>
    <inkml:brush xml:id="br0">
      <inkml:brushProperty name="width" value="0.02646" units="cm"/>
      <inkml:brushProperty name="height" value="0.02646" units="cm"/>
      <inkml:brushProperty name="fitToCurve" value="1"/>
    </inkml:brush>
  </inkml:definitions>
  <inkml:trace contextRef="#ctx0" brushRef="#br0">15479 3637 874,'-123'5'-9,"-6"-12"8,47 29 2,37 88-6,29 13-2,4-38 3,-2 3 3,-2 36 3,15-27 3,61-17 2,53-80-4,11-55-5,-39 15-7</inkml:trace>
</inkml:ink>
</file>

<file path=ppt/ink/ink7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8"/>
    </inkml:context>
    <inkml:brush xml:id="br0">
      <inkml:brushProperty name="width" value="0.02646" units="cm"/>
      <inkml:brushProperty name="height" value="0.02646" units="cm"/>
      <inkml:brushProperty name="fitToCurve" value="1"/>
    </inkml:brush>
  </inkml:definitions>
  <inkml:trace contextRef="#ctx0" brushRef="#br0">15001 3989 874,'106'-23'-10,"20"-12"6,-19-2-3</inkml:trace>
</inkml:ink>
</file>

<file path=ppt/ink/ink7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59"/>
    </inkml:context>
    <inkml:brush xml:id="br0">
      <inkml:brushProperty name="width" value="0.02646" units="cm"/>
      <inkml:brushProperty name="height" value="0.02646" units="cm"/>
      <inkml:brushProperty name="fitToCurve" value="1"/>
    </inkml:brush>
  </inkml:definitions>
  <inkml:trace contextRef="#ctx0" brushRef="#br0">15396 4199 874,'-9'115'-12,"-5"36"8,3 9-6,4-80 3,-1 26-16,-5-20-397</inkml:trace>
</inkml:ink>
</file>

<file path=ppt/ink/ink7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0"/>
    </inkml:context>
    <inkml:brush xml:id="br0">
      <inkml:brushProperty name="width" value="0.02646" units="cm"/>
      <inkml:brushProperty name="height" value="0.02646" units="cm"/>
      <inkml:brushProperty name="fitToCurve" value="1"/>
    </inkml:brush>
  </inkml:definitions>
  <inkml:trace contextRef="#ctx0" brushRef="#br0">15289 4296 874,'47'-93'-11,"71"-15"5,41 47 7,-52 61 0,-80 85-2,-79 27-5,-64 0-8,1-63-8,27-19-24</inkml:trace>
</inkml:ink>
</file>

<file path=ppt/ink/ink7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1"/>
    </inkml:context>
    <inkml:brush xml:id="br0">
      <inkml:brushProperty name="width" value="0.02646" units="cm"/>
      <inkml:brushProperty name="height" value="0.02646" units="cm"/>
      <inkml:brushProperty name="fitToCurve" value="1"/>
    </inkml:brush>
  </inkml:definitions>
  <inkml:trace contextRef="#ctx0" brushRef="#br0">15521 4704 874,'90'-40'-3,"-15"-42"1,-186 99-8,34 94 5,66 16 7,69-28-1,67-105 0,-12-131-8,-25 1-3,-7-16 11,-36 45 5,-113 255 3,49-10-13,17-45 0,-1 12 2,0-2 1,-5 57 0,-6-30 3,42-252-2,5 35-6,36-77-5,-25 70 9,-3 1 4,17-39 2,-22 34 4,-123 151 6,33 108-20,36-63 2,1 45 2,16-57 4,-17 22 2,-58-213 3,86 7-3,79 42-4,-1 30-3,17 16-5,-25 24-425</inkml:trace>
</inkml:ink>
</file>

<file path=ppt/ink/ink7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2"/>
    </inkml:context>
    <inkml:brush xml:id="br0">
      <inkml:brushProperty name="width" value="0.02646" units="cm"/>
      <inkml:brushProperty name="height" value="0.02646" units="cm"/>
      <inkml:brushProperty name="fitToCurve" value="1"/>
    </inkml:brush>
  </inkml:definitions>
  <inkml:trace contextRef="#ctx0" brushRef="#br0">16453 3607 874,'-30'89'-17,"-4"2"3,-11 26 2,-9 20 2,2 9-15,11-9-5,16-45-4,11 9-4,18 3-15,35 32-68,-2-52-86</inkml:trace>
</inkml:ink>
</file>

<file path=ppt/ink/ink7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3"/>
    </inkml:context>
    <inkml:brush xml:id="br0">
      <inkml:brushProperty name="width" value="0.02646" units="cm"/>
      <inkml:brushProperty name="height" value="0.02646" units="cm"/>
      <inkml:brushProperty name="fitToCurve" value="1"/>
    </inkml:brush>
  </inkml:definitions>
  <inkml:trace contextRef="#ctx0" brushRef="#br0">16392 3966 874,'43'129'-12,"-12"26"8,-16-14 6,-65-240-7,64-29 4,23 39 3,66 33 0,-18 23-3</inkml:trace>
</inkml:ink>
</file>

<file path=ppt/ink/ink7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4"/>
    </inkml:context>
    <inkml:brush xml:id="br0">
      <inkml:brushProperty name="width" value="0.02646" units="cm"/>
      <inkml:brushProperty name="height" value="0.02646" units="cm"/>
      <inkml:brushProperty name="fitToCurve" value="1"/>
    </inkml:brush>
  </inkml:definitions>
  <inkml:trace contextRef="#ctx0" brushRef="#br0">16719 3722 874,'85'89'-11,"-8"71"-1,-55-56 6,-16 11 3,-25 54-3,7-84-8,-16-2 4</inkml:trace>
</inkml:ink>
</file>

<file path=ppt/ink/ink7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5"/>
    </inkml:context>
    <inkml:brush xml:id="br0">
      <inkml:brushProperty name="width" value="0.02646" units="cm"/>
      <inkml:brushProperty name="height" value="0.02646" units="cm"/>
      <inkml:brushProperty name="fitToCurve" value="1"/>
    </inkml:brush>
  </inkml:definitions>
  <inkml:trace contextRef="#ctx0" brushRef="#br0">17188 4161 874,'108'-25'-4,"-9"-2"0,1 2-3,-20 11-287</inkml:trace>
</inkml:ink>
</file>

<file path=ppt/ink/ink7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6"/>
    </inkml:context>
    <inkml:brush xml:id="br0">
      <inkml:brushProperty name="width" value="0.02646" units="cm"/>
      <inkml:brushProperty name="height" value="0.02646" units="cm"/>
      <inkml:brushProperty name="fitToCurve" value="1"/>
    </inkml:brush>
  </inkml:definitions>
  <inkml:trace contextRef="#ctx0" brushRef="#br0">17216 4268 874,'89'14'-25,"2"-5"28,15-9-3,-17-1 0,-6 1-615</inkml:trace>
</inkml:ink>
</file>

<file path=ppt/ink/ink7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7"/>
    </inkml:context>
    <inkml:brush xml:id="br0">
      <inkml:brushProperty name="width" value="0.02646" units="cm"/>
      <inkml:brushProperty name="height" value="0.02646" units="cm"/>
      <inkml:brushProperty name="fitToCurve" value="1"/>
    </inkml:brush>
  </inkml:definitions>
  <inkml:trace contextRef="#ctx0" brushRef="#br0">18084 3794 874,'-33'158'-23,"8"-58"16,4-14 3,-3 31 13,23 5-4,34-35-3,73-57 1,9-70-1,-40-51-2,-27-73-3,-31 35 1,-33-1 3,-17 48 2,-66 51-2,2 42-2,9 14 0,3 3-59</inkml:trace>
</inkml:ink>
</file>

<file path=ppt/ink/ink7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8"/>
    </inkml:context>
    <inkml:brush xml:id="br0">
      <inkml:brushProperty name="width" value="0.02646" units="cm"/>
      <inkml:brushProperty name="height" value="0.02646" units="cm"/>
      <inkml:brushProperty name="fitToCurve" value="1"/>
    </inkml:brush>
  </inkml:definitions>
  <inkml:trace contextRef="#ctx0" brushRef="#br0">18437 3702 874,'101'-15'-18,"-16"4"1,3 1-15,-4 9-553</inkml:trace>
</inkml:ink>
</file>

<file path=ppt/ink/ink7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69"/>
    </inkml:context>
    <inkml:brush xml:id="br0">
      <inkml:brushProperty name="width" value="0.02646" units="cm"/>
      <inkml:brushProperty name="height" value="0.02646" units="cm"/>
      <inkml:brushProperty name="fitToCurve" value="1"/>
    </inkml:brush>
  </inkml:definitions>
  <inkml:trace contextRef="#ctx0" brushRef="#br0">14509 5447 874,'-12'108'-3,"3"-28"-3,1 9-3,-1 47-3,9-54 11,0 56 0,0-55 2,2 13-1,3 12 0,-2-26 1,3 8 1,0 22-3,0 17 0,-5 14-2,-1 5-1,-1-48 1,-1 29-2,4 18 0,-2 14 0,0-21 2,0-16-1,0 27 1,-2 14 1,-2 11 0,3 6 0,-1-43 1,2 1 1,3 20 0,1 12 0,-1-1 0,1-50 0,-2 30 0,-1 17-1,1 10 1,0 6 0,3-24 1,-2-29-1,1 21 1,-1 10 0,1 9 0,-4-48 1,0 11-1,-4 18 1,-1 8-1,-2-12-5,2-36-3,3 23-10,-1 12-7,-1 4-9,1-37-7,-1 0-7,-1 17-8,0 6-5,-4 2-5,4-51 8,0 3-97</inkml:trace>
</inkml:ink>
</file>

<file path=ppt/ink/ink7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0"/>
    </inkml:context>
    <inkml:brush xml:id="br0">
      <inkml:brushProperty name="width" value="0.02646" units="cm"/>
      <inkml:brushProperty name="height" value="0.02646" units="cm"/>
      <inkml:brushProperty name="fitToCurve" value="1"/>
    </inkml:brush>
  </inkml:definitions>
  <inkml:trace contextRef="#ctx0" brushRef="#br0">14504 8496 874,'108'14'-4,"-8"-10"0,0-1 0,-1 0 2,19-9-1,25-1 3,-14 2 0,-45 4 0,8-2-1,10-2 1,-16 1 0,90-2-2,-69 3 1,10 1-1,58 1-1,-63-1 2,10 2-1,10-1 0,-5-2 0,-32 0 0,19 0 1,16-2-1,11-2 1,-30 2-2,-1 1 1,22-1 0,15 1-1,1-2 1,-45 1 1,25 1-1,20-1 0,13-2 1,11 1-2,-17 0 2,-32 1-1,28-1 0,13 2 1,11-4 0,-49 4 0,10-2 1,22 1-1,10-1 1,-7 0 0,-41 0 0,28 2 0,15-1 0,9 4-5,6-1-8,-34-1-9,-16 2-8,16-4-7,14 1-8,4 1-7,-54 1-6,17 4-6,13 4-3,2 1-2,0 2 3,-15 0 5,-32-3 10,11 0 8,3-1 9,-4-10 7,-23 2-15,16-3 33</inkml:trace>
</inkml:ink>
</file>

<file path=ppt/ink/ink7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1"/>
    </inkml:context>
    <inkml:brush xml:id="br0">
      <inkml:brushProperty name="width" value="0.02646" units="cm"/>
      <inkml:brushProperty name="height" value="0.02646" units="cm"/>
      <inkml:brushProperty name="fitToCurve" value="1"/>
    </inkml:brush>
  </inkml:definitions>
  <inkml:trace contextRef="#ctx0" brushRef="#br0">20729 8195 874,'96'31'-3,"19"33"1,-70 17-8,-112 22 6,-22-52-2,-24-20-13,27-27-55,3-9-221</inkml:trace>
</inkml:ink>
</file>

<file path=ppt/ink/ink7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2"/>
    </inkml:context>
    <inkml:brush xml:id="br0">
      <inkml:brushProperty name="width" value="0.02646" units="cm"/>
      <inkml:brushProperty name="height" value="0.02646" units="cm"/>
      <inkml:brushProperty name="fitToCurve" value="1"/>
    </inkml:brush>
  </inkml:definitions>
  <inkml:trace contextRef="#ctx0" brushRef="#br0">21114 8340 874,'-99'3'-9,"-34"8"5,51-4 2,-54 5 0,5-5-1,51-7 0,-6-4-2,-1-8-2,5 2-7,2-8-12</inkml:trace>
</inkml:ink>
</file>

<file path=ppt/ink/ink7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3"/>
    </inkml:context>
    <inkml:brush xml:id="br0">
      <inkml:brushProperty name="width" value="0.02646" units="cm"/>
      <inkml:brushProperty name="height" value="0.02646" units="cm"/>
      <inkml:brushProperty name="fitToCurve" value="1"/>
    </inkml:brush>
  </inkml:definitions>
  <inkml:trace contextRef="#ctx0" brushRef="#br0">20943 8603 874,'12'122'-10,"-12"3"9,-5-11 3,-1-259-13,53 18 8,29 30 2,20 33 3,5 33 2,-21 14-3</inkml:trace>
</inkml:ink>
</file>

<file path=ppt/ink/ink7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4"/>
    </inkml:context>
    <inkml:brush xml:id="br0">
      <inkml:brushProperty name="width" value="0.02646" units="cm"/>
      <inkml:brushProperty name="height" value="0.02646" units="cm"/>
      <inkml:brushProperty name="fitToCurve" value="1"/>
    </inkml:brush>
  </inkml:definitions>
  <inkml:trace contextRef="#ctx0" brushRef="#br0">14391 5731 874,'30'-111'-10,"31"-20"5,-4 36 4,23 45 3,8 79-4,-41 67 5,-15 30 0,-178-83-6,12-54-8,42 0-15,13 1-572</inkml:trace>
</inkml:ink>
</file>

<file path=ppt/ink/ink7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5"/>
    </inkml:context>
    <inkml:brush xml:id="br0">
      <inkml:brushProperty name="width" value="0.02646" units="cm"/>
      <inkml:brushProperty name="height" value="0.02646" units="cm"/>
      <inkml:brushProperty name="fitToCurve" value="1"/>
    </inkml:brush>
  </inkml:definitions>
  <inkml:trace contextRef="#ctx0" brushRef="#br0">15218 5150 874,'-93'-39'-5,"-7"59"3,36 79-1,29 24 0,10-6 0,-1-7 1,14-14 5,133-16-1,-11-80-5,-2-11-1,-27 2-59</inkml:trace>
</inkml:ink>
</file>

<file path=ppt/ink/ink7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6"/>
    </inkml:context>
    <inkml:brush xml:id="br0">
      <inkml:brushProperty name="width" value="0.02646" units="cm"/>
      <inkml:brushProperty name="height" value="0.02646" units="cm"/>
      <inkml:brushProperty name="fitToCurve" value="1"/>
    </inkml:brush>
  </inkml:definitions>
  <inkml:trace contextRef="#ctx0" brushRef="#br0">14873 5399 874,'118'-13'-10,"1"0"-4,-15 1-12</inkml:trace>
</inkml:ink>
</file>

<file path=ppt/ink/ink7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7"/>
    </inkml:context>
    <inkml:brush xml:id="br0">
      <inkml:brushProperty name="width" value="0.02646" units="cm"/>
      <inkml:brushProperty name="height" value="0.02646" units="cm"/>
      <inkml:brushProperty name="fitToCurve" value="1"/>
    </inkml:brush>
  </inkml:definitions>
  <inkml:trace contextRef="#ctx0" brushRef="#br0">15200 5630 874,'-16'99'-11,"-6"44"7,10-60 3,4-2 0,-7 54 5,-40-55-52</inkml:trace>
</inkml:ink>
</file>

<file path=ppt/ink/ink7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8"/>
    </inkml:context>
    <inkml:brush xml:id="br0">
      <inkml:brushProperty name="width" value="0.02646" units="cm"/>
      <inkml:brushProperty name="height" value="0.02646" units="cm"/>
      <inkml:brushProperty name="fitToCurve" value="1"/>
    </inkml:brush>
  </inkml:definitions>
  <inkml:trace contextRef="#ctx0" brushRef="#br0">15100 5739 874,'45'-96'-10,"38"26"7,28 49 5,-105 139-4,-68-27 1,-38-26 4,18-54-293</inkml:trace>
</inkml:ink>
</file>

<file path=ppt/ink/ink7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79"/>
    </inkml:context>
    <inkml:brush xml:id="br0">
      <inkml:brushProperty name="width" value="0.02646" units="cm"/>
      <inkml:brushProperty name="height" value="0.02646" units="cm"/>
      <inkml:brushProperty name="fitToCurve" value="1"/>
    </inkml:brush>
  </inkml:definitions>
  <inkml:trace contextRef="#ctx0" brushRef="#br0">15299 6009 874,'83'-20'-5,"13"-55"4,-62-27 1,-127 152-6,49 63 5,35 21 2,74-51-1,43-190-8,-47 6 0,30-60-8,-47 70 18,0-39 4,-94 231-6,32-17-1,-2 23-2,-1 7 1,1-1 0,5-25 4,-5 43 5,113-206 2,-20-82-18,-31 46 4,-4 0 1,-8 16 3,-10 6 4,-54 191-5,5 18 1,1 9-1,7 17 12,-62-256 15,115 18-24,55 11-7,-1 37 0,16-10-13,-18 30-93</inkml:trace>
</inkml:ink>
</file>

<file path=ppt/ink/ink7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0"/>
    </inkml:context>
    <inkml:brush xml:id="br0">
      <inkml:brushProperty name="width" value="0.02646" units="cm"/>
      <inkml:brushProperty name="height" value="0.02646" units="cm"/>
      <inkml:brushProperty name="fitToCurve" value="1"/>
    </inkml:brush>
  </inkml:definitions>
  <inkml:trace contextRef="#ctx0" brushRef="#br0">16105 5282 874,'-77'106'-14,"-13"55"4,55-73 10,12-5 1,38 41 2,86-105 2</inkml:trace>
</inkml:ink>
</file>

<file path=ppt/ink/ink7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1"/>
    </inkml:context>
    <inkml:brush xml:id="br0">
      <inkml:brushProperty name="width" value="0.02646" units="cm"/>
      <inkml:brushProperty name="height" value="0.02646" units="cm"/>
      <inkml:brushProperty name="fitToCurve" value="1"/>
    </inkml:brush>
  </inkml:definitions>
  <inkml:trace contextRef="#ctx0" brushRef="#br0">16188 5390 874,'-5'139'-13,"-7"21"9,-7-43 7,31-249-9,45 9 3,42 39 5,-18 28 12</inkml:trace>
</inkml:ink>
</file>

<file path=ppt/ink/ink7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2"/>
    </inkml:context>
    <inkml:brush xml:id="br0">
      <inkml:brushProperty name="width" value="0.02646" units="cm"/>
      <inkml:brushProperty name="height" value="0.02646" units="cm"/>
      <inkml:brushProperty name="fitToCurve" value="1"/>
    </inkml:brush>
  </inkml:definitions>
  <inkml:trace contextRef="#ctx0" brushRef="#br0">16449 5217 874,'71'101'-11,"-33"81"-2,-53-46 3,5-52-1,7 25-21,-29-29-246</inkml:trace>
</inkml:ink>
</file>

<file path=ppt/ink/ink7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21877 8367 874,'-112'20'0,"-18"-16"0,1 0-2,8-3 1,-10-3 0,-10 2 0,-5 0 0,65 1 1,-6-1 0,-1 1-1,6 1 1,-48-1 0,-24-5 0,70 1-1,-6 2 1,-3-2 0,-2 1 0,-50-2 0,-12 5 0,70 2 0,-3 1 0,-1 1 0,-1 3 0,3 1 0,-1 2 0,-2 2 0,-1 3 0,-2 1 0,1 3 0,12-1 0,-58 21 0,14 4 0,-5 6 0,-21 17 0,29-7 0,2 5 1,16-8-1,-14 14-1,22-15-1,14-20-854</inkml:trace>
</inkml:ink>
</file>

<file path=ppt/ink/ink7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14562 5318 874,'-6'94'0,"-1"17"0,3 18-2,4 6 0,5 6 1,2-4 0,0 8 0,1 8 1,2 8-1,-3-80 1,1 3 0,0 2 0,3 5 0,-1-3 0,8 48-1,-6-54 1,1 3 0,7 44-1,6 20 2,-12-64-1,5 4-1,1 6 1,-1-1 0,-1-3 0,1-1 1,0 3-1,-1 0 0,2 3 0,-1 2 0,-3-15 0,15 60-1,2 4 1,-2-29 0,6 18 1,-6-1-2,-11-48 1,-1-4-1,14 56 1,-13-54 0,15 53 0,9 28-1,-4-30 1,7 24 2,-21-67-2,3 6 0,0 1 0,2 1 0,-1-2 0,1 2 1,-2 0-2,-3-18 0,14 60 1,-19-63 1,13 43 0,23 39-1,-8-40 0,3-14 1,17 0-1,20-4 1,29-17-1,-24-37 0,35-28 0,4-36-1,3-37 0,-29-3 2,-7-8 0,15-28-1,4-21 1,-18 8-2,2-1 1,-3 0 0,-4-2 0,-19 18 1,-7 5-1,24-24 0,19-21-1,-11 14 1,-18 25 0,-1 4 0,7-6 1,4-2-1,-2-9 0,-17 23 0,28-21 0,2 5 0,-10 14-1,46-19-3,-44 34-4,-17 26-284</inkml:trace>
</inkml:ink>
</file>

<file path=ppt/ink/ink7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16176 8325 874,'-35'102'-6,"35"-6"2,12-8 0</inkml:trace>
</inkml:ink>
</file>

<file path=ppt/ink/ink7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16090 8886 874,'-18'101'-5,"5"20"3,6-18 1</inkml:trace>
</inkml:ink>
</file>

<file path=ppt/ink/ink7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7"/>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16052 9360 874,'16'150'-5,"-4"-50"4</inkml:trace>
</inkml:ink>
</file>

<file path=ppt/ink/ink7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8"/>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15995 9835 874,'0'72'2</inkml:trace>
</inkml:ink>
</file>

<file path=ppt/ink/ink7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89"/>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15924 10122 874,'-24'61'-6</inkml:trace>
</inkml:ink>
</file>

<file path=ppt/ink/ink7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0"/>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16487 10555 874,'-96'2'-11,"-30"-22"-2,0-5 4,-48-12 4,64 18 4,-6 2 1,19 2 0,-34-10-1,47 7-2</inkml:trace>
</inkml:ink>
</file>

<file path=ppt/ink/ink7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1"/>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15517 10281 874,'-104'31'-7,"13"-6"6,38 68 1,154-20-13,-16-43 4,22 14-31,-23-22-146</inkml:trace>
</inkml:ink>
</file>

<file path=ppt/ink/ink7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2"/>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16237 10439 874,'90'83'-7,"-50"26"5,-117-19-1,-19-15-185</inkml:trace>
</inkml:ink>
</file>

<file path=ppt/ink/ink7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15725 7893 874,'100'13'-3,"-17"-15"-13,1 2-12,0 2-574</inkml:trace>
</inkml:ink>
</file>

<file path=ppt/ink/ink7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16094 7605 874,'25'83'-5,"0"54"4,-20 4 1,10-225-4,55-45 4,35 85 0,-75 145-1,29-209 1,34 91 0,-37 145-4,-48-18-4,-37-27-607</inkml:trace>
</inkml:ink>
</file>

<file path=ppt/ink/ink7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16846 7548 874,'-82'52'-5,"-23"39"1,64-2 3,35 33-1,47-30 2,82-82-1,-34-47-3</inkml:trace>
</inkml:ink>
</file>

<file path=ppt/ink/ink7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16833 7291 874,'90'-25'-4,"-2"56"3,-81 76-2,-46-19-1,19 13 3,105-76 0,-2-8-24</inkml:trace>
</inkml:ink>
</file>

<file path=ppt/ink/ink7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7"/>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16151 8022 874,'108'8'-15,"-2"-6"9,-19 1 5,46-1-1,-42-1-3,5 1-2,-10-2 0,57 1-17,-17-1-18,-43 0-47</inkml:trace>
</inkml:ink>
</file>

<file path=ppt/ink/ink7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8"/>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16378 8151 874,'9'106'-6,"-5"-13"1,-6 21 3,-3-7-3,1-16-8</inkml:trace>
</inkml:ink>
</file>

<file path=ppt/ink/ink7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499"/>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16697 8209 874,'-126'89'-9,"1"-42"10,229 43-2,11 9 0,-35-8 3,-16-9-24</inkml:trace>
</inkml:ink>
</file>

<file path=ppt/ink/ink7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0"/>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16269 8367 874,'-74'80'-10,"-39"28"10,195-190-63</inkml:trace>
</inkml:ink>
</file>

<file path=ppt/ink/ink7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1"/>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16066 8396 874,'91'114'-4,"-15"-12"2,-16-21 1</inkml:trace>
</inkml:ink>
</file>

<file path=ppt/ink/ink7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2"/>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14938 10281 874,'-114'10'-7,"33"-2"2,-7 0 2,-34-1-9,11-8-5,8-9-13,6-6-71</inkml:trace>
</inkml:ink>
</file>

<file path=ppt/ink/ink7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12297 9768 874,'-38'108'-11,"3"28"8,23-56 2,5 3 0,7-1 1,12 0 1,18-2-1,90 11 1,5-116-3,-39-57-5,-34-47-2,-39 48 0,-7-2-1,-8-44-29,-4-18-30,-1 50-62</inkml:trace>
</inkml:ink>
</file>

<file path=ppt/ink/ink7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12465 10475 874,'-76'121'-5,"109"-27"4,75-92 0,-54-106-1,-148-21 1,-2 28-1,6 65-621</inkml:trace>
</inkml:ink>
</file>

<file path=ppt/ink/ink7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12616 10165 874,'133'10'-9,"-22"-11"7,-30 2-6</inkml:trace>
</inkml:ink>
</file>

<file path=ppt/ink/ink7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12616 10348 874,'113'-8'-9,"4"-11"6,-32 6-7</inkml:trace>
</inkml:ink>
</file>

<file path=ppt/ink/ink7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7"/>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12998 10194 874,'135'13'-10,"-43"-7"3</inkml:trace>
</inkml:ink>
</file>

<file path=ppt/ink/ink7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8"/>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13356 9873 874,'0'124'-11,"-2"20"7,-3 2 6,103-234-5,-45 0 2,20-22 1,-7 9 3,-40 6 3,13 10-864</inkml:trace>
</inkml:ink>
</file>

<file path=ppt/ink/ink7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09"/>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13414 9942 874,'29'88'-12,"39"35"-4,6-23-2,9-16-22</inkml:trace>
</inkml:ink>
</file>

<file path=ppt/ink/ink7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0"/>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13609 9525 874,'97'-31'-10,"28"32"7,-17 56 4,-86 65-1,-83-36 1,36 18-1,101-2-2,29-40-6,-17-24-13</inkml:trace>
</inkml:ink>
</file>

<file path=ppt/ink/ink7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1"/>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14212 10477 874,'-134'-14'-17,"35"3"9,-20 1 1,30 2 1,-8 6-3,-17 2-3,-4 2-7,17 1-11,-36-1-51,38 1-114</inkml:trace>
</inkml:ink>
</file>

<file path=ppt/ink/ink7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2"/>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13290 10839 874,'-109'-28'-7,"9"-47"6,129-27-1,64 94-3,-4 45 6,-87 59-1,-119-6-5,18-16 1,52 16 8,122 5-5,70-89-4,-31-50 8,-40-53-3,-43-34 0,-24 40 3,0 195 0,-2 46-5,-6-38 1,-18-199 2,28-32-3,34-10 4,45 73 0,-53 161-5,-30 5 0,-14-6-1,-41-192 6,69-41-3,33 25 5,33 56-1,1 187 0,-93-20-8,-6-27-15</inkml:trace>
</inkml:ink>
</file>

<file path=ppt/ink/ink7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14009 10783 874,'-89'-3'-5,"-23"32"0,13 78 5,92-7-2,85 38-6,10-66-8,-5-83-5,-3 2-183</inkml:trace>
</inkml:ink>
</file>

<file path=ppt/ink/ink7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14021 10790 874,'56'-121'-5,"52"109"3,-40 116 1,-134 11-3,-3-8 5,92-10 0,79-90-2,-20-86-109</inkml:trace>
</inkml:ink>
</file>

<file path=ppt/ink/ink7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1358 687 874,'2'149'-23,"-3"-29"8,-9 57-1,-2-56-5,3-29-5,-9 41-38,7-51-54</inkml:trace>
</inkml:ink>
</file>

<file path=ppt/ink/ink7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1621 845 874,'-61'86'-7,"-61"30"0,37-52 5,164 37 3,26-7-9,-46-14-10,-24 4-37</inkml:trace>
</inkml:ink>
</file>

<file path=ppt/ink/ink7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7"/>
    </inkml:context>
    <inkml:brush xml:id="br0">
      <inkml:brushProperty name="width" value="0.02646" units="cm"/>
      <inkml:brushProperty name="height" value="0.02646" units="cm"/>
      <inkml:brushProperty name="fitToCurve" value="1"/>
    </inkml:brush>
  </inkml:definitions>
  <inkml:trace contextRef="#ctx0" brushRef="#br0">1328 644 874,'-4'133'-9,"-6"-37"3,-1 42-5,-3 1-8,7-50 7,4 0-6,-2 1-30,-2-10-76</inkml:trace>
</inkml:ink>
</file>

<file path=ppt/ink/ink7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8"/>
    </inkml:context>
    <inkml:brush xml:id="br0">
      <inkml:brushProperty name="width" value="0.02646" units="cm"/>
      <inkml:brushProperty name="height" value="0.02646" units="cm"/>
      <inkml:brushProperty name="fitToCurve" value="1"/>
    </inkml:brush>
  </inkml:definitions>
  <inkml:trace contextRef="#ctx0" brushRef="#br0">1734 745 874,'-77'145'-19,"17"-61"9,-8 1 1,-21 26-1,2-31 22,204-17 1,-9-13-10,-25 14-12,-3 15-605</inkml:trace>
</inkml:ink>
</file>

<file path=ppt/ink/ink7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19"/>
    </inkml:context>
    <inkml:brush xml:id="br0">
      <inkml:brushProperty name="width" value="0.02646" units="cm"/>
      <inkml:brushProperty name="height" value="0.02646" units="cm"/>
      <inkml:brushProperty name="fitToCurve" value="1"/>
    </inkml:brush>
  </inkml:definitions>
  <inkml:trace contextRef="#ctx0" brushRef="#br0">1807 860 874,'134'36'-12,"1"-3"9,-44 2 5,-22 94-3,-96-42-3,-55 58-9,-79 0-19,33-100-26,49-11-47</inkml:trace>
</inkml:ink>
</file>

<file path=ppt/ink/ink7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0"/>
    </inkml:context>
    <inkml:brush xml:id="br0">
      <inkml:brushProperty name="width" value="0.02646" units="cm"/>
      <inkml:brushProperty name="height" value="0.02646" units="cm"/>
      <inkml:brushProperty name="fitToCurve" value="1"/>
    </inkml:brush>
  </inkml:definitions>
  <inkml:trace contextRef="#ctx0" brushRef="#br0">2385 958 874,'-4'132'-9,"27"8"10,82-64-2,-1-76-3,-8-42-3,-8-79 3,-121-6 5,-38 41-1,-62 69-1,9 64-1,14 27-7,26-11-17</inkml:trace>
</inkml:ink>
</file>

<file path=ppt/ink/ink7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1"/>
    </inkml:context>
    <inkml:brush xml:id="br0">
      <inkml:brushProperty name="width" value="0.02646" units="cm"/>
      <inkml:brushProperty name="height" value="0.02646" units="cm"/>
      <inkml:brushProperty name="fitToCurve" value="1"/>
    </inkml:brush>
  </inkml:definitions>
  <inkml:trace contextRef="#ctx0" brushRef="#br0">4207 817 874,'-151'67'-20,"69"-5"9,-1 13 4,-26 43-3,49-12 17,171-76-7,-25-59-2,-4-32-121</inkml:trace>
</inkml:ink>
</file>

<file path=ppt/ink/ink8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2"/>
    </inkml:context>
    <inkml:brush xml:id="br0">
      <inkml:brushProperty name="width" value="0.02646" units="cm"/>
      <inkml:brushProperty name="height" value="0.02646" units="cm"/>
      <inkml:brushProperty name="fitToCurve" value="1"/>
    </inkml:brush>
  </inkml:definitions>
  <inkml:trace contextRef="#ctx0" brushRef="#br0">4208 457 874,'-40'165'-25,"11"-47"11,-5 19 3,4 3 2,10-46-17,-1 17-4,-9 34-53,13-55-59</inkml:trace>
</inkml:ink>
</file>

<file path=ppt/ink/ink8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3"/>
    </inkml:context>
    <inkml:brush xml:id="br0">
      <inkml:brushProperty name="width" value="0.02646" units="cm"/>
      <inkml:brushProperty name="height" value="0.02646" units="cm"/>
      <inkml:brushProperty name="fitToCurve" value="1"/>
    </inkml:brush>
  </inkml:definitions>
  <inkml:trace contextRef="#ctx0" brushRef="#br0">4822 443 874,'-155'31'-19,"65"-14"13,-40 3 1,71 89 12,94-20-8,1 15 2,-22 16-1,-25-26-3,-19 9-1,1-19 1,-15 39 8,129-94 0,12-62-13,19-8-2,9-5-53,-9 1-19,-37 12-91</inkml:trace>
</inkml:ink>
</file>

<file path=ppt/ink/ink8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4"/>
    </inkml:context>
    <inkml:brush xml:id="br0">
      <inkml:brushProperty name="width" value="0.02646" units="cm"/>
      <inkml:brushProperty name="height" value="0.02646" units="cm"/>
      <inkml:brushProperty name="fitToCurve" value="1"/>
    </inkml:brush>
  </inkml:definitions>
  <inkml:trace contextRef="#ctx0" brushRef="#br0">4309 909 874,'89'-43'-16,"-3"6"3,24-7 0,-6 1-20,-21 14-7</inkml:trace>
</inkml:ink>
</file>

<file path=ppt/ink/ink8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5"/>
    </inkml:context>
    <inkml:brush xml:id="br0">
      <inkml:brushProperty name="width" value="0.02646" units="cm"/>
      <inkml:brushProperty name="height" value="0.02646" units="cm"/>
      <inkml:brushProperty name="fitToCurve" value="1"/>
    </inkml:brush>
  </inkml:definitions>
  <inkml:trace contextRef="#ctx0" brushRef="#br0">4734 963 874,'-8'145'-22,"0"-40"12,-1 7 7,1-20 2,-4 48 10,0-53 10</inkml:trace>
</inkml:ink>
</file>

<file path=ppt/ink/ink8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6"/>
    </inkml:context>
    <inkml:brush xml:id="br0">
      <inkml:brushProperty name="width" value="0.02646" units="cm"/>
      <inkml:brushProperty name="height" value="0.02646" units="cm"/>
      <inkml:brushProperty name="fitToCurve" value="1"/>
    </inkml:brush>
  </inkml:definitions>
  <inkml:trace contextRef="#ctx0" brushRef="#br0">4703 992 874,'100'-90'-13,"28"50"15,-123 172-7,-88-19-12,-16-16-4,9-21-48</inkml:trace>
</inkml:ink>
</file>

<file path=ppt/ink/ink8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7"/>
    </inkml:context>
    <inkml:brush xml:id="br0">
      <inkml:brushProperty name="width" value="0.02646" units="cm"/>
      <inkml:brushProperty name="height" value="0.02646" units="cm"/>
      <inkml:brushProperty name="fitToCurve" value="1"/>
    </inkml:brush>
  </inkml:definitions>
  <inkml:trace contextRef="#ctx0" brushRef="#br0">4883 1440 874,'95'-47'-6,"-3"-47"2,-60 11 4,-126 52-2,-7 135-10,50 31 13,45-22 1,95-85-1,36-109-12,-2-90-4,-63 57 8,-10 14 1,9-40 15,-81 232 7,-13 24-20,12-36 0,-6 24 0,2 10-2,6 1 4,5-9 5,5-22 1,30-196 11,23-1-20,13-10-2,-15 40 0,15-17 0,5 4 11,14-27 5,-123 275-11,10-39-3,7-9-13,8-23-8,1 10-11,3-4-8,-7 31-53,6-35-115</inkml:trace>
</inkml:ink>
</file>

<file path=ppt/ink/ink8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8"/>
    </inkml:context>
    <inkml:brush xml:id="br0">
      <inkml:brushProperty name="width" value="0.02646" units="cm"/>
      <inkml:brushProperty name="height" value="0.02646" units="cm"/>
      <inkml:brushProperty name="fitToCurve" value="1"/>
    </inkml:brush>
  </inkml:definitions>
  <inkml:trace contextRef="#ctx0" brushRef="#br0">5090 1406 874,'109'-39'-12,"43"-37"3,-67-1 2,0 8-11,-7-14-51</inkml:trace>
</inkml:ink>
</file>

<file path=ppt/ink/ink8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29"/>
    </inkml:context>
    <inkml:brush xml:id="br0">
      <inkml:brushProperty name="width" value="0.02646" units="cm"/>
      <inkml:brushProperty name="height" value="0.02646" units="cm"/>
      <inkml:brushProperty name="fitToCurve" value="1"/>
    </inkml:brush>
  </inkml:definitions>
  <inkml:trace contextRef="#ctx0" brushRef="#br0">5692 501 874,'-71'133'-19,"34"-31"8,1 22 0,4 1 5,8-23 2,30 35 15,73-123-8,2-26-39</inkml:trace>
</inkml:ink>
</file>

<file path=ppt/ink/ink8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0"/>
    </inkml:context>
    <inkml:brush xml:id="br0">
      <inkml:brushProperty name="width" value="0.02646" units="cm"/>
      <inkml:brushProperty name="height" value="0.02646" units="cm"/>
      <inkml:brushProperty name="fitToCurve" value="1"/>
    </inkml:brush>
  </inkml:definitions>
  <inkml:trace contextRef="#ctx0" brushRef="#br0">5846 806 874,'21'150'-18,"-27"-55"9,-12 41-1,-26-245 8,117-44-9,32 53-28,3 23-31,-11 2-106</inkml:trace>
</inkml:ink>
</file>

<file path=ppt/ink/ink8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1"/>
    </inkml:context>
    <inkml:brush xml:id="br0">
      <inkml:brushProperty name="width" value="0.02646" units="cm"/>
      <inkml:brushProperty name="height" value="0.02646" units="cm"/>
      <inkml:brushProperty name="fitToCurve" value="1"/>
    </inkml:brush>
  </inkml:definitions>
  <inkml:trace contextRef="#ctx0" brushRef="#br0">6239 501 874,'52'97'-11,"-25"70"0,-30-71 7,-15 49-1,-26-24 3,-54-23-7,17-34-10</inkml:trace>
</inkml:ink>
</file>

<file path=ppt/ink/ink8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2"/>
    </inkml:context>
    <inkml:brush xml:id="br0">
      <inkml:brushProperty name="width" value="0.02646" units="cm"/>
      <inkml:brushProperty name="height" value="0.02646" units="cm"/>
      <inkml:brushProperty name="fitToCurve" value="1"/>
    </inkml:brush>
  </inkml:definitions>
  <inkml:trace contextRef="#ctx0" brushRef="#br0">3940 1594 874,'123'1'-13,"-26"5"2,28 1-1,23 1 1,-18-3 2,-16-1 1,7-1-18,-19-1-11,25 0-7,-4-2-6,-20 0-41,-21-2-19</inkml:trace>
</inkml:ink>
</file>

<file path=ppt/ink/ink8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3"/>
    </inkml:context>
    <inkml:brush xml:id="br0">
      <inkml:brushProperty name="width" value="0.02646" units="cm"/>
      <inkml:brushProperty name="height" value="0.02646" units="cm"/>
      <inkml:brushProperty name="fitToCurve" value="1"/>
    </inkml:brush>
  </inkml:definitions>
  <inkml:trace contextRef="#ctx0" brushRef="#br0">4542 1905 874,'7'84'-11,"-4"5"-1,4 30 1,1 10 3,-1-19 3,-13 33 18,-113-165-11,12-53-4,25 30 8,-11 81 0,47 80-7,53-21 1,82-27 3,50-108-7,-10-61-8,-48 9 4,44-55-3,-32 57 17,2 186-3,-73 45-9,-18-8 2,-21-220 20,30-42-9,38-4 1,11 48-6,30-5-5,31 1-7,-44 31-1,25-21-26,-21 47-369</inkml:trace>
</inkml:ink>
</file>

<file path=ppt/ink/ink8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4"/>
    </inkml:context>
    <inkml:brush xml:id="br0">
      <inkml:brushProperty name="width" value="0.02646" units="cm"/>
      <inkml:brushProperty name="height" value="0.02646" units="cm"/>
      <inkml:brushProperty name="fitToCurve" value="1"/>
    </inkml:brush>
  </inkml:definitions>
  <inkml:trace contextRef="#ctx0" brushRef="#br0">5942 1451 874,'110'-11'-10,"33"10"3,-41 13-5,-3 11-18</inkml:trace>
</inkml:ink>
</file>

<file path=ppt/ink/ink8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5"/>
    </inkml:context>
    <inkml:brush xml:id="br0">
      <inkml:brushProperty name="width" value="0.02646" units="cm"/>
      <inkml:brushProperty name="height" value="0.02646" units="cm"/>
      <inkml:brushProperty name="fitToCurve" value="1"/>
    </inkml:brush>
  </inkml:definitions>
  <inkml:trace contextRef="#ctx0" brushRef="#br0">5999 1659 874,'120'5'-10,"6"-16"-2,-13-6-22</inkml:trace>
</inkml:ink>
</file>

<file path=ppt/ink/ink8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6"/>
    </inkml:context>
    <inkml:brush xml:id="br0">
      <inkml:brushProperty name="width" value="0.02646" units="cm"/>
      <inkml:brushProperty name="height" value="0.02646" units="cm"/>
      <inkml:brushProperty name="fitToCurve" value="1"/>
    </inkml:brush>
  </inkml:definitions>
  <inkml:trace contextRef="#ctx0" brushRef="#br0">6468 1428 874,'-6'142'-13,"39"-24"15,71-110-3,14-107-8,-49-4 5,-74 1 7,-75 56-4,-25 61-7,25 6-12</inkml:trace>
</inkml:ink>
</file>

<file path=ppt/ink/ink8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7"/>
    </inkml:context>
    <inkml:brush xml:id="br0">
      <inkml:brushProperty name="width" value="0.02646" units="cm"/>
      <inkml:brushProperty name="height" value="0.02646" units="cm"/>
      <inkml:brushProperty name="fitToCurve" value="1"/>
    </inkml:brush>
  </inkml:definitions>
  <inkml:trace contextRef="#ctx0" brushRef="#br0">7237 1250 874,'13'130'-14,"-9"-47"12,-1-2 4,9 2 0,29-168-5,-11 3 2,43-27 3,7 56-1,29 94-2,-64 56-3,-40-15-2,6 5-11,-23-6-18</inkml:trace>
</inkml:ink>
</file>

<file path=ppt/ink/ink8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8"/>
    </inkml:context>
    <inkml:brush xml:id="br0">
      <inkml:brushProperty name="width" value="0.02646" units="cm"/>
      <inkml:brushProperty name="height" value="0.02646" units="cm"/>
      <inkml:brushProperty name="fitToCurve" value="1"/>
    </inkml:brush>
  </inkml:definitions>
  <inkml:trace contextRef="#ctx0" brushRef="#br0">7698 860 874,'-24'133'-13,"4"-49"8,-3 17-7,-9-15-824</inkml:trace>
</inkml:ink>
</file>

<file path=ppt/ink/ink8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39"/>
    </inkml:context>
    <inkml:brush xml:id="br0">
      <inkml:brushProperty name="width" value="0.02646" units="cm"/>
      <inkml:brushProperty name="height" value="0.02646" units="cm"/>
      <inkml:brushProperty name="fitToCurve" value="1"/>
    </inkml:brush>
  </inkml:definitions>
  <inkml:trace contextRef="#ctx0" brushRef="#br0">8141 1162 874,'-138'116'-24,"11"16"9,58-18 26,158-116-7,-7-82-11,-10-4-2,12 194 13,-76-22-4,-17-2-606</inkml:trace>
</inkml:ink>
</file>

<file path=ppt/ink/ink8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0"/>
    </inkml:context>
    <inkml:brush xml:id="br0">
      <inkml:brushProperty name="width" value="0.02646" units="cm"/>
      <inkml:brushProperty name="height" value="0.02646" units="cm"/>
      <inkml:brushProperty name="fitToCurve" value="1"/>
    </inkml:brush>
  </inkml:definitions>
  <inkml:trace contextRef="#ctx0" brushRef="#br0">8526 1089 874,'-3'136'-22,"-4"-30"13,-5 14 2,-1 3 3,0-2 3,5-38 2,1-2 4,-6 19 2,13-203-4,6-30-15,3-6 10,26-19 7,16 51 1,71 30-3,-10 53 6,-68 155-7,-102-33-12,-59-40-4,27-23-19</inkml:trace>
</inkml:ink>
</file>

<file path=ppt/ink/ink8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1"/>
    </inkml:context>
    <inkml:brush xml:id="br0">
      <inkml:brushProperty name="width" value="0.02646" units="cm"/>
      <inkml:brushProperty name="height" value="0.02646" units="cm"/>
      <inkml:brushProperty name="fitToCurve" value="1"/>
    </inkml:brush>
  </inkml:definitions>
  <inkml:trace contextRef="#ctx0" brushRef="#br0">9087 1075 874,'-142'149'-31,"13"-10"20,238-185 10,-30-37 2,-17 179 14,-71-13-7,117-125-5,-11-64-13,6 8 14,-14 60-1,-39 161-4,-88-25 0,-89 68-7,64-78-9,-7-4-3</inkml:trace>
</inkml:ink>
</file>

<file path=ppt/ink/ink8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2"/>
    </inkml:context>
    <inkml:brush xml:id="br0">
      <inkml:brushProperty name="width" value="0.02646" units="cm"/>
      <inkml:brushProperty name="height" value="0.02646" units="cm"/>
      <inkml:brushProperty name="fitToCurve" value="1"/>
    </inkml:brush>
  </inkml:definitions>
  <inkml:trace contextRef="#ctx0" brushRef="#br0">9814 616 874,'-2'145'-16,"-4"-51"8,-5 10 3,-1-16 2,-8 46 3,3-23 2,-123-83 8,32-23-3,39 89-4,227-48-12,-54-69 1,8-22 0,45-40-6,-75 16 11,23-46 9,-108 27 0,-97 82 7,16 100-9,54 10-4,84 13-1,46-82-1,-17 2-102</inkml:trace>
</inkml:ink>
</file>

<file path=ppt/ink/ink8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3"/>
    </inkml:context>
    <inkml:brush xml:id="br0">
      <inkml:brushProperty name="width" value="0.02646" units="cm"/>
      <inkml:brushProperty name="height" value="0.02646" units="cm"/>
      <inkml:brushProperty name="fitToCurve" value="1"/>
    </inkml:brush>
  </inkml:definitions>
  <inkml:trace contextRef="#ctx0" brushRef="#br0">7590 1926 874,'-35'107'-13,"-3"57"8,30-32 8,33-36-1,49 13-4,-3 20 2,-55-21 1,-103-14-1,42-242-7,84 12-4,63 22 9,14 72 6,-18 125-1,-76 17 2,6-193 5,-129 76-9,156-79-8,85-30-9,1-33 0,-69 55 13,-15 12 0,-5-48 13,-148 121 7,-3 190-23,41-8-3,40-58 4,8 4 5,13 41 6,65-68 1,42-93 0,-6-51-3,0-44 4,-83 198-4,60-39-1,7-128-13,16-36 0,-50 220 8,-32 10 7,70-96 5,-1-123-20,-14-83-4,-38 84-8,-16 0 1</inkml:trace>
</inkml:ink>
</file>

<file path=ppt/ink/ink8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4"/>
    </inkml:context>
    <inkml:brush xml:id="br0">
      <inkml:brushProperty name="width" value="0.02646" units="cm"/>
      <inkml:brushProperty name="height" value="0.02646" units="cm"/>
      <inkml:brushProperty name="fitToCurve" value="1"/>
    </inkml:brush>
  </inkml:definitions>
  <inkml:trace contextRef="#ctx0" brushRef="#br0">8817 1815 874,'-18'149'-21,"5"-47"13,2 6-2,7-6-1,1-19-1,27 14-33,8-14-83</inkml:trace>
</inkml:ink>
</file>

<file path=ppt/ink/ink8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5"/>
    </inkml:context>
    <inkml:brush xml:id="br0">
      <inkml:brushProperty name="width" value="0.02646" units="cm"/>
      <inkml:brushProperty name="height" value="0.02646" units="cm"/>
      <inkml:brushProperty name="fitToCurve" value="1"/>
    </inkml:brush>
  </inkml:definitions>
  <inkml:trace contextRef="#ctx0" brushRef="#br0">8767 2067 874,'121'-52'-11,"-19"103"9,-38 49-1,-36 5-2,-34-11-6,-11-4-63</inkml:trace>
</inkml:ink>
</file>

<file path=ppt/ink/ink8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6"/>
    </inkml:context>
    <inkml:brush xml:id="br0">
      <inkml:brushProperty name="width" value="0.02646" units="cm"/>
      <inkml:brushProperty name="height" value="0.02646" units="cm"/>
      <inkml:brushProperty name="fitToCurve" value="1"/>
    </inkml:brush>
  </inkml:definitions>
  <inkml:trace contextRef="#ctx0" brushRef="#br0">9189 2278 874,'-26'122'-13,"90"-31"13,26-141-2,-65-53 1,-44 17 0,-51-13 1,31 13 4,122 3-4,3 84-1,1 62 0,-33 36-1,-61 1 2,-34-194-1,89-20-9,34 14 13,4 66 0,-8 140-4,-53 30-8,-72-6-8,7-45-25,-42-36-734</inkml:trace>
</inkml:ink>
</file>

<file path=ppt/ink/ink8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7"/>
    </inkml:context>
    <inkml:brush xml:id="br0">
      <inkml:brushProperty name="width" value="0.02646" units="cm"/>
      <inkml:brushProperty name="height" value="0.02646" units="cm"/>
      <inkml:brushProperty name="fitToCurve" value="1"/>
    </inkml:brush>
  </inkml:definitions>
  <inkml:trace contextRef="#ctx0" brushRef="#br0">9028 1809 874,'-5'141'-17,"0"-45"7,0-7-11,-3-7-46</inkml:trace>
</inkml:ink>
</file>

<file path=ppt/ink/ink8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8"/>
    </inkml:context>
    <inkml:brush xml:id="br0">
      <inkml:brushProperty name="width" value="0.02646" units="cm"/>
      <inkml:brushProperty name="height" value="0.02646" units="cm"/>
      <inkml:brushProperty name="fitToCurve" value="1"/>
    </inkml:brush>
  </inkml:definitions>
  <inkml:trace contextRef="#ctx0" brushRef="#br0">1590 2917 874,'15'97'-16,"-8"-5"3,-6 22 2,-4 11 3,-6 56-3,-2-57 13,2-33 0,0 22-4,-5 28-2,0 19 0,-2 11 0,1-30 2,7-35 0,4 18 22,63-243-22,3-24-4,25 18 15,3 136 3,-75 94-5,-15 4 4,95-197-4,-9 30-2,-16 159-4,35-137 1,-18 68-1,24-44-3,-5-67 0,-5 90 2,-77 81 1,-13-12-6</inkml:trace>
</inkml:ink>
</file>

<file path=ppt/ink/ink8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49"/>
    </inkml:context>
    <inkml:brush xml:id="br0">
      <inkml:brushProperty name="width" value="0.02646" units="cm"/>
      <inkml:brushProperty name="height" value="0.02646" units="cm"/>
      <inkml:brushProperty name="fitToCurve" value="1"/>
    </inkml:brush>
  </inkml:definitions>
  <inkml:trace contextRef="#ctx0" brushRef="#br0">1824 3635 874,'0'64'6</inkml:trace>
</inkml:ink>
</file>

<file path=ppt/ink/ink8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0"/>
    </inkml:context>
    <inkml:brush xml:id="br0">
      <inkml:brushProperty name="width" value="0.02646" units="cm"/>
      <inkml:brushProperty name="height" value="0.02646" units="cm"/>
      <inkml:brushProperty name="fitToCurve" value="1"/>
    </inkml:brush>
  </inkml:definitions>
  <inkml:trace contextRef="#ctx0" brushRef="#br0">1498 4513 874,'32'92'-9,"5"52"3,-21-59 4,2 38-1,-38-230-7,52-7 8,29 16 7,37 61 1,-18 20 4</inkml:trace>
</inkml:ink>
</file>

<file path=ppt/ink/ink8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1"/>
    </inkml:context>
    <inkml:brush xml:id="br0">
      <inkml:brushProperty name="width" value="0.02646" units="cm"/>
      <inkml:brushProperty name="height" value="0.02646" units="cm"/>
      <inkml:brushProperty name="fitToCurve" value="1"/>
    </inkml:brush>
  </inkml:definitions>
  <inkml:trace contextRef="#ctx0" brushRef="#br0">1795 4717 874,'106'0'-10,"15"-3"6,-30-5-2,-10 5-108</inkml:trace>
</inkml:ink>
</file>

<file path=ppt/ink/ink8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2"/>
    </inkml:context>
    <inkml:brush xml:id="br0">
      <inkml:brushProperty name="width" value="0.02646" units="cm"/>
      <inkml:brushProperty name="height" value="0.02646" units="cm"/>
      <inkml:brushProperty name="fitToCurve" value="1"/>
    </inkml:brush>
  </inkml:definitions>
  <inkml:trace contextRef="#ctx0" brushRef="#br0">2008 4585 874,'79'67'-10,"-15"43"6,-44-15 4,-60 7 1,-43-35-854</inkml:trace>
</inkml:ink>
</file>

<file path=ppt/ink/ink8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3"/>
    </inkml:context>
    <inkml:brush xml:id="br0">
      <inkml:brushProperty name="width" value="0.02646" units="cm"/>
      <inkml:brushProperty name="height" value="0.02646" units="cm"/>
      <inkml:brushProperty name="fitToCurve" value="1"/>
    </inkml:brush>
  </inkml:definitions>
  <inkml:trace contextRef="#ctx0" brushRef="#br0">2424 4628 874,'-60'112'-11,"-3"22"9,58-20 5,88-90-4,30-88-4,-73-46 7,-113 1-4,-21 62-1,-1 55-4,11 1-107</inkml:trace>
</inkml:ink>
</file>

<file path=ppt/ink/ink8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4"/>
    </inkml:context>
    <inkml:brush xml:id="br0">
      <inkml:brushProperty name="width" value="0.02646" units="cm"/>
      <inkml:brushProperty name="height" value="0.02646" units="cm"/>
      <inkml:brushProperty name="fitToCurve" value="1"/>
    </inkml:brush>
  </inkml:definitions>
  <inkml:trace contextRef="#ctx0" brushRef="#br0">2420 4556 874,'114'12'-7,"5"-8"3,-11-1-2</inkml:trace>
</inkml:ink>
</file>

<file path=ppt/ink/ink8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5"/>
    </inkml:context>
    <inkml:brush xml:id="br0">
      <inkml:brushProperty name="width" value="0.02646" units="cm"/>
      <inkml:brushProperty name="height" value="0.02646" units="cm"/>
      <inkml:brushProperty name="fitToCurve" value="1"/>
    </inkml:brush>
  </inkml:definitions>
  <inkml:trace contextRef="#ctx0" brushRef="#br0">2522 4441 874,'-6'85'-12,"-2"73"-3,33-43-1,-19-35-28</inkml:trace>
</inkml:ink>
</file>

<file path=ppt/ink/ink8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6"/>
    </inkml:context>
    <inkml:brush xml:id="br0">
      <inkml:brushProperty name="width" value="0.02646" units="cm"/>
      <inkml:brushProperty name="height" value="0.02646" units="cm"/>
      <inkml:brushProperty name="fitToCurve" value="1"/>
    </inkml:brush>
  </inkml:definitions>
  <inkml:trace contextRef="#ctx0" brushRef="#br0">3316 3635 874,'-136'0'-16,"56"13"11,-1 7 3,-30 23 3,33 70 3,65 34-5,18-12 2,17-33 3,105-25-3,-42-77-5,-5-25 0,29 0-16,-30-6-805</inkml:trace>
</inkml:ink>
</file>

<file path=ppt/ink/ink8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7"/>
    </inkml:context>
    <inkml:brush xml:id="br0">
      <inkml:brushProperty name="width" value="0.02646" units="cm"/>
      <inkml:brushProperty name="height" value="0.02646" units="cm"/>
      <inkml:brushProperty name="fitToCurve" value="1"/>
    </inkml:brush>
  </inkml:definitions>
  <inkml:trace contextRef="#ctx0" brushRef="#br0">3125 3909 874,'-126'12'-13,"16"21"6,24-8-27</inkml:trace>
</inkml:ink>
</file>

<file path=ppt/ink/ink8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8"/>
    </inkml:context>
    <inkml:brush xml:id="br0">
      <inkml:brushProperty name="width" value="0.02646" units="cm"/>
      <inkml:brushProperty name="height" value="0.02646" units="cm"/>
      <inkml:brushProperty name="fitToCurve" value="1"/>
    </inkml:brush>
  </inkml:definitions>
  <inkml:trace contextRef="#ctx0" brushRef="#br0">3224 4250 874,'0'124'-12,"0"-41"7,0 6 4,0 0 2,-5-7 1,-65-162-18,87-56 3,27 2 2,61 0 13,10 58 7,-26 170 11,-188 9-19,-43-28-12,35-23-66</inkml:trace>
</inkml:ink>
</file>

<file path=ppt/ink/ink8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59"/>
    </inkml:context>
    <inkml:brush xml:id="br0">
      <inkml:brushProperty name="width" value="0.02646" units="cm"/>
      <inkml:brushProperty name="height" value="0.02646" units="cm"/>
      <inkml:brushProperty name="fitToCurve" value="1"/>
    </inkml:brush>
  </inkml:definitions>
  <inkml:trace contextRef="#ctx0" brushRef="#br0">3471 4502 874,'91'36'-8,"-2"-91"5,-32-34 2,-160 102-7,32 101 5,52-17 6,91-12-3,37-69 0,43-141-9,-84 19 2,-18 18 0,6-58 5,-116 303-10,26 16 2,4 0 2,12-59 5,3-16 5,0 0 14,38-195 2,2-14-22,10-20-1,5-2 2,-12 43-2,9-7 11,23-31 1,-37 235-11,-34 12 1,-5-1 1,4-25 0,-6 10 9,0-16-1,-18 31 3,-78-156 7,53-56-10,46-13-4,85 13-4,82-4-10,-72 47-5,7 10-17</inkml:trace>
</inkml:ink>
</file>

<file path=ppt/ink/ink8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0"/>
    </inkml:context>
    <inkml:brush xml:id="br0">
      <inkml:brushProperty name="width" value="0.02646" units="cm"/>
      <inkml:brushProperty name="height" value="0.02646" units="cm"/>
      <inkml:brushProperty name="fitToCurve" value="1"/>
    </inkml:brush>
  </inkml:definitions>
  <inkml:trace contextRef="#ctx0" brushRef="#br0">4123 3592 874,'-27'80'-11,"1"1"1,-4 23-1,1 17 2,9-34 2,7 6 1,3-13-8,19 39-30,-8-35-49</inkml:trace>
</inkml:ink>
</file>

<file path=ppt/ink/ink8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1"/>
    </inkml:context>
    <inkml:brush xml:id="br0">
      <inkml:brushProperty name="width" value="0.02646" units="cm"/>
      <inkml:brushProperty name="height" value="0.02646" units="cm"/>
      <inkml:brushProperty name="fitToCurve" value="1"/>
    </inkml:brush>
  </inkml:definitions>
  <inkml:trace contextRef="#ctx0" brushRef="#br0">4210 3839 874,'60'140'-17,"-37"-56"11,3 41-3,-36-217 10,58-12-7,44 12-10,-12 23-39</inkml:trace>
</inkml:ink>
</file>

<file path=ppt/ink/ink8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2"/>
    </inkml:context>
    <inkml:brush xml:id="br0">
      <inkml:brushProperty name="width" value="0.02646" units="cm"/>
      <inkml:brushProperty name="height" value="0.02646" units="cm"/>
      <inkml:brushProperty name="fitToCurve" value="1"/>
    </inkml:brush>
  </inkml:definitions>
  <inkml:trace contextRef="#ctx0" brushRef="#br0">4578 3610 874,'44'83'-11,"6"71"3,-33-54 4,-11 9 1,-13 47-2,-23-21-9,-37-38-5,-16-14-280</inkml:trace>
</inkml:ink>
</file>

<file path=ppt/ink/ink8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3"/>
    </inkml:context>
    <inkml:brush xml:id="br0">
      <inkml:brushProperty name="width" value="0.02646" units="cm"/>
      <inkml:brushProperty name="height" value="0.02646" units="cm"/>
      <inkml:brushProperty name="fitToCurve" value="1"/>
    </inkml:brush>
  </inkml:definitions>
  <inkml:trace contextRef="#ctx0" brushRef="#br0">4880 3922 874,'85'-18'-10,"62"18"4,-47 3-3,-20 18-605</inkml:trace>
</inkml:ink>
</file>

<file path=ppt/ink/ink8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4"/>
    </inkml:context>
    <inkml:brush xml:id="br0">
      <inkml:brushProperty name="width" value="0.02646" units="cm"/>
      <inkml:brushProperty name="height" value="0.02646" units="cm"/>
      <inkml:brushProperty name="fitToCurve" value="1"/>
    </inkml:brush>
  </inkml:definitions>
  <inkml:trace contextRef="#ctx0" brushRef="#br0">4876 4099 874,'113'-14'-11,"57"19"2,-90-1-1,5 6-8</inkml:trace>
</inkml:ink>
</file>

<file path=ppt/ink/ink8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5"/>
    </inkml:context>
    <inkml:brush xml:id="br0">
      <inkml:brushProperty name="width" value="0.02646" units="cm"/>
      <inkml:brushProperty name="height" value="0.02646" units="cm"/>
      <inkml:brushProperty name="fitToCurve" value="1"/>
    </inkml:brush>
  </inkml:definitions>
  <inkml:trace contextRef="#ctx0" brushRef="#br0">5416 3894 874,'82'10'-9,"70"-12"-4,-49-3-4,-22 2-587</inkml:trace>
</inkml:ink>
</file>

<file path=ppt/ink/ink8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6"/>
    </inkml:context>
    <inkml:brush xml:id="br0">
      <inkml:brushProperty name="width" value="0.02646" units="cm"/>
      <inkml:brushProperty name="height" value="0.02646" units="cm"/>
      <inkml:brushProperty name="fitToCurve" value="1"/>
    </inkml:brush>
  </inkml:definitions>
  <inkml:trace contextRef="#ctx0" brushRef="#br0">5518 3766 874,'-8'83'-9,"5"63"-5,15-45-3,9-10-21</inkml:trace>
</inkml:ink>
</file>

<file path=ppt/ink/ink8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7"/>
    </inkml:context>
    <inkml:brush xml:id="br0">
      <inkml:brushProperty name="width" value="0.02646" units="cm"/>
      <inkml:brushProperty name="height" value="0.02646" units="cm"/>
      <inkml:brushProperty name="fitToCurve" value="1"/>
    </inkml:brush>
  </inkml:definitions>
  <inkml:trace contextRef="#ctx0" brushRef="#br0">5942 3831 874,'36'109'-5,"70"-80"-2,15-74 6,-153-61 0,-79 93-3,11 13-8</inkml:trace>
</inkml:ink>
</file>

<file path=ppt/ink/ink8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8"/>
    </inkml:context>
    <inkml:brush xml:id="br0">
      <inkml:brushProperty name="width" value="0.02646" units="cm"/>
      <inkml:brushProperty name="height" value="0.02646" units="cm"/>
      <inkml:brushProperty name="fitToCurve" value="1"/>
    </inkml:brush>
  </inkml:definitions>
  <inkml:trace contextRef="#ctx0" brushRef="#br0">6163 3896 874,'118'101'-4,"12"-148"1,-100-73 1,-121 69-3,-25 117-2,19 7-13</inkml:trace>
</inkml:ink>
</file>

<file path=ppt/ink/ink8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69"/>
    </inkml:context>
    <inkml:brush xml:id="br0">
      <inkml:brushProperty name="width" value="0.02646" units="cm"/>
      <inkml:brushProperty name="height" value="0.02646" units="cm"/>
      <inkml:brushProperty name="fitToCurve" value="1"/>
    </inkml:brush>
  </inkml:definitions>
  <inkml:trace contextRef="#ctx0" brushRef="#br0">1554 5275 874,'24'115'-10,"-13"-36"3,2 55-2,-10-30 5,-1 71-3,-2-45 1,-2 19-1,-1-8 2,0-40 1,3-2 2,7 17 16,65-266-7,-36 9-10,-12 55 2,5 4 8,18-8-1,25 186-1,-48 36-5,-14-51 3,32 19 1,46-155-7,-7-18 7,7 130 2,2-34-6,10-108-3,-18 59 5,-2 66-1,42-30 1,-37-14 0,18 40 1,-20 37-630</inkml:trace>
</inkml:ink>
</file>

<file path=ppt/ink/ink8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0"/>
    </inkml:context>
    <inkml:brush xml:id="br0">
      <inkml:brushProperty name="width" value="0.02646" units="cm"/>
      <inkml:brushProperty name="height" value="0.02646" units="cm"/>
      <inkml:brushProperty name="fitToCurve" value="1"/>
    </inkml:brush>
  </inkml:definitions>
  <inkml:trace contextRef="#ctx0" brushRef="#br0">1988 5578 874,'-13'98'-7,"-7"-11"-434</inkml:trace>
</inkml:ink>
</file>

<file path=ppt/ink/ink8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1"/>
    </inkml:context>
    <inkml:brush xml:id="br0">
      <inkml:brushProperty name="width" value="0.02646" units="cm"/>
      <inkml:brushProperty name="height" value="0.02646" units="cm"/>
      <inkml:brushProperty name="fitToCurve" value="1"/>
    </inkml:brush>
  </inkml:definitions>
  <inkml:trace contextRef="#ctx0" brushRef="#br0">1613 6412 874,'-11'85'-12,"10"88"-1,6-68 10,-1 0 3,0-21 0,0 43 3,-4-248-12,29-5 1,42-16 15,49 89-3,-37 28 18,-2 71-462</inkml:trace>
</inkml:ink>
</file>

<file path=ppt/ink/ink8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2"/>
    </inkml:context>
    <inkml:brush xml:id="br0">
      <inkml:brushProperty name="width" value="0.02646" units="cm"/>
      <inkml:brushProperty name="height" value="0.02646" units="cm"/>
      <inkml:brushProperty name="fitToCurve" value="1"/>
    </inkml:brush>
  </inkml:definitions>
  <inkml:trace contextRef="#ctx0" brushRef="#br0">1937 6748 874,'152'6'-16,"-67"-9"10,47-7-7,-37-1-12</inkml:trace>
</inkml:ink>
</file>

<file path=ppt/ink/ink8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3"/>
    </inkml:context>
    <inkml:brush xml:id="br0">
      <inkml:brushProperty name="width" value="0.02646" units="cm"/>
      <inkml:brushProperty name="height" value="0.02646" units="cm"/>
      <inkml:brushProperty name="fitToCurve" value="1"/>
    </inkml:brush>
  </inkml:definitions>
  <inkml:trace contextRef="#ctx0" brushRef="#br0">2150 6612 874,'104'129'-12,"-70"-39"9,-28-10 3,-53 16 3,-32-44-857</inkml:trace>
</inkml:ink>
</file>

<file path=ppt/ink/ink8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4"/>
    </inkml:context>
    <inkml:brush xml:id="br0">
      <inkml:brushProperty name="width" value="0.02646" units="cm"/>
      <inkml:brushProperty name="height" value="0.02646" units="cm"/>
      <inkml:brushProperty name="fitToCurve" value="1"/>
    </inkml:brush>
  </inkml:definitions>
  <inkml:trace contextRef="#ctx0" brushRef="#br0">2520 6742 874,'92'69'-10,"26"-48"6,-7-50-4,-22-6-11</inkml:trace>
</inkml:ink>
</file>

<file path=ppt/ink/ink8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5"/>
    </inkml:context>
    <inkml:brush xml:id="br0">
      <inkml:brushProperty name="width" value="0.02646" units="cm"/>
      <inkml:brushProperty name="height" value="0.02646" units="cm"/>
      <inkml:brushProperty name="fitToCurve" value="1"/>
    </inkml:brush>
  </inkml:definitions>
  <inkml:trace contextRef="#ctx0" brushRef="#br0">2692 6641 874,'-29'115'-11,"6"33"5,9-39-5</inkml:trace>
</inkml:ink>
</file>

<file path=ppt/ink/ink8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6"/>
    </inkml:context>
    <inkml:brush xml:id="br0">
      <inkml:brushProperty name="width" value="0.02646" units="cm"/>
      <inkml:brushProperty name="height" value="0.02646" units="cm"/>
      <inkml:brushProperty name="fitToCurve" value="1"/>
    </inkml:brush>
  </inkml:definitions>
  <inkml:trace contextRef="#ctx0" brushRef="#br0">2983 6756 874,'0'122'-5,"130"-34"1,-45-126 4,-104-91-3,-70 84 0,-30 72-3,37-4-6</inkml:trace>
</inkml:ink>
</file>

<file path=ppt/ink/ink8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7"/>
    </inkml:context>
    <inkml:brush xml:id="br0">
      <inkml:brushProperty name="width" value="0.02646" units="cm"/>
      <inkml:brushProperty name="height" value="0.02646" units="cm"/>
      <inkml:brushProperty name="fitToCurve" value="1"/>
    </inkml:brush>
  </inkml:definitions>
  <inkml:trace contextRef="#ctx0" brushRef="#br0">3102 6834 874,'45'110'-7,"74"-46"5,-17-110 1,-83-57-2,-156 26-3,31 49-8</inkml:trace>
</inkml:ink>
</file>

<file path=ppt/ink/ink8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8"/>
    </inkml:context>
    <inkml:brush xml:id="br0">
      <inkml:brushProperty name="width" value="0.02646" units="cm"/>
      <inkml:brushProperty name="height" value="0.02646" units="cm"/>
      <inkml:brushProperty name="fitToCurve" value="1"/>
    </inkml:brush>
  </inkml:definitions>
  <inkml:trace contextRef="#ctx0" brushRef="#br0">3527 5765 874,'-95'-18'-10,"-45"47"9,36 35-1,32 73-1,74-1 1,19-28 4,68-4 0,19-54-3,49-54-5,-51-6-9,-22-3-815</inkml:trace>
</inkml:ink>
</file>

<file path=ppt/ink/ink8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79"/>
    </inkml:context>
    <inkml:brush xml:id="br0">
      <inkml:brushProperty name="width" value="0.02646" units="cm"/>
      <inkml:brushProperty name="height" value="0.02646" units="cm"/>
      <inkml:brushProperty name="fitToCurve" value="1"/>
    </inkml:brush>
  </inkml:definitions>
  <inkml:trace contextRef="#ctx0" brushRef="#br0">3074 6026 874,'140'-11'-17,"-51"14"11,7 3-3,-16 0 0,27 4-8,-23 2-109</inkml:trace>
</inkml:ink>
</file>

<file path=ppt/ink/ink8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0"/>
    </inkml:context>
    <inkml:brush xml:id="br0">
      <inkml:brushProperty name="width" value="0.02646" units="cm"/>
      <inkml:brushProperty name="height" value="0.02646" units="cm"/>
      <inkml:brushProperty name="fitToCurve" value="1"/>
    </inkml:brush>
  </inkml:definitions>
  <inkml:trace contextRef="#ctx0" brushRef="#br0">3532 6285 874,'8'105'-12,"4"50"8,-1-67 3,5 35 1,-8-31 3,-66-224-15,60-32-2,22 59 8,2 17 2,45-33 11,12 81 5,-113 163-2,-58 1-15,26-39-19</inkml:trace>
</inkml:ink>
</file>

<file path=ppt/ink/ink8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1"/>
    </inkml:context>
    <inkml:brush xml:id="br0">
      <inkml:brushProperty name="width" value="0.02646" units="cm"/>
      <inkml:brushProperty name="height" value="0.02646" units="cm"/>
      <inkml:brushProperty name="fitToCurve" value="1"/>
    </inkml:brush>
  </inkml:definitions>
  <inkml:trace contextRef="#ctx0" brushRef="#br0">3641 6718 874,'104'-25'-9,"-23"-8"5,-1-49 5,-171 60-1,39 127-1,35-5 0,69-18 2,80-121-5,-34-108-9,-41-6 9,-39 22 9,-103 139 5,70 74-12,4 22-3,6-21 1,2 2-1,5 13 1,2 3 5,0-17 0,8 7 4,62-263-13,-38 47 0,-11 32 2,3-6-1,-3-2 12,-9 13 1,-46 232 5,18 16-15,5-59 7,3-15-2,-10 35 2,-84-132 9,73-79-4,112-55-11,8 87-4,19-25-24,-33 65-12</inkml:trace>
</inkml:ink>
</file>

<file path=ppt/ink/ink8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2"/>
    </inkml:context>
    <inkml:brush xml:id="br0">
      <inkml:brushProperty name="width" value="0.02646" units="cm"/>
      <inkml:brushProperty name="height" value="0.02646" units="cm"/>
      <inkml:brushProperty name="fitToCurve" value="1"/>
    </inkml:brush>
  </inkml:definitions>
  <inkml:trace contextRef="#ctx0" brushRef="#br0">4277 5779 874,'-57'115'-12,"26"-34"5,3 17 0,12-3 1,3 63-6,28-33-14,2-35-28</inkml:trace>
</inkml:ink>
</file>

<file path=ppt/ink/ink8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3"/>
    </inkml:context>
    <inkml:brush xml:id="br0">
      <inkml:brushProperty name="width" value="0.02646" units="cm"/>
      <inkml:brushProperty name="height" value="0.02646" units="cm"/>
      <inkml:brushProperty name="fitToCurve" value="1"/>
    </inkml:brush>
  </inkml:definitions>
  <inkml:trace contextRef="#ctx0" brushRef="#br0">4409 5999 874,'48'109'-11,"-7"39"4,-19-37 3,-57-225 2,92 5 1,36 17 3,-11 19-177</inkml:trace>
</inkml:ink>
</file>

<file path=ppt/ink/ink8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4"/>
    </inkml:context>
    <inkml:brush xml:id="br0">
      <inkml:brushProperty name="width" value="0.02646" units="cm"/>
      <inkml:brushProperty name="height" value="0.02646" units="cm"/>
      <inkml:brushProperty name="fitToCurve" value="1"/>
    </inkml:brush>
  </inkml:definitions>
  <inkml:trace contextRef="#ctx0" brushRef="#br0">4693 5764 874,'63'120'-14,"-28"-35"6,-1 12 2,-11 8-3,-11 2 0,-11 34-22,-29-35-36,-11-24-87</inkml:trace>
</inkml:ink>
</file>

<file path=ppt/ink/ink8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5"/>
    </inkml:context>
    <inkml:brush xml:id="br0">
      <inkml:brushProperty name="width" value="0.02646" units="cm"/>
      <inkml:brushProperty name="height" value="0.02646" units="cm"/>
      <inkml:brushProperty name="fitToCurve" value="1"/>
    </inkml:brush>
  </inkml:definitions>
  <inkml:trace contextRef="#ctx0" brushRef="#br0">5039 6095 874,'107'8'-14,"-11"-4"5,-1 1-7,-11 6-410</inkml:trace>
</inkml:ink>
</file>

<file path=ppt/ink/ink8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6"/>
    </inkml:context>
    <inkml:brush xml:id="br0">
      <inkml:brushProperty name="width" value="0.02646" units="cm"/>
      <inkml:brushProperty name="height" value="0.02646" units="cm"/>
      <inkml:brushProperty name="fitToCurve" value="1"/>
    </inkml:brush>
  </inkml:definitions>
  <inkml:trace contextRef="#ctx0" brushRef="#br0">4976 6337 874,'81'5'-15,"-1"-13"7,21-23-1,-7 6-14,-11-5-42</inkml:trace>
</inkml:ink>
</file>

<file path=ppt/ink/ink8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7"/>
    </inkml:context>
    <inkml:brush xml:id="br0">
      <inkml:brushProperty name="width" value="0.02646" units="cm"/>
      <inkml:brushProperty name="height" value="0.02646" units="cm"/>
      <inkml:brushProperty name="fitToCurve" value="1"/>
    </inkml:brush>
  </inkml:definitions>
  <inkml:trace contextRef="#ctx0" brushRef="#br0">5596 5997 874,'-51'81'-10,"8"44"10,78 0-2,68-33-1,6-84 0,35-72-2,-53-10 2,-61-51 4,-72 18-1,-82 21-4,40 62-2,-23-11-13,22 17-793</inkml:trace>
</inkml:ink>
</file>

<file path=ppt/ink/ink8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8"/>
    </inkml:context>
    <inkml:brush xml:id="br0">
      <inkml:brushProperty name="width" value="0.02646" units="cm"/>
      <inkml:brushProperty name="height" value="0.02646" units="cm"/>
      <inkml:brushProperty name="fitToCurve" value="1"/>
    </inkml:brush>
  </inkml:definitions>
  <inkml:trace contextRef="#ctx0" brushRef="#br0">6374 5804 874,'-131'-17'-14,"-30"4"3,80 10 4,-3-2-10,4-3-270</inkml:trace>
</inkml:ink>
</file>

<file path=ppt/ink/ink8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89"/>
    </inkml:context>
    <inkml:brush xml:id="br0">
      <inkml:brushProperty name="width" value="0.02646" units="cm"/>
      <inkml:brushProperty name="height" value="0.02646" units="cm"/>
      <inkml:brushProperty name="fitToCurve" value="1"/>
    </inkml:brush>
  </inkml:definitions>
  <inkml:trace contextRef="#ctx0" brushRef="#br0">5970 5606 874,'45'139'-16,"-29"-45"7,5 65-7,-12-78 10,-1 3 1,2 1-20,-6 1-10</inkml:trace>
</inkml:ink>
</file>

<file path=ppt/ink/ink8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0"/>
    </inkml:context>
    <inkml:brush xml:id="br0">
      <inkml:brushProperty name="width" value="0.02646" units="cm"/>
      <inkml:brushProperty name="height" value="0.02646" units="cm"/>
      <inkml:brushProperty name="fitToCurve" value="1"/>
    </inkml:brush>
  </inkml:definitions>
  <inkml:trace contextRef="#ctx0" brushRef="#br0">3600 7174 874,'-3'89'0,"3"7"-10,0 12 6,3 2 2,1-32 2,-3 17-2,-1 10 1,0-3 0,1-21 0,2 23-1,4 17-2,0 18 0,-2-34-1,-1 9 1,1 22-1,1 19 0,-2 3 0,0-46 1,0 30-1,4 24 1,3 15 1,-3-33 0,1-7 1,-1 29-1,-1 19 1,-2 11-1,-1 8 1,-1-59 1,1 14-1,0 21 2,-1 19-1,1-7-1,-3-48 1,6 37-1,-2 27-1,1 24-5,-5-52 0,-1 4-1,-1 32-1,1 14-26,0-83 4,0-50-20,0-1 5,-3-18-183</inkml:trace>
</inkml:ink>
</file>

<file path=ppt/ink/ink8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1"/>
    </inkml:context>
    <inkml:brush xml:id="br0">
      <inkml:brushProperty name="width" value="0.02646" units="cm"/>
      <inkml:brushProperty name="height" value="0.02646" units="cm"/>
      <inkml:brushProperty name="fitToCurve" value="1"/>
    </inkml:brush>
  </inkml:definitions>
  <inkml:trace contextRef="#ctx0" brushRef="#br0">3641 11719 874,'113'3'-4,"-27"5"-5,43 3-5,-34-3 8,10-1 3,0 0 0,65 5 3,-66-4 0,8 2 1,-18-2 2,-7 0-1,21-3 0,17 1-2,17-1-1,-51-2-1,29 0-2,22 1-1,10 3 0,10 2 1,-8 1 1,-38-3 0,24 1 0,20-1 1,14 1 0,-36-3 0,0 1 0,24-2 0,14 1 0,12 2 1,9-2-1,-65 0 0,25 0 1,23 0 0,14 4-1,-21-4 0,-29-1 1,24 0 1,16 0 0,8-1 0,-54 0 1,10-2 0,20 2 0,15 2 1,-12-1-1,-42 1 0,23 1 1,13 1-1,9 0 1,2 0 1,-30-2-1,-20-1 1,15 2-1,8 1 2,3-2-1,-52-1 0,21-1-4,11 1-3,8 3-2,-20-2-7,-20 2-9,18 1-8,7 2-8,7-2-7,-41-4-7,7-1-7,9-6-3,-6-6-4,-13 0-66,-2-3 4</inkml:trace>
</inkml:ink>
</file>

<file path=ppt/ink/ink8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2"/>
    </inkml:context>
    <inkml:brush xml:id="br0">
      <inkml:brushProperty name="width" value="0.02646" units="cm"/>
      <inkml:brushProperty name="height" value="0.02646" units="cm"/>
      <inkml:brushProperty name="fitToCurve" value="1"/>
    </inkml:brush>
  </inkml:definitions>
  <inkml:trace contextRef="#ctx0" brushRef="#br0">10386 11748 874,'104'45'-11,"10"9"2,-14-9 8,1 3 7,-18-4-4,-59 57 0,-119 1-3,-2-31-6,1 1-16,16-4-117</inkml:trace>
</inkml:ink>
</file>

<file path=ppt/ink/ink8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3"/>
    </inkml:context>
    <inkml:brush xml:id="br0">
      <inkml:brushProperty name="width" value="0.02646" units="cm"/>
      <inkml:brushProperty name="height" value="0.02646" units="cm"/>
      <inkml:brushProperty name="fitToCurve" value="1"/>
    </inkml:brush>
  </inkml:definitions>
  <inkml:trace contextRef="#ctx0" brushRef="#br0">3630 7159 874,'-20'112'-7,"-12"40"1,8-42 1,2-25-4,-5-2-64</inkml:trace>
</inkml:ink>
</file>

<file path=ppt/ink/ink8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4"/>
    </inkml:context>
    <inkml:brush xml:id="br0">
      <inkml:brushProperty name="width" value="0.02646" units="cm"/>
      <inkml:brushProperty name="height" value="0.02646" units="cm"/>
      <inkml:brushProperty name="fitToCurve" value="1"/>
    </inkml:brush>
  </inkml:definitions>
  <inkml:trace contextRef="#ctx0" brushRef="#br0">3625 7231 874,'73'88'-9,"-1"0"4,-5 30 7,-120-23-3,-58-61-3,25-36-2,-5 6-13,10-18-21</inkml:trace>
</inkml:ink>
</file>

<file path=ppt/ink/ink8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5"/>
    </inkml:context>
    <inkml:brush xml:id="br0">
      <inkml:brushProperty name="width" value="0.02646" units="cm"/>
      <inkml:brushProperty name="height" value="0.02646" units="cm"/>
      <inkml:brushProperty name="fitToCurve" value="1"/>
    </inkml:brush>
  </inkml:definitions>
  <inkml:trace contextRef="#ctx0" brushRef="#br0">4203 7058 874,'-110'4'-6,"-16"44"5,46 29-2,35 48 0,29-4 2,41 6 3,33-43-2,54-43 0,-27-15-3</inkml:trace>
</inkml:ink>
</file>

<file path=ppt/ink/ink8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6"/>
    </inkml:context>
    <inkml:brush xml:id="br0">
      <inkml:brushProperty name="width" value="0.02646" units="cm"/>
      <inkml:brushProperty name="height" value="0.02646" units="cm"/>
      <inkml:brushProperty name="fitToCurve" value="1"/>
    </inkml:brush>
  </inkml:definitions>
  <inkml:trace contextRef="#ctx0" brushRef="#br0">3812 7341 874,'130'-17'-13,"24"4"10,-43 5-3</inkml:trace>
</inkml:ink>
</file>

<file path=ppt/ink/ink8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7"/>
    </inkml:context>
    <inkml:brush xml:id="br0">
      <inkml:brushProperty name="width" value="0.02646" units="cm"/>
      <inkml:brushProperty name="height" value="0.02646" units="cm"/>
      <inkml:brushProperty name="fitToCurve" value="1"/>
    </inkml:brush>
  </inkml:definitions>
  <inkml:trace contextRef="#ctx0" brushRef="#br0">4221 7457 874,'-13'145'-12,"-4"29"4,10-82 7,1 45 3,9-54 0,-29-216-8,12 1 2,18 2 1,47-29 2,28 36 3,19 53 4,-83 191 1,-104-16-25</inkml:trace>
</inkml:ink>
</file>

<file path=ppt/ink/ink8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8"/>
    </inkml:context>
    <inkml:brush xml:id="br0">
      <inkml:brushProperty name="width" value="0.02646" units="cm"/>
      <inkml:brushProperty name="height" value="0.02646" units="cm"/>
      <inkml:brushProperty name="fitToCurve" value="1"/>
    </inkml:brush>
  </inkml:definitions>
  <inkml:trace contextRef="#ctx0" brushRef="#br0">4252 7851 874,'92'8'-4,"-4"-63"2,-145 160-2,148-8 1,4-128-1,18-106-8,-45 7 1,-48 49 13,-12-47 5,-22 236-10,16 3-2,4 66-7,-1-59 9,2-2 2,-2-20 2,64-260 1,-53 54-2,-1-2-1,-5 8 5,-2 21 0,3-25 6,1 207 0,0 77-13,-7-72-1,3 50 0,-13-30 5,-72-228 10,123-23-8,54 34-3,-14 26-13</inkml:trace>
</inkml:ink>
</file>

<file path=ppt/ink/ink8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599"/>
    </inkml:context>
    <inkml:brush xml:id="br0">
      <inkml:brushProperty name="width" value="0.02646" units="cm"/>
      <inkml:brushProperty name="height" value="0.02646" units="cm"/>
      <inkml:brushProperty name="fitToCurve" value="1"/>
    </inkml:brush>
  </inkml:definitions>
  <inkml:trace contextRef="#ctx0" brushRef="#br0">5001 7145 874,'-62'112'-12,"31"58"2,41-71 7,22-2 0,36 31-9,-10-29-13</inkml:trace>
</inkml:ink>
</file>

<file path=ppt/ink/ink8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0"/>
    </inkml:context>
    <inkml:brush xml:id="br0">
      <inkml:brushProperty name="width" value="0.02646" units="cm"/>
      <inkml:brushProperty name="height" value="0.02646" units="cm"/>
      <inkml:brushProperty name="fitToCurve" value="1"/>
    </inkml:brush>
  </inkml:definitions>
  <inkml:trace contextRef="#ctx0" brushRef="#br0">5090 7389 874,'53'114'-11,"-6"17"8,47-191 1,10-37 1,-20 18-1</inkml:trace>
</inkml:ink>
</file>

<file path=ppt/ink/ink8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1"/>
    </inkml:context>
    <inkml:brush xml:id="br0">
      <inkml:brushProperty name="width" value="0.02646" units="cm"/>
      <inkml:brushProperty name="height" value="0.02646" units="cm"/>
      <inkml:brushProperty name="fitToCurve" value="1"/>
    </inkml:brush>
  </inkml:definitions>
  <inkml:trace contextRef="#ctx0" brushRef="#br0">5345 7117 874,'102'97'-15,"-12"58"6,-66-55 6,-23 13-1,-32 66-3,14-90-8,-21 2-1</inkml:trace>
</inkml:ink>
</file>

<file path=ppt/ink/ink8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2"/>
    </inkml:context>
    <inkml:brush xml:id="br0">
      <inkml:brushProperty name="width" value="0.02646" units="cm"/>
      <inkml:brushProperty name="height" value="0.02646" units="cm"/>
      <inkml:brushProperty name="fitToCurve" value="1"/>
    </inkml:brush>
  </inkml:definitions>
  <inkml:trace contextRef="#ctx0" brushRef="#br0">10851 12054 874,'37'79'-10,"-13"57"6,-18-57 3,-6 4 0,-6 42 0,38-228 2,43-35-5,45 51 2,31 6-2,-46 26-2,-23 14-179</inkml:trace>
</inkml:ink>
</file>

<file path=ppt/ink/ink8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3"/>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3727 7332 874,'12'111'-5,"7"37"0,-3-28 2,8 9 1,-3-18 3,-2 9 0,-3 0 0,6 36 0,-8-32 0,-2 29-3,2-4 0,-2-42 3,3 22 0,0-5-1,1 2-1,2 3 0,6 2 1,-5-8 1,1 9-1,6 8 0,2-10 2,10 31-2,-15-69-1,13 50 0,-3-12 1,18 19 1,-3-21-1,19 26-2,-11-27 1,4-11 1,10 2 0,-11-23 2,27 18-1,-14-26-1,13 4-1,-9-11 1,31 25 1,-21-22-2,17 3 0,-3-13 2,-8-8 1,51 27-2,-26-21-2,22 12 1,-27-22 4,12 3-3,-18-13 0,39 8 2,-58-26-2,8 2 0,3-1 0,4 1 0,0-2-1,1-2 2,-15-6-1,58 10 0,-24-11-1,16 1 2,-57-10-1,4 0 0,5-1 0,-1-2-1,-1-1 2,3-1-1,2-2 1,6-2-1,2 1-1,4-2 0,-11 1 1,54 0 0,-60 0 0,8-1 0,4-1 0,53 4 0,-57-1 0,6 2 0,8 3 0,51 4-1,-69-9 1,48 3 0,-57-2 1,0 0-1,66 3 0,1 0-1,-61-5 2,11 1-2,-9 0 0,54 5-1,-18-4 5,32-2-2,-61-3-1,-3-2 0,62 2 1,-62-2-1,5 2 0,0 0 0,48 2-1,-61-2 2,4 1-1,-2 0 0,-3 1 0,47-17 1,-41-75-8,-97 2-615</inkml:trace>
</inkml:ink>
</file>

<file path=ppt/ink/ink8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4"/>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10323 11333 874,'-88'127'-8,"28"-20"8,55-9 0,65 12-3,53-57 1,7-97 3,-57-82-4,-52 23 1,-68-18-3,-24 36-5,3 1-426</inkml:trace>
</inkml:ink>
</file>

<file path=ppt/ink/ink8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5"/>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10845 11357 874,'-107'-14'-11,"-38"1"6,60 5-3,5-4-177</inkml:trace>
</inkml:ink>
</file>

<file path=ppt/ink/ink8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6"/>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10503 11250 874,'17'104'-11,"29"63"0,-20-78 0,1-5-101</inkml:trace>
</inkml:ink>
</file>

<file path=ppt/ink/ink8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7"/>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2790 7326 874,'113'-26'-10,"37"24"3,-38 4-4,-33 18-601</inkml:trace>
</inkml:ink>
</file>

<file path=ppt/ink/ink8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8"/>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2933 7131 874,'-16'104'-7,"35"17"2,18-27-1,-12-14-107</inkml:trace>
</inkml:ink>
</file>

<file path=ppt/ink/ink8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09"/>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3227 7317 874,'-10'102'-4,"109"-33"2,-30-165 0,-98 3 1,-66 53 1,11 12-5</inkml:trace>
</inkml:ink>
</file>

<file path=ppt/ink/ink8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10"/>
    </inkml:context>
    <inkml:brush xml:id="br0">
      <inkml:brushProperty name="width" value="0.02646" units="cm"/>
      <inkml:brushProperty name="height" value="0.02646" units="cm"/>
      <inkml:brushProperty name="color" value="#0000FF"/>
      <inkml:brushProperty name="fitToCurve" value="1"/>
    </inkml:brush>
  </inkml:definitions>
  <inkml:trace contextRef="#ctx0" brushRef="#br0">3381 7399 874,'51'90'-5,"44"-107"-1,-22-73 4,-107-28 1,-108 103 1,77 124-2,20-22-4</inkml:trace>
</inkml:ink>
</file>

<file path=ppt/ink/ink8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90"/>
    </inkml:context>
    <inkml:brush xml:id="br0">
      <inkml:brushProperty name="width" value="0.02646" units="cm"/>
      <inkml:brushProperty name="height" value="0.02646" units="cm"/>
      <inkml:brushProperty name="fitToCurve" value="1"/>
    </inkml:brush>
  </inkml:definitions>
  <inkml:trace contextRef="#ctx0" brushRef="#br0">15126 11331 874,'5'-110'-11,"10"-39"7,-3 58 2,6-47-2,-4 38 3,-4 19-2,0-11 0,0-24-2,0-18-1,-2-8 1,-2 46 1,1-24 0,1-17 1,-3-9 3,-5-1-1,-5 13 2,1 35 1,-8-10 1,-7 0 2,-5 6 0,-18-37 6,-29 40-2,-47 61-6,0 45-2,-29 20-2,57-13 0,-58 6 0,58-12-1,-19-3 1,-12 0-2,40-1 1,-32 2-3,-22-2 0,-18 1-2,-11-2 2,15-2 0,31 0 0,-23-2 2,-13-2 1,-12 1 1,41 1 0,-9 0 0,-25 2 1,-18 3-2,6 0 0,46-1-1,-27 1 2,-14-2 1,-8 0 0,-5-1 2,26-1-1,19-1 0,-28-1-1,-19-1-1,-14 3-2,61-1 1,-20 1 1,-17 0-1,-16 1 1,14 0 0,35 0 0,-34 1-1,-28 2-1,-19 1 0,-13 1-2,46-1 0,14-2 0,-25 2 3,-14 0 1,-5-1 2,74 0 0,-30-2 1,-18 0 1,-10 1 0,-3-2 1,22 0 0,46-2 1,-15-3 1,0-3 0,7 0 2,38 3 1,9-2-2,1 1 1,2-1 1,6 2-1,-43 35 1,53 89-5,76 23-6,5-61-1,8 74-2,-2-47 1,1 14 1,-4-28-1,1 8 0,1 23 1,0 19-1,3 7 0,1 3 1,-5-54 0,3 15 2,-2 4 2,-1-1 4,-5-21-1,-3 61 6,-7-79-6,1 36 7,28-23-3,79-46-6,15-57-3,38-11-1,-65 15-1,47-1 0,30 6 3,-66 0-1,52 0 1,-53-1-2,10 4 1,9 3 0,-3 0 0,-31-1 0,21 1 0,17-3-1,11-1-1,-24 0 0,-5 2 0,22-1 0,10 5 1,5 1 0,5 0 1,-44-2 1,12 0 0,19 3 0,13-1-1,-9 0 0,-33-1 0,23 6 0,11 2 0,8 3 1,6 0 0,-27-4 0,-8-3 1,24-4-2,17-1-1,6 1-1,-58-4 1,23 2 0,12 0 2,4 4 2,3 0 1,-10 0 0,-33-2-1,25 0-2,20 3 0,15 3-2,-39-3 0,2 1-1,18 2 1,6 1 1,5 1 1,4-1 2,-55-5-1,23-2 0,18-3-1,15-3 0,-20 2-1,-23 1 0,26 0 0,14-1-1,10 0 0,-51-2 1,18-2-1,15-2 1,8 2 1,-1-1 2,-14-2 2,-45 1 1,6-5 1,-4-6 0,-9-4 0,34-14 5,-2-9-1,-36-14-5,-20-28-114</inkml:trace>
</inkml:ink>
</file>

<file path=ppt/ink/ink8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91"/>
    </inkml:context>
    <inkml:brush xml:id="br0">
      <inkml:brushProperty name="width" value="0.02646" units="cm"/>
      <inkml:brushProperty name="height" value="0.02646" units="cm"/>
      <inkml:brushProperty name="fitToCurve" value="1"/>
    </inkml:brush>
  </inkml:definitions>
  <inkml:trace contextRef="#ctx0" brushRef="#br0">13055 10783 874,'-135'0'-35,"-9"3"7,-43-1-15,-45-4 0,92 2-17,30 0-30,-21-3 0</inkml:trace>
</inkml:ink>
</file>

<file path=ppt/ink/ink8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29.692"/>
    </inkml:context>
    <inkml:brush xml:id="br0">
      <inkml:brushProperty name="width" value="0.02646" units="cm"/>
      <inkml:brushProperty name="height" value="0.02646" units="cm"/>
      <inkml:brushProperty name="fitToCurve" value="1"/>
    </inkml:brush>
  </inkml:definitions>
  <inkml:trace contextRef="#ctx0" brushRef="#br0">11479 9040 874,'-44'-103'-11,"28"-35"7,16 12 2,7 17 1,7-40-1,-3 59 2,9-11 0,-1 14 0,6 7-1,19-17-2,13-10-1,13-1-1,43-45-1,47-4 7,-73 91 1,61-36 0,-48 46-1,12 4-1,12 5 0,-15 13-1,-15 9 1,20 7-2,3 10 1,-34 3-1,20 8 1,13 10 1,-30-1 0,8 4 1,16 8-1,9 10 0,-4 9 1,-34-13-1,15 20 0,6 16 0,1 15-1,-6 12 0,-17-8 0,55 84 0,-67-57 0,-5 9 1,-9 2 0,-14-26 0,-9-6 1,-4 10 2,-10 6 0,-9 1 0,-7 53 2,-11-63-3,-12 3 0,1-20-1,-44 68 1,-53-12-1,-14-48-1,-28-37 0,51-37-3,-21-6-1,-14-4-2,44-2 0,-41-6-2,-36-10-2,-36-21-6,22-10-5,7-10-4,-75-47-14,-90-63-16,122 56-26,139 75-2,-16-18 8,9 3 16,-9-9-14</inkml:trace>
</inkml:ink>
</file>

<file path=ppt/ink/ink8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3"/>
    </inkml:context>
    <inkml:brush xml:id="br0">
      <inkml:brushProperty name="width" value="0.02646" units="cm"/>
      <inkml:brushProperty name="height" value="0.02646" units="cm"/>
      <inkml:brushProperty name="fitToCurve" value="1"/>
    </inkml:brush>
  </inkml:definitions>
  <inkml:trace contextRef="#ctx0" brushRef="#br0">1840 1042 874,'-137'-59'-9,"32"91"4,22 27-4,-41 61-5,67-26 7,14 6 2,24-7 5,23 20 4,83-80 1,29-80-2,19-117-8,-76 52 4,20-57-3,-25 39 14,-66 266-2,-3-43-11,3 10 0,4-12-4,9 24-16,-6-31-58</inkml:trace>
</inkml:ink>
</file>

<file path=ppt/ink/ink8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4"/>
    </inkml:context>
    <inkml:brush xml:id="br0">
      <inkml:brushProperty name="width" value="0.02646" units="cm"/>
      <inkml:brushProperty name="height" value="0.02646" units="cm"/>
      <inkml:brushProperty name="fitToCurve" value="1"/>
    </inkml:brush>
  </inkml:definitions>
  <inkml:trace contextRef="#ctx0" brushRef="#br0">1342 812 874,'84'-7'-14,"78"4"-1,-70-1 5,-3 0-11,3-8-12,-9 3-66</inkml:trace>
</inkml:ink>
</file>

<file path=ppt/ink/ink8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5"/>
    </inkml:context>
    <inkml:brush xml:id="br0">
      <inkml:brushProperty name="width" value="0.02646" units="cm"/>
      <inkml:brushProperty name="height" value="0.02646" units="cm"/>
      <inkml:brushProperty name="fitToCurve" value="1"/>
    </inkml:brush>
  </inkml:definitions>
  <inkml:trace contextRef="#ctx0" brushRef="#br0">1639 629 874,'108'9'-10,"12"30"6,-44 63 5,-94-6-3,-46 9 0,-1-22-25</inkml:trace>
</inkml:ink>
</file>

<file path=ppt/ink/ink8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6"/>
    </inkml:context>
    <inkml:brush xml:id="br0">
      <inkml:brushProperty name="width" value="0.02646" units="cm"/>
      <inkml:brushProperty name="height" value="0.02646" units="cm"/>
      <inkml:brushProperty name="fitToCurve" value="1"/>
    </inkml:brush>
  </inkml:definitions>
  <inkml:trace contextRef="#ctx0" brushRef="#br0">2051 1196 874,'101'-11'-10,"8"3"7,-10 5-2,-15 11-430</inkml:trace>
</inkml:ink>
</file>

<file path=ppt/ink/ink8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7"/>
    </inkml:context>
    <inkml:brush xml:id="br0">
      <inkml:brushProperty name="width" value="0.02646" units="cm"/>
      <inkml:brushProperty name="height" value="0.02646" units="cm"/>
      <inkml:brushProperty name="fitToCurve" value="1"/>
    </inkml:brush>
  </inkml:definitions>
  <inkml:trace contextRef="#ctx0" brushRef="#br0">2023 1438 874,'125'-19'-13,"33"-11"5,-46 7-7</inkml:trace>
</inkml:ink>
</file>

<file path=ppt/ink/ink8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8"/>
    </inkml:context>
    <inkml:brush xml:id="br0">
      <inkml:brushProperty name="width" value="0.02646" units="cm"/>
      <inkml:brushProperty name="height" value="0.02646" units="cm"/>
      <inkml:brushProperty name="fitToCurve" value="1"/>
    </inkml:brush>
  </inkml:definitions>
  <inkml:trace contextRef="#ctx0" brushRef="#br0">2932 932 874,'16'120'-12,"-13"-36"5,-1 15 1,4 51-1,-1-23 4,3 5 8,17-234-10,-11 17 0,7-16 1,10 2 3,25-39 4,37 42 4,-9 62 1,17 98-1,-19 18-10</inkml:trace>
</inkml:ink>
</file>

<file path=ppt/ink/ink8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19"/>
    </inkml:context>
    <inkml:brush xml:id="br0">
      <inkml:brushProperty name="width" value="0.02646" units="cm"/>
      <inkml:brushProperty name="height" value="0.02646" units="cm"/>
      <inkml:brushProperty name="fitToCurve" value="1"/>
    </inkml:brush>
  </inkml:definitions>
  <inkml:trace contextRef="#ctx0" brushRef="#br0">3132 515 874,'-18'129'-9,"-5"-18"8,0-26-23</inkml:trace>
</inkml:ink>
</file>

<file path=ppt/ink/ink8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0"/>
    </inkml:context>
    <inkml:brush xml:id="br0">
      <inkml:brushProperty name="width" value="0.02646" units="cm"/>
      <inkml:brushProperty name="height" value="0.02646" units="cm"/>
      <inkml:brushProperty name="fitToCurve" value="1"/>
    </inkml:brush>
  </inkml:definitions>
  <inkml:trace contextRef="#ctx0" brushRef="#br0">3273 501 874,'1'107'-7,"-31"-26"6,-1 6-438</inkml:trace>
</inkml:ink>
</file>

<file path=ppt/ink/ink9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1"/>
    </inkml:context>
    <inkml:brush xml:id="br0">
      <inkml:brushProperty name="width" value="0.02646" units="cm"/>
      <inkml:brushProperty name="height" value="0.02646" units="cm"/>
      <inkml:brushProperty name="fitToCurve" value="1"/>
    </inkml:brush>
  </inkml:definitions>
  <inkml:trace contextRef="#ctx0" brushRef="#br0">3457 1273 874,'121'2'-13,"45"-23"4,-44 6-8,-39 8-587</inkml:trace>
</inkml:ink>
</file>

<file path=ppt/ink/ink9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2"/>
    </inkml:context>
    <inkml:brush xml:id="br0">
      <inkml:brushProperty name="width" value="0.02646" units="cm"/>
      <inkml:brushProperty name="height" value="0.02646" units="cm"/>
      <inkml:brushProperty name="fitToCurve" value="1"/>
    </inkml:brush>
  </inkml:definitions>
  <inkml:trace contextRef="#ctx0" brushRef="#br0">4132 984 874,'16'89'-10,"-1"44"9,-18-32 3,4-223-16,14 9 13,32-1 5,82 22-3,-15 69-6,-23 26-21</inkml:trace>
</inkml:ink>
</file>

<file path=ppt/ink/ink9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3"/>
    </inkml:context>
    <inkml:brush xml:id="br0">
      <inkml:brushProperty name="width" value="0.02646" units="cm"/>
      <inkml:brushProperty name="height" value="0.02646" units="cm"/>
      <inkml:brushProperty name="fitToCurve" value="1"/>
    </inkml:brush>
  </inkml:definitions>
  <inkml:trace contextRef="#ctx0" brushRef="#br0">4641 993 874,'-14'134'-11,"-2"-37"11,37-10 2,70-101-4,-3-63-7,-16-36 0,-15-19 1,-35-22 11,-81 44 1,-77 95 4,53 113-2,166-25-4,27-86-8</inkml:trace>
</inkml:ink>
</file>

<file path=ppt/ink/ink9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4"/>
    </inkml:context>
    <inkml:brush xml:id="br0">
      <inkml:brushProperty name="width" value="0.02646" units="cm"/>
      <inkml:brushProperty name="height" value="0.02646" units="cm"/>
      <inkml:brushProperty name="fitToCurve" value="1"/>
    </inkml:brush>
  </inkml:definitions>
  <inkml:trace contextRef="#ctx0" brushRef="#br0">4809 429 874,'-5'94'-5,"-5"-10"-53</inkml:trace>
</inkml:ink>
</file>

<file path=ppt/ink/ink9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5"/>
    </inkml:context>
    <inkml:brush xml:id="br0">
      <inkml:brushProperty name="width" value="0.02646" units="cm"/>
      <inkml:brushProperty name="height" value="0.02646" units="cm"/>
      <inkml:brushProperty name="fitToCurve" value="1"/>
    </inkml:brush>
  </inkml:definitions>
  <inkml:trace contextRef="#ctx0" brushRef="#br0">4962 424 874,'129'-68'-4,"-41"104"1,-89 78-1,-82-14-4,16-3 11,180-97-8,-28-20-14,-4-8-56</inkml:trace>
</inkml:ink>
</file>

<file path=ppt/ink/ink9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6"/>
    </inkml:context>
    <inkml:brush xml:id="br0">
      <inkml:brushProperty name="width" value="0.02646" units="cm"/>
      <inkml:brushProperty name="height" value="0.02646" units="cm"/>
      <inkml:brushProperty name="fitToCurve" value="1"/>
    </inkml:brush>
  </inkml:definitions>
  <inkml:trace contextRef="#ctx0" brushRef="#br0">5489 414 874,'95'127'-19,"-63"-34"10,-17 24 0,-21 7 1,0-39 2,-27 26 0,-39 54-5,-12-78-7,1 11-20,-1-44-25</inkml:trace>
</inkml:ink>
</file>

<file path=ppt/ink/ink9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7"/>
    </inkml:context>
    <inkml:brush xml:id="br0">
      <inkml:brushProperty name="width" value="0.02646" units="cm"/>
      <inkml:brushProperty name="height" value="0.02646" units="cm"/>
      <inkml:brushProperty name="fitToCurve" value="1"/>
    </inkml:brush>
  </inkml:definitions>
  <inkml:trace contextRef="#ctx0" brushRef="#br0">3020 572 874,'-86'96'-21,"26"0"5,-7 35 0,0 30-3,13-3 4,16-38 3,7 20 5,13-44 4,10 25 0,28-2 7,35-23 5,38-40-4,-2 19 32,-8-63-39</inkml:trace>
</inkml:ink>
</file>

<file path=ppt/ink/ink9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8"/>
    </inkml:context>
    <inkml:brush xml:id="br0">
      <inkml:brushProperty name="width" value="0.02646" units="cm"/>
      <inkml:brushProperty name="height" value="0.02646" units="cm"/>
      <inkml:brushProperty name="fitToCurve" value="1"/>
    </inkml:brush>
  </inkml:definitions>
  <inkml:trace contextRef="#ctx0" brushRef="#br0">5794 730 874,'-4'135'-12,"-13"18"2,6-37 14,113-101-3,-13-148-11,-44 39 5,-1 8-12,-9 1-2</inkml:trace>
</inkml:ink>
</file>

<file path=ppt/ink/ink9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29"/>
    </inkml:context>
    <inkml:brush xml:id="br0">
      <inkml:brushProperty name="width" value="0.02646" units="cm"/>
      <inkml:brushProperty name="height" value="0.02646" units="cm"/>
      <inkml:brushProperty name="fitToCurve" value="1"/>
    </inkml:brush>
  </inkml:definitions>
  <inkml:trace contextRef="#ctx0" brushRef="#br0">6022 659 874,'12'109'-11,"-45"38"-1,-7-20 15,99-37 1,44-152-8,-7-3-57</inkml:trace>
</inkml:ink>
</file>

<file path=ppt/ink/ink9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0"/>
    </inkml:context>
    <inkml:brush xml:id="br0">
      <inkml:brushProperty name="width" value="0.02646" units="cm"/>
      <inkml:brushProperty name="height" value="0.02646" units="cm"/>
      <inkml:brushProperty name="fitToCurve" value="1"/>
    </inkml:brush>
  </inkml:definitions>
  <inkml:trace contextRef="#ctx0" brushRef="#br0">6228 886 874,'-16'133'-12,"0"-17"11,-16-3 1,44-268-21,68 32 8,19 34-22,30 57-31,-45 21-58</inkml:trace>
</inkml:ink>
</file>

<file path=ppt/ink/ink9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1"/>
    </inkml:context>
    <inkml:brush xml:id="br0">
      <inkml:brushProperty name="width" value="0.02646" units="cm"/>
      <inkml:brushProperty name="height" value="0.02646" units="cm"/>
      <inkml:brushProperty name="fitToCurve" value="1"/>
    </inkml:brush>
  </inkml:definitions>
  <inkml:trace contextRef="#ctx0" brushRef="#br0">5843 519 874,'136'-49'-17,"-46"35"9,17 10-2,-13-4-7,-11 7-3</inkml:trace>
</inkml:ink>
</file>

<file path=ppt/ink/ink9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2"/>
    </inkml:context>
    <inkml:brush xml:id="br0">
      <inkml:brushProperty name="width" value="0.02646" units="cm"/>
      <inkml:brushProperty name="height" value="0.02646" units="cm"/>
      <inkml:brushProperty name="fitToCurve" value="1"/>
    </inkml:brush>
  </inkml:definitions>
  <inkml:trace contextRef="#ctx0" brushRef="#br0">6127 313 874,'115'-8'-11,"-4"38"8,-42 66 5,-103 25-6,-52-53-2,1-2-290</inkml:trace>
</inkml:ink>
</file>

<file path=ppt/ink/ink9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3"/>
    </inkml:context>
    <inkml:brush xml:id="br0">
      <inkml:brushProperty name="width" value="0.02646" units="cm"/>
      <inkml:brushProperty name="height" value="0.02646" units="cm"/>
      <inkml:brushProperty name="fitToCurve" value="1"/>
    </inkml:brush>
  </inkml:definitions>
  <inkml:trace contextRef="#ctx0" brushRef="#br0">6751 856 874,'109'-16'-10,"31"8"3,-36-1-5,-3-4-20</inkml:trace>
</inkml:ink>
</file>

<file path=ppt/ink/ink9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4"/>
    </inkml:context>
    <inkml:brush xml:id="br0">
      <inkml:brushProperty name="width" value="0.02646" units="cm"/>
      <inkml:brushProperty name="height" value="0.02646" units="cm"/>
      <inkml:brushProperty name="fitToCurve" value="1"/>
    </inkml:brush>
  </inkml:definitions>
  <inkml:trace contextRef="#ctx0" brushRef="#br0">6840 687 874,'60'98'-11,"-49"-16"4,-16 16 1,-4-13 0,-35 39-10,13-37-19</inkml:trace>
</inkml:ink>
</file>

<file path=ppt/ink/ink9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5"/>
    </inkml:context>
    <inkml:brush xml:id="br0">
      <inkml:brushProperty name="width" value="0.02646" units="cm"/>
      <inkml:brushProperty name="height" value="0.02646" units="cm"/>
      <inkml:brushProperty name="fitToCurve" value="1"/>
    </inkml:brush>
  </inkml:definitions>
  <inkml:trace contextRef="#ctx0" brushRef="#br0">7653 183 874,'-45'91'-19,"0"5"1,-8 32 3,-1 23 4,10 16 2,12-47-22,13 5-4,11-23-4,6-3-15,18 0-5,-5 0-87,18-19-28</inkml:trace>
</inkml:ink>
</file>

<file path=ppt/ink/ink9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6"/>
    </inkml:context>
    <inkml:brush xml:id="br0">
      <inkml:brushProperty name="width" value="0.02646" units="cm"/>
      <inkml:brushProperty name="height" value="0.02646" units="cm"/>
      <inkml:brushProperty name="fitToCurve" value="1"/>
    </inkml:brush>
  </inkml:definitions>
  <inkml:trace contextRef="#ctx0" brushRef="#br0">7839 832 874,'-35'-96'-9,"29"-29"9,86 19 0,14 80-1,-12 142-4,-100-23-2,-25 16-3,-37 57-7,31-76 20,-7 43 6,165-121-4,21-107-15,-36 17-22</inkml:trace>
</inkml:ink>
</file>

<file path=ppt/ink/ink9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7"/>
    </inkml:context>
    <inkml:brush xml:id="br0">
      <inkml:brushProperty name="width" value="0.02646" units="cm"/>
      <inkml:brushProperty name="height" value="0.02646" units="cm"/>
      <inkml:brushProperty name="fitToCurve" value="1"/>
    </inkml:brush>
  </inkml:definitions>
  <inkml:trace contextRef="#ctx0" brushRef="#br0">8261 722 874,'0'106'-12,"-3"-22"5,-5 11 3,-7 42-1,-43-221 1,72-52-7,19 55 1,91-56-34,-18 68-33,-4 48-14,-18 18-134</inkml:trace>
</inkml:ink>
</file>

<file path=ppt/ink/ink9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8"/>
    </inkml:context>
    <inkml:brush xml:id="br0">
      <inkml:brushProperty name="width" value="0.02646" units="cm"/>
      <inkml:brushProperty name="height" value="0.02646" units="cm"/>
      <inkml:brushProperty name="fitToCurve" value="1"/>
    </inkml:brush>
  </inkml:definitions>
  <inkml:trace contextRef="#ctx0" brushRef="#br0">8360 341 874,'-8'125'-7,"-5"-39"-51</inkml:trace>
</inkml:ink>
</file>

<file path=ppt/ink/ink9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39"/>
    </inkml:context>
    <inkml:brush xml:id="br0">
      <inkml:brushProperty name="width" value="0.02646" units="cm"/>
      <inkml:brushProperty name="height" value="0.02646" units="cm"/>
      <inkml:brushProperty name="fitToCurve" value="1"/>
    </inkml:brush>
  </inkml:definitions>
  <inkml:trace contextRef="#ctx0" brushRef="#br0">8828 668 874,'-62'143'-15,"3"11"7,47-45 14,116-95-6,-18-76-10,-3-55 4,-40-15 11,-59-2-2,-85 56-1,-8 103 5,201 27-4,-8-73-189</inkml:trace>
</inkml:ink>
</file>

<file path=ppt/ink/ink9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0"/>
    </inkml:context>
    <inkml:brush xml:id="br0">
      <inkml:brushProperty name="width" value="0.02646" units="cm"/>
      <inkml:brushProperty name="height" value="0.02646" units="cm"/>
      <inkml:brushProperty name="fitToCurve" value="1"/>
    </inkml:brush>
  </inkml:definitions>
  <inkml:trace contextRef="#ctx0" brushRef="#br0">8902 227 874,'-16'147'-6,"4"-55"2</inkml:trace>
</inkml:ink>
</file>

<file path=ppt/ink/ink9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1"/>
    </inkml:context>
    <inkml:brush xml:id="br0">
      <inkml:brushProperty name="width" value="0.02646" units="cm"/>
      <inkml:brushProperty name="height" value="0.02646" units="cm"/>
      <inkml:brushProperty name="fitToCurve" value="1"/>
    </inkml:brush>
  </inkml:definitions>
  <inkml:trace contextRef="#ctx0" brushRef="#br0">9165 726 874,'113'0'-8,"-10"6"6,-23-5 0,0-37-5</inkml:trace>
</inkml:ink>
</file>

<file path=ppt/ink/ink9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2"/>
    </inkml:context>
    <inkml:brush xml:id="br0">
      <inkml:brushProperty name="width" value="0.02646" units="cm"/>
      <inkml:brushProperty name="height" value="0.02646" units="cm"/>
      <inkml:brushProperty name="fitToCurve" value="1"/>
    </inkml:brush>
  </inkml:definitions>
  <inkml:trace contextRef="#ctx0" brushRef="#br0">9266 543 874,'-1'118'-11,"-4"36"10,2-43 1</inkml:trace>
</inkml:ink>
</file>

<file path=ppt/ink/ink9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3"/>
    </inkml:context>
    <inkml:brush xml:id="br0">
      <inkml:brushProperty name="width" value="0.02646" units="cm"/>
      <inkml:brushProperty name="height" value="0.02646" units="cm"/>
      <inkml:brushProperty name="fitToCurve" value="1"/>
    </inkml:brush>
  </inkml:definitions>
  <inkml:trace contextRef="#ctx0" brushRef="#br0">9648 481 874,'17'147'-16,"-10"-61"11,-7 5 3,-4 38 1,-16-257-2,48 22-2,57-31-10,8 48-14,-12 40-30,10 9-100</inkml:trace>
</inkml:ink>
</file>

<file path=ppt/ink/ink9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4"/>
    </inkml:context>
    <inkml:brush xml:id="br0">
      <inkml:brushProperty name="width" value="0.02646" units="cm"/>
      <inkml:brushProperty name="height" value="0.02646" units="cm"/>
      <inkml:brushProperty name="fitToCurve" value="1"/>
    </inkml:brush>
  </inkml:definitions>
  <inkml:trace contextRef="#ctx0" brushRef="#br0">10113 609 874,'-60'94'-7,"19"20"7,155-77-9,-14-109-1,-2-53 6,-48 12 7,-104 14 3,-53 137-1,64 64 0,-9-14-189</inkml:trace>
</inkml:ink>
</file>

<file path=ppt/ink/ink9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5"/>
    </inkml:context>
    <inkml:brush xml:id="br0">
      <inkml:brushProperty name="width" value="0.02646" units="cm"/>
      <inkml:brushProperty name="height" value="0.02646" units="cm"/>
      <inkml:brushProperty name="fitToCurve" value="1"/>
    </inkml:brush>
  </inkml:definitions>
  <inkml:trace contextRef="#ctx0" brushRef="#br0">10216 227 874,'-1'113'-7</inkml:trace>
</inkml:ink>
</file>

<file path=ppt/ink/ink9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6"/>
    </inkml:context>
    <inkml:brush xml:id="br0">
      <inkml:brushProperty name="width" value="0.02646" units="cm"/>
      <inkml:brushProperty name="height" value="0.02646" units="cm"/>
      <inkml:brushProperty name="fitToCurve" value="1"/>
    </inkml:brush>
  </inkml:definitions>
  <inkml:trace contextRef="#ctx0" brushRef="#br0">10358 169 874,'0'111'-6,"-3"-24"-50</inkml:trace>
</inkml:ink>
</file>

<file path=ppt/ink/ink9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7"/>
    </inkml:context>
    <inkml:brush xml:id="br0">
      <inkml:brushProperty name="width" value="0.02646" units="cm"/>
      <inkml:brushProperty name="height" value="0.02646" units="cm"/>
      <inkml:brushProperty name="fitToCurve" value="1"/>
    </inkml:brush>
  </inkml:definitions>
  <inkml:trace contextRef="#ctx0" brushRef="#br0">10590 112 874,'81'75'-10,"-20"57"5,-36-11 1,-24 8-1,-14-28-1,-12 7 1,-8-15 2,-35 9 4,-27-188 3,25 6 3</inkml:trace>
</inkml:ink>
</file>

<file path=ppt/ink/ink9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8"/>
    </inkml:context>
    <inkml:brush xml:id="br0">
      <inkml:brushProperty name="width" value="0.02646" units="cm"/>
      <inkml:brushProperty name="height" value="0.02646" units="cm"/>
      <inkml:brushProperty name="fitToCurve" value="1"/>
    </inkml:brush>
  </inkml:definitions>
  <inkml:trace contextRef="#ctx0" brushRef="#br0">10074 620 874,'115'-49'-12,"70"30"-3,-96 11-2,-5 7-3</inkml:trace>
</inkml:ink>
</file>

<file path=ppt/ink/ink9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49"/>
    </inkml:context>
    <inkml:brush xml:id="br0">
      <inkml:brushProperty name="width" value="0.02646" units="cm"/>
      <inkml:brushProperty name="height" value="0.02646" units="cm"/>
      <inkml:brushProperty name="fitToCurve" value="1"/>
    </inkml:brush>
  </inkml:definitions>
  <inkml:trace contextRef="#ctx0" brushRef="#br0">10872 457 874,'-4'125'-12,"-26"14"10,112-112 3,8-171-6,-60 49 9,-64 194-21,19-3 1,1-15-28</inkml:trace>
</inkml:ink>
</file>

<file path=ppt/ink/ink9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0"/>
    </inkml:context>
    <inkml:brush xml:id="br0">
      <inkml:brushProperty name="width" value="0.02646" units="cm"/>
      <inkml:brushProperty name="height" value="0.02646" units="cm"/>
      <inkml:brushProperty name="fitToCurve" value="1"/>
    </inkml:brush>
  </inkml:definitions>
  <inkml:trace contextRef="#ctx0" brushRef="#br0">11140 671 874,'-23'82'-10,"-9"50"5,27-29 7,96-101-3,26-78-3,-34-6 1,-46-9 5,-70-1-1,-50 68 0,-10 52-1,38 66 3,187-92-9,-27-28-12,-23-16-810</inkml:trace>
</inkml:ink>
</file>

<file path=ppt/ink/ink9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1"/>
    </inkml:context>
    <inkml:brush xml:id="br0">
      <inkml:brushProperty name="width" value="0.02646" units="cm"/>
      <inkml:brushProperty name="height" value="0.02646" units="cm"/>
      <inkml:brushProperty name="fitToCurve" value="1"/>
    </inkml:brush>
  </inkml:definitions>
  <inkml:trace contextRef="#ctx0" brushRef="#br0">11363 241 874,'-88'31'-11,"-68"1"-7,40-39-14,32-34-31</inkml:trace>
</inkml:ink>
</file>

<file path=ppt/ink/ink9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2"/>
    </inkml:context>
    <inkml:brush xml:id="br0">
      <inkml:brushProperty name="width" value="0.02646" units="cm"/>
      <inkml:brushProperty name="height" value="0.02646" units="cm"/>
      <inkml:brushProperty name="fitToCurve" value="1"/>
    </inkml:brush>
  </inkml:definitions>
  <inkml:trace contextRef="#ctx0" brushRef="#br0">11196 141 874,'129'59'-13,"-27"57"7,-68-13-6,-61-9-34</inkml:trace>
</inkml:ink>
</file>

<file path=ppt/ink/ink9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3"/>
    </inkml:context>
    <inkml:brush xml:id="br0">
      <inkml:brushProperty name="width" value="0.02646" units="cm"/>
      <inkml:brushProperty name="height" value="0.02646" units="cm"/>
      <inkml:brushProperty name="fitToCurve" value="1"/>
    </inkml:brush>
  </inkml:definitions>
  <inkml:trace contextRef="#ctx0" brushRef="#br0">7575 1476 874,'82'25'-9,"87"5"-7,-61-27 9,0-13 1,73-27 0,-62-6 3,-32 10-1,13-10-1,15-6 4,8 5 2,0 13 3,-7 17 1,43 19 4,-5 67-1,-15-5 0,-24-34-3,55-42-5,-26-14-2,-57 2 0,4-9 2,1-9 0,-1-8 0,-4-4 0,37-14 1,1 55 3,-35 39 0,5 9-3,83-32-4,-68-24-4,-20 4 2,49 6 8,-223 83-6</inkml:trace>
</inkml:ink>
</file>

<file path=ppt/ink/ink9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4"/>
    </inkml:context>
    <inkml:brush xml:id="br0">
      <inkml:brushProperty name="width" value="0.02646" units="cm"/>
      <inkml:brushProperty name="height" value="0.02646" units="cm"/>
      <inkml:brushProperty name="fitToCurve" value="1"/>
    </inkml:brush>
  </inkml:definitions>
  <inkml:trace contextRef="#ctx0" brushRef="#br0">9024 1550 874,'-16'130'-12,"-7"-19"3,-2-27-56</inkml:trace>
</inkml:ink>
</file>

<file path=ppt/ink/ink9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5"/>
    </inkml:context>
    <inkml:brush xml:id="br0">
      <inkml:brushProperty name="width" value="0.02646" units="cm"/>
      <inkml:brushProperty name="height" value="0.02646" units="cm"/>
      <inkml:brushProperty name="fitToCurve" value="1"/>
    </inkml:brush>
  </inkml:definitions>
  <inkml:trace contextRef="#ctx0" brushRef="#br0">9248 1487 874,'-34'110'-12,"-24"36"7,17-50-2</inkml:trace>
</inkml:ink>
</file>

<file path=ppt/ink/ink9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6"/>
    </inkml:context>
    <inkml:brush xml:id="br0">
      <inkml:brushProperty name="width" value="0.02646" units="cm"/>
      <inkml:brushProperty name="height" value="0.02646" units="cm"/>
      <inkml:brushProperty name="fitToCurve" value="1"/>
    </inkml:brush>
  </inkml:definitions>
  <inkml:trace contextRef="#ctx0" brushRef="#br0">8982 2103 874,'-40'123'-7,"49"-5"7,92-89-2,-16-87 1,-26-71 0,-75 17 1,-70 69 1,10 14-5</inkml:trace>
</inkml:ink>
</file>

<file path=ppt/ink/ink9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7"/>
    </inkml:context>
    <inkml:brush xml:id="br0">
      <inkml:brushProperty name="width" value="0.02646" units="cm"/>
      <inkml:brushProperty name="height" value="0.02646" units="cm"/>
      <inkml:brushProperty name="fitToCurve" value="1"/>
    </inkml:brush>
  </inkml:definitions>
  <inkml:trace contextRef="#ctx0" brushRef="#br0">1434 3145 874,'27'114'-13,"-9"-34"9,-2 7 2,-4 2 2,6 40 2,-44-245-7,26 18-1,8 10 6,30-48 2,67 66-1,8 78 0,-22 38-1,-8 15-433</inkml:trace>
</inkml:ink>
</file>

<file path=ppt/ink/ink9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8"/>
    </inkml:context>
    <inkml:brush xml:id="br0">
      <inkml:brushProperty name="width" value="0.02646" units="cm"/>
      <inkml:brushProperty name="height" value="0.02646" units="cm"/>
      <inkml:brushProperty name="fitToCurve" value="1"/>
    </inkml:brush>
  </inkml:definitions>
  <inkml:trace contextRef="#ctx0" brushRef="#br0">2023 3305 874,'101'0'-7,"-32"0"4</inkml:trace>
</inkml:ink>
</file>

<file path=ppt/ink/ink9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59"/>
    </inkml:context>
    <inkml:brush xml:id="br0">
      <inkml:brushProperty name="width" value="0.02646" units="cm"/>
      <inkml:brushProperty name="height" value="0.02646" units="cm"/>
      <inkml:brushProperty name="fitToCurve" value="1"/>
    </inkml:brush>
  </inkml:definitions>
  <inkml:trace contextRef="#ctx0" brushRef="#br0">2037 3494 874,'112'36'-11,"-5"-59"8,-23 7-24</inkml:trace>
</inkml:ink>
</file>

<file path=ppt/ink/ink9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0"/>
    </inkml:context>
    <inkml:brush xml:id="br0">
      <inkml:brushProperty name="width" value="0.02646" units="cm"/>
      <inkml:brushProperty name="height" value="0.02646" units="cm"/>
      <inkml:brushProperty name="fitToCurve" value="1"/>
    </inkml:brush>
  </inkml:definitions>
  <inkml:trace contextRef="#ctx0" brushRef="#br0">2722 2686 874,'22'129'-14,"-22"-47"9,-10 6-2,-10 0-1,4 3-11,-12-10-268</inkml:trace>
</inkml:ink>
</file>

<file path=ppt/ink/ink9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1"/>
    </inkml:context>
    <inkml:brush xml:id="br0">
      <inkml:brushProperty name="width" value="0.02646" units="cm"/>
      <inkml:brushProperty name="height" value="0.02646" units="cm"/>
      <inkml:brushProperty name="fitToCurve" value="1"/>
    </inkml:brush>
  </inkml:definitions>
  <inkml:trace contextRef="#ctx0" brushRef="#br0">2435 3419 874,'104'-7'-10,"41"-15"5,-11 3 0,-23 11-6,7 19-7,-36-1-60</inkml:trace>
</inkml:ink>
</file>

<file path=ppt/ink/ink9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2"/>
    </inkml:context>
    <inkml:brush xml:id="br0">
      <inkml:brushProperty name="width" value="0.02646" units="cm"/>
      <inkml:brushProperty name="height" value="0.02646" units="cm"/>
      <inkml:brushProperty name="fitToCurve" value="1"/>
    </inkml:brush>
  </inkml:definitions>
  <inkml:trace contextRef="#ctx0" brushRef="#br0">2605 3650 874,'9'116'-11,"-3"39"5,3-30 6,46-32 3,73-113-5,-23-114-9,-29-4-1,-31 30 10,-33 198-2,-24 39-6,12-5-12,1-39-38</inkml:trace>
</inkml:ink>
</file>

<file path=ppt/ink/ink9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3"/>
    </inkml:context>
    <inkml:brush xml:id="br0">
      <inkml:brushProperty name="width" value="0.02646" units="cm"/>
      <inkml:brushProperty name="height" value="0.02646" units="cm"/>
      <inkml:brushProperty name="fitToCurve" value="1"/>
    </inkml:brush>
  </inkml:definitions>
  <inkml:trace contextRef="#ctx0" brushRef="#br0">2037 3219 874,'153'3'-32,"-60"-5"-28,-9 5-353</inkml:trace>
</inkml:ink>
</file>

<file path=ppt/ink/ink9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4"/>
    </inkml:context>
    <inkml:brush xml:id="br0">
      <inkml:brushProperty name="width" value="0.02646" units="cm"/>
      <inkml:brushProperty name="height" value="0.02646" units="cm"/>
      <inkml:brushProperty name="fitToCurve" value="1"/>
    </inkml:brush>
  </inkml:definitions>
  <inkml:trace contextRef="#ctx0" brushRef="#br0">1799 5152 874,'20'94'-10,"11"52"5,-18-60 4,-2 4 0,1 48 3,-15-45 1,-17-177-8,21-23 0,14-16 1,5 41 2,31-52 3,19 42 3,37 72 2,-47 113-4,-20-6-5</inkml:trace>
</inkml:ink>
</file>

<file path=ppt/ink/ink9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5"/>
    </inkml:context>
    <inkml:brush xml:id="br0">
      <inkml:brushProperty name="width" value="0.02646" units="cm"/>
      <inkml:brushProperty name="height" value="0.02646" units="cm"/>
      <inkml:brushProperty name="fitToCurve" value="1"/>
    </inkml:brush>
  </inkml:definitions>
  <inkml:trace contextRef="#ctx0" brushRef="#br0">2042 4844 874,'-9'112'-8,"-3"-28"-51</inkml:trace>
</inkml:ink>
</file>

<file path=ppt/ink/ink9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6"/>
    </inkml:context>
    <inkml:brush xml:id="br0">
      <inkml:brushProperty name="width" value="0.02646" units="cm"/>
      <inkml:brushProperty name="height" value="0.02646" units="cm"/>
      <inkml:brushProperty name="fitToCurve" value="1"/>
    </inkml:brush>
  </inkml:definitions>
  <inkml:trace contextRef="#ctx0" brushRef="#br0">2463 5289 874,'121'12'-7,"-5"-7"2,-12-2-2</inkml:trace>
</inkml:ink>
</file>

<file path=ppt/ink/ink9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7"/>
    </inkml:context>
    <inkml:brush xml:id="br0">
      <inkml:brushProperty name="width" value="0.02646" units="cm"/>
      <inkml:brushProperty name="height" value="0.02646" units="cm"/>
      <inkml:brushProperty name="fitToCurve" value="1"/>
    </inkml:brush>
  </inkml:definitions>
  <inkml:trace contextRef="#ctx0" brushRef="#br0">2435 5505 874,'148'0'-17,"-63"0"11,14 0 0,-12 0-9,-8 1 2</inkml:trace>
</inkml:ink>
</file>

<file path=ppt/ink/ink9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8"/>
    </inkml:context>
    <inkml:brush xml:id="br0">
      <inkml:brushProperty name="width" value="0.02646" units="cm"/>
      <inkml:brushProperty name="height" value="0.02646" units="cm"/>
      <inkml:brushProperty name="fitToCurve" value="1"/>
    </inkml:brush>
  </inkml:definitions>
  <inkml:trace contextRef="#ctx0" brushRef="#br0">3572 5046 874,'-107'-18'-10,"-30"46"5,27 38 4,57 32 2,101 37-3,73-39 0,-27-119 1,-18-108-3,-26 11-10,-44 30-591</inkml:trace>
</inkml:ink>
</file>

<file path=ppt/ink/ink9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69"/>
    </inkml:context>
    <inkml:brush xml:id="br0">
      <inkml:brushProperty name="width" value="0.02646" units="cm"/>
      <inkml:brushProperty name="height" value="0.02646" units="cm"/>
      <inkml:brushProperty name="fitToCurve" value="1"/>
    </inkml:brush>
  </inkml:definitions>
  <inkml:trace contextRef="#ctx0" brushRef="#br0">3493 4585 874,'-10'107'-10,"15"54"2,1-53 2,-3-3 1,-2-24 1,-4 10-4,-12 50-21,0-43-26</inkml:trace>
</inkml:ink>
</file>

<file path=ppt/ink/ink9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0"/>
    </inkml:context>
    <inkml:brush xml:id="br0">
      <inkml:brushProperty name="width" value="0.02646" units="cm"/>
      <inkml:brushProperty name="height" value="0.02646" units="cm"/>
      <inkml:brushProperty name="fitToCurve" value="1"/>
    </inkml:brush>
  </inkml:definitions>
  <inkml:trace contextRef="#ctx0" brushRef="#br0">3727 4906 874,'27'103'-10,"-10"59"2,-9-28 6,-6-21 5,-36-230-17,39 30 7,14-14 1,5 12 8,33-42 4,34 57-1,5 92 2,-12 25-1</inkml:trace>
</inkml:ink>
</file>

<file path=ppt/ink/ink9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1"/>
    </inkml:context>
    <inkml:brush xml:id="br0">
      <inkml:brushProperty name="width" value="0.02646" units="cm"/>
      <inkml:brushProperty name="height" value="0.02646" units="cm"/>
      <inkml:brushProperty name="fitToCurve" value="1"/>
    </inkml:brush>
  </inkml:definitions>
  <inkml:trace contextRef="#ctx0" brushRef="#br0">3201 5419 874,'138'10'-16,"-40"-6"6,7-4 0,73 0-3,-13 0-24,-50 3 5,-6 4-8,-17-2-30,5 3-40</inkml:trace>
</inkml:ink>
</file>

<file path=ppt/ink/ink9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2"/>
    </inkml:context>
    <inkml:brush xml:id="br0">
      <inkml:brushProperty name="width" value="0.02646" units="cm"/>
      <inkml:brushProperty name="height" value="0.02646" units="cm"/>
      <inkml:brushProperty name="fitToCurve" value="1"/>
    </inkml:brush>
  </inkml:definitions>
  <inkml:trace contextRef="#ctx0" brushRef="#br0">3629 5563 874,'-13'148'-20,"10"-51"12,0 14 2,3-1 3,0-27 2,-2 52 4,-14-28 2,-72-76 3,-26-145-2,4 44-2,29 81-5,44 85-1,67 37-1,27-42 2,52-55 0,13-70-1,6-84-7,-58 19 3,-5-15 0,-13 4 2,-13 26 1,-5-6 3,7-43 5,-53 228 7,-3 15-16,2 14-1,1-16 0,6-20 10,0-1-2,-11 12 4,-32-219-5,43 39-1,10-48-1,59 6 3,15 43 0,62 20-2,-57 40 0,24-8-4,-22 23-287</inkml:trace>
</inkml:ink>
</file>

<file path=ppt/ink/ink9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3"/>
    </inkml:context>
    <inkml:brush xml:id="br0">
      <inkml:brushProperty name="width" value="0.02646" units="cm"/>
      <inkml:brushProperty name="height" value="0.02646" units="cm"/>
      <inkml:brushProperty name="fitToCurve" value="1"/>
    </inkml:brush>
  </inkml:definitions>
  <inkml:trace contextRef="#ctx0" brushRef="#br0">4224 5363 874,'121'-3'-6,"-35"0"3,-4 1-2,3 3-104</inkml:trace>
</inkml:ink>
</file>

<file path=ppt/ink/ink9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4"/>
    </inkml:context>
    <inkml:brush xml:id="br0">
      <inkml:brushProperty name="width" value="0.02646" units="cm"/>
      <inkml:brushProperty name="height" value="0.02646" units="cm"/>
      <inkml:brushProperty name="fitToCurve" value="1"/>
    </inkml:brush>
  </inkml:definitions>
  <inkml:trace contextRef="#ctx0" brushRef="#br0">4195 5607 874,'133'-8'-12,"31"-34"1,-47 7-7,-35 1-807</inkml:trace>
</inkml:ink>
</file>

<file path=ppt/ink/ink9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5"/>
    </inkml:context>
    <inkml:brush xml:id="br0">
      <inkml:brushProperty name="width" value="0.02646" units="cm"/>
      <inkml:brushProperty name="height" value="0.02646" units="cm"/>
      <inkml:brushProperty name="fitToCurve" value="1"/>
    </inkml:brush>
  </inkml:definitions>
  <inkml:trace contextRef="#ctx0" brushRef="#br0">5207 5038 874,'-124'18'-12,"-6"44"9,30 20 2,43 22 1,108-5 2,35-110-1,-2-72-2,-16-87-13,-40 55 7,-5-2 4,-4 20 1,9-63 5,-16 59 3,-44 242-2,17-36-8,3-19-5,1-4-2,2 7-11,6 2-6,9 38-52,0-45-70</inkml:trace>
</inkml:ink>
</file>

<file path=ppt/ink/ink9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6"/>
    </inkml:context>
    <inkml:brush xml:id="br0">
      <inkml:brushProperty name="width" value="0.02646" units="cm"/>
      <inkml:brushProperty name="height" value="0.02646" units="cm"/>
      <inkml:brushProperty name="fitToCurve" value="1"/>
    </inkml:brush>
  </inkml:definitions>
  <inkml:trace contextRef="#ctx0" brushRef="#br0">5597 4441 874,'-82'125'-16,"45"-38"8,-1 19 0,1 14 2,10-9-5,8-24-4,5 5-5,-4 63-52,20-71 26,-1 10-86,7-10-278</inkml:trace>
</inkml:ink>
</file>

<file path=ppt/ink/ink9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7"/>
    </inkml:context>
    <inkml:brush xml:id="br0">
      <inkml:brushProperty name="width" value="0.02646" units="cm"/>
      <inkml:brushProperty name="height" value="0.02646" units="cm"/>
      <inkml:brushProperty name="fitToCurve" value="1"/>
    </inkml:brush>
  </inkml:definitions>
  <inkml:trace contextRef="#ctx0" brushRef="#br0">5853 4536 874,'44'-108'-12,"-1"-1"11,17 198-5,-52-9 2,11 53-11,-5-42-15</inkml:trace>
</inkml:ink>
</file>

<file path=ppt/ink/ink9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8"/>
    </inkml:context>
    <inkml:brush xml:id="br0">
      <inkml:brushProperty name="width" value="0.02646" units="cm"/>
      <inkml:brushProperty name="height" value="0.02646" units="cm"/>
      <inkml:brushProperty name="fitToCurve" value="1"/>
    </inkml:brush>
  </inkml:definitions>
  <inkml:trace contextRef="#ctx0" brushRef="#br0">5729 4829 874,'145'17'-20,"-42"-9"12,-16-1-4,55 2-17,-55 4-22,-5 6-121</inkml:trace>
</inkml:ink>
</file>

<file path=ppt/ink/ink9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79"/>
    </inkml:context>
    <inkml:brush xml:id="br0">
      <inkml:brushProperty name="width" value="0.02646" units="cm"/>
      <inkml:brushProperty name="height" value="0.02646" units="cm"/>
      <inkml:brushProperty name="fitToCurve" value="1"/>
    </inkml:brush>
  </inkml:definitions>
  <inkml:trace contextRef="#ctx0" brushRef="#br0">5846 5045 874,'-25'113'-11,"33"6"13,68-34-2,23-112-2,11-103 0,-54 233 3,-34-17-7</inkml:trace>
</inkml:ink>
</file>

<file path=ppt/ink/ink9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0"/>
    </inkml:context>
    <inkml:brush xml:id="br0">
      <inkml:brushProperty name="width" value="0.02646" units="cm"/>
      <inkml:brushProperty name="height" value="0.02646" units="cm"/>
      <inkml:brushProperty name="fitToCurve" value="1"/>
    </inkml:brush>
  </inkml:definitions>
  <inkml:trace contextRef="#ctx0" brushRef="#br0">6354 4398 874,'91'101'-14,"-15"62"3,-51-57 6,-8-10 2,-5 72-7,-29-4-16,5-75-4,-12-7-13</inkml:trace>
</inkml:ink>
</file>

<file path=ppt/ink/ink9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1"/>
    </inkml:context>
    <inkml:brush xml:id="br0">
      <inkml:brushProperty name="width" value="0.02646" units="cm"/>
      <inkml:brushProperty name="height" value="0.02646" units="cm"/>
      <inkml:brushProperty name="fitToCurve" value="1"/>
    </inkml:brush>
  </inkml:definitions>
  <inkml:trace contextRef="#ctx0" brushRef="#br0">4792 5491 874,'149'0'-19,"-46"0"9,22 0 0,20 1 1,-33 1 2,8 2 1,-9-2 2,2 1-4,30 1-14,12 2-7,-2-1-6,-51-2-7,-3 0-6,-10-1-45,-7 1-36</inkml:trace>
</inkml:ink>
</file>

<file path=ppt/ink/ink9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2"/>
    </inkml:context>
    <inkml:brush xml:id="br0">
      <inkml:brushProperty name="width" value="0.02646" units="cm"/>
      <inkml:brushProperty name="height" value="0.02646" units="cm"/>
      <inkml:brushProperty name="fitToCurve" value="1"/>
    </inkml:brush>
  </inkml:definitions>
  <inkml:trace contextRef="#ctx0" brushRef="#br0">5624 5752 874,'-20'139'-17,"16"-44"9,5 12 2,1 6 4,-2 37 1,-4-25 4,-94-107 7,13-131-8,0 42 1,-35 67-2,36 66-2,68 30 2,96-7-3,28-45-5,54-67 1,-74-23 2,-3-23 1,30-57-4,-64 26 3,-6-10 2,-7 1 2,-11 22 4,-22 212-2,-10-33-5,1 67-2,6-58 3,2-13 5,4 45 3,-63-250 19,70-29-35,16 69 2,72-60-19,-11 60-26,4 28-19,-15 19-240</inkml:trace>
</inkml:ink>
</file>

<file path=ppt/ink/ink9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3"/>
    </inkml:context>
    <inkml:brush xml:id="br0">
      <inkml:brushProperty name="width" value="0.02646" units="cm"/>
      <inkml:brushProperty name="height" value="0.02646" units="cm"/>
      <inkml:brushProperty name="fitToCurve" value="1"/>
    </inkml:brush>
  </inkml:definitions>
  <inkml:trace contextRef="#ctx0" brushRef="#br0">6651 5405 874,'81'7'-9,"62"8"2,-26 0-2</inkml:trace>
</inkml:ink>
</file>

<file path=ppt/ink/ink9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4"/>
    </inkml:context>
    <inkml:brush xml:id="br0">
      <inkml:brushProperty name="width" value="0.02646" units="cm"/>
      <inkml:brushProperty name="height" value="0.02646" units="cm"/>
      <inkml:brushProperty name="fitToCurve" value="1"/>
    </inkml:brush>
  </inkml:definitions>
  <inkml:trace contextRef="#ctx0" brushRef="#br0">6651 5649 874,'133'9'-14,"-43"2"6,-7 0-9,1 5-98</inkml:trace>
</inkml:ink>
</file>

<file path=ppt/ink/ink9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5"/>
    </inkml:context>
    <inkml:brush xml:id="br0">
      <inkml:brushProperty name="width" value="0.02646" units="cm"/>
      <inkml:brushProperty name="height" value="0.02646" units="cm"/>
      <inkml:brushProperty name="fitToCurve" value="1"/>
    </inkml:brush>
  </inkml:definitions>
  <inkml:trace contextRef="#ctx0" brushRef="#br0">7220 5535 874,'100'8'-10,"2"-40"6,-20 9-26</inkml:trace>
</inkml:ink>
</file>

<file path=ppt/ink/ink9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6"/>
    </inkml:context>
    <inkml:brush xml:id="br0">
      <inkml:brushProperty name="width" value="0.02646" units="cm"/>
      <inkml:brushProperty name="height" value="0.02646" units="cm"/>
      <inkml:brushProperty name="fitToCurve" value="1"/>
    </inkml:brush>
  </inkml:definitions>
  <inkml:trace contextRef="#ctx0" brushRef="#br0">7753 5382 874,'38'-97'-11,"23"-51"6,-26 68 4,18-60 1,-13 244-9,-36 21 2,0 6-11,5 33-18,-2-59-32,-9-22-314</inkml:trace>
</inkml:ink>
</file>

<file path=ppt/ink/ink9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7"/>
    </inkml:context>
    <inkml:brush xml:id="br0">
      <inkml:brushProperty name="width" value="0.02646" units="cm"/>
      <inkml:brushProperty name="height" value="0.02646" units="cm"/>
      <inkml:brushProperty name="fitToCurve" value="1"/>
    </inkml:brush>
  </inkml:definitions>
  <inkml:trace contextRef="#ctx0" brushRef="#br0">7646 5603 874,'157'-20'-18,"-59"8"9,7 4-2,-1 16-1,-15-5-8,1 6-8</inkml:trace>
</inkml:ink>
</file>

<file path=ppt/ink/ink9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8"/>
    </inkml:context>
    <inkml:brush xml:id="br0">
      <inkml:brushProperty name="width" value="0.02646" units="cm"/>
      <inkml:brushProperty name="height" value="0.02646" units="cm"/>
      <inkml:brushProperty name="fitToCurve" value="1"/>
    </inkml:brush>
  </inkml:definitions>
  <inkml:trace contextRef="#ctx0" brushRef="#br0">7738 6130 874,'-18'128'-13,"21"18"14,97-73-1,-5-156-4,-34-15-2,-28-47 8,-6 252-5,-23-13 0,25-4-11,13-7-30</inkml:trace>
</inkml:ink>
</file>

<file path=ppt/ink/ink9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89"/>
    </inkml:context>
    <inkml:brush xml:id="br0">
      <inkml:brushProperty name="width" value="0.02646" units="cm"/>
      <inkml:brushProperty name="height" value="0.02646" units="cm"/>
      <inkml:brushProperty name="fitToCurve" value="1"/>
    </inkml:brush>
  </inkml:definitions>
  <inkml:trace contextRef="#ctx0" brushRef="#br0">8015 5883 874,'115'-33'-6,"-19"62"6,-98 65-3,-51 12 2,41-14 1,127-17-8,-7-22-17,-28-36-402</inkml:trace>
</inkml:ink>
</file>

<file path=ppt/ink/ink9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0"/>
    </inkml:context>
    <inkml:brush xml:id="br0">
      <inkml:brushProperty name="width" value="0.02646" units="cm"/>
      <inkml:brushProperty name="height" value="0.02646" units="cm"/>
      <inkml:brushProperty name="fitToCurve" value="1"/>
    </inkml:brush>
  </inkml:definitions>
  <inkml:trace contextRef="#ctx0" brushRef="#br0">8874 5458 874,'-96'-3'-6,"-12"59"1,44 41 6,111-13-2,80-84-3,-22-129-2,-64-1-1,-27 34 3,-3-12 0,-6-2 3,-1 13 2,-2-28 2,-46 206-1,22 55-3,13-36 1,7 8 0,7-7 2,18 46 1,31-42 2,44-76 0,-10-73-3,-17-70-5,-19-43 3,-25 73 2,-20 186-8,2 29 7,49-46 2,31-130-5,-37-92-3,-23 33 4,-29 209 8,16 1-4,39-10-2,-15-14-103</inkml:trace>
</inkml:ink>
</file>

<file path=ppt/ink/ink9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1"/>
    </inkml:context>
    <inkml:brush xml:id="br0">
      <inkml:brushProperty name="width" value="0.02646" units="cm"/>
      <inkml:brushProperty name="height" value="0.02646" units="cm"/>
      <inkml:brushProperty name="fitToCurve" value="1"/>
    </inkml:brush>
  </inkml:definitions>
  <inkml:trace contextRef="#ctx0" brushRef="#br0">8635 5696 874,'125'0'-17,"-26"-7"6,21-3 2,16-1 1,9-2-5,-18 6-7,-27 3-6,-9 0-4,58 12-64,-66-2-51</inkml:trace>
</inkml:ink>
</file>

<file path=ppt/ink/ink9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2"/>
    </inkml:context>
    <inkml:brush xml:id="br0">
      <inkml:brushProperty name="width" value="0.02646" units="cm"/>
      <inkml:brushProperty name="height" value="0.02646" units="cm"/>
      <inkml:brushProperty name="fitToCurve" value="1"/>
    </inkml:brush>
  </inkml:definitions>
  <inkml:trace contextRef="#ctx0" brushRef="#br0">9062 5853 874,'-8'136'-15,"5"-49"12,3 1 2,3 35 4,11-41 3,-48-188-10,-10 7 4,-54 20 2,8 59-3,13 122 1,96 15-2,43-21 1,70-36 1,-47-59-1,51-41-1,-43-56 1,-33-65-3,-29 23 1,-20 36 5,-36 214-4,10 29-3,29 17 5,42-49 4,38-54-3,4-74 3,-12-28-24</inkml:trace>
</inkml:ink>
</file>

<file path=ppt/ink/ink9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3"/>
    </inkml:context>
    <inkml:brush xml:id="br0">
      <inkml:brushProperty name="width" value="0.02646" units="cm"/>
      <inkml:brushProperty name="height" value="0.02646" units="cm"/>
      <inkml:brushProperty name="fitToCurve" value="1"/>
    </inkml:brush>
  </inkml:definitions>
  <inkml:trace contextRef="#ctx0" brushRef="#br0">9094 6123 874,'86'-8'-16,"-3"-1"7,22-7 0,-6 1-15,-18 5-11</inkml:trace>
</inkml:ink>
</file>

<file path=ppt/ink/ink9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4"/>
    </inkml:context>
    <inkml:brush xml:id="br0">
      <inkml:brushProperty name="width" value="0.02646" units="cm"/>
      <inkml:brushProperty name="height" value="0.02646" units="cm"/>
      <inkml:brushProperty name="fitToCurve" value="1"/>
    </inkml:brush>
  </inkml:definitions>
  <inkml:trace contextRef="#ctx0" brushRef="#br0">5767 2643 874,'-112'11'-7,"11"21"1,-28 57-1,33 3 4,9 55 3,59-61-1,16 0 2,16 45 0,37-11 2,26-25 0,22-32-2,60-52-2,-65-39-1,-4 9-2,3-22-10</inkml:trace>
</inkml:ink>
</file>

<file path=ppt/ink/ink9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5"/>
    </inkml:context>
    <inkml:brush xml:id="br0">
      <inkml:brushProperty name="width" value="0.02646" units="cm"/>
      <inkml:brushProperty name="height" value="0.02646" units="cm"/>
      <inkml:brushProperty name="fitToCurve" value="1"/>
    </inkml:brush>
  </inkml:definitions>
  <inkml:trace contextRef="#ctx0" brushRef="#br0">6013 3094 874,'109'-3'-6,"-25"-4"4,17 0-3,-20 6-433</inkml:trace>
</inkml:ink>
</file>

<file path=ppt/ink/ink9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6"/>
    </inkml:context>
    <inkml:brush xml:id="br0">
      <inkml:brushProperty name="width" value="0.02646" units="cm"/>
      <inkml:brushProperty name="height" value="0.02646" units="cm"/>
      <inkml:brushProperty name="fitToCurve" value="1"/>
    </inkml:brush>
  </inkml:definitions>
  <inkml:trace contextRef="#ctx0" brushRef="#br0">6056 3261 874,'124'13'-11,"-1"-9"2,-43-1-4</inkml:trace>
</inkml:ink>
</file>

<file path=ppt/ink/ink9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7"/>
    </inkml:context>
    <inkml:brush xml:id="br0">
      <inkml:brushProperty name="width" value="0.02646" units="cm"/>
      <inkml:brushProperty name="height" value="0.02646" units="cm"/>
      <inkml:brushProperty name="fitToCurve" value="1"/>
    </inkml:brush>
  </inkml:definitions>
  <inkml:trace contextRef="#ctx0" brushRef="#br0">6609 2973 874,'37'104'-11,"-1"65"6,-24-70 4,-2 19 3,-2-219-14,4-33 1,5 46 6,23-40 7,41 49 5,51 66-1,-49 12 11,-3 27-42</inkml:trace>
</inkml:ink>
</file>

<file path=ppt/ink/ink9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8"/>
    </inkml:context>
    <inkml:brush xml:id="br0">
      <inkml:brushProperty name="width" value="0.02646" units="cm"/>
      <inkml:brushProperty name="height" value="0.02646" units="cm"/>
      <inkml:brushProperty name="fitToCurve" value="1"/>
    </inkml:brush>
  </inkml:definitions>
  <inkml:trace contextRef="#ctx0" brushRef="#br0">6893 2655 874,'102'-80'-13,"32"55"14,-40 82 0,-75 51-4,-49-11 3,113-32-7,1-56-114</inkml:trace>
</inkml:ink>
</file>

<file path=ppt/ink/ink9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099"/>
    </inkml:context>
    <inkml:brush xml:id="br0">
      <inkml:brushProperty name="width" value="0.02646" units="cm"/>
      <inkml:brushProperty name="height" value="0.02646" units="cm"/>
      <inkml:brushProperty name="fitToCurve" value="1"/>
    </inkml:brush>
  </inkml:definitions>
  <inkml:trace contextRef="#ctx0" brushRef="#br0">7379 3043 874,'-28'88'-9,"5"33"10,53-35-3,85-37-1,16-102 0,-7-67-4,-54 8 6,-58-14 4,-62 26-2,-71 46 1,-6 81 2,76 89-2,136-45-4,1-43-54</inkml:trace>
</inkml:ink>
</file>

<file path=ppt/ink/ink9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0"/>
    </inkml:context>
    <inkml:brush xml:id="br0">
      <inkml:brushProperty name="width" value="0.02646" units="cm"/>
      <inkml:brushProperty name="height" value="0.02646" units="cm"/>
      <inkml:brushProperty name="fitToCurve" value="1"/>
    </inkml:brush>
  </inkml:definitions>
  <inkml:trace contextRef="#ctx0" brushRef="#br0">7518 2499 874,'7'128'-11,"0"-4"2,-3-44-5</inkml:trace>
</inkml:ink>
</file>

<file path=ppt/ink/ink9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1"/>
    </inkml:context>
    <inkml:brush xml:id="br0">
      <inkml:brushProperty name="width" value="0.02646" units="cm"/>
      <inkml:brushProperty name="height" value="0.02646" units="cm"/>
      <inkml:brushProperty name="fitToCurve" value="1"/>
    </inkml:brush>
  </inkml:definitions>
  <inkml:trace contextRef="#ctx0" brushRef="#br0">7930 2974 874,'130'4'-8,"-47"9"6,18 2-3,-18 13-615</inkml:trace>
</inkml:ink>
</file>

<file path=ppt/ink/ink9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2"/>
    </inkml:context>
    <inkml:brush xml:id="br0">
      <inkml:brushProperty name="width" value="0.02646" units="cm"/>
      <inkml:brushProperty name="height" value="0.02646" units="cm"/>
      <inkml:brushProperty name="fitToCurve" value="1"/>
    </inkml:brush>
  </inkml:definitions>
  <inkml:trace contextRef="#ctx0" brushRef="#br0">7930 3175 874,'99'-3'-9,"28"10"5,-12 11 0</inkml:trace>
</inkml:ink>
</file>

<file path=ppt/ink/ink9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3"/>
    </inkml:context>
    <inkml:brush xml:id="br0">
      <inkml:brushProperty name="width" value="0.02646" units="cm"/>
      <inkml:brushProperty name="height" value="0.02646" units="cm"/>
      <inkml:brushProperty name="fitToCurve" value="1"/>
    </inkml:brush>
  </inkml:definitions>
  <inkml:trace contextRef="#ctx0" brushRef="#br0">8631 2819 874,'-25'105'0,"10"41"-4,90-38 2,68-112-4,-31-58-1,-30-60 3,-70 41 4,-26-4 1,-77-46-2,-10 72 1,-34 64 5,103 108-1,152-51-4,-33-19-3</inkml:trace>
</inkml:ink>
</file>

<file path=ppt/ink/ink9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4"/>
    </inkml:context>
    <inkml:brush xml:id="br0">
      <inkml:brushProperty name="width" value="0.02646" units="cm"/>
      <inkml:brushProperty name="height" value="0.02646" units="cm"/>
      <inkml:brushProperty name="fitToCurve" value="1"/>
    </inkml:brush>
  </inkml:definitions>
  <inkml:trace contextRef="#ctx0" brushRef="#br0">8640 2269 874,'20'109'-6,"-12"-25"3</inkml:trace>
</inkml:ink>
</file>

<file path=ppt/ink/ink9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5"/>
    </inkml:context>
    <inkml:brush xml:id="br0">
      <inkml:brushProperty name="width" value="0.02646" units="cm"/>
      <inkml:brushProperty name="height" value="0.02646" units="cm"/>
      <inkml:brushProperty name="fitToCurve" value="1"/>
    </inkml:brush>
  </inkml:definitions>
  <inkml:trace contextRef="#ctx0" brushRef="#br0">8398 3132 874,'153'17'-16,"-58"-15"9,14-5 1,8-1 2,3 1-4,-15 3-1,42 3-26,-46 12-32,-17 10-120</inkml:trace>
</inkml:ink>
</file>

<file path=ppt/ink/ink9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6"/>
    </inkml:context>
    <inkml:brush xml:id="br0">
      <inkml:brushProperty name="width" value="0.02646" units="cm"/>
      <inkml:brushProperty name="height" value="0.02646" units="cm"/>
      <inkml:brushProperty name="fitToCurve" value="1"/>
    </inkml:brush>
  </inkml:definitions>
  <inkml:trace contextRef="#ctx0" brushRef="#br0">8608 3405 874,'-20'86'-15,"1"76"6,19-75 12,44 53 2,39-108-4,22-150-7,-73 29 1,12-48 5,-22 58 3,-14 160-4,-5 63-8,12-29-11,4-26-30</inkml:trace>
</inkml:ink>
</file>

<file path=ppt/ink/ink9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7"/>
    </inkml:context>
    <inkml:brush xml:id="br0">
      <inkml:brushProperty name="width" value="0.02646" units="cm"/>
      <inkml:brushProperty name="height" value="0.02646" units="cm"/>
      <inkml:brushProperty name="fitToCurve" value="1"/>
    </inkml:brush>
  </inkml:definitions>
  <inkml:trace contextRef="#ctx0" brushRef="#br0">8913 3340 874,'85'-25'-5,"16"52"3,-69 67 1,-48-1 1,84 1-3,25-51 1,-7-4-186</inkml:trace>
</inkml:ink>
</file>

<file path=ppt/ink/ink9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8"/>
    </inkml:context>
    <inkml:brush xml:id="br0">
      <inkml:brushProperty name="width" value="0.02646" units="cm"/>
      <inkml:brushProperty name="height" value="0.02646" units="cm"/>
      <inkml:brushProperty name="fitToCurve" value="1"/>
    </inkml:brush>
  </inkml:definitions>
  <inkml:trace contextRef="#ctx0" brushRef="#br0">2747 7274 874,'118'14'-6,"-30"-8"6,-7 0-1,-1 1-54</inkml:trace>
</inkml:ink>
</file>

<file path=ppt/ink/ink9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09"/>
    </inkml:context>
    <inkml:brush xml:id="br0">
      <inkml:brushProperty name="width" value="0.02646" units="cm"/>
      <inkml:brushProperty name="height" value="0.02646" units="cm"/>
      <inkml:brushProperty name="fitToCurve" value="1"/>
    </inkml:brush>
  </inkml:definitions>
  <inkml:trace contextRef="#ctx0" brushRef="#br0">2776 7577 874,'105'4'-3,"-21"11"-13,1-2-11,-3 11-576</inkml:trace>
</inkml:ink>
</file>

<file path=ppt/ink/ink9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0"/>
    </inkml:context>
    <inkml:brush xml:id="br0">
      <inkml:brushProperty name="width" value="0.02646" units="cm"/>
      <inkml:brushProperty name="height" value="0.02646" units="cm"/>
      <inkml:brushProperty name="fitToCurve" value="1"/>
    </inkml:brush>
  </inkml:definitions>
  <inkml:trace contextRef="#ctx0" brushRef="#br0">3215 7432 874,'113'0'-7,"54"9"0,-80-4-2,-5 8-99</inkml:trace>
</inkml:ink>
</file>

<file path=ppt/ink/ink9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1"/>
    </inkml:context>
    <inkml:brush xml:id="br0">
      <inkml:brushProperty name="width" value="0.02646" units="cm"/>
      <inkml:brushProperty name="height" value="0.02646" units="cm"/>
      <inkml:brushProperty name="fitToCurve" value="1"/>
    </inkml:brush>
  </inkml:definitions>
  <inkml:trace contextRef="#ctx0" brushRef="#br0">4274 7087 874,'-137'-66'-5,"45"77"2,10 40-1,19 81 0,94 7 0,70-61-2,65-51-4,-66-27 1,-6-5-1,-4 3-14,-7-4-46</inkml:trace>
</inkml:ink>
</file>

<file path=ppt/ink/ink9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2"/>
    </inkml:context>
    <inkml:brush xml:id="br0">
      <inkml:brushProperty name="width" value="0.02646" units="cm"/>
      <inkml:brushProperty name="height" value="0.02646" units="cm"/>
      <inkml:brushProperty name="fitToCurve" value="1"/>
    </inkml:brush>
  </inkml:definitions>
  <inkml:trace contextRef="#ctx0" brushRef="#br0">3925 7622 874,'107'-7'-6,"7"2"-2,49 2 4,-27 8 3,-45 2-1,9 2-3,-5 0-1,-15 8-2,1-3-8,2 15-104</inkml:trace>
</inkml:ink>
</file>

<file path=ppt/ink/ink9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3"/>
    </inkml:context>
    <inkml:brush xml:id="br0">
      <inkml:brushProperty name="width" value="0.02646" units="cm"/>
      <inkml:brushProperty name="height" value="0.02646" units="cm"/>
      <inkml:brushProperty name="fitToCurve" value="1"/>
    </inkml:brush>
  </inkml:definitions>
  <inkml:trace contextRef="#ctx0" brushRef="#br0">4226 8064 874,'-23'86'-4,"52"48"1,40-39 1,47-68 0,-18-50-1,-8-68-2,-41-19 1,-38 2 4,-44 4 1,-66 5 3,8 65-1,-4 30 0,12 37-2,40 58-2,60-4-1,57-3-1,56-22-4,-39-24-7,-8-18-173</inkml:trace>
</inkml:ink>
</file>

<file path=ppt/ink/ink9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4"/>
    </inkml:context>
    <inkml:brush xml:id="br0">
      <inkml:brushProperty name="width" value="0.02646" units="cm"/>
      <inkml:brushProperty name="height" value="0.02646" units="cm"/>
      <inkml:brushProperty name="fitToCurve" value="1"/>
    </inkml:brush>
  </inkml:definitions>
  <inkml:trace contextRef="#ctx0" brushRef="#br0">4366 7721 874,'-52'61'-444</inkml:trace>
</inkml:ink>
</file>

<file path=ppt/ink/ink9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5"/>
    </inkml:context>
    <inkml:brush xml:id="br0">
      <inkml:brushProperty name="width" value="0.02646" units="cm"/>
      <inkml:brushProperty name="height" value="0.02646" units="cm"/>
      <inkml:brushProperty name="fitToCurve" value="1"/>
    </inkml:brush>
  </inkml:definitions>
  <inkml:trace contextRef="#ctx0" brushRef="#br0">5065 7447 874,'-104'20'-11,"-13"32"9,45 40 3,81 14 0,127-67-4,-37-81 1,-25-67-1,-44 21-1,-7-15-1,-8 4 2,1-39 1,-12 17 7,0 241-8,-15-15 0,-4 18-1,0 1 2,3-20 1,26 38 7,92-79 2,21-167-10,-41-18-4,-50 38 5,-12-1 3,-5-26 4,-19 248-3,3-12-6,28-2 9,64-93-4,7-172-4,-72 55-2,-7-2 8,-4-20-2,-84 244-7,72 20-8,2-51-17,13-20-385</inkml:trace>
</inkml:ink>
</file>

<file path=ppt/ink/ink9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6"/>
    </inkml:context>
    <inkml:brush xml:id="br0">
      <inkml:brushProperty name="width" value="0.02646" units="cm"/>
      <inkml:brushProperty name="height" value="0.02646" units="cm"/>
      <inkml:brushProperty name="fitToCurve" value="1"/>
    </inkml:brush>
  </inkml:definitions>
  <inkml:trace contextRef="#ctx0" brushRef="#br0">4905 7721 874,'96'7'-15,"1"-2"-1,29 4 2,21 3 2,-10 2 3,-40-5-23,-5 0-3,34 10-45,-43-8-74</inkml:trace>
</inkml:ink>
</file>

<file path=ppt/ink/ink9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7"/>
    </inkml:context>
    <inkml:brush xml:id="br0">
      <inkml:brushProperty name="width" value="0.02646" units="cm"/>
      <inkml:brushProperty name="height" value="0.02646" units="cm"/>
      <inkml:brushProperty name="fitToCurve" value="1"/>
    </inkml:brush>
  </inkml:definitions>
  <inkml:trace contextRef="#ctx0" brushRef="#br0">5295 7850 874,'-12'143'-15,"5"-53"9,-1 14 1,1-20 1,-4 62-1,12-38 12,-16-201-6,-45-32-5,-20 34 10,-21 65-3,27 130-1,124 31-5,42-29 0,50-57 0,-1-73 2,-24-64-1,-20-77-1,-45 25 2,-28 12 5,-93 239-1,55-10-9,8 10 1,3-20 4,15 59 5,-1-276 0,9 41-4,12 5 0,47-40 1,76-12-3,-48 47 5,-21 33-293</inkml:trace>
</inkml:ink>
</file>

<file path=ppt/ink/ink9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8"/>
    </inkml:context>
    <inkml:brush xml:id="br0">
      <inkml:brushProperty name="width" value="0.02646" units="cm"/>
      <inkml:brushProperty name="height" value="0.02646" units="cm"/>
      <inkml:brushProperty name="fitToCurve" value="1"/>
    </inkml:brush>
  </inkml:definitions>
  <inkml:trace contextRef="#ctx0" brushRef="#br0">5956 7691 874,'120'25'-12,"20"11"7,-58-14-2,1 14-426</inkml:trace>
</inkml:ink>
</file>

<file path=ppt/ink/ink9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19"/>
    </inkml:context>
    <inkml:brush xml:id="br0">
      <inkml:brushProperty name="width" value="0.02646" units="cm"/>
      <inkml:brushProperty name="height" value="0.02646" units="cm"/>
      <inkml:brushProperty name="fitToCurve" value="1"/>
    </inkml:brush>
  </inkml:definitions>
  <inkml:trace contextRef="#ctx0" brushRef="#br0">5928 7907 874,'81'0'-9,"80"9"-4,-76-4 0,-3 7-98</inkml:trace>
</inkml:ink>
</file>

<file path=ppt/ink/ink9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0"/>
    </inkml:context>
    <inkml:brush xml:id="br0">
      <inkml:brushProperty name="width" value="0.02646" units="cm"/>
      <inkml:brushProperty name="height" value="0.02646" units="cm"/>
      <inkml:brushProperty name="fitToCurve" value="1"/>
    </inkml:brush>
  </inkml:definitions>
  <inkml:trace contextRef="#ctx0" brushRef="#br0">6410 7821 874,'134'21'-13,"27"7"8,-44-7-3,-33 11-832</inkml:trace>
</inkml:ink>
</file>

<file path=ppt/ink/ink10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1"/>
    </inkml:context>
    <inkml:brush xml:id="br0">
      <inkml:brushProperty name="width" value="0.02646" units="cm"/>
      <inkml:brushProperty name="height" value="0.02646" units="cm"/>
      <inkml:brushProperty name="fitToCurve" value="1"/>
    </inkml:brush>
  </inkml:definitions>
  <inkml:trace contextRef="#ctx0" brushRef="#br0">7279 7536 874,'-99'-35'-8,"-37"67"5,22 70 0,63-9 1,37 0 0,65 22 1,26-27 0,38-28-1,26-35-8,-47-14-12,-13-12-399</inkml:trace>
</inkml:ink>
</file>

<file path=ppt/ink/ink10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2"/>
    </inkml:context>
    <inkml:brush xml:id="br0">
      <inkml:brushProperty name="width" value="0.02646" units="cm"/>
      <inkml:brushProperty name="height" value="0.02646" units="cm"/>
      <inkml:brushProperty name="fitToCurve" value="1"/>
    </inkml:brush>
  </inkml:definitions>
  <inkml:trace contextRef="#ctx0" brushRef="#br0">8079 7914 874,'-92'-62'-7,"-51"47"5,49 45 2,75 97-1,107-33-1,37-97-1,4-131-9,-54-11-2,-50 40 10,-14-6 1,-11 8 6,-8-40 4,-9 46 3,-19 197-2,27 1-14,4 10-2,5-20 6,16 71 3,61-43 3,15-98-2,7-112 0,-56 8-2,15-59-1,-29 29 4,-34 260 5,21-9-6,56-53-1,35-138-3,-40-100-10,-27 0 6,-20 24 5,-76 227 14,49-6-11,0-10-1,4 2-4</inkml:trace>
</inkml:ink>
</file>

<file path=ppt/ink/ink10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3"/>
    </inkml:context>
    <inkml:brush xml:id="br0">
      <inkml:brushProperty name="width" value="0.02646" units="cm"/>
      <inkml:brushProperty name="height" value="0.02646" units="cm"/>
      <inkml:brushProperty name="fitToCurve" value="1"/>
    </inkml:brush>
  </inkml:definitions>
  <inkml:trace contextRef="#ctx0" brushRef="#br0">8974 7907 874,'-152'13'-20,"52"-5"11,-19 2 1,-11 4 1,27-2-5,4 1-8,10 2-5,5 1-12,-8 8-6,-29 21-51,41-17-87</inkml:trace>
</inkml:ink>
</file>

<file path=ppt/ink/ink10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4"/>
    </inkml:context>
    <inkml:brush xml:id="br0">
      <inkml:brushProperty name="width" value="0.02646" units="cm"/>
      <inkml:brushProperty name="height" value="0.02646" units="cm"/>
      <inkml:brushProperty name="fitToCurve" value="1"/>
    </inkml:brush>
  </inkml:definitions>
  <inkml:trace contextRef="#ctx0" brushRef="#br0">8167 8095 874,'18'119'-13,"-6"-4"4,-6-4 9,8 12 3,-97-163-2,-46 0 3,21 97-4,127 63-5,108-62-3,-13-40 3,14-68 6,-29-39 1,-3-64-4,-57 72 4,12-59 3,-46 260-11,11-26 2,16 42-18,17-31-17,-6-23-58</inkml:trace>
</inkml:ink>
</file>

<file path=ppt/ink/ink10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5"/>
    </inkml:context>
    <inkml:brush xml:id="br0">
      <inkml:brushProperty name="width" value="0.02646" units="cm"/>
      <inkml:brushProperty name="height" value="0.02646" units="cm"/>
      <inkml:brushProperty name="fitToCurve" value="1"/>
    </inkml:brush>
  </inkml:definitions>
  <inkml:trace contextRef="#ctx0" brushRef="#br0">8355 8137 874,'132'48'-13,"19"19"5,-17 27 7,-63-5 2,-41-5-1,-73 13 1,-87-21-1,42-54-6</inkml:trace>
</inkml:ink>
</file>

<file path=ppt/ink/ink10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6"/>
    </inkml:context>
    <inkml:brush xml:id="br0">
      <inkml:brushProperty name="width" value="0.02646" units="cm"/>
      <inkml:brushProperty name="height" value="0.02646" units="cm"/>
      <inkml:brushProperty name="fitToCurve" value="1"/>
    </inkml:brush>
  </inkml:definitions>
  <inkml:trace contextRef="#ctx0" brushRef="#br0">8715 8339 874,'-103'15'-10,"19"-6"2,-8-1-3,12-5-33</inkml:trace>
</inkml:ink>
</file>

<file path=ppt/ink/ink10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7"/>
    </inkml:context>
    <inkml:brush xml:id="br0">
      <inkml:brushProperty name="width" value="0.02646" units="cm"/>
      <inkml:brushProperty name="height" value="0.02646" units="cm"/>
      <inkml:brushProperty name="fitToCurve" value="1"/>
    </inkml:brush>
  </inkml:definitions>
  <inkml:trace contextRef="#ctx0" brushRef="#br0">6208 8317 874,'32'116'-8,"-83"-30"5,-41-20 0,-20-11 0,-45-14-1,60-30 3,-55-2 0,61-8 1,-10-1 0,-4-1 0,-3-3 1,-52-5 0,66 1-1,-3-4 1,-3-3-1,5-1 1,-56-10-1,65 3 0,2-8 1,-31-27 0,48-55 1,29 16 4</inkml:trace>
</inkml:ink>
</file>

<file path=ppt/ink/ink10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8"/>
    </inkml:context>
    <inkml:brush xml:id="br0">
      <inkml:brushProperty name="width" value="0.02646" units="cm"/>
      <inkml:brushProperty name="height" value="0.02646" units="cm"/>
      <inkml:brushProperty name="fitToCurve" value="1"/>
    </inkml:brush>
  </inkml:definitions>
  <inkml:trace contextRef="#ctx0" brushRef="#br0">4885 8641 874,'26'108'-10,"-26"30"5,-5-26 5,-7-25 2,-104-111-5,-17-45 0,20 29 2,24 45 4,113 113-5,142-2-10,-14-52 0,-52-49 8,46-14 2,3-58 7,-45-31 2,-68 1 5,-141 32-1,35 160-10,120 29-6,32-43 2,14-63 5,15-102-3,-47-56-4,-77-31-2,-29 77 5,-94-45-3,11 68 3,0 77 7,85 93 4,180 16-19,-21-92 2,-17 6-19,12-22-10</inkml:trace>
</inkml:ink>
</file>

<file path=ppt/ink/ink10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29"/>
    </inkml:context>
    <inkml:brush xml:id="br0">
      <inkml:brushProperty name="width" value="0.02646" units="cm"/>
      <inkml:brushProperty name="height" value="0.02646" units="cm"/>
      <inkml:brushProperty name="fitToCurve" value="1"/>
    </inkml:brush>
  </inkml:definitions>
  <inkml:trace contextRef="#ctx0" brushRef="#br0">1952 10013 874,'9'132'-14,"2"-47"10,4 8 2,3 3 2,5 0 0,1-3 0,10 38 1,-68-235-4,25-16 0,14-4 2,40-6 4,68 35 2,19 102-4,-30 42-3,-20 4-12</inkml:trace>
</inkml:ink>
</file>

<file path=ppt/ink/ink10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0"/>
    </inkml:context>
    <inkml:brush xml:id="br0">
      <inkml:brushProperty name="width" value="0.02646" units="cm"/>
      <inkml:brushProperty name="height" value="0.02646" units="cm"/>
      <inkml:brushProperty name="fitToCurve" value="1"/>
    </inkml:brush>
  </inkml:definitions>
  <inkml:trace contextRef="#ctx0" brushRef="#br0">2056 9662 874,'-11'124'-8,"1"-40"-21</inkml:trace>
</inkml:ink>
</file>

<file path=ppt/ink/ink10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1"/>
    </inkml:context>
    <inkml:brush xml:id="br0">
      <inkml:brushProperty name="width" value="0.02646" units="cm"/>
      <inkml:brushProperty name="height" value="0.02646" units="cm"/>
      <inkml:brushProperty name="fitToCurve" value="1"/>
    </inkml:brush>
  </inkml:definitions>
  <inkml:trace contextRef="#ctx0" brushRef="#br0">2183 9705 874,'-13'141'-9,"8"-42"-1</inkml:trace>
</inkml:ink>
</file>

<file path=ppt/ink/ink10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2"/>
    </inkml:context>
    <inkml:brush xml:id="br0">
      <inkml:brushProperty name="width" value="0.02646" units="cm"/>
      <inkml:brushProperty name="height" value="0.02646" units="cm"/>
      <inkml:brushProperty name="fitToCurve" value="1"/>
    </inkml:brush>
  </inkml:definitions>
  <inkml:trace contextRef="#ctx0" brushRef="#br0">2619 10266 874,'100'12'-9,"14"-7"5,-3 8-2,-19 0-7</inkml:trace>
</inkml:ink>
</file>

<file path=ppt/ink/ink10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3"/>
    </inkml:context>
    <inkml:brush xml:id="br0">
      <inkml:brushProperty name="width" value="0.02646" units="cm"/>
      <inkml:brushProperty name="height" value="0.02646" units="cm"/>
      <inkml:brushProperty name="fitToCurve" value="1"/>
    </inkml:brush>
  </inkml:definitions>
  <inkml:trace contextRef="#ctx0" brushRef="#br0">2662 10548 874,'122'-8'-8,"-20"-5"-10,0 1-17,-19 7-386</inkml:trace>
</inkml:ink>
</file>

<file path=ppt/ink/ink10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4"/>
    </inkml:context>
    <inkml:brush xml:id="br0">
      <inkml:brushProperty name="width" value="0.02646" units="cm"/>
      <inkml:brushProperty name="height" value="0.02646" units="cm"/>
      <inkml:brushProperty name="fitToCurve" value="1"/>
    </inkml:brush>
  </inkml:definitions>
  <inkml:trace contextRef="#ctx0" brushRef="#br0">3520 10514 874,'-37'-95'-7,"-61"49"6,17 66-1,45 65 0,44-1-2,85 10 3,43-158 0,-75-26-5,-17-8-3,-14 15 1,-10-26 0,-11-14 5,-12-1 2,-1 34 2,-6 3 0,-6 0 2,-16-33 9,8 237 5,30-24-22,6 24-3,4 15 1,-4-42-12,6 15-7,3 7-8,2-7-7,-5-13-36,4-4-35</inkml:trace>
</inkml:ink>
</file>

<file path=ppt/ink/ink10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5"/>
    </inkml:context>
    <inkml:brush xml:id="br0">
      <inkml:brushProperty name="width" value="0.02646" units="cm"/>
      <inkml:brushProperty name="height" value="0.02646" units="cm"/>
      <inkml:brushProperty name="fitToCurve" value="1"/>
    </inkml:brush>
  </inkml:definitions>
  <inkml:trace contextRef="#ctx0" brushRef="#br0">3244 10467 874,'164'52'-27,"-43"-17"13,10 1-12,-27-7-5,-17-4-3,-6 9-4,23 3-85</inkml:trace>
</inkml:ink>
</file>

<file path=ppt/ink/ink10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6"/>
    </inkml:context>
    <inkml:brush xml:id="br0">
      <inkml:brushProperty name="width" value="0.02646" units="cm"/>
      <inkml:brushProperty name="height" value="0.02646" units="cm"/>
      <inkml:brushProperty name="fitToCurve" value="1"/>
    </inkml:brush>
  </inkml:definitions>
  <inkml:trace contextRef="#ctx0" brushRef="#br0">3538 10719 874,'-7'95'-11,"12"75"0,1-66 7,1 7 1,1 43 0,-1-28 4,2-40 2,-77-190 7,-22-1-10,-40 36 3,57 199-3,117-23-6,87-7 0,31-79 5,-48-54 0,-8-108-3,-39-7 0,-41 60 3,-9-3 4,-12-21 3,-33 262-9,27-40-1,-1-11 1,6-15-4,8 6-6,7-6-8,12 11-34,-9-12-240</inkml:trace>
</inkml:ink>
</file>

<file path=ppt/ink/ink10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7"/>
    </inkml:context>
    <inkml:brush xml:id="br0">
      <inkml:brushProperty name="width" value="0.02646" units="cm"/>
      <inkml:brushProperty name="height" value="0.02646" units="cm"/>
      <inkml:brushProperty name="fitToCurve" value="1"/>
    </inkml:brush>
  </inkml:definitions>
  <inkml:trace contextRef="#ctx0" brushRef="#br0">3556 11158 874,'127'43'-13,"28"-38"8,-41-7-4</inkml:trace>
</inkml:ink>
</file>

<file path=ppt/ink/ink10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8"/>
    </inkml:context>
    <inkml:brush xml:id="br0">
      <inkml:brushProperty name="width" value="0.02646" units="cm"/>
      <inkml:brushProperty name="height" value="0.02646" units="cm"/>
      <inkml:brushProperty name="fitToCurve" value="1"/>
    </inkml:brush>
  </inkml:definitions>
  <inkml:trace contextRef="#ctx0" brushRef="#br0">4504 9853 874,'-141'-64'-15,"-21"15"10,81 36 6,-37 46 1,61 91-4,64-1-1,13 11-2,-6-41 0,2 20 1,-1 18-1,-5-29 1,1 12-1,-1 24 1,2 18-1,2-2 2,-5-42 0,1 25 0,4 15 3,-1 2 1,-2-3 2,-5-28 2,-1-25 1,1 1 0,-1-8 2,28 41 6,81-62-3,38-68-11,-30-5-10,-32-33-21,-8 18-781</inkml:trace>
</inkml:ink>
</file>

<file path=ppt/ink/ink10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39"/>
    </inkml:context>
    <inkml:brush xml:id="br0">
      <inkml:brushProperty name="width" value="0.02646" units="cm"/>
      <inkml:brushProperty name="height" value="0.02646" units="cm"/>
      <inkml:brushProperty name="fitToCurve" value="1"/>
    </inkml:brush>
  </inkml:definitions>
  <inkml:trace contextRef="#ctx0" brushRef="#br0">4323 10802 874,'131'0'-8,"-43"-1"4,5-7-2,-1 3-5,-9 0-99</inkml:trace>
</inkml:ink>
</file>

<file path=ppt/ink/ink10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0"/>
    </inkml:context>
    <inkml:brush xml:id="br0">
      <inkml:brushProperty name="width" value="0.02646" units="cm"/>
      <inkml:brushProperty name="height" value="0.02646" units="cm"/>
      <inkml:brushProperty name="fitToCurve" value="1"/>
    </inkml:brush>
  </inkml:definitions>
  <inkml:trace contextRef="#ctx0" brushRef="#br0">5135 10476 874,'-49'-89'-5,"-38"31"2,8 60 1,-30 81-2,69 36 0,44 21 0,19-53 1,14 1 1,11-6 2,33 26 2,48-44 3,-39-31 7,-6-35-306</inkml:trace>
</inkml:ink>
</file>

<file path=ppt/ink/ink10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1"/>
    </inkml:context>
    <inkml:brush xml:id="br0">
      <inkml:brushProperty name="width" value="0.02646" units="cm"/>
      <inkml:brushProperty name="height" value="0.02646" units="cm"/>
      <inkml:brushProperty name="fitToCurve" value="1"/>
    </inkml:brush>
  </inkml:definitions>
  <inkml:trace contextRef="#ctx0" brushRef="#br0">5765 10739 874,'-81'-57'-5,"-36"58"2,31 47 0,52 75 1,93-12 0,65-37 2,-23-153-1,-37-51-8,-44 43 3,-8-21 0,-10-8 2,-10-1 2,0 21 3,-14-57 3,-1 53 3,4 219-2,33 64-14,2-63 3,2-20 1,0-12 1,11 5 5,8-3 2,58 17 7,-14-127-2,-13-135-3,-54 65-6,4-50 1,-25 43 3,-15 187-3,37 57 0,13-35 1,39-27 4,5-190-5,-43-15-4,-22-18 6,-10 218-2,20 44-3,23-14-7,-10-29-14</inkml:trace>
</inkml:ink>
</file>

<file path=ppt/ink/ink10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2"/>
    </inkml:context>
    <inkml:brush xml:id="br0">
      <inkml:brushProperty name="width" value="0.02646" units="cm"/>
      <inkml:brushProperty name="height" value="0.02646" units="cm"/>
      <inkml:brushProperty name="fitToCurve" value="1"/>
    </inkml:brush>
  </inkml:definitions>
  <inkml:trace contextRef="#ctx0" brushRef="#br0">6500 11010 874,'-132'-42'-13,"50"23"8,-12 5 1,-11 3 0,7 6-3,-59 1-9,23 9-25,38 2-34,13 0-628</inkml:trace>
</inkml:ink>
</file>

<file path=ppt/ink/ink10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3"/>
    </inkml:context>
    <inkml:brush xml:id="br0">
      <inkml:brushProperty name="width" value="0.02646" units="cm"/>
      <inkml:brushProperty name="height" value="0.02646" units="cm"/>
      <inkml:brushProperty name="fitToCurve" value="1"/>
    </inkml:brush>
  </inkml:definitions>
  <inkml:trace contextRef="#ctx0" brushRef="#br0">5806 11057 874,'28'98'-9,"-9"45"3,-15-60 3,3 47 0,-2-17 3,8 15 2,-100-222 6,-15 72-5,86 111-5,45 5-4,78 27-2,27-57 6,-31-60 3,8-86-1,-33-13 1,-19-48 2,-40 33 1,-92 241-5,103 15-1,16-57 3,45-89 0,8-136-5,-87 52 1,-15-7 2,-18-40-2,-52 1 5,-34 64 3,12 121 1,111 60-5,86-16-3,-14-119 0,-7 11-105</inkml:trace>
</inkml:ink>
</file>

<file path=ppt/ink/ink10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4"/>
    </inkml:context>
    <inkml:brush xml:id="br0">
      <inkml:brushProperty name="width" value="0.02646" units="cm"/>
      <inkml:brushProperty name="height" value="0.02646" units="cm"/>
      <inkml:brushProperty name="fitToCurve" value="1"/>
    </inkml:brush>
  </inkml:definitions>
  <inkml:trace contextRef="#ctx0" brushRef="#br0">6041 10022 874,'121'-3'-11,"33"-7"6,-30-10 7,-27 4 1,-21 118-9,-62 13-2,-9 30-4,-2-45 4,5 24 3,7 23-1,-2-31 2,6 6-1,7 29 1,7 19-1,2 1 2,-10-53 1,4 21 2,1 6 2,0-6 4,-6-12 2,-4-29-1,0 38 11,-83-43 1,-64-103-12,37-4-8</inkml:trace>
</inkml:ink>
</file>

<file path=ppt/ink/ink10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5"/>
    </inkml:context>
    <inkml:brush xml:id="br0">
      <inkml:brushProperty name="width" value="0.02646" units="cm"/>
      <inkml:brushProperty name="height" value="0.02646" units="cm"/>
      <inkml:brushProperty name="fitToCurve" value="1"/>
    </inkml:brush>
  </inkml:definitions>
  <inkml:trace contextRef="#ctx0" brushRef="#br0">7517 10784 874,'-136'0'-14,"-24"0"5,51 0-6,27 0-12,2-6-560</inkml:trace>
</inkml:ink>
</file>

<file path=ppt/ink/ink10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6"/>
    </inkml:context>
    <inkml:brush xml:id="br0">
      <inkml:brushProperty name="width" value="0.02646" units="cm"/>
      <inkml:brushProperty name="height" value="0.02646" units="cm"/>
      <inkml:brushProperty name="fitToCurve" value="1"/>
    </inkml:brush>
  </inkml:definitions>
  <inkml:trace contextRef="#ctx0" brushRef="#br0">7557 11028 874,'-107'5'-11,"-35"2"7,60 3 3,-1-2-4,-2-4-285</inkml:trace>
</inkml:ink>
</file>

<file path=ppt/ink/ink10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7"/>
    </inkml:context>
    <inkml:brush xml:id="br0">
      <inkml:brushProperty name="width" value="0.02646" units="cm"/>
      <inkml:brushProperty name="height" value="0.02646" units="cm"/>
      <inkml:brushProperty name="fitToCurve" value="1"/>
    </inkml:brush>
  </inkml:definitions>
  <inkml:trace contextRef="#ctx0" brushRef="#br0">7646 10966 874,'126'-11'-8,"-35"0"2,3-1-6,-12 7-419</inkml:trace>
</inkml:ink>
</file>

<file path=ppt/ink/ink10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8"/>
    </inkml:context>
    <inkml:brush xml:id="br0">
      <inkml:brushProperty name="width" value="0.02646" units="cm"/>
      <inkml:brushProperty name="height" value="0.02646" units="cm"/>
      <inkml:brushProperty name="fitToCurve" value="1"/>
    </inkml:brush>
  </inkml:definitions>
  <inkml:trace contextRef="#ctx0" brushRef="#br0">8463 10623 874,'-78'-52'-3,"-58"52"-2,21 69 1,52 33 2,61 56 0,31-74 1,35 33-2,38-28 4,-24-51 2,2-61 6</inkml:trace>
</inkml:ink>
</file>

<file path=ppt/ink/ink10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49"/>
    </inkml:context>
    <inkml:brush xml:id="br0">
      <inkml:brushProperty name="width" value="0.02646" units="cm"/>
      <inkml:brushProperty name="height" value="0.02646" units="cm"/>
      <inkml:brushProperty name="fitToCurve" value="1"/>
    </inkml:brush>
  </inkml:definitions>
  <inkml:trace contextRef="#ctx0" brushRef="#br0">8756 10760 874,'-50'91'-3,"30"61"-16,34-20 9,19-52 9,24 27 1,40-25 3,-12-68 2,7-96-1,-38-51-3,-34-6-2,-25 53 0,-13-5 0,-10 3 1,-28-31 1,-30 26 2,-26 69 3,75 129-6,47 18-5,51 25-5,51-44-10,1-40-30</inkml:trace>
</inkml:ink>
</file>

<file path=ppt/ink/ink10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0"/>
    </inkml:context>
    <inkml:brush xml:id="br0">
      <inkml:brushProperty name="width" value="0.02646" units="cm"/>
      <inkml:brushProperty name="height" value="0.02646" units="cm"/>
      <inkml:brushProperty name="fitToCurve" value="1"/>
    </inkml:brush>
  </inkml:definitions>
  <inkml:trace contextRef="#ctx0" brushRef="#br0">8782 10051 874,'1'102'-10,"16"19"7,2-19-1</inkml:trace>
</inkml:ink>
</file>

<file path=ppt/ink/ink10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1"/>
    </inkml:context>
    <inkml:brush xml:id="br0">
      <inkml:brushProperty name="width" value="0.02646" units="cm"/>
      <inkml:brushProperty name="height" value="0.02646" units="cm"/>
      <inkml:brushProperty name="fitToCurve" value="1"/>
    </inkml:brush>
  </inkml:definitions>
  <inkml:trace contextRef="#ctx0" brushRef="#br0">10585 3381 874,'-24'99'-10,"8"39"6,32 6 5,12-52 1,56-45-2,11-122-2,-33-61-5,-35-12 1,-27 66 6,-30-66 2,-46 64 2,-20 101-2,25 89 3,84-17-3,80-35-3,-6-22 0,-7-38-621</inkml:trace>
</inkml:ink>
</file>

<file path=ppt/ink/ink10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2"/>
    </inkml:context>
    <inkml:brush xml:id="br0">
      <inkml:brushProperty name="width" value="0.02646" units="cm"/>
      <inkml:brushProperty name="height" value="0.02646" units="cm"/>
      <inkml:brushProperty name="fitToCurve" value="1"/>
    </inkml:brush>
  </inkml:definitions>
  <inkml:trace contextRef="#ctx0" brushRef="#br0">10656 2845 874,'9'111'-9,"-3"-24"-50</inkml:trace>
</inkml:ink>
</file>

<file path=ppt/ink/ink10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3"/>
    </inkml:context>
    <inkml:brush xml:id="br0">
      <inkml:brushProperty name="width" value="0.02646" units="cm"/>
      <inkml:brushProperty name="height" value="0.02646" units="cm"/>
      <inkml:brushProperty name="fitToCurve" value="1"/>
    </inkml:brush>
  </inkml:definitions>
  <inkml:trace contextRef="#ctx0" brushRef="#br0">11040 3409 874,'111'-11'-11,"22"10"12,-18 2 1</inkml:trace>
</inkml:ink>
</file>

<file path=ppt/ink/ink10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4"/>
    </inkml:context>
    <inkml:brush xml:id="br0">
      <inkml:brushProperty name="width" value="0.02646" units="cm"/>
      <inkml:brushProperty name="height" value="0.02646" units="cm"/>
      <inkml:brushProperty name="fitToCurve" value="1"/>
    </inkml:brush>
  </inkml:definitions>
  <inkml:trace contextRef="#ctx0" brushRef="#br0">11054 3673 874,'133'-12'-12,"-15"-4"6,-35 6-9</inkml:trace>
</inkml:ink>
</file>

<file path=ppt/ink/ink10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5"/>
    </inkml:context>
    <inkml:brush xml:id="br0">
      <inkml:brushProperty name="width" value="0.02646" units="cm"/>
      <inkml:brushProperty name="height" value="0.02646" units="cm"/>
      <inkml:brushProperty name="fitToCurve" value="1"/>
    </inkml:brush>
  </inkml:definitions>
  <inkml:trace contextRef="#ctx0" brushRef="#br0">11845 3367 874,'-85'24'-6,"-24"50"1,36 12 4,70 12 2,139-82-3,-48-77-1,-22-81-3,-50 50 4,-9-9 0,-3-47 0,-5 65 3,-3-40 1,-14 243-2,10-18-6,7 8 1,9 43 1,48-9 8,69-61 5,-7-153-4,-41-22-5,-28-29 4,-47 228-4,44 38 4,59-110-4,13-109-5,-82-51 4,-44 0-1,-75-14 1,-18 48 2,-39 69 3,35 56-3,61 72 0,60-16-2,86-9-2,23-66-3,-37-10-3</inkml:trace>
</inkml:ink>
</file>

<file path=ppt/ink/ink10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6"/>
    </inkml:context>
    <inkml:brush xml:id="br0">
      <inkml:brushProperty name="width" value="0.02646" units="cm"/>
      <inkml:brushProperty name="height" value="0.02646" units="cm"/>
      <inkml:brushProperty name="fitToCurve" value="1"/>
    </inkml:brush>
  </inkml:definitions>
  <inkml:trace contextRef="#ctx0" brushRef="#br0">11564 3681 874,'95'-15'-14,"-6"2"1,27 1 1,17 0 2,8 4 2,-27 4-14,-18 2-5,-11 2-5,33 4-54,-36 2-86</inkml:trace>
</inkml:ink>
</file>

<file path=ppt/ink/ink10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7"/>
    </inkml:context>
    <inkml:brush xml:id="br0">
      <inkml:brushProperty name="width" value="0.02646" units="cm"/>
      <inkml:brushProperty name="height" value="0.02646" units="cm"/>
      <inkml:brushProperty name="fitToCurve" value="1"/>
    </inkml:brush>
  </inkml:definitions>
  <inkml:trace contextRef="#ctx0" brushRef="#br0">11965 3779 874,'7'144'-13,"-1"-63"10,3 4 2,7 44-1,1-32 3,-103-158 1,2-13-1,-33 66 1,11 76-4,94 13 1,51 8 0,83-9-4,-40-63 3,4-22 0,44-34 1,-4-71-1,-34-45 3,-50 36 2,-29 9 2,-36 238-3,31-32-11,4 4 0,9 40-24,2-29-19,-8-29-77</inkml:trace>
</inkml:ink>
</file>

<file path=ppt/ink/ink10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8"/>
    </inkml:context>
    <inkml:brush xml:id="br0">
      <inkml:brushProperty name="width" value="0.02646" units="cm"/>
      <inkml:brushProperty name="height" value="0.02646" units="cm"/>
      <inkml:brushProperty name="fitToCurve" value="1"/>
    </inkml:brush>
  </inkml:definitions>
  <inkml:trace contextRef="#ctx0" brushRef="#br0">12005 4153 874,'89'-28'-9,"43"-9"5,-26 12-4,2 1-13</inkml:trace>
</inkml:ink>
</file>

<file path=ppt/ink/ink10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59"/>
    </inkml:context>
    <inkml:brush xml:id="br0">
      <inkml:brushProperty name="width" value="0.02646" units="cm"/>
      <inkml:brushProperty name="height" value="0.02646" units="cm"/>
      <inkml:brushProperty name="fitToCurve" value="1"/>
    </inkml:brush>
  </inkml:definitions>
  <inkml:trace contextRef="#ctx0" brushRef="#br0">12765 3596 874,'23'64'-11</inkml:trace>
</inkml:ink>
</file>

<file path=ppt/ink/ink10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0"/>
    </inkml:context>
    <inkml:brush xml:id="br0">
      <inkml:brushProperty name="width" value="0.02646" units="cm"/>
      <inkml:brushProperty name="height" value="0.02646" units="cm"/>
      <inkml:brushProperty name="fitToCurve" value="1"/>
    </inkml:brush>
  </inkml:definitions>
  <inkml:trace contextRef="#ctx0" brushRef="#br0">9757 11147 874,'-13'-90'-5,"-76"12"1,7 52 3,-16 87-1,47 76-3,47-15 0,33-16 4,57 0 2,16-66 1,-3-102-1,-55-18-5,-11-28-3,-10-9 0,-9 29 1,-10-25 0,-12-13 2,-8-4 2,-7-1 2,2 28 2,0 19 1,-1 3 4,-4-11 6,40 201-13,-3-27-3,4 27-2,-4-28 0,2 21 0,1 19-6,-3-17-7,-2-12-8,-1 9-6,-4-2-7,-1-14-32,-1-3-42</inkml:trace>
</inkml:ink>
</file>

<file path=ppt/ink/ink10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1"/>
    </inkml:context>
    <inkml:brush xml:id="br0">
      <inkml:brushProperty name="width" value="0.02646" units="cm"/>
      <inkml:brushProperty name="height" value="0.02646" units="cm"/>
      <inkml:brushProperty name="fitToCurve" value="1"/>
    </inkml:brush>
  </inkml:definitions>
  <inkml:trace contextRef="#ctx0" brushRef="#br0">9364 11273 874,'109'37'-11,"-23"-18"3,19 1-1,15 1 1,4-4-4,-7-6-6,8 3-41,-37-27-21,-5-7-335</inkml:trace>
</inkml:ink>
</file>

<file path=ppt/ink/ink10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2"/>
    </inkml:context>
    <inkml:brush xml:id="br0">
      <inkml:brushProperty name="width" value="0.02646" units="cm"/>
      <inkml:brushProperty name="height" value="0.02646" units="cm"/>
      <inkml:brushProperty name="fitToCurve" value="1"/>
    </inkml:brush>
  </inkml:definitions>
  <inkml:trace contextRef="#ctx0" brushRef="#br0">9759 11546 874,'13'143'-13,"-3"-61"8,2 10 0,2 7 1,4 3 4,3-1 1,-2-21 0,6 9 1,-69-216-2,-35-1 2,-30 58 2,25 86-4,47 93-2,40-24-2,17 10 1,5-14 0,43 50-1,32-44 9,26-75-3,19-106-3,-33-33-3,-32-24 3,-56 68 2,-8-39 3,-104 248 1,88-30-8,6-14 3,23 61 3,31-57 0,29-123-2,-24-124-8,-53 79 3,-22-71-3,-20 71 6,-43-44 3,-20 55 4,6 104 5,137 82-11,70-45-10,-38-31-15,1-56-397</inkml:trace>
</inkml:ink>
</file>

<file path=ppt/ink/ink10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3"/>
    </inkml:context>
    <inkml:brush xml:id="br0">
      <inkml:brushProperty name="width" value="0.02646" units="cm"/>
      <inkml:brushProperty name="height" value="0.02646" units="cm"/>
      <inkml:brushProperty name="fitToCurve" value="1"/>
    </inkml:brush>
  </inkml:definitions>
  <inkml:trace contextRef="#ctx0" brushRef="#br0">10779 10236 874,'-114'-16'-12,"35"4"9,-8 2 1,-2 0 1,1 8 2,6 11 2,-19 82-2,85-8-5,23 20-1,6-11-2,4-7 1,11 22 0,7 13 3,1 13 1,-11-43-1,3 23 0,3 22 0,0 14 1,-2 13-1,-5-3 2,-7-45 0,-3 26 0,-5 13-1,-4 6 2,-1-35 1,-2-10 0,-1 10 2,3-4 3,4-13 1,4-26 0,25 34 6,68-60-4,18-43-6,12-12-2,-13-28 2,-98-64-4,-18 6-22</inkml:trace>
</inkml:ink>
</file>

<file path=ppt/ink/ink10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4"/>
    </inkml:context>
    <inkml:brush xml:id="br0">
      <inkml:brushProperty name="width" value="0.02646" units="cm"/>
      <inkml:brushProperty name="height" value="0.02646" units="cm"/>
      <inkml:brushProperty name="fitToCurve" value="1"/>
    </inkml:brush>
  </inkml:definitions>
  <inkml:trace contextRef="#ctx0" brushRef="#br0">10821 10309 874,'18'137'-13,"-12"-54"7,1 13 1,-1 13 0,-1 8 3,2 2 0,-2-20 1,3-13-1,7 58 4,-20-53 5,-107-186 0,26 49-1,3 121-4,107 70-12,27-23 0,63-32 14,-9-86-2,-2-108-6,-57 17 1,9-59 0,-35 54 3,-5-2 1,-5 8 2,-2-24 3,-30 193-5,17 87-10,10-64 3,9-1 6,-1-21 1,40 17 5,57-135 1,-54-101-6,-37 44-2,-7-4-1,0-46 4,-19 42 2,-25 209-6,28-19-1,10 50-2,10-60 3,54 49 5,10-80 1,12-34 12</inkml:trace>
</inkml:ink>
</file>

<file path=ppt/ink/ink10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5"/>
    </inkml:context>
    <inkml:brush xml:id="br0">
      <inkml:brushProperty name="width" value="0.02646" units="cm"/>
      <inkml:brushProperty name="height" value="0.02646" units="cm"/>
      <inkml:brushProperty name="fitToCurve" value="1"/>
    </inkml:brush>
  </inkml:definitions>
  <inkml:trace contextRef="#ctx0" brushRef="#br0">11739 11526 874,'-110'10'-30,"12"-9"19,-20-3 13,24-3-3,-13 0-3,13-1-2,-69 0-21,83 3 7,-13 0-40,10-8-651</inkml:trace>
</inkml:ink>
</file>

<file path=ppt/ink/ink10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6"/>
    </inkml:context>
    <inkml:brush xml:id="br0">
      <inkml:brushProperty name="width" value="0.02646" units="cm"/>
      <inkml:brushProperty name="height" value="0.02646" units="cm"/>
      <inkml:brushProperty name="fitToCurve" value="1"/>
    </inkml:brush>
  </inkml:definitions>
  <inkml:trace contextRef="#ctx0" brushRef="#br0">11044 11719 874,'17'104'-9,"-6"-5"4,-4 11 1,-3 41 2,3-67 1,5 27 2,-15-235 3,-60-15-6,-35 11 4,-13 95 0,80 147-5,35 5-2,17-36 2,10 5 0,14-5 2,38 29 2,23-70 2,6-71-1,-18-51 0,-5-64-4,-41 26 2,-23-28 1,-23 34 3,-76 225-6,69 63-6,14-72 4,0-22 3,32 74 0,32-28 5,9-72 3,25-127 0,-66-90-12,-35 65 1,-7-48 4,-8 62 0,-6-1 1,-20-43 0,-24 19 3,-42 38 3,17 54-5,6 104-2,54 23-3,70 27 0,57-23 4,-13-66 1,-8-70 0,-70-67-11,-55 4-611</inkml:trace>
</inkml:ink>
</file>

<file path=ppt/ink/ink10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7"/>
    </inkml:context>
    <inkml:brush xml:id="br0">
      <inkml:brushProperty name="width" value="0.02646" units="cm"/>
      <inkml:brushProperty name="height" value="0.02646" units="cm"/>
      <inkml:brushProperty name="fitToCurve" value="1"/>
    </inkml:brush>
  </inkml:definitions>
  <inkml:trace contextRef="#ctx0" brushRef="#br0">11139 10294 874,'140'17'-13,"18"-14"7,-76-7 8,68 3 1,-39 47-4,-32 79-1,-58-8-2,-16-36-1,-3 25 0,-2 23-1,0-21 1,1 3 0,4 36-1,7 27-1,11 15-1,-8-58 0,16 41-4,12 27 0,-10-50 3,5 10 1,6 21 4,-6 2 7,-8-19 4,-12-51 0,-7-1 5,-8-11 1,-11-16 1,-60 11 10,-43-90-8,10-69-14,20-5-15</inkml:trace>
</inkml:ink>
</file>

<file path=ppt/ink/ink10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8"/>
    </inkml:context>
    <inkml:brush xml:id="br0">
      <inkml:brushProperty name="width" value="0.02646" units="cm"/>
      <inkml:brushProperty name="height" value="0.02646" units="cm"/>
      <inkml:brushProperty name="fitToCurve" value="1"/>
    </inkml:brush>
  </inkml:definitions>
  <inkml:trace contextRef="#ctx0" brushRef="#br0">11891 11287 874,'125'14'-11,"-17"-9"5,-17-10-3,-8 4-32</inkml:trace>
</inkml:ink>
</file>

<file path=ppt/ink/ink10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69"/>
    </inkml:context>
    <inkml:brush xml:id="br0">
      <inkml:brushProperty name="width" value="0.02646" units="cm"/>
      <inkml:brushProperty name="height" value="0.02646" units="cm"/>
      <inkml:brushProperty name="fitToCurve" value="1"/>
    </inkml:brush>
  </inkml:definitions>
  <inkml:trace contextRef="#ctx0" brushRef="#br0">11905 11546 874,'101'28'-9,"-4"-16"7,11-28 3,-22 12-107</inkml:trace>
</inkml:ink>
</file>

<file path=ppt/ink/ink10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0"/>
    </inkml:context>
    <inkml:brush xml:id="br0">
      <inkml:brushProperty name="width" value="0.02646" units="cm"/>
      <inkml:brushProperty name="height" value="0.02646" units="cm"/>
      <inkml:brushProperty name="fitToCurve" value="1"/>
    </inkml:brush>
  </inkml:definitions>
  <inkml:trace contextRef="#ctx0" brushRef="#br0">12275 11417 874,'112'-10'-7,"-6"-19"6,-21 8-24</inkml:trace>
</inkml:ink>
</file>

<file path=ppt/ink/ink10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1"/>
    </inkml:context>
    <inkml:brush xml:id="br0">
      <inkml:brushProperty name="width" value="0.02646" units="cm"/>
      <inkml:brushProperty name="height" value="0.02646" units="cm"/>
      <inkml:brushProperty name="fitToCurve" value="1"/>
    </inkml:brush>
  </inkml:definitions>
  <inkml:trace contextRef="#ctx0" brushRef="#br0">12988 11066 874,'-107'-93'-6,"-1"91"5,8 72-3,59 25 3,29 34-1,25 6 1,37 3 2,50-17 1,-12-55 0,23-54 1,-28-16-1</inkml:trace>
</inkml:ink>
</file>

<file path=ppt/ink/ink10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2"/>
    </inkml:context>
    <inkml:brush xml:id="br0">
      <inkml:brushProperty name="width" value="0.02646" units="cm"/>
      <inkml:brushProperty name="height" value="0.02646" units="cm"/>
      <inkml:brushProperty name="fitToCurve" value="1"/>
    </inkml:brush>
  </inkml:definitions>
  <inkml:trace contextRef="#ctx0" brushRef="#br0">12913 10843 874,'12'-91'-5,"124"3"2,-39 116 3,-67 69-2,-50 5-1,-22-6 0,-18 10 3,21-17 2,47-6 0,89-20-1,-6-51 0,-3 6-1,-7-16-1</inkml:trace>
</inkml:ink>
</file>

<file path=ppt/ink/ink10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3"/>
    </inkml:context>
    <inkml:brush xml:id="br0">
      <inkml:brushProperty name="width" value="0.02646" units="cm"/>
      <inkml:brushProperty name="height" value="0.02646" units="cm"/>
      <inkml:brushProperty name="fitToCurve" value="1"/>
    </inkml:brush>
  </inkml:definitions>
  <inkml:trace contextRef="#ctx0" brushRef="#br0">13613 11252 874,'-15'113'-7,"10"-17"2,11 38 3,12-32 3,43-4 1,20-142-3,-12-57-3,-15-41-3,-31 56 5,3-47 3,-18 5 2,-33 216-1,17 30-9,7 37-3,16-27-11,-3-45-14</inkml:trace>
</inkml:ink>
</file>

<file path=ppt/ink/ink10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4"/>
    </inkml:context>
    <inkml:brush xml:id="br0">
      <inkml:brushProperty name="width" value="0.02646" units="cm"/>
      <inkml:brushProperty name="height" value="0.02646" units="cm"/>
      <inkml:brushProperty name="fitToCurve" value="1"/>
    </inkml:brush>
  </inkml:definitions>
  <inkml:trace contextRef="#ctx0" brushRef="#br0">13766 10766 874,'120'-61'-6,"-24"69"3,-14 125 2,-103-43-2,-40 13 4,53-12-1,109-38 1,-21-36-24</inkml:trace>
</inkml:ink>
</file>

<file path=ppt/ink/ink10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5"/>
    </inkml:context>
    <inkml:brush xml:id="br0">
      <inkml:brushProperty name="width" value="0.02646" units="cm"/>
      <inkml:brushProperty name="height" value="0.02646" units="cm"/>
      <inkml:brushProperty name="fitToCurve" value="1"/>
    </inkml:brush>
  </inkml:definitions>
  <inkml:trace contextRef="#ctx0" brushRef="#br0">14661 11486 874,'-127'-56'-10,"39"48"3,-2 56 9,43 79-4,64 3-3,63-12 3,14-66 5,16-100-3,-40-54-1,-35-74-6,-25 62 3,-5 19 0,0 4 0,0-16 3,-1 4 1,2-64 3,-10 79-1,-4 7 3,-15-11 5,-7 235-12,27-46-4,-1 74-4,2-55 0,0 9-4,6 3-7,2-23-9,0-18-6,10-3-7,0 17-80</inkml:trace>
</inkml:ink>
</file>

<file path=ppt/ink/ink10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6"/>
    </inkml:context>
    <inkml:brush xml:id="br0">
      <inkml:brushProperty name="width" value="0.02646" units="cm"/>
      <inkml:brushProperty name="height" value="0.02646" units="cm"/>
      <inkml:brushProperty name="fitToCurve" value="1"/>
    </inkml:brush>
  </inkml:definitions>
  <inkml:trace contextRef="#ctx0" brushRef="#br0">14660 10365 874,'101'-61'-8,"32"70"7,-49 63 0,-69 19-2,-55 13-1,-54 11 2,24 0 6,96-13-4,90-18 0,-35-47-10</inkml:trace>
</inkml:ink>
</file>

<file path=ppt/ink/ink10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7"/>
    </inkml:context>
    <inkml:brush xml:id="br0">
      <inkml:brushProperty name="width" value="0.02646" units="cm"/>
      <inkml:brushProperty name="height" value="0.02646" units="cm"/>
      <inkml:brushProperty name="fitToCurve" value="1"/>
    </inkml:brush>
  </inkml:definitions>
  <inkml:trace contextRef="#ctx0" brushRef="#br0">14863 11085 874,'-10'125'-11,"11"14"7,12-29 4,17-18 3,90-7-2,-5-147-2,-46-72-1,-35 19 1,-27 35 1,-20-41 2,-30 200-7,32 33-2,19-32 0,8 3-3,19 38-19,11-33-53</inkml:trace>
</inkml:ink>
</file>

<file path=ppt/ink/ink10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8"/>
    </inkml:context>
    <inkml:brush xml:id="br0">
      <inkml:brushProperty name="width" value="0.02646" units="cm"/>
      <inkml:brushProperty name="height" value="0.02646" units="cm"/>
      <inkml:brushProperty name="fitToCurve" value="1"/>
    </inkml:brush>
  </inkml:definitions>
  <inkml:trace contextRef="#ctx0" brushRef="#br0">15683 11791 874,'-100'-17'-10,"-48"-6"5,52 11 2,-15 6-2,-12 3 1,14 3 1,14 1-2,-17 5-4,0-1 0,-48 1-27,44-8-19,35-2-63</inkml:trace>
</inkml:ink>
</file>

<file path=ppt/ink/ink10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79"/>
    </inkml:context>
    <inkml:brush xml:id="br0">
      <inkml:brushProperty name="width" value="0.02646" units="cm"/>
      <inkml:brushProperty name="height" value="0.02646" units="cm"/>
      <inkml:brushProperty name="fitToCurve" value="1"/>
    </inkml:brush>
  </inkml:definitions>
  <inkml:trace contextRef="#ctx0" brushRef="#br0">14649 11833 874,'23'105'-7,"-13"20"0,-2-1-2,4-3 4,7 10 2,1-19 7,-113-224 2,6 36-6,-11 80 2,42 104-2,97 34-2,39-19 1,33-39 2,3-55 2,-35-49-4,2-24-1,28-42-4,-29-51 6,-52 21 1,-59 26 4,-46 208-6,66 44-8,28-63 4,3-19 5,38 46 2,51-47 7,-28-149-4,-31-37-5,-37 23-3,-14-10 1,-14-49-2,-48-15 5,-19 43 3,-32 59 1,19 64-1,45 91-2,57 8-4,93 8-5,12-91-5,-34-12-13</inkml:trace>
</inkml:ink>
</file>

<file path=ppt/ink/ink10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0"/>
    </inkml:context>
    <inkml:brush xml:id="br0">
      <inkml:brushProperty name="width" value="0.02646" units="cm"/>
      <inkml:brushProperty name="height" value="0.02646" units="cm"/>
      <inkml:brushProperty name="fitToCurve" value="1"/>
    </inkml:brush>
  </inkml:definitions>
  <inkml:trace contextRef="#ctx0" brushRef="#br0">15244 12175 874,'-64'-122'-9,"98"39"10,66 95-2,-43 67-1,-59 3-1,-35-5 1,-20-3 3,19 10 2,111-4-1,35-69 0,-118-90-61</inkml:trace>
</inkml:ink>
</file>

<file path=ppt/ink/ink10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1"/>
    </inkml:context>
    <inkml:brush xml:id="br0">
      <inkml:brushProperty name="width" value="0.02646" units="cm"/>
      <inkml:brushProperty name="height" value="0.02646" units="cm"/>
      <inkml:brushProperty name="fitToCurve" value="1"/>
    </inkml:brush>
  </inkml:definitions>
  <inkml:trace contextRef="#ctx0" brushRef="#br0">13930 341 874,'-16'145'-15,"9"-61"9,2 16 1,-1 16-1,1 18 2,0 15-1,1-21 0,-4 0-2,-4 15-2,1-27 1,-5 49-1,-2 40-4,-1 31-5,6-57 0,2 17 1,3 43-1,3 33-2,1 5 2,1-75 2,3 61-1,3 42-2,2 35 0,3 26 2,-3-52 1,1-39 2,-2 49 0,0 33 3,4 22 2,5 18 2,-2-98 3,4 2 1,11 49 0,6 23 14,4 10-6,6-2 1,6-9 3,-13-107-2,5-1 4,10 21 2,13 11 6,9-4 7,9-16-4,-26-93-7,20 20 3,21 2 4,15-8-1,9-11 0,-11-30-3,-23-40-3,18 13-2,12 14-6,5 9 0,-33-39-2,1 6-2,8 15-2,-4 12 0,-6 8 0,-7 10 2,-30-57-2,4 30 0,-8 25-2,-6 18-2,-7 12 1,-7-11 0,-8-44 0,1 30-1,4 18 1,2 16-1,1 13 1,-3-37-1,-3-12 2,0 39-2,-1 34-8,-1 24-7,-6-88 0,-6 44-2,-18 34-30,4-89 5,9-51-40,-8-12 24,-7-17-88</inkml:trace>
</inkml:ink>
</file>

<file path=ppt/ink/ink10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2"/>
    </inkml:context>
    <inkml:brush xml:id="br0">
      <inkml:brushProperty name="width" value="0.02646" units="cm"/>
      <inkml:brushProperty name="height" value="0.02646" units="cm"/>
      <inkml:brushProperty name="fitToCurve" value="1"/>
    </inkml:brush>
  </inkml:definitions>
  <inkml:trace contextRef="#ctx0" brushRef="#br0">14539 1006 874,'25'135'-17,"-6"-42"11,3 7 4,2-8 1,3-5 7,-52-218-18,10 35 5,7-8 3,4 22 5,20-51 4,67 60 0,7 65 0,6 28 3</inkml:trace>
</inkml:ink>
</file>

<file path=ppt/ink/ink10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3"/>
    </inkml:context>
    <inkml:brush xml:id="br0">
      <inkml:brushProperty name="width" value="0.02646" units="cm"/>
      <inkml:brushProperty name="height" value="0.02646" units="cm"/>
      <inkml:brushProperty name="fitToCurve" value="1"/>
    </inkml:brush>
  </inkml:definitions>
  <inkml:trace contextRef="#ctx0" brushRef="#br0">15001 854 874,'7'134'-15,"-2"-41"8,4 6 3,3-4 6,46 38 4,58-131-6,-34-161-4,-71 59 0,-12-4 2,-5 16 0,-36-39 6,-61 87 0,22 90-1,79 36 2,84-81-3,-1-6-27</inkml:trace>
</inkml:ink>
</file>

<file path=ppt/ink/ink10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4"/>
    </inkml:context>
    <inkml:brush xml:id="br0">
      <inkml:brushProperty name="width" value="0.02646" units="cm"/>
      <inkml:brushProperty name="height" value="0.02646" units="cm"/>
      <inkml:brushProperty name="fitToCurve" value="1"/>
    </inkml:brush>
  </inkml:definitions>
  <inkml:trace contextRef="#ctx0" brushRef="#br0">15086 471 874,'7'122'-6,"-7"-42"-18</inkml:trace>
</inkml:ink>
</file>

<file path=ppt/ink/ink10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5"/>
    </inkml:context>
    <inkml:brush xml:id="br0">
      <inkml:brushProperty name="width" value="0.02646" units="cm"/>
      <inkml:brushProperty name="height" value="0.02646" units="cm"/>
      <inkml:brushProperty name="fitToCurve" value="1"/>
    </inkml:brush>
  </inkml:definitions>
  <inkml:trace contextRef="#ctx0" brushRef="#br0">15228 407 874,'49'-85'-3,"53"22"0,-3 107 1,-116 97-6,-30-15 1,-8-11 11,79-27 0,89-61-4,-13-10 2</inkml:trace>
</inkml:ink>
</file>

<file path=ppt/ink/ink10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6"/>
    </inkml:context>
    <inkml:brush xml:id="br0">
      <inkml:brushProperty name="width" value="0.02646" units="cm"/>
      <inkml:brushProperty name="height" value="0.02646" units="cm"/>
      <inkml:brushProperty name="fitToCurve" value="1"/>
    </inkml:brush>
  </inkml:definitions>
  <inkml:trace contextRef="#ctx0" brushRef="#br0">15597 1022 874,'129'-40'-6,"-45"28"2,17-5-5,-15 20-610</inkml:trace>
</inkml:ink>
</file>

<file path=ppt/ink/ink10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7"/>
    </inkml:context>
    <inkml:brush xml:id="br0">
      <inkml:brushProperty name="width" value="0.02646" units="cm"/>
      <inkml:brushProperty name="height" value="0.02646" units="cm"/>
      <inkml:brushProperty name="fitToCurve" value="1"/>
    </inkml:brush>
  </inkml:definitions>
  <inkml:trace contextRef="#ctx0" brushRef="#br0">15640 1225 874,'105'-33'-7,"18"5"4,-42 11-2</inkml:trace>
</inkml:ink>
</file>

<file path=ppt/ink/ink10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8"/>
    </inkml:context>
    <inkml:brush xml:id="br0">
      <inkml:brushProperty name="width" value="0.02646" units="cm"/>
      <inkml:brushProperty name="height" value="0.02646" units="cm"/>
      <inkml:brushProperty name="fitToCurve" value="1"/>
    </inkml:brush>
  </inkml:definitions>
  <inkml:trace contextRef="#ctx0" brushRef="#br0">16691 691 874,'-29'-80'-3,"-53"16"-3,-31 114 2,15 94-7,32-8 0,43-50 10,17-6 2,22 31 3,72-36-1,59-75-1,-40-54-1,-11-27-15</inkml:trace>
</inkml:ink>
</file>

<file path=ppt/ink/ink10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89"/>
    </inkml:context>
    <inkml:brush xml:id="br0">
      <inkml:brushProperty name="width" value="0.02646" units="cm"/>
      <inkml:brushProperty name="height" value="0.02646" units="cm"/>
      <inkml:brushProperty name="fitToCurve" value="1"/>
    </inkml:brush>
  </inkml:definitions>
  <inkml:trace contextRef="#ctx0" brushRef="#br0">16790 538 874,'-7'-91'-6,"65"-8"4,26 74 2,-69 132-4,-41-28-3,-23 45-5,-7-5 16,89-33 2,84-103-5,-33-1 1</inkml:trace>
</inkml:ink>
</file>

<file path=ppt/ink/ink10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0"/>
    </inkml:context>
    <inkml:brush xml:id="br0">
      <inkml:brushProperty name="width" value="0.02646" units="cm"/>
      <inkml:brushProperty name="height" value="0.02646" units="cm"/>
      <inkml:brushProperty name="fitToCurve" value="1"/>
    </inkml:brush>
  </inkml:definitions>
  <inkml:trace contextRef="#ctx0" brushRef="#br0">16094 1256 874,'117'-15'-6,"-29"1"-7,8-2 10,6 0 0,41-4-11,-22 11-4,-39 9-3,8 3-8,1-1-6,17 0-55,-25-9-14</inkml:trace>
</inkml:ink>
</file>

<file path=ppt/ink/ink10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1"/>
    </inkml:context>
    <inkml:brush xml:id="br0">
      <inkml:brushProperty name="width" value="0.02646" units="cm"/>
      <inkml:brushProperty name="height" value="0.02646" units="cm"/>
      <inkml:brushProperty name="fitToCurve" value="1"/>
    </inkml:brush>
  </inkml:definitions>
  <inkml:trace contextRef="#ctx0" brushRef="#br0">16394 1830 874,'14'105'-11,"8"49"6,-8-73 7,4 28 0,-60-259-21,24 38 12,10 17 2,21-48 5,54 52 5,38 71-1,-14 24 12</inkml:trace>
</inkml:ink>
</file>

<file path=ppt/ink/ink10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2"/>
    </inkml:context>
    <inkml:brush xml:id="br0">
      <inkml:brushProperty name="width" value="0.02646" units="cm"/>
      <inkml:brushProperty name="height" value="0.02646" units="cm"/>
      <inkml:brushProperty name="fitToCurve" value="1"/>
    </inkml:brush>
  </inkml:definitions>
  <inkml:trace contextRef="#ctx0" brushRef="#br0">16705 1490 874,'105'-47'-5,"-56"130"3,-51 13-2,6-2 5,89-2-1,-187-17-1</inkml:trace>
</inkml:ink>
</file>

<file path=ppt/ink/ink10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3"/>
    </inkml:context>
    <inkml:brush xml:id="br0">
      <inkml:brushProperty name="width" value="0.02646" units="cm"/>
      <inkml:brushProperty name="height" value="0.02646" units="cm"/>
      <inkml:brushProperty name="fitToCurve" value="1"/>
    </inkml:brush>
  </inkml:definitions>
  <inkml:trace contextRef="#ctx0" brushRef="#br0">16349 1666 874,'16'129'-14,"-2"-14"-4,1-28 1,-4-1-183</inkml:trace>
</inkml:ink>
</file>

<file path=ppt/ink/ink10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4"/>
    </inkml:context>
    <inkml:brush xml:id="br0">
      <inkml:brushProperty name="width" value="0.02646" units="cm"/>
      <inkml:brushProperty name="height" value="0.02646" units="cm"/>
      <inkml:brushProperty name="fitToCurve" value="1"/>
    </inkml:brush>
  </inkml:definitions>
  <inkml:trace contextRef="#ctx0" brushRef="#br0">17230 1032 874,'101'0'-6,"-14"0"3,-1 0-5,-4 7-427</inkml:trace>
</inkml:ink>
</file>

<file path=ppt/ink/ink10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5"/>
    </inkml:context>
    <inkml:brush xml:id="br0">
      <inkml:brushProperty name="width" value="0.02646" units="cm"/>
      <inkml:brushProperty name="height" value="0.02646" units="cm"/>
      <inkml:brushProperty name="fitToCurve" value="1"/>
    </inkml:brush>
  </inkml:definitions>
  <inkml:trace contextRef="#ctx0" brushRef="#br0">17230 1329 874,'129'-4'-12,"-9"-17"4,-34 7-11</inkml:trace>
</inkml:ink>
</file>

<file path=ppt/ink/ink10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6"/>
    </inkml:context>
    <inkml:brush xml:id="br0">
      <inkml:brushProperty name="width" value="0.02646" units="cm"/>
      <inkml:brushProperty name="height" value="0.02646" units="cm"/>
      <inkml:brushProperty name="fitToCurve" value="1"/>
    </inkml:brush>
  </inkml:definitions>
  <inkml:trace contextRef="#ctx0" brushRef="#br0">18079 773 874,'-95'143'-21,"30"-45"9,12-16 4,-13 74 18,101-20-5,48-87-5,-1-34 7,4-49-854</inkml:trace>
</inkml:ink>
</file>

<file path=ppt/ink/ink10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7"/>
    </inkml:context>
    <inkml:brush xml:id="br0">
      <inkml:brushProperty name="width" value="0.02646" units="cm"/>
      <inkml:brushProperty name="height" value="0.02646" units="cm"/>
      <inkml:brushProperty name="fitToCurve" value="1"/>
    </inkml:brush>
  </inkml:definitions>
  <inkml:trace contextRef="#ctx0" brushRef="#br0">18153 605 874,'16'-129'-10,"116"35"10,-31 113-1,-87 110-3,-42-31-3,-39 57-6,-8-46 4,221-70 10,-36-65-14,-25 6-580</inkml:trace>
</inkml:ink>
</file>

<file path=ppt/ink/ink10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8"/>
    </inkml:context>
    <inkml:brush xml:id="br0">
      <inkml:brushProperty name="width" value="0.02646" units="cm"/>
      <inkml:brushProperty name="height" value="0.02646" units="cm"/>
      <inkml:brushProperty name="fitToCurve" value="1"/>
    </inkml:brush>
  </inkml:definitions>
  <inkml:trace contextRef="#ctx0" brushRef="#br0">18608 903 874,'18'114'-7,"-14"-33"8,3 7-3,6 31 1,61-38 1,3-164-5,-14-36-7,-18-9-2,-10-14 19,-24 232-4,-21 39-8,-6-5-3,4-38-22</inkml:trace>
</inkml:ink>
</file>

<file path=ppt/ink/ink10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199"/>
    </inkml:context>
    <inkml:brush xml:id="br0">
      <inkml:brushProperty name="width" value="0.02646" units="cm"/>
      <inkml:brushProperty name="height" value="0.02646" units="cm"/>
      <inkml:brushProperty name="fitToCurve" value="1"/>
    </inkml:brush>
  </inkml:definitions>
  <inkml:trace contextRef="#ctx0" brushRef="#br0">18906 489 874,'78'-86'-10,"35"49"10,-22 55 0,-50 73-2,-104 12 0,-26 1 3,163-18 2,-61 3-4,-109-35 0,9-92-3</inkml:trace>
</inkml:ink>
</file>

<file path=ppt/ink/ink10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0"/>
    </inkml:context>
    <inkml:brush xml:id="br0">
      <inkml:brushProperty name="width" value="0.02646" units="cm"/>
      <inkml:brushProperty name="height" value="0.02646" units="cm"/>
      <inkml:brushProperty name="fitToCurve" value="1"/>
    </inkml:brush>
  </inkml:definitions>
  <inkml:trace contextRef="#ctx0" brushRef="#br0">14943 3157 874,'-84'-114'-5,"-21"86"3,-4 127-5,23 67-3,33-26 4,35 20 10,58-49 0,40-87 0,17-109-4,-28-35-2,-23-25 0,-15 13 4,-16 49 1,-31 228-5,9-11 0,73-51 4,25-41 7</inkml:trace>
</inkml:ink>
</file>

<file path=ppt/ink/ink10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1"/>
    </inkml:context>
    <inkml:brush xml:id="br0">
      <inkml:brushProperty name="width" value="0.02646" units="cm"/>
      <inkml:brushProperty name="height" value="0.02646" units="cm"/>
      <inkml:brushProperty name="fitToCurve" value="1"/>
    </inkml:brush>
  </inkml:definitions>
  <inkml:trace contextRef="#ctx0" brushRef="#br0">14461 2827 874,'124'-12'-6,"-30"5"4,25-4-5,-4 1-6,-34 3-4</inkml:trace>
</inkml:ink>
</file>

<file path=ppt/ink/ink10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2"/>
    </inkml:context>
    <inkml:brush xml:id="br0">
      <inkml:brushProperty name="width" value="0.02646" units="cm"/>
      <inkml:brushProperty name="height" value="0.02646" units="cm"/>
      <inkml:brushProperty name="fitToCurve" value="1"/>
    </inkml:brush>
  </inkml:definitions>
  <inkml:trace contextRef="#ctx0" brushRef="#br0">14759 2686 874,'95'37'-8,"10"54"7,-66 48-1,-47-56 0,6 26-5,-35-29-285</inkml:trace>
</inkml:ink>
</file>

<file path=ppt/ink/ink10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3"/>
    </inkml:context>
    <inkml:brush xml:id="br0">
      <inkml:brushProperty name="width" value="0.02646" units="cm"/>
      <inkml:brushProperty name="height" value="0.02646" units="cm"/>
      <inkml:brushProperty name="fitToCurve" value="1"/>
    </inkml:brush>
  </inkml:definitions>
  <inkml:trace contextRef="#ctx0" brushRef="#br0">15214 3252 874,'116'-6'-7,"-16"0"1,5-1-3</inkml:trace>
</inkml:ink>
</file>

<file path=ppt/ink/ink10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4"/>
    </inkml:context>
    <inkml:brush xml:id="br0">
      <inkml:brushProperty name="width" value="0.02646" units="cm"/>
      <inkml:brushProperty name="height" value="0.02646" units="cm"/>
      <inkml:brushProperty name="fitToCurve" value="1"/>
    </inkml:brush>
  </inkml:definitions>
  <inkml:trace contextRef="#ctx0" brushRef="#br0">15271 3414 874,'98'-23'-7,"7"17"5,-21 9-107</inkml:trace>
</inkml:ink>
</file>

<file path=ppt/ink/ink10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5"/>
    </inkml:context>
    <inkml:brush xml:id="br0">
      <inkml:brushProperty name="width" value="0.02646" units="cm"/>
      <inkml:brushProperty name="height" value="0.02646" units="cm"/>
      <inkml:brushProperty name="fitToCurve" value="1"/>
    </inkml:brush>
  </inkml:definitions>
  <inkml:trace contextRef="#ctx0" brushRef="#br0">15782 3337 874,'87'-36'-6,"65"5"-1,-65 28 4,37-4-7,-38 26-830</inkml:trace>
</inkml:ink>
</file>

<file path=ppt/ink/ink10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6"/>
    </inkml:context>
    <inkml:brush xml:id="br0">
      <inkml:brushProperty name="width" value="0.02646" units="cm"/>
      <inkml:brushProperty name="height" value="0.02646" units="cm"/>
      <inkml:brushProperty name="fitToCurve" value="1"/>
    </inkml:brush>
  </inkml:definitions>
  <inkml:trace contextRef="#ctx0" brushRef="#br0">16751 3017 874,'-111'-21'-8,"-1"92"2,27 34 5,30 40 0,70-24 1,94-23 0,-23-76 0,9-22-3,-6 10-3,-7-24-7</inkml:trace>
</inkml:ink>
</file>

<file path=ppt/ink/ink10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7"/>
    </inkml:context>
    <inkml:brush xml:id="br0">
      <inkml:brushProperty name="width" value="0.02646" units="cm"/>
      <inkml:brushProperty name="height" value="0.02646" units="cm"/>
      <inkml:brushProperty name="fitToCurve" value="1"/>
    </inkml:brush>
  </inkml:definitions>
  <inkml:trace contextRef="#ctx0" brushRef="#br0">16705 2735 874,'119'-79'-6,"-51"176"3,-106 14-1,12-23 6,125-18-4,-18-48-24</inkml:trace>
</inkml:ink>
</file>

<file path=ppt/ink/ink10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8"/>
    </inkml:context>
    <inkml:brush xml:id="br0">
      <inkml:brushProperty name="width" value="0.02646" units="cm"/>
      <inkml:brushProperty name="height" value="0.02646" units="cm"/>
      <inkml:brushProperty name="fitToCurve" value="1"/>
    </inkml:brush>
  </inkml:definitions>
  <inkml:trace contextRef="#ctx0" brushRef="#br0">17166 2989 874,'-43'140'-13,"6"10"10,26-17 6,109-75-3,-30-162-1,-21-3-2,-16 11 3,-9-1 2,6 216-5,-25-1 6,16-34 0,70-80 3</inkml:trace>
</inkml:ink>
</file>

<file path=ppt/ink/ink10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09"/>
    </inkml:context>
    <inkml:brush xml:id="br0">
      <inkml:brushProperty name="width" value="0.02646" units="cm"/>
      <inkml:brushProperty name="height" value="0.02646" units="cm"/>
      <inkml:brushProperty name="fitToCurve" value="1"/>
    </inkml:brush>
  </inkml:definitions>
  <inkml:trace contextRef="#ctx0" brushRef="#br0">17259 2684 874,'24'-78'-6,"77"11"5,4 69-1,-31 82-2,-113 33-1,-25-18 1,40-18 8,156-27-6,-20-37-12,-28-12-416</inkml:trace>
</inkml:ink>
</file>

<file path=ppt/ink/ink10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0"/>
    </inkml:context>
    <inkml:brush xml:id="br0">
      <inkml:brushProperty name="width" value="0.02646" units="cm"/>
      <inkml:brushProperty name="height" value="0.02646" units="cm"/>
      <inkml:brushProperty name="fitToCurve" value="1"/>
    </inkml:brush>
  </inkml:definitions>
  <inkml:trace contextRef="#ctx0" brushRef="#br0">18053 3035 874,'-100'39'-6,"-22"40"4,53 31 3,172-42-3,-9-156-5,-41-26 0,-38 27 4,-1-7 0,2-46 3,0 4 3,1 228 3,-26 1-10,-6 48-3,9-57 8,31 45 4,95-97 9</inkml:trace>
</inkml:ink>
</file>

<file path=ppt/ink/ink10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1"/>
    </inkml:context>
    <inkml:brush xml:id="br0">
      <inkml:brushProperty name="width" value="0.02646" units="cm"/>
      <inkml:brushProperty name="height" value="0.02646" units="cm"/>
      <inkml:brushProperty name="fitToCurve" value="1"/>
    </inkml:brush>
  </inkml:definitions>
  <inkml:trace contextRef="#ctx0" brushRef="#br0">18043 2455 874,'40'-90'-6,"61"18"3,-1 95 2,-86 83-2,-48-10-2,-35 31 6,74-46 1,79-36-2,30-19-4</inkml:trace>
</inkml:ink>
</file>

<file path=ppt/ink/ink10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2"/>
    </inkml:context>
    <inkml:brush xml:id="br0">
      <inkml:brushProperty name="width" value="0.02646" units="cm"/>
      <inkml:brushProperty name="height" value="0.02646" units="cm"/>
      <inkml:brushProperty name="fitToCurve" value="1"/>
    </inkml:brush>
  </inkml:definitions>
  <inkml:trace contextRef="#ctx0" brushRef="#br0">18296 2815 874,'-2'120'-11,"-7"20"10,22-22 4,85-59-4,9-140-3,-31-20-2,-31-43 6,-44 274 5,15-38 1,-7-4-107</inkml:trace>
</inkml:ink>
</file>

<file path=ppt/ink/ink10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3"/>
    </inkml:context>
    <inkml:brush xml:id="br0">
      <inkml:brushProperty name="width" value="0.02646" units="cm"/>
      <inkml:brushProperty name="height" value="0.02646" units="cm"/>
      <inkml:brushProperty name="fitToCurve" value="1"/>
    </inkml:brush>
  </inkml:definitions>
  <inkml:trace contextRef="#ctx0" brushRef="#br0">17756 3387 874,'113'-30'-13,"-25"16"5,20 0 0,15 1 1,8 0 2,-3 3 3,-23 4 2,-20 6 3,17 20 3,-18 2-169</inkml:trace>
</inkml:ink>
</file>

<file path=ppt/ink/ink10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4"/>
    </inkml:context>
    <inkml:brush xml:id="br0">
      <inkml:brushProperty name="width" value="0.02646" units="cm"/>
      <inkml:brushProperty name="height" value="0.02646" units="cm"/>
      <inkml:brushProperty name="fitToCurve" value="1"/>
    </inkml:brush>
  </inkml:definitions>
  <inkml:trace contextRef="#ctx0" brushRef="#br0">18198 3499 874,'-21'96'-11,"21"52"7,9-66 3,7-1 0,14 51 4,-130-134-3,14-34 2,-36 57-1,67 78-2,67-5-2,128-11 1,-29-87-1,33-60-1,-25-17 3,-33 11 1,-51 175 9,2-13-5,54-62-4,6-80-2,-37-37-1,-53-47 1,-61 40 1,-47 67 0,-31 56-2,31 22 7,121 36 0,69-78-7,-5-38-3,3 6-12,-5-16-25</inkml:trace>
</inkml:ink>
</file>

<file path=ppt/ink/ink10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5"/>
    </inkml:context>
    <inkml:brush xml:id="br0">
      <inkml:brushProperty name="width" value="0.02646" units="cm"/>
      <inkml:brushProperty name="height" value="0.02646" units="cm"/>
      <inkml:brushProperty name="fitToCurve" value="1"/>
    </inkml:brush>
  </inkml:definitions>
  <inkml:trace contextRef="#ctx0" brushRef="#br0">18650 3670 874,'102'-87'-4,"-8"124"2,-108 72 0,26 4 1,71-47-107</inkml:trace>
</inkml:ink>
</file>

<file path=ppt/ink/ink10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6"/>
    </inkml:context>
    <inkml:brush xml:id="br0">
      <inkml:brushProperty name="width" value="0.02646" units="cm"/>
      <inkml:brushProperty name="height" value="0.02646" units="cm"/>
      <inkml:brushProperty name="fitToCurve" value="1"/>
    </inkml:brush>
  </inkml:definitions>
  <inkml:trace contextRef="#ctx0" brushRef="#br0">19133 3221 874,'122'0'-7,"28"-3"-2,-52-2-8,-15 8-592</inkml:trace>
</inkml:ink>
</file>

<file path=ppt/ink/ink10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7"/>
    </inkml:context>
    <inkml:brush xml:id="br0">
      <inkml:brushProperty name="width" value="0.02646" units="cm"/>
      <inkml:brushProperty name="height" value="0.02646" units="cm"/>
      <inkml:brushProperty name="fitToCurve" value="1"/>
    </inkml:brush>
  </inkml:definitions>
  <inkml:trace contextRef="#ctx0" brushRef="#br0">20009 2919 874,'-96'-39'-7,"2"96"-4,16 34 1,17 35 5,54 21 8,42-46 0,85-28 0,9-83-2,-40 0-5</inkml:trace>
</inkml:ink>
</file>

<file path=ppt/ink/ink10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8"/>
    </inkml:context>
    <inkml:brush xml:id="br0">
      <inkml:brushProperty name="width" value="0.02646" units="cm"/>
      <inkml:brushProperty name="height" value="0.02646" units="cm"/>
      <inkml:brushProperty name="fitToCurve" value="1"/>
    </inkml:brush>
  </inkml:definitions>
  <inkml:trace contextRef="#ctx0" brushRef="#br0">19985 2694 874,'-12'-91'-6,"72"-4"3,34 76 2,-61 137-2,-78-5 2,163-52-6,-35-55-12,1-28-53</inkml:trace>
</inkml:ink>
</file>

<file path=ppt/ink/ink10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19"/>
    </inkml:context>
    <inkml:brush xml:id="br0">
      <inkml:brushProperty name="width" value="0.02646" units="cm"/>
      <inkml:brushProperty name="height" value="0.02646" units="cm"/>
      <inkml:brushProperty name="fitToCurve" value="1"/>
    </inkml:brush>
  </inkml:definitions>
  <inkml:trace contextRef="#ctx0" brushRef="#br0">20269 2931 874,'9'93'-6,"-3"-14"2,-2 3 4,17 12 2,91-70-2,-63-132-3,-17-29-3,-19 35 6,-1 239-5,3-30 8,33-29 0</inkml:trace>
</inkml:ink>
</file>

<file path=ppt/ink/ink10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0"/>
    </inkml:context>
    <inkml:brush xml:id="br0">
      <inkml:brushProperty name="width" value="0.02646" units="cm"/>
      <inkml:brushProperty name="height" value="0.02646" units="cm"/>
      <inkml:brushProperty name="fitToCurve" value="1"/>
    </inkml:brush>
  </inkml:definitions>
  <inkml:trace contextRef="#ctx0" brushRef="#br0">20553 2471 874,'101'-66'-8,"10"68"8,-81 87-3,-58-4 1,3 16 5,125-13-3,-103 34 0,-81-70-4,3-23-9</inkml:trace>
</inkml:ink>
</file>

<file path=ppt/ink/ink11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1"/>
    </inkml:context>
    <inkml:brush xml:id="br0">
      <inkml:brushProperty name="width" value="0.02646" units="cm"/>
      <inkml:brushProperty name="height" value="0.02646" units="cm"/>
      <inkml:brushProperty name="fitToCurve" value="1"/>
    </inkml:brush>
  </inkml:definitions>
  <inkml:trace contextRef="#ctx0" brushRef="#br0">21035 2197 874,'92'87'-12,"7"45"5,-50-44 3,-4 18 1,-7 17-1,-11-18 0,-8 0-1,-9 26 2,-8-7 0,-4-23 0,-13 23-1,-14 11 0,-8-2-4,5-33-7,-1-11-8,-8 1-8,-2-9-7,-35 18-50</inkml:trace>
</inkml:ink>
</file>

<file path=ppt/ink/ink11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2"/>
    </inkml:context>
    <inkml:brush xml:id="br0">
      <inkml:brushProperty name="width" value="0.02646" units="cm"/>
      <inkml:brushProperty name="height" value="0.02646" units="cm"/>
      <inkml:brushProperty name="fitToCurve" value="1"/>
    </inkml:brush>
  </inkml:definitions>
  <inkml:trace contextRef="#ctx0" brushRef="#br0">16021 2471 874,'-93'129'-20,"35"-43"12,-3 15 0,7 15 2,7 12 2,13 9 2,11 11 0,8-44-2,11 24 0,3-32 0,6 19 2,10 23 0,9 12 2,5-4 1,4-10 3,-11-46 0,7-2 4,10-4-1,54 38 6,-26-40 9</inkml:trace>
</inkml:ink>
</file>

<file path=ppt/ink/ink11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3"/>
    </inkml:context>
    <inkml:brush xml:id="br0">
      <inkml:brushProperty name="width" value="0.02646" units="cm"/>
      <inkml:brushProperty name="height" value="0.02646" units="cm"/>
      <inkml:brushProperty name="fitToCurve" value="1"/>
    </inkml:brush>
  </inkml:definitions>
  <inkml:trace contextRef="#ctx0" brushRef="#br0">21521 2925 874,'-10'142'-13,"13"7"10,47-25 7,47-118-5,1-121-9,-33-23-1,-26 5 8,-26 48 9,-37 206 0,8-4-8,9-7-11,6-23-32</inkml:trace>
</inkml:ink>
</file>

<file path=ppt/ink/ink11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4"/>
    </inkml:context>
    <inkml:brush xml:id="br0">
      <inkml:brushProperty name="width" value="0.02646" units="cm"/>
      <inkml:brushProperty name="height" value="0.02646" units="cm"/>
      <inkml:brushProperty name="fitToCurve" value="1"/>
    </inkml:brush>
  </inkml:definitions>
  <inkml:trace contextRef="#ctx0" brushRef="#br0">21866 3257 874,'10'114'-11,"-13"27"10,-4-15 2,-30-241-9,48-29 3,57 0 8,27 71-1,9 85-1,-18 17-18</inkml:trace>
</inkml:ink>
</file>

<file path=ppt/ink/ink11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5"/>
    </inkml:context>
    <inkml:brush xml:id="br0">
      <inkml:brushProperty name="width" value="0.02646" units="cm"/>
      <inkml:brushProperty name="height" value="0.02646" units="cm"/>
      <inkml:brushProperty name="fitToCurve" value="1"/>
    </inkml:brush>
  </inkml:definitions>
  <inkml:trace contextRef="#ctx0" brushRef="#br0">21575 2601 874,'108'11'-10,"45"-11"3,-68 0 4,2 0 3,42 2 3,-28 8 1,-15 1-99</inkml:trace>
</inkml:ink>
</file>

<file path=ppt/ink/ink11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6"/>
    </inkml:context>
    <inkml:brush xml:id="br0">
      <inkml:brushProperty name="width" value="0.02646" units="cm"/>
      <inkml:brushProperty name="height" value="0.02646" units="cm"/>
      <inkml:brushProperty name="fitToCurve" value="1"/>
    </inkml:brush>
  </inkml:definitions>
  <inkml:trace contextRef="#ctx0" brushRef="#br0">22087 2499 874,'95'54'-5,"10"38"3,-64 0 0,-144-28-94</inkml:trace>
</inkml:ink>
</file>

<file path=ppt/ink/ink11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7"/>
    </inkml:context>
    <inkml:brush xml:id="br0">
      <inkml:brushProperty name="width" value="0.02646" units="cm"/>
      <inkml:brushProperty name="height" value="0.02646" units="cm"/>
      <inkml:brushProperty name="fitToCurve" value="1"/>
    </inkml:brush>
  </inkml:definitions>
  <inkml:trace contextRef="#ctx0" brushRef="#br0">15200 5202 874,'104'-39'-8,"14"36"4,-8 0-3,-30 15-427</inkml:trace>
</inkml:ink>
</file>

<file path=ppt/ink/ink11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8"/>
    </inkml:context>
    <inkml:brush xml:id="br0">
      <inkml:brushProperty name="width" value="0.02646" units="cm"/>
      <inkml:brushProperty name="height" value="0.02646" units="cm"/>
      <inkml:brushProperty name="fitToCurve" value="1"/>
    </inkml:brush>
  </inkml:definitions>
  <inkml:trace contextRef="#ctx0" brushRef="#br0">15171 5499 874,'119'-14'-7,"-32"5"-3,2-2-10,-4 10-587</inkml:trace>
</inkml:ink>
</file>

<file path=ppt/ink/ink11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29"/>
    </inkml:context>
    <inkml:brush xml:id="br0">
      <inkml:brushProperty name="width" value="0.02646" units="cm"/>
      <inkml:brushProperty name="height" value="0.02646" units="cm"/>
      <inkml:brushProperty name="fitToCurve" value="1"/>
    </inkml:brush>
  </inkml:definitions>
  <inkml:trace contextRef="#ctx0" brushRef="#br0">15740 5309 874,'112'-11'-9,"41"4"4,-42 5-2</inkml:trace>
</inkml:ink>
</file>

<file path=ppt/ink/ink11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0"/>
    </inkml:context>
    <inkml:brush xml:id="br0">
      <inkml:brushProperty name="width" value="0.02646" units="cm"/>
      <inkml:brushProperty name="height" value="0.02646" units="cm"/>
      <inkml:brushProperty name="fitToCurve" value="1"/>
    </inkml:brush>
  </inkml:definitions>
  <inkml:trace contextRef="#ctx0" brushRef="#br0">16462 5017 874,'-95'72'-14,"-25"56"8,46-20 7,70 20 2,78-33-4,51-87-1,-15-79-7,-30 13-15</inkml:trace>
</inkml:ink>
</file>

<file path=ppt/ink/ink11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1"/>
    </inkml:context>
    <inkml:brush xml:id="br0">
      <inkml:brushProperty name="width" value="0.02646" units="cm"/>
      <inkml:brushProperty name="height" value="0.02646" units="cm"/>
      <inkml:brushProperty name="fitToCurve" value="1"/>
    </inkml:brush>
  </inkml:definitions>
  <inkml:trace contextRef="#ctx0" brushRef="#br0">16413 4690 874,'121'-87'-9,"-16"92"9,-61 105-3,-68-17 1,14 4 5,133-38-5,-18-56-4</inkml:trace>
</inkml:ink>
</file>

<file path=ppt/ink/ink11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2"/>
    </inkml:context>
    <inkml:brush xml:id="br0">
      <inkml:brushProperty name="width" value="0.02646" units="cm"/>
      <inkml:brushProperty name="height" value="0.02646" units="cm"/>
      <inkml:brushProperty name="fitToCurve" value="1"/>
    </inkml:brush>
  </inkml:definitions>
  <inkml:trace contextRef="#ctx0" brushRef="#br0">16805 5105 874,'-9'125'-7,"3"32"3,28-29 5,65-115-5,-12-117-2,-22-4 0,-13 2 5,1-10 5,-28 198 0,-30 62 0,21-28-1,90-29 3</inkml:trace>
</inkml:ink>
</file>

<file path=ppt/ink/ink11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3"/>
    </inkml:context>
    <inkml:brush xml:id="br0">
      <inkml:brushProperty name="width" value="0.02646" units="cm"/>
      <inkml:brushProperty name="height" value="0.02646" units="cm"/>
      <inkml:brushProperty name="fitToCurve" value="1"/>
    </inkml:brush>
  </inkml:definitions>
  <inkml:trace contextRef="#ctx0" brushRef="#br0">17060 4835 874,'80'-124'-9,"35"83"8,-29 109 0,-113 48-2,-8-23 2,38-8 3,80-37 0,-2-34-56</inkml:trace>
</inkml:ink>
</file>

<file path=ppt/ink/ink11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4"/>
    </inkml:context>
    <inkml:brush xml:id="br0">
      <inkml:brushProperty name="width" value="0.02646" units="cm"/>
      <inkml:brushProperty name="height" value="0.02646" units="cm"/>
      <inkml:brushProperty name="fitToCurve" value="1"/>
    </inkml:brush>
  </inkml:definitions>
  <inkml:trace contextRef="#ctx0" brushRef="#br0">18076 4458 874,'-116'1'-11,"-46"8"6,77-9 5,-42 27 1,53 68-3,65 16 0,11-27 0,5 16 0,7 59-3,-8-49 2,0 19-1,-1 14 0,-2-5 0,-2-34 0,-6 20 1,-5 12 2,-6 6 0,-3-3 3,1-31 1,2-19 0,-2-2 2,6-6 0,3 32 5,73-13 2,46-89-11,5-21-1,8-6 1,1 4-1,-23-45-1,-31-27-622</inkml:trace>
</inkml:ink>
</file>

<file path=ppt/ink/ink11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5"/>
    </inkml:context>
    <inkml:brush xml:id="br0">
      <inkml:brushProperty name="width" value="0.02646" units="cm"/>
      <inkml:brushProperty name="height" value="0.02646" units="cm"/>
      <inkml:brushProperty name="fitToCurve" value="1"/>
    </inkml:brush>
  </inkml:definitions>
  <inkml:trace contextRef="#ctx0" brushRef="#br0">18403 5069 874,'-127'-40'-8,"2"157"-3,41-1 3,40-13 8,81-23 2,92-116-3,-9-60-7,-39-69-5,-43 75-12,-24 5 1</inkml:trace>
</inkml:ink>
</file>

<file path=ppt/ink/ink11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6"/>
    </inkml:context>
    <inkml:brush xml:id="br0">
      <inkml:brushProperty name="width" value="0.02646" units="cm"/>
      <inkml:brushProperty name="height" value="0.02646" units="cm"/>
      <inkml:brushProperty name="fitToCurve" value="1"/>
    </inkml:brush>
  </inkml:definitions>
  <inkml:trace contextRef="#ctx0" brushRef="#br0">18378 4570 874,'-14'124'-11,"3"-41"4,1 16 0,5 11 2,1 2-4,5-6-1,2-19-4,8 25-32,-4-32-47</inkml:trace>
</inkml:ink>
</file>

<file path=ppt/ink/ink11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7"/>
    </inkml:context>
    <inkml:brush xml:id="br0">
      <inkml:brushProperty name="width" value="0.02646" units="cm"/>
      <inkml:brushProperty name="height" value="0.02646" units="cm"/>
      <inkml:brushProperty name="fitToCurve" value="1"/>
    </inkml:brush>
  </inkml:definitions>
  <inkml:trace contextRef="#ctx0" brushRef="#br0">18484 4521 874,'40'-81'-6,"62"31"5,-39 171-4,-104-20-3,-10-6 11,42-14 0,121-37-5,-31-17 0</inkml:trace>
</inkml:ink>
</file>

<file path=ppt/ink/ink11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8"/>
    </inkml:context>
    <inkml:brush xml:id="br0">
      <inkml:brushProperty name="width" value="0.02646" units="cm"/>
      <inkml:brushProperty name="height" value="0.02646" units="cm"/>
      <inkml:brushProperty name="fitToCurve" value="1"/>
    </inkml:brush>
  </inkml:definitions>
  <inkml:trace contextRef="#ctx0" brushRef="#br0">18793 4930 874,'-44'124'-11,"19"5"10,50-23 3,73-90-3,-26-126-3,-17-34 0,-27 36 7,-14 213-4,-2 13-5,-9-33-31</inkml:trace>
</inkml:ink>
</file>

<file path=ppt/ink/ink11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39"/>
    </inkml:context>
    <inkml:brush xml:id="br0">
      <inkml:brushProperty name="width" value="0.02646" units="cm"/>
      <inkml:brushProperty name="height" value="0.02646" units="cm"/>
      <inkml:brushProperty name="fitToCurve" value="1"/>
    </inkml:brush>
  </inkml:definitions>
  <inkml:trace contextRef="#ctx0" brushRef="#br0">18196 5460 874,'121'-17'-15,"-29"6"7,15-1 4,6 3 1,3 5 3,-1 7 0,-22 2 1,43 16 4,-44-1 16</inkml:trace>
</inkml:ink>
</file>

<file path=ppt/ink/ink11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0"/>
    </inkml:context>
    <inkml:brush xml:id="br0">
      <inkml:brushProperty name="width" value="0.02646" units="cm"/>
      <inkml:brushProperty name="height" value="0.02646" units="cm"/>
      <inkml:brushProperty name="fitToCurve" value="1"/>
    </inkml:brush>
  </inkml:definitions>
  <inkml:trace contextRef="#ctx0" brushRef="#br0">18630 5519 874,'-28'125'-15,"15"-41"8,-5 14 1,-6 42-1,-5-53 15,-50-130-4,-35 51 2,46 76 0,91 16-8,58-62 0,32-47-4,0-33-4,22-54 6,-49 16 6,-88 166 6,-25 17-1,55-12-4,87-64-4,-20-113 0,-43-8 1,-49-3 2,-133 32-2,39 85 1,96 71 1,127-100-8,-17-10-11</inkml:trace>
</inkml:ink>
</file>

<file path=ppt/ink/ink11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1"/>
    </inkml:context>
    <inkml:brush xml:id="br0">
      <inkml:brushProperty name="width" value="0.02646" units="cm"/>
      <inkml:brushProperty name="height" value="0.02646" units="cm"/>
      <inkml:brushProperty name="fitToCurve" value="1"/>
    </inkml:brush>
  </inkml:definitions>
  <inkml:trace contextRef="#ctx0" brushRef="#br0">19005 5738 874,'104'-67'-5,"-32"161"1,-131 22 2,63-29 2,111-83-3,-14-15-9,-15-17-828</inkml:trace>
</inkml:ink>
</file>

<file path=ppt/ink/ink11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2"/>
    </inkml:context>
    <inkml:brush xml:id="br0">
      <inkml:brushProperty name="width" value="0.02646" units="cm"/>
      <inkml:brushProperty name="height" value="0.02646" units="cm"/>
      <inkml:brushProperty name="fitToCurve" value="1"/>
    </inkml:brush>
  </inkml:definitions>
  <inkml:trace contextRef="#ctx0" brushRef="#br0">19360 5490 874,'133'-21'-14,"28"7"4,-82 5 2,4 1-9,-1 7-270</inkml:trace>
</inkml:ink>
</file>

<file path=ppt/ink/ink11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3"/>
    </inkml:context>
    <inkml:brush xml:id="br0">
      <inkml:brushProperty name="width" value="0.02646" units="cm"/>
      <inkml:brushProperty name="height" value="0.02646" units="cm"/>
      <inkml:brushProperty name="fitToCurve" value="1"/>
    </inkml:brush>
  </inkml:definitions>
  <inkml:trace contextRef="#ctx0" brushRef="#br0">19533 5305 874,'-9'95'-6,"0"15"1,27-5 7,0-19 1</inkml:trace>
</inkml:ink>
</file>

<file path=ppt/ink/ink11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4"/>
    </inkml:context>
    <inkml:brush xml:id="br0">
      <inkml:brushProperty name="width" value="0.02646" units="cm"/>
      <inkml:brushProperty name="height" value="0.02646" units="cm"/>
      <inkml:brushProperty name="fitToCurve" value="1"/>
    </inkml:brush>
  </inkml:definitions>
  <inkml:trace contextRef="#ctx0" brushRef="#br0">20070 5102 874,'4'96'-6,"-1"41"7,28-8-2,59-71 0,18-153-4,-45-38-4,-26 22 11,-43 252 2,6-35 6,0-20-638</inkml:trace>
</inkml:ink>
</file>

<file path=ppt/ink/ink11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5"/>
    </inkml:context>
    <inkml:brush xml:id="br0">
      <inkml:brushProperty name="width" value="0.02646" units="cm"/>
      <inkml:brushProperty name="height" value="0.02646" units="cm"/>
      <inkml:brushProperty name="fitToCurve" value="1"/>
    </inkml:brush>
  </inkml:definitions>
  <inkml:trace contextRef="#ctx0" brushRef="#br0">20343 4541 874,'127'-19'-13,"-44"7"9,4 3 3,-3 2 3,52 19 2,-50 91-4,-76-7-1,-26 71-4,7-70 1,-6 62-2,10-54 4,3 12 0,0 11 1,2-16-1,0-18 1,4 14 0,3 10 1,-1 1 2,1-6 1,-1-26-1,-3 58 6,-19-42-1,-30-23-3,-92-1-6,41-51-3,-4-8-1,-41-2-15,33-31-10,28 0-65</inkml:trace>
</inkml:ink>
</file>

<file path=ppt/ink/ink11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6"/>
    </inkml:context>
    <inkml:brush xml:id="br0">
      <inkml:brushProperty name="width" value="0.02646" units="cm"/>
      <inkml:brushProperty name="height" value="0.02646" units="cm"/>
      <inkml:brushProperty name="fitToCurve" value="1"/>
    </inkml:brush>
  </inkml:definitions>
  <inkml:trace contextRef="#ctx0" brushRef="#br0">21036 5217 874,'-5'136'-12,"0"31"9,15-41 7,84-100-4,-26-174-7,-16-7-3,-12 2 6,-71 284 12,26-1-1,53-38-3,54-106-6,-9-38-1</inkml:trace>
</inkml:ink>
</file>

<file path=ppt/ink/ink11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7"/>
    </inkml:context>
    <inkml:brush xml:id="br0">
      <inkml:brushProperty name="width" value="0.02646" units="cm"/>
      <inkml:brushProperty name="height" value="0.02646" units="cm"/>
      <inkml:brushProperty name="fitToCurve" value="1"/>
    </inkml:brush>
  </inkml:definitions>
  <inkml:trace contextRef="#ctx0" brushRef="#br0">21419 5428 874,'23'141'-13,"-17"-56"8,-2 5 2,-1-9 1,-27-201-4,25 23 1,6-43-1,11 28 12,48 31 0,29 89 0,-15 19-17</inkml:trace>
</inkml:ink>
</file>

<file path=ppt/ink/ink11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8"/>
    </inkml:context>
    <inkml:brush xml:id="br0">
      <inkml:brushProperty name="width" value="0.02646" units="cm"/>
      <inkml:brushProperty name="height" value="0.02646" units="cm"/>
      <inkml:brushProperty name="fitToCurve" value="1"/>
    </inkml:brush>
  </inkml:definitions>
  <inkml:trace contextRef="#ctx0" brushRef="#br0">21035 4901 874,'104'21'-9,"46"6"2,-70-21 1,41-24-6,-37 6-15</inkml:trace>
</inkml:ink>
</file>

<file path=ppt/ink/ink11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49"/>
    </inkml:context>
    <inkml:brush xml:id="br0">
      <inkml:brushProperty name="width" value="0.02646" units="cm"/>
      <inkml:brushProperty name="height" value="0.02646" units="cm"/>
      <inkml:brushProperty name="fitToCurve" value="1"/>
    </inkml:brush>
  </inkml:definitions>
  <inkml:trace contextRef="#ctx0" brushRef="#br0">21326 4815 874,'98'122'-7,"-89"-2"3,-57-36 5,-36-49-438</inkml:trace>
</inkml:ink>
</file>

<file path=ppt/ink/ink11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0"/>
    </inkml:context>
    <inkml:brush xml:id="br0">
      <inkml:brushProperty name="width" value="0.02646" units="cm"/>
      <inkml:brushProperty name="height" value="0.02646" units="cm"/>
      <inkml:brushProperty name="fitToCurve" value="1"/>
    </inkml:brush>
  </inkml:definitions>
  <inkml:trace contextRef="#ctx0" brushRef="#br0">13922 6565 874,'97'18'-6,"-1"-8"-3,16-3-3,-18-4 7,15-1 1,10-2 0,-3 2 2,-24-1 0,22 2 1,21 0-2,16-3 0,-34 0 1,8-2 0,30-2-2,21-3 0,16-4 0,15-2-3,-71 5 2,37-1-1,31 1 0,23-1-3,18 0-2,-8-1 0,-61 3 0,41 0 0,26 2 3,-74 1 2,35 6-2,35 0 0,21 5 0,-16 1 3,-56-3 2,41 4 1,29 2 3,18 2 0,-71-2-1,11 0-1,35 6-2,21 7-2,13 3 2,10-2 3,-102-7 0,44-2 0,33 1-1,23-3-4,-38-3-1,-37-1 0,41 1-1,22 0 6,15-1-1,10-1 2,-74-2 2,-4 0 0,31 3 0,19-2 1,-8-2 2,-79-2-1,33 0-28,20 2-10,8-1-8,-55 0-8,-14-1-7,20 3-4,7-2-4,0 0 1,-10-2 3,-62-2 5,-3-1 17,-6-4 7,-10-1 8,-26 1 6,43-3-2,-54 2 15</inkml:trace>
</inkml:ink>
</file>

<file path=ppt/ink/ink11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1"/>
    </inkml:context>
    <inkml:brush xml:id="br0">
      <inkml:brushProperty name="width" value="0.02646" units="cm"/>
      <inkml:brushProperty name="height" value="0.02646" units="cm"/>
      <inkml:brushProperty name="fitToCurve" value="1"/>
    </inkml:brush>
  </inkml:definitions>
  <inkml:trace contextRef="#ctx0" brushRef="#br0">14646 7747 874,'58'-107'-13,"15"-35"11,0 11 1,3 223-5,-69 48-4,-5 1 0,17 12 17,95-124 0,-38-124-10,-15-59 1,-38 62 3,1-51 1,-29 38 4,-85 85 6,110 148-9,42-39-5</inkml:trace>
</inkml:ink>
</file>

<file path=ppt/ink/ink11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2"/>
    </inkml:context>
    <inkml:brush xml:id="br0">
      <inkml:brushProperty name="width" value="0.02646" units="cm"/>
      <inkml:brushProperty name="height" value="0.02646" units="cm"/>
      <inkml:brushProperty name="fitToCurve" value="1"/>
    </inkml:brush>
  </inkml:definitions>
  <inkml:trace contextRef="#ctx0" brushRef="#br0">15251 7086 874,'-95'-44'-10,"-37"44"5,8 18-1,39-10-27</inkml:trace>
</inkml:ink>
</file>

<file path=ppt/ink/ink11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3"/>
    </inkml:context>
    <inkml:brush xml:id="br0">
      <inkml:brushProperty name="width" value="0.02646" units="cm"/>
      <inkml:brushProperty name="height" value="0.02646" units="cm"/>
      <inkml:brushProperty name="fitToCurve" value="1"/>
    </inkml:brush>
  </inkml:definitions>
  <inkml:trace contextRef="#ctx0" brushRef="#br0">15029 6929 874,'103'23'-5,"-25"61"4,-74 28-4,-8-26-8</inkml:trace>
</inkml:ink>
</file>

<file path=ppt/ink/ink11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4"/>
    </inkml:context>
    <inkml:brush xml:id="br0">
      <inkml:brushProperty name="width" value="0.02646" units="cm"/>
      <inkml:brushProperty name="height" value="0.02646" units="cm"/>
      <inkml:brushProperty name="fitToCurve" value="1"/>
    </inkml:brush>
  </inkml:definitions>
  <inkml:trace contextRef="#ctx0" brushRef="#br0">15342 7451 874,'93'-8'-3,"19"0"0,-25 7-56</inkml:trace>
</inkml:ink>
</file>

<file path=ppt/ink/ink11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5"/>
    </inkml:context>
    <inkml:brush xml:id="br0">
      <inkml:brushProperty name="width" value="0.02646" units="cm"/>
      <inkml:brushProperty name="height" value="0.02646" units="cm"/>
      <inkml:brushProperty name="fitToCurve" value="1"/>
    </inkml:brush>
  </inkml:definitions>
  <inkml:trace contextRef="#ctx0" brushRef="#br0">15299 7668 874,'107'-9'-3,"-16"4"-14,3-1-12,-14 9-398</inkml:trace>
</inkml:ink>
</file>

<file path=ppt/ink/ink11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6"/>
    </inkml:context>
    <inkml:brush xml:id="br0">
      <inkml:brushProperty name="width" value="0.02646" units="cm"/>
      <inkml:brushProperty name="height" value="0.02646" units="cm"/>
      <inkml:brushProperty name="fitToCurve" value="1"/>
    </inkml:brush>
  </inkml:definitions>
  <inkml:trace contextRef="#ctx0" brushRef="#br0">15839 7369 874,'17'97'-9,"3"21"6,-4 13 3,-1-270-6,20 22 7,42 28 2,11 52-2,-8 56-1,2-9 2,1 33-60</inkml:trace>
</inkml:ink>
</file>

<file path=ppt/ink/ink11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7"/>
    </inkml:context>
    <inkml:brush xml:id="br0">
      <inkml:brushProperty name="width" value="0.02646" units="cm"/>
      <inkml:brushProperty name="height" value="0.02646" units="cm"/>
      <inkml:brushProperty name="fitToCurve" value="1"/>
    </inkml:brush>
  </inkml:definitions>
  <inkml:trace contextRef="#ctx0" brushRef="#br0">16049 6972 874,'-26'94'-5,"5"-11"-104</inkml:trace>
</inkml:ink>
</file>

<file path=ppt/ink/ink11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8"/>
    </inkml:context>
    <inkml:brush xml:id="br0">
      <inkml:brushProperty name="width" value="0.02646" units="cm"/>
      <inkml:brushProperty name="height" value="0.02646" units="cm"/>
      <inkml:brushProperty name="fitToCurve" value="1"/>
    </inkml:brush>
  </inkml:definitions>
  <inkml:trace contextRef="#ctx0" brushRef="#br0">16449 7332 874,'6'113'-11,"-6"23"12,25-41 0,56-135-7,-7-100-1,-36 8 8,-71 221-2,17 35-8,55 10-10,-6-46-19,27-7-741</inkml:trace>
</inkml:ink>
</file>

<file path=ppt/ink/ink11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59"/>
    </inkml:context>
    <inkml:brush xml:id="br0">
      <inkml:brushProperty name="width" value="0.02646" units="cm"/>
      <inkml:brushProperty name="height" value="0.02646" units="cm"/>
      <inkml:brushProperty name="fitToCurve" value="1"/>
    </inkml:brush>
  </inkml:definitions>
  <inkml:trace contextRef="#ctx0" brushRef="#br0">16779 7571 874,'-12'101'-7,"21"45"3,-5-7 5,-28-256-9,44-10 7,41 8 3,53 75 0,-18 28 5</inkml:trace>
</inkml:ink>
</file>

<file path=ppt/ink/ink11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0"/>
    </inkml:context>
    <inkml:brush xml:id="br0">
      <inkml:brushProperty name="width" value="0.02646" units="cm"/>
      <inkml:brushProperty name="height" value="0.02646" units="cm"/>
      <inkml:brushProperty name="fitToCurve" value="1"/>
    </inkml:brush>
  </inkml:definitions>
  <inkml:trace contextRef="#ctx0" brushRef="#br0">16449 7058 874,'92'-20'-9,"45"13"7,-56 6 2,48-16 1,-38 6-1</inkml:trace>
</inkml:ink>
</file>

<file path=ppt/ink/ink11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1"/>
    </inkml:context>
    <inkml:brush xml:id="br0">
      <inkml:brushProperty name="width" value="0.02646" units="cm"/>
      <inkml:brushProperty name="height" value="0.02646" units="cm"/>
      <inkml:brushProperty name="fitToCurve" value="1"/>
    </inkml:brush>
  </inkml:definitions>
  <inkml:trace contextRef="#ctx0" brushRef="#br0">16776 6929 874,'93'60'-6,"-50"41"-1,-83 18-1,-13-35-16</inkml:trace>
</inkml:ink>
</file>

<file path=ppt/ink/ink11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2"/>
    </inkml:context>
    <inkml:brush xml:id="br0">
      <inkml:brushProperty name="width" value="0.02646" units="cm"/>
      <inkml:brushProperty name="height" value="0.02646" units="cm"/>
      <inkml:brushProperty name="fitToCurve" value="1"/>
    </inkml:brush>
  </inkml:definitions>
  <inkml:trace contextRef="#ctx0" brushRef="#br0">17259 7457 874,'111'-14'-6,"50"0"5,-41 3-1,-36 14-622</inkml:trace>
</inkml:ink>
</file>

<file path=ppt/ink/ink11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3"/>
    </inkml:context>
    <inkml:brush xml:id="br0">
      <inkml:brushProperty name="width" value="0.02646" units="cm"/>
      <inkml:brushProperty name="height" value="0.02646" units="cm"/>
      <inkml:brushProperty name="fitToCurve" value="1"/>
    </inkml:brush>
  </inkml:definitions>
  <inkml:trace contextRef="#ctx0" brushRef="#br0">17429 7274 874,'0'105'-6,"0"0"1,16 7-1,0-27-5</inkml:trace>
</inkml:ink>
</file>

<file path=ppt/ink/ink11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4"/>
    </inkml:context>
    <inkml:brush xml:id="br0">
      <inkml:brushProperty name="width" value="0.02646" units="cm"/>
      <inkml:brushProperty name="height" value="0.02646" units="cm"/>
      <inkml:brushProperty name="fitToCurve" value="1"/>
    </inkml:brush>
  </inkml:definitions>
  <inkml:trace contextRef="#ctx0" brushRef="#br0">17870 7145 874,'13'125'-8,"-10"-45"4,0 5 1,-1 1 1,-1 38 0,-63-231-4,115-46 4,55 26 5,6 78 1,-15 26 8</inkml:trace>
</inkml:ink>
</file>

<file path=ppt/ink/ink11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5"/>
    </inkml:context>
    <inkml:brush xml:id="br0">
      <inkml:brushProperty name="width" value="0.02646" units="cm"/>
      <inkml:brushProperty name="height" value="0.02646" units="cm"/>
      <inkml:brushProperty name="fitToCurve" value="1"/>
    </inkml:brush>
  </inkml:definitions>
  <inkml:trace contextRef="#ctx0" brushRef="#br0">18289 7306 874,'-55'112'-11,"15"17"12,61-23 0,79-113-3,-19-92-5,-24-40-1,-38 21 11,-69 21 0,-51 80 0,42 105 4,152-14-8,8-112-2,-13-6-27</inkml:trace>
</inkml:ink>
</file>

<file path=ppt/ink/ink11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6"/>
    </inkml:context>
    <inkml:brush xml:id="br0">
      <inkml:brushProperty name="width" value="0.02646" units="cm"/>
      <inkml:brushProperty name="height" value="0.02646" units="cm"/>
      <inkml:brushProperty name="fitToCurve" value="1"/>
    </inkml:brush>
  </inkml:definitions>
  <inkml:trace contextRef="#ctx0" brushRef="#br0">18353 6872 874,'-3'111'-6,"2"-24"-51</inkml:trace>
</inkml:ink>
</file>

<file path=ppt/ink/ink11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7"/>
    </inkml:context>
    <inkml:brush xml:id="br0">
      <inkml:brushProperty name="width" value="0.02646" units="cm"/>
      <inkml:brushProperty name="height" value="0.02646" units="cm"/>
      <inkml:brushProperty name="fitToCurve" value="1"/>
    </inkml:brush>
  </inkml:definitions>
  <inkml:trace contextRef="#ctx0" brushRef="#br0">18644 7202 874,'-11'120'-12,"-1"25"9,7-5 4,33-55 2,60-156-6,-40-54 1,-14 11 1,-10 6 2,-36 202-1,19 31-7,15-26-8,39-9-27</inkml:trace>
</inkml:ink>
</file>

<file path=ppt/ink/ink11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8"/>
    </inkml:context>
    <inkml:brush xml:id="br0">
      <inkml:brushProperty name="width" value="0.02646" units="cm"/>
      <inkml:brushProperty name="height" value="0.02646" units="cm"/>
      <inkml:brushProperty name="fitToCurve" value="1"/>
    </inkml:brush>
  </inkml:definitions>
  <inkml:trace contextRef="#ctx0" brushRef="#br0">19005 7418 874,'-33'105'-6,"6"36"4,42-3 3,99-113-5,-6-170-1,-75 33 6,-79-16 0,-64 111 1,88 125-1,141-88-6,-5-19-15,-28-32-587</inkml:trace>
</inkml:ink>
</file>

<file path=ppt/ink/ink11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69"/>
    </inkml:context>
    <inkml:brush xml:id="br0">
      <inkml:brushProperty name="width" value="0.02646" units="cm"/>
      <inkml:brushProperty name="height" value="0.02646" units="cm"/>
      <inkml:brushProperty name="fitToCurve" value="1"/>
    </inkml:brush>
  </inkml:definitions>
  <inkml:trace contextRef="#ctx0" brushRef="#br0">19168 7026 874,'-112'-34'-11,"-34"31"8,59 3-3,5 4-178</inkml:trace>
</inkml:ink>
</file>

<file path=ppt/ink/ink11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0"/>
    </inkml:context>
    <inkml:brush xml:id="br0">
      <inkml:brushProperty name="width" value="0.02646" units="cm"/>
      <inkml:brushProperty name="height" value="0.02646" units="cm"/>
      <inkml:brushProperty name="fitToCurve" value="1"/>
    </inkml:brush>
  </inkml:definitions>
  <inkml:trace contextRef="#ctx0" brushRef="#br0">18934 6886 874,'112'12'-8,"-18"49"9,-78 23-3,-79 19-2,-18-40-184</inkml:trace>
</inkml:ink>
</file>

<file path=ppt/ink/ink11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1"/>
    </inkml:context>
    <inkml:brush xml:id="br0">
      <inkml:brushProperty name="width" value="0.02646" units="cm"/>
      <inkml:brushProperty name="height" value="0.02646" units="cm"/>
      <inkml:brushProperty name="fitToCurve" value="1"/>
    </inkml:brush>
  </inkml:definitions>
  <inkml:trace contextRef="#ctx0" brushRef="#br0">15271 8629 874,'93'-5'-3,"76"2"0,-80 2 0,-7 2-52</inkml:trace>
</inkml:ink>
</file>

<file path=ppt/ink/ink11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2"/>
    </inkml:context>
    <inkml:brush xml:id="br0">
      <inkml:brushProperty name="width" value="0.02646" units="cm"/>
      <inkml:brushProperty name="height" value="0.02646" units="cm"/>
      <inkml:brushProperty name="fitToCurve" value="1"/>
    </inkml:brush>
  </inkml:definitions>
  <inkml:trace contextRef="#ctx0" brushRef="#br0">15299 8822 874,'102'-30'-9,"34"38"9,-24 14 2</inkml:trace>
</inkml:ink>
</file>

<file path=ppt/ink/ink11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3"/>
    </inkml:context>
    <inkml:brush xml:id="br0">
      <inkml:brushProperty name="width" value="0.02646" units="cm"/>
      <inkml:brushProperty name="height" value="0.02646" units="cm"/>
      <inkml:brushProperty name="fitToCurve" value="1"/>
    </inkml:brush>
  </inkml:definitions>
  <inkml:trace contextRef="#ctx0" brushRef="#br0">15740 8716 874,'91'-26'-3,"74"-2"-15,-76 15-1,-5 4-99</inkml:trace>
</inkml:ink>
</file>

<file path=ppt/ink/ink11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4"/>
    </inkml:context>
    <inkml:brush xml:id="br0">
      <inkml:brushProperty name="width" value="0.02646" units="cm"/>
      <inkml:brushProperty name="height" value="0.02646" units="cm"/>
      <inkml:brushProperty name="fitToCurve" value="1"/>
    </inkml:brush>
  </inkml:definitions>
  <inkml:trace contextRef="#ctx0" brushRef="#br0">16525 8454 874,'-99'20'-6,"-15"46"4,38 62 1,58-9 0,72-15-1,56-66-2,-25-54-1,21 2-13,-24-23-170</inkml:trace>
</inkml:ink>
</file>

<file path=ppt/ink/ink11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5"/>
    </inkml:context>
    <inkml:brush xml:id="br0">
      <inkml:brushProperty name="width" value="0.02646" units="cm"/>
      <inkml:brushProperty name="height" value="0.02646" units="cm"/>
      <inkml:brushProperty name="fitToCurve" value="1"/>
    </inkml:brush>
  </inkml:definitions>
  <inkml:trace contextRef="#ctx0" brushRef="#br0">17046 8745 874,'-108'-3'-9,"-4"90"5,46-1 3,73 4 3,96-60-4,-10-130-1,-11-70-3,-30 25 1,-28 54 5,-7-3 0,-4 4 1,4-43 4,-51 262-5,12-20-6,2 9 2,8-33 1,1-2 1,10 0 5,24 36 3,110-113 1,-26-129-10,-32 0 2,-24-7 4,-79 232-6,-3 25 3,45-22 5,98-146-6,-19-88-7,-25 5 15,-37 18-4,-82 191-1,49 78-7,3-49-14,6-26-806</inkml:trace>
</inkml:ink>
</file>

<file path=ppt/ink/ink11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6"/>
    </inkml:context>
    <inkml:brush xml:id="br0">
      <inkml:brushProperty name="width" value="0.02646" units="cm"/>
      <inkml:brushProperty name="height" value="0.02646" units="cm"/>
      <inkml:brushProperty name="fitToCurve" value="1"/>
    </inkml:brush>
  </inkml:definitions>
  <inkml:trace contextRef="#ctx0" brushRef="#br0">16747 8961 874,'145'-11'-14,"-60"11"8,11 3 0,5-1 2,6 1-3,-3-2-1,-19 1-2,28-2-28,-30 3-37</inkml:trace>
</inkml:ink>
</file>

<file path=ppt/ink/ink11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7"/>
    </inkml:context>
    <inkml:brush xml:id="br0">
      <inkml:brushProperty name="width" value="0.02646" units="cm"/>
      <inkml:brushProperty name="height" value="0.02646" units="cm"/>
      <inkml:brushProperty name="fitToCurve" value="1"/>
    </inkml:brush>
  </inkml:definitions>
  <inkml:trace contextRef="#ctx0" brushRef="#br0">17136 9101 874,'-22'113'-11,"10"25"8,3-23 2,-4-29 4,-79-94-2,11-32-1,-30 56 1,30 97-4,149-12 1,90-87-5,-18-49-2,14-57 3,-52 7 12,-97 202-2,-30 0-1,62-30 2,68-125-6,-19-109 1,-64 26 3,-60 24-1,-84 49-3,18 56 2,43 74 2,166-71-7,-13-46-4,1 9-17,-10-17-9</inkml:trace>
</inkml:ink>
</file>

<file path=ppt/ink/ink11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8"/>
    </inkml:context>
    <inkml:brush xml:id="br0">
      <inkml:brushProperty name="width" value="0.02646" units="cm"/>
      <inkml:brushProperty name="height" value="0.02646" units="cm"/>
      <inkml:brushProperty name="fitToCurve" value="1"/>
    </inkml:brush>
  </inkml:definitions>
  <inkml:trace contextRef="#ctx0" brushRef="#br0">17770 8741 874,'-38'97'-9,"19"20"5,39-3 6,84-85-5,-10-113 0,-11-40 2,-34 24 2,-94 240-5,17 11 7,66-62 0,82-91-2,-29 21 1,-57 66-3,-31 2-2,-23-7 3,3-227-9,39 63 5,22-38 5,45 33 5,16 123 8,-39 46-872</inkml:trace>
</inkml:ink>
</file>

<file path=ppt/ink/ink11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79"/>
    </inkml:context>
    <inkml:brush xml:id="br0">
      <inkml:brushProperty name="width" value="0.02646" units="cm"/>
      <inkml:brushProperty name="height" value="0.02646" units="cm"/>
      <inkml:brushProperty name="fitToCurve" value="1"/>
    </inkml:brush>
  </inkml:definitions>
  <inkml:trace contextRef="#ctx0" brushRef="#br0">17756 8512 874,'105'-23'-7,"58"9"7,-75 2 0,-7 3-2,3 5-183</inkml:trace>
</inkml:ink>
</file>

<file path=ppt/ink/ink11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0"/>
    </inkml:context>
    <inkml:brush xml:id="br0">
      <inkml:brushProperty name="width" value="0.02646" units="cm"/>
      <inkml:brushProperty name="height" value="0.02646" units="cm"/>
      <inkml:brushProperty name="fitToCurve" value="1"/>
    </inkml:brush>
  </inkml:definitions>
  <inkml:trace contextRef="#ctx0" brushRef="#br0">18053 8381 874,'117'64'-7,"-79"27"4,-88 22 0,-17-32-3</inkml:trace>
</inkml:ink>
</file>

<file path=ppt/ink/ink11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1"/>
    </inkml:context>
    <inkml:brush xml:id="br0">
      <inkml:brushProperty name="width" value="0.02646" units="cm"/>
      <inkml:brushProperty name="height" value="0.02646" units="cm"/>
      <inkml:brushProperty name="fitToCurve" value="1"/>
    </inkml:brush>
  </inkml:definitions>
  <inkml:trace contextRef="#ctx0" brushRef="#br0">18579 8918 874,'101'14'-6,"-14"-8"4,57-20 2,-32 0 1</inkml:trace>
</inkml:ink>
</file>

<file path=ppt/ink/ink11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2"/>
    </inkml:context>
    <inkml:brush xml:id="br0">
      <inkml:brushProperty name="width" value="0.02646" units="cm"/>
      <inkml:brushProperty name="height" value="0.02646" units="cm"/>
      <inkml:brushProperty name="fitToCurve" value="1"/>
    </inkml:brush>
  </inkml:definitions>
  <inkml:trace contextRef="#ctx0" brushRef="#br0">18726 8784 874,'0'136'-11,"-3"-12"6,-2-14-1,-1-24-5,-2-6-35</inkml:trace>
</inkml:ink>
</file>

<file path=ppt/ink/ink11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3"/>
    </inkml:context>
    <inkml:brush xml:id="br0">
      <inkml:brushProperty name="width" value="0.02646" units="cm"/>
      <inkml:brushProperty name="height" value="0.02646" units="cm"/>
      <inkml:brushProperty name="fitToCurve" value="1"/>
    </inkml:brush>
  </inkml:definitions>
  <inkml:trace contextRef="#ctx0" brushRef="#br0">19425 8612 874,'-117'-35'-7,"22"113"6,41 79 0,50-14-2,69-11 2,23-67 1,53-86-2,-44-25-2,-4-37-14</inkml:trace>
</inkml:ink>
</file>

<file path=ppt/ink/ink11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4"/>
    </inkml:context>
    <inkml:brush xml:id="br0">
      <inkml:brushProperty name="width" value="0.02646" units="cm"/>
      <inkml:brushProperty name="height" value="0.02646" units="cm"/>
      <inkml:brushProperty name="fitToCurve" value="1"/>
    </inkml:brush>
  </inkml:definitions>
  <inkml:trace contextRef="#ctx0" brushRef="#br0">19647 8713 874,'-5'109'-3,"5"33"0,41-59 2,73-175-6,-56 6 4,-16-17 4,-59 212-14,43 27 19,-5-45 9,30-10-873</inkml:trace>
</inkml:ink>
</file>

<file path=ppt/ink/ink11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5"/>
    </inkml:context>
    <inkml:brush xml:id="br0">
      <inkml:brushProperty name="width" value="0.02646" units="cm"/>
      <inkml:brushProperty name="height" value="0.02646" units="cm"/>
      <inkml:brushProperty name="fitToCurve" value="1"/>
    </inkml:brush>
  </inkml:definitions>
  <inkml:trace contextRef="#ctx0" brushRef="#br0">20155 8789 874,'8'-87'-4,"-8"220"-2,1-35 3,5 5 2,30-1 3,73-149-3,-48-65-5,-30 27 1,9-52 6,-83 226-7,36 7 4,7 42-1,38-15 9,50-109-4,26-112 5,-75 200-11,-54 28-2,27-31 10,97-90 2,-38-132-5,-29 8 0,-31-4 1,-76 35 0,-23 153-1,73 18 1,125-77-5,-27-14-3,3-43-106</inkml:trace>
</inkml:ink>
</file>

<file path=ppt/ink/ink11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6"/>
    </inkml:context>
    <inkml:brush xml:id="br0">
      <inkml:brushProperty name="width" value="0.02646" units="cm"/>
      <inkml:brushProperty name="height" value="0.02646" units="cm"/>
      <inkml:brushProperty name="fitToCurve" value="1"/>
    </inkml:brush>
  </inkml:definitions>
  <inkml:trace contextRef="#ctx0" brushRef="#br0">20691 8493 874,'-113'-13'-10,"-40"20"1,11-26-5,52 2-11</inkml:trace>
</inkml:ink>
</file>

<file path=ppt/ink/ink11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7"/>
    </inkml:context>
    <inkml:brush xml:id="br0">
      <inkml:brushProperty name="width" value="0.02646" units="cm"/>
      <inkml:brushProperty name="height" value="0.02646" units="cm"/>
      <inkml:brushProperty name="fitToCurve" value="1"/>
    </inkml:brush>
  </inkml:definitions>
  <inkml:trace contextRef="#ctx0" brushRef="#br0">20496 8353 874,'93'39'-4,"-3"50"1,-53 16 1,-106-6 2,-16-53-437</inkml:trace>
</inkml:ink>
</file>

<file path=ppt/ink/ink11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8"/>
    </inkml:context>
    <inkml:brush xml:id="br0">
      <inkml:brushProperty name="width" value="0.02646" units="cm"/>
      <inkml:brushProperty name="height" value="0.02646" units="cm"/>
      <inkml:brushProperty name="fitToCurve" value="1"/>
    </inkml:brush>
  </inkml:definitions>
  <inkml:trace contextRef="#ctx0" brushRef="#br0">15853 10367 874,'20'125'-11,"3"34"3,-11-68 6,2 1 3,6-8 2,43 15-1,37-173-3,-63-16-1,-18-7 0,-17 9 1,-19-16 2,14 17 4,87 94-5,34 9-3</inkml:trace>
</inkml:ink>
</file>

<file path=ppt/ink/ink11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89"/>
    </inkml:context>
    <inkml:brush xml:id="br0">
      <inkml:brushProperty name="width" value="0.02646" units="cm"/>
      <inkml:brushProperty name="height" value="0.02646" units="cm"/>
      <inkml:brushProperty name="fitToCurve" value="1"/>
    </inkml:brush>
  </inkml:definitions>
  <inkml:trace contextRef="#ctx0" brushRef="#br0">15825 10143 874,'108'-19'-5,"63"14"2,-90 2 1,1 3 0</inkml:trace>
</inkml:ink>
</file>

<file path=ppt/ink/ink11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0"/>
    </inkml:context>
    <inkml:brush xml:id="br0">
      <inkml:brushProperty name="width" value="0.02646" units="cm"/>
      <inkml:brushProperty name="height" value="0.02646" units="cm"/>
      <inkml:brushProperty name="fitToCurve" value="1"/>
    </inkml:brush>
  </inkml:definitions>
  <inkml:trace contextRef="#ctx0" brushRef="#br0">16137 10064 874,'107'90'-20,"-115"20"22,-30-22 1</inkml:trace>
</inkml:ink>
</file>

<file path=ppt/ink/ink11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1"/>
    </inkml:context>
    <inkml:brush xml:id="br0">
      <inkml:brushProperty name="width" value="0.02646" units="cm"/>
      <inkml:brushProperty name="height" value="0.02646" units="cm"/>
      <inkml:brushProperty name="fitToCurve" value="1"/>
    </inkml:brush>
  </inkml:definitions>
  <inkml:trace contextRef="#ctx0" brushRef="#br0">16435 10163 874,'34'-92'-5,"45"-5"5,24 65-1,-47 147-3,-77-18-3,-44 20 4,-30-12 3,138-13-20,66-42 47</inkml:trace>
</inkml:ink>
</file>

<file path=ppt/ink/ink11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2"/>
    </inkml:context>
    <inkml:brush xml:id="br0">
      <inkml:brushProperty name="width" value="0.02646" units="cm"/>
      <inkml:brushProperty name="height" value="0.02646" units="cm"/>
      <inkml:brushProperty name="fitToCurve" value="1"/>
    </inkml:brush>
  </inkml:definitions>
  <inkml:trace contextRef="#ctx0" brushRef="#br0">16563 10690 874,'101'-22'-5,"45"14"3,-16 42 2,-49-18-9</inkml:trace>
</inkml:ink>
</file>

<file path=ppt/ink/ink11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3"/>
    </inkml:context>
    <inkml:brush xml:id="br0">
      <inkml:brushProperty name="width" value="0.02646" units="cm"/>
      <inkml:brushProperty name="height" value="0.02646" units="cm"/>
      <inkml:brushProperty name="fitToCurve" value="1"/>
    </inkml:brush>
  </inkml:definitions>
  <inkml:trace contextRef="#ctx0" brushRef="#br0">16591 10870 874,'113'1'-6,"36"16"-11,-33 3-33</inkml:trace>
</inkml:ink>
</file>

<file path=ppt/ink/ink11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4"/>
    </inkml:context>
    <inkml:brush xml:id="br0">
      <inkml:brushProperty name="width" value="0.02646" units="cm"/>
      <inkml:brushProperty name="height" value="0.02646" units="cm"/>
      <inkml:brushProperty name="fitToCurve" value="1"/>
    </inkml:brush>
  </inkml:definitions>
  <inkml:trace contextRef="#ctx0" brushRef="#br0">17459 10425 874,'-92'89'-8,"3"36"2,26 34 3,32-24 3,23-33 0,159-24 2,-30-70 0,-38-29-440</inkml:trace>
</inkml:ink>
</file>

<file path=ppt/ink/ink11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5"/>
    </inkml:context>
    <inkml:brush xml:id="br0">
      <inkml:brushProperty name="width" value="0.02646" units="cm"/>
      <inkml:brushProperty name="height" value="0.02646" units="cm"/>
      <inkml:brushProperty name="fitToCurve" value="1"/>
    </inkml:brush>
  </inkml:definitions>
  <inkml:trace contextRef="#ctx0" brushRef="#br0">17571 10331 874,'15'-106'-5,"38"18"4,33 83 0,-89 117-4,-47 29-2,-2-22 6,35-22 0,100-30 1,20-11 2</inkml:trace>
</inkml:ink>
</file>

<file path=ppt/ink/ink11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6"/>
    </inkml:context>
    <inkml:brush xml:id="br0">
      <inkml:brushProperty name="width" value="0.02646" units="cm"/>
      <inkml:brushProperty name="height" value="0.02646" units="cm"/>
      <inkml:brushProperty name="fitToCurve" value="1"/>
    </inkml:brush>
  </inkml:definitions>
  <inkml:trace contextRef="#ctx0" brushRef="#br0">18208 10718 874,'-87'28'-6,"-19"76"-2,37-1 8,54 10 2,108-58-5,-15-138 1,-6-68-5,-21-6-1,-25 56 6,0-5 1,-2 2 3,7-44 2,-19 55 3,-44 184-6,-9 74-9,21-60 4,-3 50 1,16-67 4,6-4 0,14 37 6,69-83 3,36-188-12,-79 66-2,-5-2 4,9-37-1,-50 239-10,-19 17 11,17-15 8,88-93-2,31-161-8,-70 56 0,16-45 2,-22 25 2,-57 194 5,12 32-13,7 3-10,13-20-4,-1-26-26</inkml:trace>
</inkml:ink>
</file>

<file path=ppt/ink/ink11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7"/>
    </inkml:context>
    <inkml:brush xml:id="br0">
      <inkml:brushProperty name="width" value="0.02646" units="cm"/>
      <inkml:brushProperty name="height" value="0.02646" units="cm"/>
      <inkml:brushProperty name="fitToCurve" value="1"/>
    </inkml:brush>
  </inkml:definitions>
  <inkml:trace contextRef="#ctx0" brushRef="#br0">17940 11061 874,'132'-4'-12,"29"-8"4,-69 6 5,1 4-3,49 3-8,-25 22-9,-35-3-18</inkml:trace>
</inkml:ink>
</file>

<file path=ppt/ink/ink11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8"/>
    </inkml:context>
    <inkml:brush xml:id="br0">
      <inkml:brushProperty name="width" value="0.02646" units="cm"/>
      <inkml:brushProperty name="height" value="0.02646" units="cm"/>
      <inkml:brushProperty name="fitToCurve" value="1"/>
    </inkml:brush>
  </inkml:definitions>
  <inkml:trace contextRef="#ctx0" brushRef="#br0">18327 11229 874,'-90'125'-8,"60"26"3,18-68 3,-2-2 0,-29 30 2,-44-71 2,7 9-2,24 62 2,85-10 0,90-47-4,-30-62-1,51-38-4,-29-35 3,-19 0 4,-48 174 6,-18 0 0,78-25-2,-17-186-7,-62 4 0,-38-18 4,-29 20 0,-48 62 1,-18 115 0,113 18-2,88-46-3,9-70 1,-18 1-8</inkml:trace>
</inkml:ink>
</file>

<file path=ppt/ink/ink11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299"/>
    </inkml:context>
    <inkml:brush xml:id="br0">
      <inkml:brushProperty name="width" value="0.02646" units="cm"/>
      <inkml:brushProperty name="height" value="0.02646" units="cm"/>
      <inkml:brushProperty name="fitToCurve" value="1"/>
    </inkml:brush>
  </inkml:definitions>
  <inkml:trace contextRef="#ctx0" brushRef="#br0">17885 10655 874,'-102'141'-24,"52"-43"15,6 19 1,8 15 2,9 8 1,8 6 3,11-7 1,3-32-3,9 14-3,0-38-2,9 23-7,10 7-8,12-5-7,-7-28-8,36 14-49</inkml:trace>
</inkml:ink>
</file>

<file path=ppt/ink/ink11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0"/>
    </inkml:context>
    <inkml:brush xml:id="br0">
      <inkml:brushProperty name="width" value="0.02646" units="cm"/>
      <inkml:brushProperty name="height" value="0.02646" units="cm"/>
      <inkml:brushProperty name="fitToCurve" value="1"/>
    </inkml:brush>
  </inkml:definitions>
  <inkml:trace contextRef="#ctx0" brushRef="#br0">18938 10467 874,'34'112'-11,"-17"64"-1,-9-59 6,-2 20-1,-9 18 0,-9 18 1,-8 20-4,-5-7 1,7-54 2,-7 9 3,7-44 4,0 6 0</inkml:trace>
</inkml:ink>
</file>

<file path=ppt/ink/ink11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1"/>
    </inkml:context>
    <inkml:brush xml:id="br0">
      <inkml:brushProperty name="width" value="0.02646" units="cm"/>
      <inkml:brushProperty name="height" value="0.02646" units="cm"/>
      <inkml:brushProperty name="fitToCurve" value="1"/>
    </inkml:brush>
  </inkml:definitions>
  <inkml:trace contextRef="#ctx0" brushRef="#br0">19020 10253 874,'73'-102'-5,"15"130"2,-65 113-4,-39-50 2,-9 25-3,-3-19 10,153-43 0,-40-49 5,1-18-116</inkml:trace>
</inkml:ink>
</file>

<file path=ppt/ink/ink11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2"/>
    </inkml:context>
    <inkml:brush xml:id="br0">
      <inkml:brushProperty name="width" value="0.02646" units="cm"/>
      <inkml:brushProperty name="height" value="0.02646" units="cm"/>
      <inkml:brushProperty name="fitToCurve" value="1"/>
    </inkml:brush>
  </inkml:definitions>
  <inkml:trace contextRef="#ctx0" brushRef="#br0">19332 11118 874,'99'-14'-5,"38"13"4,-56 2 1,1 13-185</inkml:trace>
</inkml:ink>
</file>

<file path=ppt/ink/ink11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3"/>
    </inkml:context>
    <inkml:brush xml:id="br0">
      <inkml:brushProperty name="width" value="0.02646" units="cm"/>
      <inkml:brushProperty name="height" value="0.02646" units="cm"/>
      <inkml:brushProperty name="fitToCurve" value="1"/>
    </inkml:brush>
  </inkml:definitions>
  <inkml:trace contextRef="#ctx0" brushRef="#br0">19435 10928 874,'-22'101'-9,"22"28"5,40 13 1,-4-31-5</inkml:trace>
</inkml:ink>
</file>

<file path=ppt/ink/ink11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4"/>
    </inkml:context>
    <inkml:brush xml:id="br0">
      <inkml:brushProperty name="width" value="0.02646" units="cm"/>
      <inkml:brushProperty name="height" value="0.02646" units="cm"/>
      <inkml:brushProperty name="fitToCurve" value="1"/>
    </inkml:brush>
  </inkml:definitions>
  <inkml:trace contextRef="#ctx0" brushRef="#br0">20098 10827 874,'-123'-4'-9,"37"123"9,69-12-1,57 28-1,35-55 1,47-90-1,-17-71-4,-22 4-29</inkml:trace>
</inkml:ink>
</file>

<file path=ppt/ink/ink11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5"/>
    </inkml:context>
    <inkml:brush xml:id="br0">
      <inkml:brushProperty name="width" value="0.02646" units="cm"/>
      <inkml:brushProperty name="height" value="0.02646" units="cm"/>
      <inkml:brushProperty name="fitToCurve" value="1"/>
    </inkml:brush>
  </inkml:definitions>
  <inkml:trace contextRef="#ctx0" brushRef="#br0">20113 10573 874,'99'-93'-5,"-30"206"1,-74 26 3,69-39 2</inkml:trace>
</inkml:ink>
</file>

<file path=ppt/ink/ink11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6"/>
    </inkml:context>
    <inkml:brush xml:id="br0">
      <inkml:brushProperty name="width" value="0.02646" units="cm"/>
      <inkml:brushProperty name="height" value="0.02646" units="cm"/>
      <inkml:brushProperty name="fitToCurve" value="1"/>
    </inkml:brush>
  </inkml:definitions>
  <inkml:trace contextRef="#ctx0" brushRef="#br0">20511 10841 874,'-6'125'-8,"3"-41"9,7-2 0,43-1-3,48-149-5,-26-74 5,-21 21 4,-58 241-5,1-21 5,24-16 0,89-43 6</inkml:trace>
</inkml:ink>
</file>

<file path=ppt/ink/ink11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7"/>
    </inkml:context>
    <inkml:brush xml:id="br0">
      <inkml:brushProperty name="width" value="0.02646" units="cm"/>
      <inkml:brushProperty name="height" value="0.02646" units="cm"/>
      <inkml:brushProperty name="fitToCurve" value="1"/>
    </inkml:brush>
  </inkml:definitions>
  <inkml:trace contextRef="#ctx0" brushRef="#br0">20837 10580 874,'43'-100'-5,"37"35"4,-39 189-4,-82-25 4,18-3 3,145-22 0,-36-55 0,0 1-187</inkml:trace>
</inkml:ink>
</file>

<file path=ppt/ink/ink11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8"/>
    </inkml:context>
    <inkml:brush xml:id="br0">
      <inkml:brushProperty name="width" value="0.02646" units="cm"/>
      <inkml:brushProperty name="height" value="0.02646" units="cm"/>
      <inkml:brushProperty name="fitToCurve" value="1"/>
    </inkml:brush>
  </inkml:definitions>
  <inkml:trace contextRef="#ctx0" brushRef="#br0">18288 11402 874,'-32'97'-5,"17"-11"1,-3 24 0,4 2 6,10-12 0,12-14-106</inkml:trace>
</inkml:ink>
</file>

<file path=ppt/ink/ink11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09"/>
    </inkml:context>
    <inkml:brush xml:id="br0">
      <inkml:brushProperty name="width" value="0.02646" units="cm"/>
      <inkml:brushProperty name="height" value="0.02646" units="cm"/>
      <inkml:brushProperty name="fitToCurve" value="1"/>
    </inkml:brush>
  </inkml:definitions>
  <inkml:trace contextRef="#ctx0" brushRef="#br0">18266 11244 874,'-21'101'-9,"-2"53"-1,14-69 8,1-2 0,-2 43 3,1-6 0,7-41 3,15-161-50</inkml:trace>
</inkml:ink>
</file>

<file path=ppt/ink/ink11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0"/>
    </inkml:context>
    <inkml:brush xml:id="br0">
      <inkml:brushProperty name="width" value="0.02646" units="cm"/>
      <inkml:brushProperty name="height" value="0.02646" units="cm"/>
      <inkml:brushProperty name="fitToCurve" value="1"/>
    </inkml:brush>
  </inkml:definitions>
  <inkml:trace contextRef="#ctx0" brushRef="#br0">18278 11172 874,'-28'132'-13,"5"23"8,14-66 3,1 4 2,-2 6 0,-1-3 1,4-5 1,3 17 2,7-24 10</inkml:trace>
</inkml:ink>
</file>

<file path=ppt/ink/ink11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1"/>
    </inkml:context>
    <inkml:brush xml:id="br0">
      <inkml:brushProperty name="width" value="0.02646" units="cm"/>
      <inkml:brushProperty name="height" value="0.02646" units="cm"/>
      <inkml:brushProperty name="fitToCurve" value="1"/>
    </inkml:brush>
  </inkml:definitions>
  <inkml:trace contextRef="#ctx0" brushRef="#br0">18267 11273 874,'-36'120'-12,"22"5"7,19-44-3,-1 1-60</inkml:trace>
</inkml:ink>
</file>

<file path=ppt/ink/ink11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2"/>
    </inkml:context>
    <inkml:brush xml:id="br0">
      <inkml:brushProperty name="width" value="0.02646" units="cm"/>
      <inkml:brushProperty name="height" value="0.02646" units="cm"/>
      <inkml:brushProperty name="fitToCurve" value="1"/>
    </inkml:brush>
  </inkml:definitions>
  <inkml:trace contextRef="#ctx0" brushRef="#br0">18282 11201 874,'-24'87'-22,"3"6"23,0 24 0,5 15-1,4 22 0,1-24 2,3-36-3,-1-11-5</inkml:trace>
</inkml:ink>
</file>

<file path=ppt/ink/ink11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3"/>
    </inkml:context>
    <inkml:brush xml:id="br0">
      <inkml:brushProperty name="width" value="0.02646" units="cm"/>
      <inkml:brushProperty name="height" value="0.02646" units="cm"/>
      <inkml:brushProperty name="fitToCurve" value="1"/>
    </inkml:brush>
  </inkml:definitions>
  <inkml:trace contextRef="#ctx0" brushRef="#br0">18257 11590 874,'-90'36'-5,"-13"25"3,25 52-1,59-1 1,7-26-5</inkml:trace>
</inkml:ink>
</file>

<file path=ppt/ink/ink11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4"/>
    </inkml:context>
    <inkml:brush xml:id="br0">
      <inkml:brushProperty name="width" value="0.02646" units="cm"/>
      <inkml:brushProperty name="height" value="0.02646" units="cm"/>
      <inkml:brushProperty name="fitToCurve" value="1"/>
    </inkml:brush>
  </inkml:definitions>
  <inkml:trace contextRef="#ctx0" brushRef="#br0">15758 9785 874,'103'19'-9,"67"-13"0,-65-11 4,-3-2 1,-21 1 0,12-2 1,100-6-7,-51 7 6,20 6-1,15 1-2,-18 0 0,-24 1 1,35-1 0,27-2 0,20-7-2,18-2 2,12 2-4,-31 1 0,-31 3 1,37 1-1,24 3 1,17 3 2,4 2 3,-66 0 1,-1-1 2,28 1 1,18 1 1,10-1 3,3 1 0,-91-2 2,30-1-1,19 1 3,8-2-1,4-1 0,-21 0 0,-54-1-2,19 1 1,4-1 1,-57 1 0,13 1 0,5 4 3,-11 9-1,-18 7 1,34 25 7,-34 49-5,-62 37-6,-51 6-6,-22-40-4,-8 16-2,-5 11 0,7-29 2,0 5-1,-6 23 1,2-6 0,6-17 1,-4 31-2,-2 22 1,0 13 0,11-46 1,-2 9 0,0 13 3,-1 3 2,2-3 2,-3-10 2,10-44 0,-8 10 0,-7 0 1,-9-5-1,-36 38 4,-35-29-4,-42-29-5,26-32-1,43-24 0,-17-1-2,-3 0 0,23-4-1,-31 3-2,-22 0-1,-20-1-1,35-3 1,-6-1-1,-27-2 1,-19-2 1,-14 0-1,-13 0 2,71-4 0,-35 1 1,-26 3 0,-18-1-1,24 2 2,28-1-1,-28 2 2,-20 0 0,-8-2 1,65-2 0,-17 1 0,-19 0 1,-10-4 2,20-3 0,39 0 1,-22-6-1,-9-3 1,-3-2 1,45 3-1,-3 0 0,-10-3 1,-1 0 1,1 0 0,5 1-1,45 3 1,-7 0-1,-3 3-1,3-1 0,-45-4 3,-4-34-1,7-68-7,43-14-6,52 40 3,-3-23-1,-3-22-1,16 36 1,-4-19-2,-6-28 0,-5-20 0,-3-19 0,1-4 1,15 57 1,-6-34 0,-1-20-18,0-13-7,8 39-8,6 12-7,-2-14-7,4-2-5,5 6-5,7 55-5,7-3-2,0 22-41,2-7-36</inkml:trace>
</inkml:ink>
</file>

<file path=ppt/ink/ink11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5"/>
    </inkml:context>
    <inkml:brush xml:id="br0">
      <inkml:brushProperty name="width" value="0.02646" units="cm"/>
      <inkml:brushProperty name="height" value="0.02646" units="cm"/>
      <inkml:brushProperty name="fitToCurve" value="1"/>
    </inkml:brush>
  </inkml:definitions>
  <inkml:trace contextRef="#ctx0" brushRef="#br0">4281 213 874,'8'97'-3,"-1"3"-5,-5 0 4,-9 23-1,-1-23-8</inkml:trace>
</inkml:ink>
</file>

<file path=ppt/ink/ink11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6"/>
    </inkml:context>
    <inkml:brush xml:id="br0">
      <inkml:brushProperty name="width" value="0.02646" units="cm"/>
      <inkml:brushProperty name="height" value="0.02646" units="cm"/>
      <inkml:brushProperty name="fitToCurve" value="1"/>
    </inkml:brush>
  </inkml:definitions>
  <inkml:trace contextRef="#ctx0" brushRef="#br0">4547 271 874,'-68'87'-7,"-38"3"7,143-7-3,37-4 2,7 5-4</inkml:trace>
</inkml:ink>
</file>

<file path=ppt/ink/ink11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7"/>
    </inkml:context>
    <inkml:brush xml:id="br0">
      <inkml:brushProperty name="width" value="0.02646" units="cm"/>
      <inkml:brushProperty name="height" value="0.02646" units="cm"/>
      <inkml:brushProperty name="fitToCurve" value="1"/>
    </inkml:brush>
  </inkml:definitions>
  <inkml:trace contextRef="#ctx0" brushRef="#br0">4880 255 874,'-27'134'-43,"-39"-10"37,-14 12 1,29-55 5,-23 40 8,19-36 17</inkml:trace>
</inkml:ink>
</file>

<file path=ppt/ink/ink11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8"/>
    </inkml:context>
    <inkml:brush xml:id="br0">
      <inkml:brushProperty name="width" value="0.02646" units="cm"/>
      <inkml:brushProperty name="height" value="0.02646" units="cm"/>
      <inkml:brushProperty name="fitToCurve" value="1"/>
    </inkml:brush>
  </inkml:definitions>
  <inkml:trace contextRef="#ctx0" brushRef="#br0">4792 558 874,'24'113'-11,"-5"-7"7,-10 2 5,-25-244-3,46 32 6,48 1 2,7 59-445</inkml:trace>
</inkml:ink>
</file>

<file path=ppt/ink/ink11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19"/>
    </inkml:context>
    <inkml:brush xml:id="br0">
      <inkml:brushProperty name="width" value="0.02646" units="cm"/>
      <inkml:brushProperty name="height" value="0.02646" units="cm"/>
      <inkml:brushProperty name="fitToCurve" value="1"/>
    </inkml:brush>
  </inkml:definitions>
  <inkml:trace contextRef="#ctx0" brushRef="#br0">5104 454 874,'-8'-94'-8,"71"-18"5,19 127 4,-79 72-4,-35 17-3,-16 20 1,132-83 8,3-84-183</inkml:trace>
</inkml:ink>
</file>

<file path=ppt/ink/ink11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0"/>
    </inkml:context>
    <inkml:brush xml:id="br0">
      <inkml:brushProperty name="width" value="0.02646" units="cm"/>
      <inkml:brushProperty name="height" value="0.02646" units="cm"/>
      <inkml:brushProperty name="fitToCurve" value="1"/>
    </inkml:brush>
  </inkml:definitions>
  <inkml:trace contextRef="#ctx0" brushRef="#br0">15683 2334 874,'37'-88'-9,"17"-34"4,-5 21 2,28-35 1,25-23-4,-32 47 1,12-16-2,8-14 0,-31 48 0,17-27-1,13-16 1,3-6-16,-11 11-8,-29 48 4,7-8-41,-8 12-292</inkml:trace>
</inkml:ink>
</file>

<file path=ppt/ink/ink12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1"/>
    </inkml:context>
    <inkml:brush xml:id="br0">
      <inkml:brushProperty name="width" value="0.02646" units="cm"/>
      <inkml:brushProperty name="height" value="0.02646" units="cm"/>
      <inkml:brushProperty name="fitToCurve" value="1"/>
    </inkml:brush>
  </inkml:definitions>
  <inkml:trace contextRef="#ctx0" brushRef="#br0">11347 1388 874,'-110'33'-6,"11"-14"5,-6 1-1</inkml:trace>
</inkml:ink>
</file>

<file path=ppt/ink/ink12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2"/>
    </inkml:context>
    <inkml:brush xml:id="br0">
      <inkml:brushProperty name="width" value="0.02646" units="cm"/>
      <inkml:brushProperty name="height" value="0.02646" units="cm"/>
      <inkml:brushProperty name="fitToCurve" value="1"/>
    </inkml:brush>
  </inkml:definitions>
  <inkml:trace contextRef="#ctx0" brushRef="#br0">10812 1992 874,'49'-95'-10,"7"-37"6,-20 40 0,18-58-4,4-8-3,-11 45 5,13-16 0,12-15 1,8-7 0,-26 47 0,22-28 1,-26 47-3,-1-3-2,6 8-95</inkml:trace>
</inkml:ink>
</file>

<file path=ppt/ink/ink12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3"/>
    </inkml:context>
    <inkml:brush xml:id="br0">
      <inkml:brushProperty name="width" value="0.02646" units="cm"/>
      <inkml:brushProperty name="height" value="0.02646" units="cm"/>
      <inkml:brushProperty name="fitToCurve" value="1"/>
    </inkml:brush>
  </inkml:definitions>
  <inkml:trace contextRef="#ctx0" brushRef="#br0">11086 2729 874,'-1'137'-12,"-2"16"7,6-32 3,5-27 4,21 18 0,58-57 2,0-199-7,-46 11 3,-16-33 0,-17 85 0,-8-2 0,-25 219-4,17-16 2,21 31 4,17-36 1,-7-34 5</inkml:trace>
</inkml:ink>
</file>

<file path=ppt/ink/ink12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4"/>
    </inkml:context>
    <inkml:brush xml:id="br0">
      <inkml:brushProperty name="width" value="0.02646" units="cm"/>
      <inkml:brushProperty name="height" value="0.02646" units="cm"/>
      <inkml:brushProperty name="fitToCurve" value="1"/>
    </inkml:brush>
  </inkml:definitions>
  <inkml:trace contextRef="#ctx0" brushRef="#br0">11557 2744 874,'-22'85'-11,"3"-5"0,1 19 2,4 4 4,6-19 2,23 48 13,57-48-1</inkml:trace>
</inkml:ink>
</file>

<file path=ppt/ink/ink12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5"/>
    </inkml:context>
    <inkml:brush xml:id="br0">
      <inkml:brushProperty name="width" value="0.02646" units="cm"/>
      <inkml:brushProperty name="height" value="0.02646" units="cm"/>
      <inkml:brushProperty name="fitToCurve" value="1"/>
    </inkml:brush>
  </inkml:definitions>
  <inkml:trace contextRef="#ctx0" brushRef="#br0">11752 3015 874,'-10'134'-9,"29"-7"10,99-113-5,-47-168 0,-49 67 3,-38-52 2,-132 91-5,28 123 6,115 15 0,136-41-6,-10-83-3,-35 7-9</inkml:trace>
</inkml:ink>
</file>

<file path=ppt/ink/ink12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6"/>
    </inkml:context>
    <inkml:brush xml:id="br0">
      <inkml:brushProperty name="width" value="0.02646" units="cm"/>
      <inkml:brushProperty name="height" value="0.02646" units="cm"/>
      <inkml:brushProperty name="fitToCurve" value="1"/>
    </inkml:brush>
  </inkml:definitions>
  <inkml:trace contextRef="#ctx0" brushRef="#br0">11934 2729 874,'116'108'-12,"-59"28"9,-34-18 1,-21-1-1,-37 42-5,-29-36-4,20-41-15</inkml:trace>
</inkml:ink>
</file>

<file path=ppt/ink/ink12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7"/>
    </inkml:context>
    <inkml:brush xml:id="br0">
      <inkml:brushProperty name="width" value="0.02646" units="cm"/>
      <inkml:brushProperty name="height" value="0.02646" units="cm"/>
      <inkml:brushProperty name="fitToCurve" value="1"/>
    </inkml:brush>
  </inkml:definitions>
  <inkml:trace contextRef="#ctx0" brushRef="#br0">12346 3025 874,'101'-13'-10,"9"-7"2</inkml:trace>
</inkml:ink>
</file>

<file path=ppt/ink/ink12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8"/>
    </inkml:context>
    <inkml:brush xml:id="br0">
      <inkml:brushProperty name="width" value="0.02646" units="cm"/>
      <inkml:brushProperty name="height" value="0.02646" units="cm"/>
      <inkml:brushProperty name="fitToCurve" value="1"/>
    </inkml:brush>
  </inkml:definitions>
  <inkml:trace contextRef="#ctx0" brushRef="#br0">12303 3179 874,'117'-9'-11,"-2"2"7,-31 6-8</inkml:trace>
</inkml:ink>
</file>

<file path=ppt/ink/ink12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29"/>
    </inkml:context>
    <inkml:brush xml:id="br0">
      <inkml:brushProperty name="width" value="0.02646" units="cm"/>
      <inkml:brushProperty name="height" value="0.02646" units="cm"/>
      <inkml:brushProperty name="fitToCurve" value="1"/>
    </inkml:brush>
  </inkml:definitions>
  <inkml:trace contextRef="#ctx0" brushRef="#br0">12729 3167 874,'96'-45'-6,"17"-46"-1,-68-41 10,-175 97-5,50 119 3,79 40-2,111-55-4,-4-32-8,-23-62-598</inkml:trace>
</inkml:ink>
</file>

<file path=ppt/ink/ink12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0"/>
    </inkml:context>
    <inkml:brush xml:id="br0">
      <inkml:brushProperty name="width" value="0.02646" units="cm"/>
      <inkml:brushProperty name="height" value="0.02646" units="cm"/>
      <inkml:brushProperty name="fitToCurve" value="1"/>
    </inkml:brush>
  </inkml:definitions>
  <inkml:trace contextRef="#ctx0" brushRef="#br0">13287 2859 874,'-132'121'-24,"16"11"10,62-28 23,138-113-5,3-129-11,-21 20 8,-47 205-5,-29 7-1,1 10-1,1 61-16,20-70-2,-6-10-20,10-2-32</inkml:trace>
</inkml:ink>
</file>

<file path=ppt/ink/ink12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1"/>
    </inkml:context>
    <inkml:brush xml:id="br0">
      <inkml:brushProperty name="width" value="0.02646" units="cm"/>
      <inkml:brushProperty name="height" value="0.02646" units="cm"/>
      <inkml:brushProperty name="fitToCurve" value="1"/>
    </inkml:brush>
  </inkml:definitions>
  <inkml:trace contextRef="#ctx0" brushRef="#br0">12969 2499 874,'-17'135'-14,"-14"-45"5,6-5-10,-12-3-98</inkml:trace>
</inkml:ink>
</file>

<file path=ppt/ink/ink12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2"/>
    </inkml:context>
    <inkml:brush xml:id="br0">
      <inkml:brushProperty name="width" value="0.02646" units="cm"/>
      <inkml:brushProperty name="height" value="0.02646" units="cm"/>
      <inkml:brushProperty name="fitToCurve" value="1"/>
    </inkml:brush>
  </inkml:definitions>
  <inkml:trace contextRef="#ctx0" brushRef="#br0">13797 2529 874,'21'87'-10,"-6"-1"-3,-5 18 3,-6-9 3,-5 41 0,-11-25 19,-83-57-1,-23-56-2,54 84-4,121 16-9,86-103-2,-59-23 1,42-34-3,-4-43 10,-47 21 3,-111-8 3,-48 141-5,15 88-2,219-81-6,-33-76-9,-35-38-819</inkml:trace>
</inkml:ink>
</file>

<file path=ppt/ink/ink12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3"/>
    </inkml:context>
    <inkml:brush xml:id="br0">
      <inkml:brushProperty name="width" value="0.02646" units="cm"/>
      <inkml:brushProperty name="height" value="0.02646" units="cm"/>
      <inkml:brushProperty name="fitToCurve" value="1"/>
    </inkml:brush>
  </inkml:definitions>
  <inkml:trace contextRef="#ctx0" brushRef="#br0">14350 2543 874,'0'84'-10,"0"8"-6,-1 33 1,-3 18 3,0-21 3,5-36-21,20 9-32,2-12-123</inkml:trace>
</inkml:ink>
</file>

<file path=ppt/ink/ink12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4"/>
    </inkml:context>
    <inkml:brush xml:id="br0">
      <inkml:brushProperty name="width" value="0.02646" units="cm"/>
      <inkml:brushProperty name="height" value="0.02646" units="cm"/>
      <inkml:brushProperty name="fitToCurve" value="1"/>
    </inkml:brush>
  </inkml:definitions>
  <inkml:trace contextRef="#ctx0" brushRef="#br0">14717 2989 874,'-88'90'-13,"4"11"9,27 3 8,146-141-10,-16-80-3,23 114 13,-64 83-12,68 8-29</inkml:trace>
</inkml:ink>
</file>

<file path=ppt/ink/ink12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5"/>
    </inkml:context>
    <inkml:brush xml:id="br0">
      <inkml:brushProperty name="width" value="0.02646" units="cm"/>
      <inkml:brushProperty name="height" value="0.02646" units="cm"/>
      <inkml:brushProperty name="fitToCurve" value="1"/>
    </inkml:brush>
  </inkml:definitions>
  <inkml:trace contextRef="#ctx0" brushRef="#br0">15144 2485 874,'23'153'-19,"-17"-46"7,-3 13 2,-6-3 3,-2 28-28,-8-58-19,-3-3-357</inkml:trace>
</inkml:ink>
</file>

<file path=ppt/ink/ink12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6"/>
    </inkml:context>
    <inkml:brush xml:id="br0">
      <inkml:brushProperty name="width" value="0.02646" units="cm"/>
      <inkml:brushProperty name="height" value="0.02646" units="cm"/>
      <inkml:brushProperty name="fitToCurve" value="1"/>
    </inkml:brush>
  </inkml:definitions>
  <inkml:trace contextRef="#ctx0" brushRef="#br0">15100 2888 874,'123'22'-11,"5"30"7,-35 16 3,-25 36 2,-99-208-2,38-7 0,59 30 0,76 72-1,-61 9 1,2 36-55</inkml:trace>
</inkml:ink>
</file>

<file path=ppt/ink/ink12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7"/>
    </inkml:context>
    <inkml:brush xml:id="br0">
      <inkml:brushProperty name="width" value="0.02646" units="cm"/>
      <inkml:brushProperty name="height" value="0.02646" units="cm"/>
      <inkml:brushProperty name="fitToCurve" value="1"/>
    </inkml:brush>
  </inkml:definitions>
  <inkml:trace contextRef="#ctx0" brushRef="#br0">15827 2807 874,'-86'106'-15,"-5"49"12,67-17 6,113-138-4,-3-116-11,-30-1 6,-47 34 11,-28 216-1,79-49 1,34-129-4,-9-72-11,-42 23 2,-10 11 12,10-29 3,-36 238-5,-12-35-10,-4 31 1,0 19 0,0-19-1,2-11 1,0 16 4,-9-7 8,-100-54 8,32-140-604</inkml:trace>
</inkml:ink>
</file>

<file path=ppt/ink/ink12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8"/>
    </inkml:context>
    <inkml:brush xml:id="br0">
      <inkml:brushProperty name="width" value="0.02646" units="cm"/>
      <inkml:brushProperty name="height" value="0.02646" units="cm"/>
      <inkml:brushProperty name="fitToCurve" value="1"/>
    </inkml:brush>
  </inkml:definitions>
  <inkml:trace contextRef="#ctx0" brushRef="#br0">16021 2509 874,'1'97'-11,"-1"-15"-21</inkml:trace>
</inkml:ink>
</file>

<file path=ppt/ink/ink12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39"/>
    </inkml:context>
    <inkml:brush xml:id="br0">
      <inkml:brushProperty name="width" value="0.02646" units="cm"/>
      <inkml:brushProperty name="height" value="0.02646" units="cm"/>
      <inkml:brushProperty name="fitToCurve" value="1"/>
    </inkml:brush>
  </inkml:definitions>
  <inkml:trace contextRef="#ctx0" brushRef="#br0">16194 3051 874,'119'-88'-14,"-16"-27"9,-44 23 7,-156 100-6,-9 83-7,32 44 15,67-45 0,121-84-7,-20-43-4,3 5-8,-16-14-12</inkml:trace>
</inkml:ink>
</file>

<file path=ppt/ink/ink12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0"/>
    </inkml:context>
    <inkml:brush xml:id="br0">
      <inkml:brushProperty name="width" value="0.02646" units="cm"/>
      <inkml:brushProperty name="height" value="0.02646" units="cm"/>
      <inkml:brushProperty name="fitToCurve" value="1"/>
    </inkml:brush>
  </inkml:definitions>
  <inkml:trace contextRef="#ctx0" brushRef="#br0">16663 2773 874,'-78'129'-17,"0"15"4,55-42 19,153-110-8,-59-80-6,22-15-23,-41 22-42</inkml:trace>
</inkml:ink>
</file>

<file path=ppt/ink/ink12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1"/>
    </inkml:context>
    <inkml:brush xml:id="br0">
      <inkml:brushProperty name="width" value="0.02646" units="cm"/>
      <inkml:brushProperty name="height" value="0.02646" units="cm"/>
      <inkml:brushProperty name="fitToCurve" value="1"/>
    </inkml:brush>
  </inkml:definitions>
  <inkml:trace contextRef="#ctx0" brushRef="#br0">16850 2348 874,'-7'110'-14,"-5"-18"5,-2 16 2,-1 6-4,6 0 0,2-25-4,4 49-34,7-47-26,-5-10-446</inkml:trace>
</inkml:ink>
</file>

<file path=ppt/ink/ink12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2"/>
    </inkml:context>
    <inkml:brush xml:id="br0">
      <inkml:brushProperty name="width" value="0.02646" units="cm"/>
      <inkml:brushProperty name="height" value="0.02646" units="cm"/>
      <inkml:brushProperty name="fitToCurve" value="1"/>
    </inkml:brush>
  </inkml:definitions>
  <inkml:trace contextRef="#ctx0" brushRef="#br0">16747 2813 874,'107'-52'-11,"34"49"7,-46 35 2,-14 87 0,-66-21 0,87-119 3,-52-62 0,-65 1 1,-100 61-2,11 27-3,21-25-12</inkml:trace>
</inkml:ink>
</file>

<file path=ppt/ink/ink12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3"/>
    </inkml:context>
    <inkml:brush xml:id="br0">
      <inkml:brushProperty name="width" value="0.02646" units="cm"/>
      <inkml:brushProperty name="height" value="0.02646" units="cm"/>
      <inkml:brushProperty name="fitToCurve" value="1"/>
    </inkml:brush>
  </inkml:definitions>
  <inkml:trace contextRef="#ctx0" brushRef="#br0">17392 2672 874,'-48'138'-15,"31"-56"8,5-1 0,4 32-11,24-30-22</inkml:trace>
</inkml:ink>
</file>

<file path=ppt/ink/ink12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4"/>
    </inkml:context>
    <inkml:brush xml:id="br0">
      <inkml:brushProperty name="width" value="0.02646" units="cm"/>
      <inkml:brushProperty name="height" value="0.02646" units="cm"/>
      <inkml:brushProperty name="fitToCurve" value="1"/>
    </inkml:brush>
  </inkml:definitions>
  <inkml:trace contextRef="#ctx0" brushRef="#br0">17515 2705 874,'20'138'-15,"-17"-47"7,-2 48-3,-12-49 19,1-226-11,54-5 3,21 38 3,51 43 3,-31 74-2,31-13 1,-18-36-4,-1-72-4,-52 24 4,-130 112-4,1 54-7,3 41 9,43-23 4,72 19-1,63-59-2,-4-80 3,1-38-12</inkml:trace>
</inkml:ink>
</file>

<file path=ppt/ink/ink12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5"/>
    </inkml:context>
    <inkml:brush xml:id="br0">
      <inkml:brushProperty name="width" value="0.02646" units="cm"/>
      <inkml:brushProperty name="height" value="0.02646" units="cm"/>
      <inkml:brushProperty name="fitToCurve" value="1"/>
    </inkml:brush>
  </inkml:definitions>
  <inkml:trace contextRef="#ctx0" brushRef="#br0">17500 2427 874,'-53'62'-110</inkml:trace>
</inkml:ink>
</file>

<file path=ppt/ink/ink12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6"/>
    </inkml:context>
    <inkml:brush xml:id="br0">
      <inkml:brushProperty name="width" value="0.02646" units="cm"/>
      <inkml:brushProperty name="height" value="0.02646" units="cm"/>
      <inkml:brushProperty name="fitToCurve" value="1"/>
    </inkml:brush>
  </inkml:definitions>
  <inkml:trace contextRef="#ctx0" brushRef="#br0">20207 3311 874,'-91'-19'-9,"-69"10"0,49 8 2,-67 2-5,91 0 7,-17 1-2,-31 0-1,-26 0 2,-19-1-1,-17 2 1,65-2 1,-31 5 1,-30 3-2,-19 2 0,-17 0 0,3-2 2,69-2 1,-38 0-1,-23-1 1,-14 2 0,44-1 2,14 0 1,-24 1 2,-17 3 1,-6 0 1,74-3-1,-36 0-1,-19 0 1,-14-1-1,29-2 0,24 1-2,-29-2 1,-20 0-1,-13 4-1,73-3 1,-25 2-1,-20 2 1,-10 2 1,-1-1 1,9-1 2,58-2-1,-23 1-8,-13 1-9,-7 4-8,40-3-9,12 0-8,-14 1-7,-2-1-7,8-2-7,50-2 6,-5 1-97</inkml:trace>
</inkml:ink>
</file>

<file path=ppt/ink/ink12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7"/>
    </inkml:context>
    <inkml:brush xml:id="br0">
      <inkml:brushProperty name="width" value="0.02646" units="cm"/>
      <inkml:brushProperty name="height" value="0.02646" units="cm"/>
      <inkml:brushProperty name="fitToCurve" value="1"/>
    </inkml:brush>
  </inkml:definitions>
  <inkml:trace contextRef="#ctx0" brushRef="#br0">12264 4502 874,'-10'-104'-6,"10"25"3,2-20-3,0 12 0,2 10 1,3-16-1,2-14 2,-1-5 4,-1-3 1,-3 27 0,-3 2-1,-2-14 2,-3 6-1,0 18 1,-1-17 0,-3-4 0,0 2 1,-4-41-2,-4-16 3,-7 27 0,-24 21-1,-49 38-2,-12 34-2,-49 14-2,31 9 0,-35 5 2,66 3 0,-5 1 0,-57-2 0,54-1 0,-13 3-1,17 1 0,8 1 0,-21 1-1,-10 2 1,-12-1-1,-8-2 1,37-1 0,-7-2 0,-16-3 0,-12 1 0,3-1 1,34 2 0,-24-3-1,-15 0 0,-13 2 1,36-1-1,-1 2 1,-17-2 0,-15-2 1,-8-2 0,-6 1 0,57 4 0,-22-1-1,-17 0 2,-8-1-1,22 1 1,21 0-1,-22-2 1,-10-2-1,-6 2 1,48 2 0,-15 0-1,-18 0 1,-7 1 0,-4 0 0,10 2 1,38 0 0,-14-1 0,-9 2 1,-2-2 0,27 0 0,7 0 0,-10-2-1,-1 2 1,-1-1-1,-46-1 3,60 2-3,3-2 0,-46-1 1,19 6 0,4 24-1,9 91-3,71 21-2,24-53 0,2 6 0,0 47 0,5-46 2,0 9 0,1 11-1,0 4-1,0-36 2,0 19-1,0 11 1,2 7 0,0-24 2,-2-10-1,0 7 1,1 2 1,2-5 0,6 34 4,15 7-1,8-11-1,39 24-2,69-25-2,-51-81-2,50 1-3,13-34 3,-24-11 2,10-6 0,-60 6 0,6 0 1,-8 1-1,62-2 0,-55 8 0,9-1 0,48-1-1,-58 1 0,10-1 1,2 0 0,61-2-1,-59 3 0,6 0 1,-22 0 0,91-2 0,-67 1-1,7-2 1,6 2-1,-37 1 0,10 1 0,14 3 1,8 0 0,-9 2-1,-22-1 1,16 4-1,13-2 0,7 0 1,6-6 0,-26 0 0,-5 0 0,15-1-1,9-1 0,8-2 0,-44 4 0,20-4 0,12-2 1,7 0 0,-19 3 0,-13 1 0,12 1 1,9 2 1,8 2-1,5 2 1,2 2-2,-26-3 1,-10-1-1,12-4 0,5 2 1,0 1 0,0 1 0,45 2 1,-66 2-1,0 1-1,50 5 3,2-2-1,-4-4-1,-17-7-1,40 1-1,-35 4-1,-43 1-4</inkml:trace>
</inkml:ink>
</file>

<file path=ppt/ink/ink12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8"/>
    </inkml:context>
    <inkml:brush xml:id="br0">
      <inkml:brushProperty name="width" value="0.02646" units="cm"/>
      <inkml:brushProperty name="height" value="0.02646" units="cm"/>
      <inkml:brushProperty name="fitToCurve" value="1"/>
    </inkml:brush>
  </inkml:definitions>
  <inkml:trace contextRef="#ctx0" brushRef="#br0">9464 2284 874,'60'-19'-292</inkml:trace>
</inkml:ink>
</file>

<file path=ppt/ink/ink12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49"/>
    </inkml:context>
    <inkml:brush xml:id="br0">
      <inkml:brushProperty name="width" value="0.02646" units="cm"/>
      <inkml:brushProperty name="height" value="0.02646" units="cm"/>
      <inkml:brushProperty name="fitToCurve" value="1"/>
    </inkml:brush>
  </inkml:definitions>
  <inkml:trace contextRef="#ctx0" brushRef="#br0">12218 5261 874,'118'123'-8,"7"-30"8,14-74-1,-25-63 1,-30 3-1</inkml:trace>
</inkml:ink>
</file>

<file path=ppt/ink/ink12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0"/>
    </inkml:context>
    <inkml:brush xml:id="br0">
      <inkml:brushProperty name="width" value="0.02646" units="cm"/>
      <inkml:brushProperty name="height" value="0.02646" units="cm"/>
      <inkml:brushProperty name="fitToCurve" value="1"/>
    </inkml:brush>
  </inkml:definitions>
  <inkml:trace contextRef="#ctx0" brushRef="#br0">14589 5261 874,'76'97'-5,"5"-7"4,56-3 0,-52-67 0,5-20 1,50-49-1,-52 9-5</inkml:trace>
</inkml:ink>
</file>

<file path=ppt/ink/ink12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1"/>
    </inkml:context>
    <inkml:brush xml:id="br0">
      <inkml:brushProperty name="width" value="0.02646" units="cm"/>
      <inkml:brushProperty name="height" value="0.02646" units="cm"/>
      <inkml:brushProperty name="fitToCurve" value="1"/>
    </inkml:brush>
  </inkml:definitions>
  <inkml:trace contextRef="#ctx0" brushRef="#br0">17443 6503 874,'3'-116'-7,"-10"5"-2,-2 31 5,-3-6 3,-10-56-1,9 41 1,-3-16-1,4-10-1,1-7 0,5 7 1,2 35 1,2-18 0,6-11 0,6-2 2,-2 31 0,1 6 1,7-1 0,5 4 1,29-52 4,5 45 0,57 14-5,3 27-2,-30 28-3,16 1-2,12 1 3,-15 5-1,-12 3 0,19-1 0,9 0 1,68-5-2,-59 8 2,15-3 1,14-1-2,-16 1 0,-22 0-1,23 0 1,19 0 0,11 0 0,-48 4 1,15 0-1,20 1 1,14 0 1,12 3 0,3-1-1,-59 2 1,31-2-1,18 1 0,13 0 0,10 2 1,-22 0 1,-36 2-1,25-1 1,21 1-1,15 0 0,-50 0-1,5 0 0,25 0 1,-17 0 1,-26 0-1,32 0 1,21-2 0,13-2-1,9 0 0,-49 2 1,-5-1-1,27 0 0,13-2 1,8 0 0,0 1 1,-64 0 0,14 1 1,13-2 1,7 2 1,3 3 1,-12 2-1,-49-2 0,15 2 0,7 1 1,-5 3 1,-29 1 0,-17 2 1,-1 9 0,-2 8-1,67 52 0,-47-7-1,-19 38-1,-34 6-5,-29 9-2,-23 38 3,-4-76-1,-3 47 0,2-48 0,0 9 1,2 9-1,2-7 1,3 75-2,1-66 1,0 56-1,-7-55 1,-4 4 0,-4 2 1,-2-13 1,-10 54 0,-4-9 3,-1-41 2,-20-18-2,-54-23-3,-51-27-3,14-25-3,50-10 2,-53-3 0,43 1 2,-16-2-1,-14-1-2,1-1 0,33 1 0,-27 1 0,-19 0 0,-15 0 0,-12-1-1,22 0 1,21-1 0,-29 0 1,-15-1 1,-15 0-1,-9 1-1,44 1 1,3-1 0,-22-3 1,8 1 1,32 0 0,-31 2 1,-22 0 0,-15 1-1,-12 0 0,41 1 0,12 0 0,-26 1 0,-15 0 1,-6 2 1,65 0-1,-35 1 0,-21-2-1,-9 1-1,-6-1 2,25-2 0,39 1 1,-23 2 1,-13-2 0,-10 0 0,-2-1 0,43 3 0,14 0 1,-18 3 1,3 4 0,38-4-2,-26 5 0,-12 3 0,-8 6-1,37-2 0,3 0 1,-14 3 0,-6 0 1,9-2 0,42-4 1,-12-2 0,-1 0 1,4-1 0,12-1 0,-39 1 5,21-11-3,17-4-107</inkml:trace>
</inkml:ink>
</file>

<file path=ppt/ink/ink12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2"/>
    </inkml:context>
    <inkml:brush xml:id="br0">
      <inkml:brushProperty name="width" value="0.02646" units="cm"/>
      <inkml:brushProperty name="height" value="0.02646" units="cm"/>
      <inkml:brushProperty name="fitToCurve" value="1"/>
    </inkml:brush>
  </inkml:definitions>
  <inkml:trace contextRef="#ctx0" brushRef="#br0">11872 6312 874,'8'105'-11,"-11"62"4,-8-64 3,-6 12-1,-5 0 1,5-33 1,-7 22 0,-5 17-1,9-35 3,-3 12 0,-1 14 1,5 5 1,7 0 1,5-10 2,3 41 3,17-5 0,12-45-1,56-14-1,13-33-5,70-4-1,-71-27-1,47 5-1,-55-13 1,6 2 2,59 6-1,-64-9 1,6-1 0,62 3-1,-47-2-1,10 1 0,8 3-1,-12-2 1,-21-1 0,21 1 0,6 4 0,5 0 1,3 2 2,-29-6 0,-6 0 2,11 2-1,1-2 0,2 0 0,-20-1-1,60 7 7,-34-14-3,-10-26-3,-5-52-3,-12-66-2,-52 58 1,13-62-2,-22 43 1,-2-13 0,1-11 0,-5 17 0,-3 14 1,1-16 0,0-10 1,1-7 1,1-1 0,-2 29 0,0 6 1,3-9 1,0-5 0,3-1 1,0 4-1,7-39 3,2-2-1,-6 36-1,-5 5 1,-63 5-4,-37 48-3,-5 42-3,-21 12-1,11 3 0,6 2 0,-23 7 3,-22 5-1,-17 4 0,-17 2 1,42-9-1,-11 5 0,23-5 1,-5 1 2,-32 2 0,-17 3 0,-6 0 1,1-2 2,50-6 1,-5-4 1,-10-2 2,-2-3 2,14-4-1,35-1 0,-7-6 0,5-4 1,-34-7 3,0-12 0,32 5-9,14-5-106</inkml:trace>
</inkml:ink>
</file>

<file path=ppt/ink/ink12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3"/>
    </inkml:context>
    <inkml:brush xml:id="br0">
      <inkml:brushProperty name="width" value="0.02646" units="cm"/>
      <inkml:brushProperty name="height" value="0.02646" units="cm"/>
      <inkml:brushProperty name="fitToCurve" value="1"/>
    </inkml:brush>
  </inkml:definitions>
  <inkml:trace contextRef="#ctx0" brushRef="#br0">17845 8375 874,'0'-102'-6,"2"19"1,2-8 3,3-10 0,0-56 0,-1 61 0,9-54 1,-1 56 0,4-11 0,1-3 0,1 3 1,11-44 1,-13 64 0,3-1 0,17-42 1,9 9 2,33 15-2,57 35-2,-55 46-1,47-2-2,20 8 2,-59 7 1,50-4-1,-46 5 0,14-1 0,-9 2-2,-17 2 0,21 2-1,14 1 1,4 2 0,-32 1 4,6 1 0,15 2-1,9 2 0,7 2 1,0-2-1,-43-2 1,18 1 1,6-2-1,3 1 1,-19 0-1,-12-1 0,13 2 0,0 0 0,0 1 1,32 3 1,6 15 0,-10 41 1,-35 78-5,-60-49-1,-10 9-2,-10 5 0,-5 52 1,-7-57 2,-2 10 0,0-18 0,-1-10 1,0 14-1,-2 9 2,-1 7 0,-6 50 2,11-73-3,2 0 3,-2-5 0,-13 44 2,-56-35-2,-17-49-4,16-38-2,-18-5-1,-9-3-1,3-3 2,18 2 1,-22-3-1,-17 1-1,-10 2 1,33-1 0,-7 0 0,-22-4 1,-17-2 1,6 2-1,34 0-1,-25 0 1,-12-3 0,-5-2 1,-2-2 2,28 3 2,17 4-1,-11-2 2,-5-2 0,0 2 0,40 3 0,-7 1 0,-5 1 0,2-1-1,3 0 0,-44 1 2,-7 4-3,32 1-2</inkml:trace>
</inkml:ink>
</file>

<file path=ppt/ink/ink12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4"/>
    </inkml:context>
    <inkml:brush xml:id="br0">
      <inkml:brushProperty name="width" value="0.02646" units="cm"/>
      <inkml:brushProperty name="height" value="0.02646" units="cm"/>
      <inkml:brushProperty name="fitToCurve" value="1"/>
    </inkml:brush>
  </inkml:definitions>
  <inkml:trace contextRef="#ctx0" brushRef="#br0">15711 9172 874,'111'0'-8,"-1"17"6,-3 0-1,22-3 1,-39-12-1,10-3 1,56-2-1,-48 1 1,-24 0-1,8 2 1,20 3 0,0 2-1,-23-2 0,27 4 0,19 1 0,-43-3 0,24 2 1,20 0 0,-28 0 1,4 1-1,24 5 2,-2 2 0,-30-3-1,30 2-1,18 2-1,-42-5 1,18 0 0,26-4-1,-22-1 2,-11-2-1,26-2 3,2 0 0,-40-1-1,27 2 0,-44-1 0,27 2 0,21 3 1,-23-3 0,-6 1 0,20-2 2,-2 2 0,-34-2 0,18-1-3,6 0-3,-38-2-2,6 1-5,2 2-9,43 1-42,-20-2-33,3 8-24</inkml:trace>
</inkml:ink>
</file>

<file path=ppt/ink/ink12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5"/>
    </inkml:context>
    <inkml:brush xml:id="br0">
      <inkml:brushProperty name="width" value="0.02646" units="cm"/>
      <inkml:brushProperty name="height" value="0.02646" units="cm"/>
      <inkml:brushProperty name="fitToCurve" value="1"/>
    </inkml:brush>
  </inkml:definitions>
  <inkml:trace contextRef="#ctx0" brushRef="#br0">20920 6858 874,'121'99'-5,"-39"-33"2,2 14 4,-83 14-4,-68-5-1,-31-4-1,-27 11 5,32-27 2,21 13-285</inkml:trace>
</inkml:ink>
</file>

<file path=ppt/ink/ink12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6"/>
    </inkml:context>
    <inkml:brush xml:id="br0">
      <inkml:brushProperty name="width" value="0.02646" units="cm"/>
      <inkml:brushProperty name="height" value="0.02646" units="cm"/>
      <inkml:brushProperty name="fitToCurve" value="1"/>
    </inkml:brush>
  </inkml:definitions>
  <inkml:trace contextRef="#ctx0" brushRef="#br0">21244 7347 874,'-84'68'-9,"-41"40"7,37-65 3,5-7-185</inkml:trace>
</inkml:ink>
</file>

<file path=ppt/ink/ink12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7"/>
    </inkml:context>
    <inkml:brush xml:id="br0">
      <inkml:brushProperty name="width" value="0.02646" units="cm"/>
      <inkml:brushProperty name="height" value="0.02646" units="cm"/>
      <inkml:brushProperty name="fitToCurve" value="1"/>
    </inkml:brush>
  </inkml:definitions>
  <inkml:trace contextRef="#ctx0" brushRef="#br0">21455 7044 874,'-44'87'-5,"-2"43"4,70-18 1,59-85-5,7-53-1,24-112 8,-146 15-2,-16 33 5,-40 55-861</inkml:trace>
</inkml:ink>
</file>

<file path=ppt/ink/ink12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8"/>
    </inkml:context>
    <inkml:brush xml:id="br0">
      <inkml:brushProperty name="width" value="0.02646" units="cm"/>
      <inkml:brushProperty name="height" value="0.02646" units="cm"/>
      <inkml:brushProperty name="fitToCurve" value="1"/>
    </inkml:brush>
  </inkml:definitions>
  <inkml:trace contextRef="#ctx0" brushRef="#br0">9564 6711 874,'-130'-1'-9,"-35"4"1,45 1 3,14-2 4,-53-4 2,21 2-1,-17 5 2,69-2-1,-3-5 1,0 0-2,1 0 1,8 1-1,-42 2 1,-26 6-1,0-3 0,24 1 0,-27 1 0,71-5 0,-41-1 0,-34-1 2,66 1-2,-43-2-1,-22 4 3,29-8 0,-33-2-1,22 22 0,36 64 0,38 13-3,-6 58-3,34-66 3,-11 43 2,11 34 2,24-26-2,42-4 1,32-32 1,65-25-3,-4-38 0,-32-27 0,11-2 0,3-1-3,-19 0 1,70 8 3,-66-4 1,9-1-1,7-4 0,54-1-1,-62-6 1,10-1 0,7-3 0,4 2-2,2-2 1,-38 3 1,7-3 0,12 2 0,9-4 0,-7 1 0,-23 1 0,15 2 0,7-1 0,4 1 1,-3-2 0,-23 2 0,68 3 1,8 13 3,-76-5-3,59-27 0,-53-74-1,-49-70-2,-30 67-1,-6 8 0,-2-62-3,-4 62 5,-6-4-1,-2 4 2,-7-39 0,4 26 2,2 13 6</inkml:trace>
</inkml:ink>
</file>

<file path=ppt/ink/ink12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59"/>
    </inkml:context>
    <inkml:brush xml:id="br0">
      <inkml:brushProperty name="width" value="0.02646" units="cm"/>
      <inkml:brushProperty name="height" value="0.02646" units="cm"/>
      <inkml:brushProperty name="fitToCurve" value="1"/>
    </inkml:brush>
  </inkml:definitions>
  <inkml:trace contextRef="#ctx0" brushRef="#br0">8240 5922 874,'-16'130'-13,"-10"-43"5,-10 22-2,-8 16 2,10-26 1,-2 1 1,2-12-9,2-2-11,-4 14-7,4-9-6,-2 10-74,3-17-224</inkml:trace>
</inkml:ink>
</file>

<file path=ppt/ink/ink12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0"/>
    </inkml:context>
    <inkml:brush xml:id="br0">
      <inkml:brushProperty name="width" value="0.02646" units="cm"/>
      <inkml:brushProperty name="height" value="0.02646" units="cm"/>
      <inkml:brushProperty name="fitToCurve" value="1"/>
    </inkml:brush>
  </inkml:definitions>
  <inkml:trace contextRef="#ctx0" brushRef="#br0">7877 6398 874,'-23'117'-11,"-7"7"4,14-9 10,33-19 0,80-45-4,26-65-1,-8-65-2,-18-14-17</inkml:trace>
</inkml:ink>
</file>

<file path=ppt/ink/ink12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1"/>
    </inkml:context>
    <inkml:brush xml:id="br0">
      <inkml:brushProperty name="width" value="0.02646" units="cm"/>
      <inkml:brushProperty name="height" value="0.02646" units="cm"/>
      <inkml:brushProperty name="fitToCurve" value="1"/>
    </inkml:brush>
  </inkml:definitions>
  <inkml:trace contextRef="#ctx0" brushRef="#br0">20938 7946 874,'-18'107'-12,"9"-26"7,1 18-1,0 20-1,0 21-1,4-10 1,0-18 1,-1 38-1,-2 32-3,2-57 2,-3 49-4,-7 34-2,-3 30-3,-5 16-1,-2 13 3,-1-2-29,11-88-6,-4 24-6,2 2-5,5-17-5,10-42-1,2-52 7,-5-10-79</inkml:trace>
</inkml:ink>
</file>

<file path=ppt/ink/ink12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2"/>
    </inkml:context>
    <inkml:brush xml:id="br0">
      <inkml:brushProperty name="width" value="0.02646" units="cm"/>
      <inkml:brushProperty name="height" value="0.02646" units="cm"/>
      <inkml:brushProperty name="fitToCurve" value="1"/>
    </inkml:brush>
  </inkml:definitions>
  <inkml:trace contextRef="#ctx0" brushRef="#br0">21287 8583 874,'-109'121'-13,"27"-15"10,41-15 6,48 20-1,27-7-4,6 41 1,-38-61 1,-16 41-1,-30-43 2,49-209-7,29 44 1,7-2 2,24-29-1,15 102 8,-67 136-3,-19 11 5,94-100 0,-12-151-10,-30 20 3,-40 236 5,-2-47 8</inkml:trace>
</inkml:ink>
</file>

<file path=ppt/ink/ink12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3"/>
    </inkml:context>
    <inkml:brush xml:id="br0">
      <inkml:brushProperty name="width" value="0.02646" units="cm"/>
      <inkml:brushProperty name="height" value="0.02646" units="cm"/>
      <inkml:brushProperty name="fitToCurve" value="1"/>
    </inkml:brush>
  </inkml:definitions>
  <inkml:trace contextRef="#ctx0" brushRef="#br0">21692 8995 874,'-129'42'-9,"16"45"4,58 35 8,155-104-5,-9-124 1,-25 26 2,-52 185-8,-24 9-1,-7 19 2,-7 32 2,4-68 4,1-10 2,-14 38 3,26-263-11,38 20-4,9-15 0,4 0 3,-5 28 6,-5 19 1,4 0 4,0 6 1,22-26 10,28 96 12,-93 146-28,-12-50-4,-19 46 4,0-44 4,53-176-2,32-33-5,22-16 1,-4 51 7,1 229-5,-94-20-4,4-1 9,112-62 0,-8-133-5,-2-52 1,-40 28 2,-138 113 0,49 85-3,33 31 2,84-39 1</inkml:trace>
</inkml:ink>
</file>

<file path=ppt/ink/ink12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4"/>
    </inkml:context>
    <inkml:brush xml:id="br0">
      <inkml:brushProperty name="width" value="0.02646" units="cm"/>
      <inkml:brushProperty name="height" value="0.02646" units="cm"/>
      <inkml:brushProperty name="fitToCurve" value="1"/>
    </inkml:brush>
  </inkml:definitions>
  <inkml:trace contextRef="#ctx0" brushRef="#br0">22353 9019 874,'114'-41'-6,"-23"65"4,-78 80-1,-77 23-5,-14-12-10,-9-44-12,2-27-62</inkml:trace>
</inkml:ink>
</file>

<file path=ppt/ink/ink12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5"/>
    </inkml:context>
    <inkml:brush xml:id="br0">
      <inkml:brushProperty name="width" value="0.02646" units="cm"/>
      <inkml:brushProperty name="height" value="0.02646" units="cm"/>
      <inkml:brushProperty name="fitToCurve" value="1"/>
    </inkml:brush>
  </inkml:definitions>
  <inkml:trace contextRef="#ctx0" brushRef="#br0">22707 9044 874,'-103'20'-9,"10"44"7,36 19 1,114 31 0,41-51-1</inkml:trace>
</inkml:ink>
</file>

<file path=ppt/ink/ink12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6"/>
    </inkml:context>
    <inkml:brush xml:id="br0">
      <inkml:brushProperty name="width" value="0.02646" units="cm"/>
      <inkml:brushProperty name="height" value="0.02646" units="cm"/>
      <inkml:brushProperty name="fitToCurve" value="1"/>
    </inkml:brush>
  </inkml:definitions>
  <inkml:trace contextRef="#ctx0" brushRef="#br0">21519 7879 874,'117'-35'-8,"-34"163"6,-88-37-4,-20 8-1,-1-14 0,-39 18 11,-18-22-40</inkml:trace>
</inkml:ink>
</file>

<file path=ppt/ink/ink12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7"/>
    </inkml:context>
    <inkml:brush xml:id="br0">
      <inkml:brushProperty name="width" value="0.02646" units="cm"/>
      <inkml:brushProperty name="height" value="0.02646" units="cm"/>
      <inkml:brushProperty name="fitToCurve" value="1"/>
    </inkml:brush>
  </inkml:definitions>
  <inkml:trace contextRef="#ctx0" brushRef="#br0">21943 7793 874,'-103'68'-11,"-2"41"4,37-21 4,23-5 5,33 10 0,147-24-1,-34-63-4,-18-40-844</inkml:trace>
</inkml:ink>
</file>

<file path=ppt/ink/ink12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8"/>
    </inkml:context>
    <inkml:brush xml:id="br0">
      <inkml:brushProperty name="width" value="0.02646" units="cm"/>
      <inkml:brushProperty name="height" value="0.02646" units="cm"/>
      <inkml:brushProperty name="fitToCurve" value="1"/>
    </inkml:brush>
  </inkml:definitions>
  <inkml:trace contextRef="#ctx0" brushRef="#br0">22253 7850 874,'-86'56'-5,"-5"27"1,33 19 3,50 24 2,95-37-1,-6-102-439</inkml:trace>
</inkml:ink>
</file>

<file path=ppt/ink/ink12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69"/>
    </inkml:context>
    <inkml:brush xml:id="br0">
      <inkml:brushProperty name="width" value="0.02646" units="cm"/>
      <inkml:brushProperty name="height" value="0.02646" units="cm"/>
      <inkml:brushProperty name="fitToCurve" value="1"/>
    </inkml:brush>
  </inkml:definitions>
  <inkml:trace contextRef="#ctx0" brushRef="#br0">21973 8085 874,'90'-24'-21,"25"-8"-35,-31 10-23</inkml:trace>
</inkml:ink>
</file>

<file path=ppt/ink/ink12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0"/>
    </inkml:context>
    <inkml:brush xml:id="br0">
      <inkml:brushProperty name="width" value="0.02646" units="cm"/>
      <inkml:brushProperty name="height" value="0.02646" units="cm"/>
      <inkml:brushProperty name="fitToCurve" value="1"/>
    </inkml:brush>
  </inkml:definitions>
  <inkml:trace contextRef="#ctx0" brushRef="#br0">22454 7835 874,'-4'113'-7,"-7"15"2,-6-18 0,-9-14 6,-22-180-851</inkml:trace>
</inkml:ink>
</file>

<file path=ppt/ink/ink12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1"/>
    </inkml:context>
    <inkml:brush xml:id="br0">
      <inkml:brushProperty name="width" value="0.02646" units="cm"/>
      <inkml:brushProperty name="height" value="0.02646" units="cm"/>
      <inkml:brushProperty name="fitToCurve" value="1"/>
    </inkml:brush>
  </inkml:definitions>
  <inkml:trace contextRef="#ctx0" brushRef="#br0">22428 7901 874,'62'-88'-11,"36"28"13,1 66-2,-71 99-2,-111 0 1,0-78 2,105 64 0,12 28 0,-11-34 0</inkml:trace>
</inkml:ink>
</file>

<file path=ppt/ink/ink12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2"/>
    </inkml:context>
    <inkml:brush xml:id="br0">
      <inkml:brushProperty name="width" value="0.02646" units="cm"/>
      <inkml:brushProperty name="height" value="0.02646" units="cm"/>
      <inkml:brushProperty name="fitToCurve" value="1"/>
    </inkml:brush>
  </inkml:definitions>
  <inkml:trace contextRef="#ctx0" brushRef="#br0">22383 7806 874,'-2'106'-7,"-10"-2"0,-9 5 5,-9 33-6,9-47-6,-3-15-276</inkml:trace>
</inkml:ink>
</file>

<file path=ppt/ink/ink12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3"/>
    </inkml:context>
    <inkml:brush xml:id="br0">
      <inkml:brushProperty name="width" value="0.02646" units="cm"/>
      <inkml:brushProperty name="height" value="0.02646" units="cm"/>
      <inkml:brushProperty name="fitToCurve" value="1"/>
    </inkml:brush>
  </inkml:definitions>
  <inkml:trace contextRef="#ctx0" brushRef="#br0">22839 7519 874,'9'112'-4,"6"22"2,-2-35-1</inkml:trace>
</inkml:ink>
</file>

<file path=ppt/ink/ink12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4"/>
    </inkml:context>
    <inkml:brush xml:id="br0">
      <inkml:brushProperty name="width" value="0.02646" units="cm"/>
      <inkml:brushProperty name="height" value="0.02646" units="cm"/>
      <inkml:brushProperty name="fitToCurve" value="1"/>
    </inkml:brush>
  </inkml:definitions>
  <inkml:trace contextRef="#ctx0" brushRef="#br0">23084 7591 874,'-90'57'-9,"-21"15"3,12-45-8</inkml:trace>
</inkml:ink>
</file>

<file path=ppt/ink/ink12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5"/>
    </inkml:context>
    <inkml:brush xml:id="br0">
      <inkml:brushProperty name="width" value="0.02646" units="cm"/>
      <inkml:brushProperty name="height" value="0.02646" units="cm"/>
      <inkml:brushProperty name="fitToCurve" value="1"/>
    </inkml:brush>
  </inkml:definitions>
  <inkml:trace contextRef="#ctx0" brushRef="#br0">22753 7605 874,'114'92'-11,"-10"-20"3,-20-7-64</inkml:trace>
</inkml:ink>
</file>

<file path=ppt/ink/ink12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6"/>
    </inkml:context>
    <inkml:brush xml:id="br0">
      <inkml:brushProperty name="width" value="0.02646" units="cm"/>
      <inkml:brushProperty name="height" value="0.02646" units="cm"/>
      <inkml:brushProperty name="fitToCurve" value="1"/>
    </inkml:brush>
  </inkml:definitions>
  <inkml:trace contextRef="#ctx0" brushRef="#br0">21234 8361 874,'112'0'-10,"33"0"5,-51 0 2,47-2-1,2-1-1,-42-1 1,14 0 1,9-3 1,6 2 1,-43 1 0,19 2 1,18-1 0,12 3-1,-16 3-1,-22-2-2,8 3-3,-14 0-3,-2 0-15</inkml:trace>
</inkml:ink>
</file>

<file path=ppt/ink/ink12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7"/>
    </inkml:context>
    <inkml:brush xml:id="br0">
      <inkml:brushProperty name="width" value="0.02646" units="cm"/>
      <inkml:brushProperty name="height" value="0.02646" units="cm"/>
      <inkml:brushProperty name="fitToCurve" value="1"/>
    </inkml:brush>
  </inkml:definitions>
  <inkml:trace contextRef="#ctx0" brushRef="#br0">22867 9123 874,'116'-16'-6,"-29"12"3,4-1-4,-10 15-428</inkml:trace>
</inkml:ink>
</file>

<file path=ppt/ink/ink12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8"/>
    </inkml:context>
    <inkml:brush xml:id="br0">
      <inkml:brushProperty name="width" value="0.02646" units="cm"/>
      <inkml:brushProperty name="height" value="0.02646" units="cm"/>
      <inkml:brushProperty name="fitToCurve" value="1"/>
    </inkml:brush>
  </inkml:definitions>
  <inkml:trace contextRef="#ctx0" brushRef="#br0">22853 9323 874,'113'-4'-6,"-17"1"4,6-10 2,-22 5-6</inkml:trace>
</inkml:ink>
</file>

<file path=ppt/ink/ink12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79"/>
    </inkml:context>
    <inkml:brush xml:id="br0">
      <inkml:brushProperty name="width" value="0.02646" units="cm"/>
      <inkml:brushProperty name="height" value="0.02646" units="cm"/>
      <inkml:brushProperty name="fitToCurve" value="1"/>
    </inkml:brush>
  </inkml:definitions>
  <inkml:trace contextRef="#ctx0" brushRef="#br0">23322 9369 874,'10'-112'-7,"19"1"3,7 18 2,12-10 4,-6 22 0,1 212-7,-53-50 2,-5 52-1,4 22-7,4-56-5,-4-13-408</inkml:trace>
</inkml:ink>
</file>

<file path=ppt/ink/ink12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0"/>
    </inkml:context>
    <inkml:brush xml:id="br0">
      <inkml:brushProperty name="width" value="0.02646" units="cm"/>
      <inkml:brushProperty name="height" value="0.02646" units="cm"/>
      <inkml:brushProperty name="fitToCurve" value="1"/>
    </inkml:brush>
  </inkml:definitions>
  <inkml:trace contextRef="#ctx0" brushRef="#br0">23947 8928 874,'-70'129'-5,"52"-5"-1,14-23 3,4 56 4,-10-69-1,-23 9 2,50-224-6,25 17-4,35-10 11,4 180-5,-86 45 6,-8-17 3,-9-3 4</inkml:trace>
</inkml:ink>
</file>

<file path=ppt/ink/ink12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1"/>
    </inkml:context>
    <inkml:brush xml:id="br0">
      <inkml:brushProperty name="width" value="0.02646" units="cm"/>
      <inkml:brushProperty name="height" value="0.02646" units="cm"/>
      <inkml:brushProperty name="fitToCurve" value="1"/>
    </inkml:brush>
  </inkml:definitions>
  <inkml:trace contextRef="#ctx0" brushRef="#br0">24108 8986 874,'-13'115'-9,"6"-32"-6</inkml:trace>
</inkml:ink>
</file>

<file path=ppt/ink/ink12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2"/>
    </inkml:context>
    <inkml:brush xml:id="br0">
      <inkml:brushProperty name="width" value="0.02646" units="cm"/>
      <inkml:brushProperty name="height" value="0.02646" units="cm"/>
      <inkml:brushProperty name="fitToCurve" value="1"/>
    </inkml:brush>
  </inkml:definitions>
  <inkml:trace contextRef="#ctx0" brushRef="#br0">24174 9209 874,'84'-88'-6,"7"153"4,-82 19-1,-27 13-2,-16-4 1,44-212 0,63-13 0,-20 41 8,-65 204 0,-8-9 0,43-4 0,68-65-4,-7-96-2,-1-9-111</inkml:trace>
</inkml:ink>
</file>

<file path=ppt/ink/ink12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3"/>
    </inkml:context>
    <inkml:brush xml:id="br0">
      <inkml:brushProperty name="width" value="0.02646" units="cm"/>
      <inkml:brushProperty name="height" value="0.02646" units="cm"/>
      <inkml:brushProperty name="fitToCurve" value="1"/>
    </inkml:brush>
  </inkml:definitions>
  <inkml:trace contextRef="#ctx0" brushRef="#br0">24514 9044 874,'83'67'-8,"-3"51"1,-61-23 4,-45 27-8,-27-25-7,-7-14-28</inkml:trace>
</inkml:ink>
</file>

<file path=ppt/ink/ink12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4"/>
    </inkml:context>
    <inkml:brush xml:id="br0">
      <inkml:brushProperty name="width" value="0.02646" units="cm"/>
      <inkml:brushProperty name="height" value="0.02646" units="cm"/>
      <inkml:brushProperty name="fitToCurve" value="1"/>
    </inkml:brush>
  </inkml:definitions>
  <inkml:trace contextRef="#ctx0" brushRef="#br0">24839 9072 874,'-20'100'-5,"24"26"4,27-46 1,72-136-4,-77-84 2,-57 41 2,-74 95-7,9 21-15,15 27-803</inkml:trace>
</inkml:ink>
</file>

<file path=ppt/ink/ink12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5"/>
    </inkml:context>
    <inkml:brush xml:id="br0">
      <inkml:brushProperty name="width" value="0.02646" units="cm"/>
      <inkml:brushProperty name="height" value="0.02646" units="cm"/>
      <inkml:brushProperty name="fitToCurve" value="1"/>
    </inkml:brush>
  </inkml:definitions>
  <inkml:trace contextRef="#ctx0" brushRef="#br0">21102 9849 874,'-113'97'-10,"67"30"9,98 1 1,-8-47-1,-2 11-1,-14 4 0,-4 35-2,13-262-8,9 26 6,11 19 4,29 62 8,-16 146 2,-17-42 3</inkml:trace>
</inkml:ink>
</file>

<file path=ppt/ink/ink12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6"/>
    </inkml:context>
    <inkml:brush xml:id="br0">
      <inkml:brushProperty name="width" value="0.02646" units="cm"/>
      <inkml:brushProperty name="height" value="0.02646" units="cm"/>
      <inkml:brushProperty name="fitToCurve" value="1"/>
    </inkml:brush>
  </inkml:definitions>
  <inkml:trace contextRef="#ctx0" brushRef="#br0">21390 9964 874,'-13'63'-49</inkml:trace>
</inkml:ink>
</file>

<file path=ppt/ink/ink12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7"/>
    </inkml:context>
    <inkml:brush xml:id="br0">
      <inkml:brushProperty name="width" value="0.02646" units="cm"/>
      <inkml:brushProperty name="height" value="0.02646" units="cm"/>
      <inkml:brushProperty name="fitToCurve" value="1"/>
    </inkml:brush>
  </inkml:definitions>
  <inkml:trace contextRef="#ctx0" brushRef="#br0">21505 10465 874,'61'-103'-10,"-13"5"5,-18 9 6,-120 61 0,42 151-1,48-33 0,14-7-1,24 60-3,-11-62 3,-6 0 1,3 38 2,9-264-21,-1 34 12,5-3 2,21-42-1,15 14 16,14 123 5,-72 119-7,-27 33-2,73-250-16,-10 6 11,57 54 8,-93 173-9,-11 10 4,17-18-3,67-63-2,24-151 1,-60-11 1,-150 85-4,38 126 2,67 21 2,50-33-2,58-62 0,-31-10-1</inkml:trace>
</inkml:ink>
</file>

<file path=ppt/ink/ink12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8"/>
    </inkml:context>
    <inkml:brush xml:id="br0">
      <inkml:brushProperty name="width" value="0.02646" units="cm"/>
      <inkml:brushProperty name="height" value="0.02646" units="cm"/>
      <inkml:brushProperty name="fitToCurve" value="1"/>
    </inkml:brush>
  </inkml:definitions>
  <inkml:trace contextRef="#ctx0" brushRef="#br0">22555 10165 874,'102'1'-3,"-20"3"0,1-2-2,3 11-619</inkml:trace>
</inkml:ink>
</file>

<file path=ppt/ink/ink12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89"/>
    </inkml:context>
    <inkml:brush xml:id="br0">
      <inkml:brushProperty name="width" value="0.02646" units="cm"/>
      <inkml:brushProperty name="height" value="0.02646" units="cm"/>
      <inkml:brushProperty name="fitToCurve" value="1"/>
    </inkml:brush>
  </inkml:definitions>
  <inkml:trace contextRef="#ctx0" brushRef="#br0">22612 10358 874,'81'-22'-3,"27"22"1,-25 8-57</inkml:trace>
</inkml:ink>
</file>

<file path=ppt/ink/ink12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0"/>
    </inkml:context>
    <inkml:brush xml:id="br0">
      <inkml:brushProperty name="width" value="0.02646" units="cm"/>
      <inkml:brushProperty name="height" value="0.02646" units="cm"/>
      <inkml:brushProperty name="fitToCurve" value="1"/>
    </inkml:brush>
  </inkml:definitions>
  <inkml:trace contextRef="#ctx0" brushRef="#br0">22966 10273 874,'141'-16'-5,"-45"3"-2</inkml:trace>
</inkml:ink>
</file>

<file path=ppt/ink/ink12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1"/>
    </inkml:context>
    <inkml:brush xml:id="br0">
      <inkml:brushProperty name="width" value="0.02646" units="cm"/>
      <inkml:brushProperty name="height" value="0.02646" units="cm"/>
      <inkml:brushProperty name="fitToCurve" value="1"/>
    </inkml:brush>
  </inkml:definitions>
  <inkml:trace contextRef="#ctx0" brushRef="#br0">23251 10420 874,'39'-82'-8,"14"-29"4,4-2 2,-10 28 5,-32 215-10,-30-22 2,4 0-7,11 16-10,2-31-21</inkml:trace>
</inkml:ink>
</file>

<file path=ppt/ink/ink12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2"/>
    </inkml:context>
    <inkml:brush xml:id="br0">
      <inkml:brushProperty name="width" value="0.02646" units="cm"/>
      <inkml:brushProperty name="height" value="0.02646" units="cm"/>
      <inkml:brushProperty name="fitToCurve" value="1"/>
    </inkml:brush>
  </inkml:definitions>
  <inkml:trace contextRef="#ctx0" brushRef="#br0">23961 9993 874,'-100'69'-8,"32"49"8,103 16-1,11-4-2,-30 14 5,-6-228-8,22-6 4,13 2 1,41-6 2,-22 196 1,-87 37-10,7-52-21</inkml:trace>
</inkml:ink>
</file>

<file path=ppt/ink/ink12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3"/>
    </inkml:context>
    <inkml:brush xml:id="br0">
      <inkml:brushProperty name="width" value="0.02646" units="cm"/>
      <inkml:brushProperty name="height" value="0.02646" units="cm"/>
      <inkml:brushProperty name="fitToCurve" value="1"/>
    </inkml:brush>
  </inkml:definitions>
  <inkml:trace contextRef="#ctx0" brushRef="#br0">24075 10007 874,'-13'73'1</inkml:trace>
</inkml:ink>
</file>

<file path=ppt/ink/ink12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4"/>
    </inkml:context>
    <inkml:brush xml:id="br0">
      <inkml:brushProperty name="width" value="0.02646" units="cm"/>
      <inkml:brushProperty name="height" value="0.02646" units="cm"/>
      <inkml:brushProperty name="fitToCurve" value="1"/>
    </inkml:brush>
  </inkml:definitions>
  <inkml:trace contextRef="#ctx0" brushRef="#br0">24273 10108 874,'86'12'-4,"-34"101"0,-63-4-2,-23-26 5,-42 31 0,74-215-6,47-22 2,-11 33-5</inkml:trace>
</inkml:ink>
</file>

<file path=ppt/ink/ink12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5"/>
    </inkml:context>
    <inkml:brush xml:id="br0">
      <inkml:brushProperty name="width" value="0.02646" units="cm"/>
      <inkml:brushProperty name="height" value="0.02646" units="cm"/>
      <inkml:brushProperty name="fitToCurve" value="1"/>
    </inkml:brush>
  </inkml:definitions>
  <inkml:trace contextRef="#ctx0" brushRef="#br0">24581 10036 874,'-86'125'-14,"-9"15"10,42-30 9,92-27-4,33-2-52</inkml:trace>
</inkml:ink>
</file>

<file path=ppt/ink/ink12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6"/>
    </inkml:context>
    <inkml:brush xml:id="br0">
      <inkml:brushProperty name="width" value="0.02646" units="cm"/>
      <inkml:brushProperty name="height" value="0.02646" units="cm"/>
      <inkml:brushProperty name="fitToCurve" value="1"/>
    </inkml:brush>
  </inkml:definitions>
  <inkml:trace contextRef="#ctx0" brushRef="#br0">24777 10079 874,'-52'93'-7,"-24"21"2,19-18 9,37-4-4,61 7 0,8-15 2</inkml:trace>
</inkml:ink>
</file>

<file path=ppt/ink/ink12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7"/>
    </inkml:context>
    <inkml:brush xml:id="br0">
      <inkml:brushProperty name="width" value="0.02646" units="cm"/>
      <inkml:brushProperty name="height" value="0.02646" units="cm"/>
      <inkml:brushProperty name="fitToCurve" value="1"/>
    </inkml:brush>
  </inkml:definitions>
  <inkml:trace contextRef="#ctx0" brushRef="#br0">24787 10266 874,'8'103'-3,"37"-12"2,57-124-2,-113-67 2,-104 71-5,26 50-113</inkml:trace>
</inkml:ink>
</file>

<file path=ppt/ink/ink12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8"/>
    </inkml:context>
    <inkml:brush xml:id="br0">
      <inkml:brushProperty name="width" value="0.02646" units="cm"/>
      <inkml:brushProperty name="height" value="0.02646" units="cm"/>
      <inkml:brushProperty name="fitToCurve" value="1"/>
    </inkml:brush>
  </inkml:definitions>
  <inkml:trace contextRef="#ctx0" brushRef="#br0">23535 10860 874,'135'-9'-12,"-44"-5"3,25-6-1,22 3 0,4 4 2,-38 6 2,27 7 1,-41 0-18,27 10-6,7 12-8,-6 11-6,-27 6-7,-11-9-42,2 21-62</inkml:trace>
</inkml:ink>
</file>

<file path=ppt/ink/ink12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399"/>
    </inkml:context>
    <inkml:brush xml:id="br0">
      <inkml:brushProperty name="width" value="0.02646" units="cm"/>
      <inkml:brushProperty name="height" value="0.02646" units="cm"/>
      <inkml:brushProperty name="fitToCurve" value="1"/>
    </inkml:brush>
  </inkml:definitions>
  <inkml:trace contextRef="#ctx0" brushRef="#br0">6370 6747 874,'-86'64'-5,"-20"27"3,-1 40-1,35-10 0,24 3 2,19 9 2,28-14 0,34-11 1,64-4-1,37-27-4,6-33-2,-60-27 4,-1 0 1,3 1 0,39 7 0,50-7 0,-69-12 0,-3-4-1,68 1-2,-61-3 2,10 1 0,4 2-1,-16-3 1,-16 0 0,16 0 0,11-1 0,4-1 2,-37 1-1,14 0 0,13-6 1,6-1-1,5 0 0,-7 2 1,-32 2 0,10 1 0,3 0 0,-2-2 0,-3 1 1,-8-1 1,33-6 2,-6-27-2,-27-23-2,-20-52-3,-19-8 1,-15 1-1,-5-30 1,-11 8 0,-19 28 4,-18 7 0,-37 6-2,-27 31-1,-54 23-2,47 33-1,-55-2-5,55 12 4,-12 1 2,-9 1 1,-4-1 0,39 2 0,-23-1-1,-19 2 0,-11 2-1,-9-2 0,11-2-3,31 2-2,-19-1-7,-10 1-7,-6 1-9,34 1-7,2-1-7,-13-1-6,1 0-7,13 0-4,-38 4-72,56 0-52</inkml:trace>
</inkml:ink>
</file>

<file path=ppt/ink/ink12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0"/>
    </inkml:context>
    <inkml:brush xml:id="br0">
      <inkml:brushProperty name="width" value="0.02646" units="cm"/>
      <inkml:brushProperty name="height" value="0.02646" units="cm"/>
      <inkml:brushProperty name="fitToCurve" value="1"/>
    </inkml:brush>
  </inkml:definitions>
  <inkml:trace contextRef="#ctx0" brushRef="#br0">6666 11057 874,'84'31'-3,"24"-9"-7,0-7 4,0-11 2,13-6 2,-37 4 2,8-2 0,10 4 1,59 2 0,-61-3-1,16-4-1,15-5-1,8 0-2,-48 0 1,28-3-2,18-1 0,15 0 1,-20 2 0,-16 3 1,23-2 0,15 2 0,13 0 1,8 2 1,-43 2-1,4-1 1,20 4-1,14-1 1,13-1 1,9 0-2,-67 0 1,28 0 0,22 0-1,12 0 0,10 0 1,-12 3 0,-45-1 0,28 2 0,19 4-1,10 4 1,-45-2 0,-1 0 0,22 5 1,15-1 1,10 1 0,7-3-1,-70-3 1,27-2-1,19-2 0,11-1 0,8 3 0,-13-1 1,-48 0 0,26-1-1,16 0 0,11-1 0,-42-1 0,-5-2 0,22-1 0,14 2 1,10-2 0,2 0 0,-62 0 0,15 2 0,11 2 1,6 6 1,-4 3 2,-21 0 1,-40-3 0,2 0 1,-6 2-1,42 9 7,-38-15-2,-18 2-107</inkml:trace>
</inkml:ink>
</file>

<file path=ppt/ink/ink12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20007 7181 874,'-18'-89'-3,"8"-17"1,8 0 1,22-31-2,-18 13 1,-145 23 1,18 68 3,2 10-1,30 40 1,49 79-1,31 61-2,8-9 0,2-56 0,4-1 1,38 50-1,69-70 2,38-55 0,-36-22-1,-24 4-54</inkml:trace>
</inkml:ink>
</file>

<file path=ppt/ink/ink12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2"/>
    </inkml:context>
    <inkml:brush xml:id="br0">
      <inkml:brushProperty name="width" value="0.01984" units="cm"/>
      <inkml:brushProperty name="height" value="0.01984" units="cm"/>
      <inkml:brushProperty name="color" value="#008000"/>
      <inkml:brushProperty name="fitToCurve" value="1"/>
    </inkml:brush>
  </inkml:definitions>
  <inkml:trace contextRef="#ctx0" brushRef="#br0">23480 1912 874,'84'52'-5,"29"7"1,14-2 0,11 7 2,-34-12 2,-13-9 3,-5 15-1,-67 27-2,-106 43-2,-30-36-1,15-22 4,6-30 1</inkml:trace>
</inkml:ink>
</file>

<file path=ppt/ink/ink12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3"/>
    </inkml:context>
    <inkml:brush xml:id="br0">
      <inkml:brushProperty name="width" value="0.01984" units="cm"/>
      <inkml:brushProperty name="height" value="0.01984" units="cm"/>
      <inkml:brushProperty name="color" value="#008000"/>
      <inkml:brushProperty name="fitToCurve" value="1"/>
    </inkml:brush>
  </inkml:definitions>
  <inkml:trace contextRef="#ctx0" brushRef="#br0">24360 1993 874,'-75'132'-9,"10"-4"11,41 17-2,100-30-1,92-89-2,-88-35 2,49-58 0,-46-78 2,-79 56-2,-31-38 2,-115 12 0,56 56 0,2 33-7</inkml:trace>
</inkml:ink>
</file>

<file path=ppt/ink/ink12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4"/>
    </inkml:context>
    <inkml:brush xml:id="br0">
      <inkml:brushProperty name="width" value="0.01984" units="cm"/>
      <inkml:brushProperty name="height" value="0.01984" units="cm"/>
      <inkml:brushProperty name="fitToCurve" value="1"/>
    </inkml:brush>
  </inkml:definitions>
  <inkml:trace contextRef="#ctx0" brushRef="#br0">5625 2545 874,'-91'110'-9,"10"-26"7</inkml:trace>
</inkml:ink>
</file>

<file path=ppt/ink/ink12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5"/>
    </inkml:context>
    <inkml:brush xml:id="br0">
      <inkml:brushProperty name="width" value="0.01984" units="cm"/>
      <inkml:brushProperty name="height" value="0.01984" units="cm"/>
      <inkml:brushProperty name="fitToCurve" value="1"/>
    </inkml:brush>
  </inkml:definitions>
  <inkml:trace contextRef="#ctx0" brushRef="#br0">5663 2633 874,'-107'90'-3,"10"-23"1</inkml:trace>
</inkml:ink>
</file>

<file path=ppt/ink/ink12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6"/>
    </inkml:context>
    <inkml:brush xml:id="br0">
      <inkml:brushProperty name="width" value="0.01984" units="cm"/>
      <inkml:brushProperty name="height" value="0.01984" units="cm"/>
      <inkml:brushProperty name="fitToCurve" value="1"/>
    </inkml:brush>
  </inkml:definitions>
  <inkml:trace contextRef="#ctx0" brushRef="#br0">5364 2692 874,'91'34'0,"9"-1"-1,-15-6-23</inkml:trace>
</inkml:ink>
</file>

<file path=ppt/ink/ink12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7"/>
    </inkml:context>
    <inkml:brush xml:id="br0">
      <inkml:brushProperty name="width" value="0.01984" units="cm"/>
      <inkml:brushProperty name="height" value="0.01984" units="cm"/>
      <inkml:brushProperty name="fitToCurve" value="1"/>
    </inkml:brush>
  </inkml:definitions>
  <inkml:trace contextRef="#ctx0" brushRef="#br0">7398 2998 874,'16'-96'1,"-2"-9"0,1 22-56</inkml:trace>
</inkml:ink>
</file>

<file path=ppt/ink/ink12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8"/>
    </inkml:context>
    <inkml:brush xml:id="br0">
      <inkml:brushProperty name="width" value="0.02646" units="cm"/>
      <inkml:brushProperty name="height" value="0.02646" units="cm"/>
      <inkml:brushProperty name="fitToCurve" value="1"/>
    </inkml:brush>
  </inkml:definitions>
  <inkml:trace contextRef="#ctx0" brushRef="#br0">8682 356 874,'-20'96'-6,"-3"53"0,14-66 4,0 39 1,3-38 0,-4 53-1,3-48 1,-3 11-1,0-7-1,1-11-1</inkml:trace>
</inkml:ink>
</file>

<file path=ppt/ink/ink12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09"/>
    </inkml:context>
    <inkml:brush xml:id="br0">
      <inkml:brushProperty name="width" value="0.02646" units="cm"/>
      <inkml:brushProperty name="height" value="0.02646" units="cm"/>
      <inkml:brushProperty name="fitToCurve" value="1"/>
    </inkml:brush>
  </inkml:definitions>
  <inkml:trace contextRef="#ctx0" brushRef="#br0">8992 501 874,'-80'119'-9,"-2"-18"1,6-20 4,-31-26 5,117 46 2,70 0-1,-8 3-2,10-22-5,2-26-19</inkml:trace>
</inkml:ink>
</file>

<file path=ppt/ink/ink12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0"/>
    </inkml:context>
    <inkml:brush xml:id="br0">
      <inkml:brushProperty name="width" value="0.02646" units="cm"/>
      <inkml:brushProperty name="height" value="0.02646" units="cm"/>
      <inkml:brushProperty name="fitToCurve" value="1"/>
    </inkml:brush>
  </inkml:definitions>
  <inkml:trace contextRef="#ctx0" brushRef="#br0">9581 486 874,'-64'108'-11,"-34"31"3,-21-2 3,26-42 5,7-18 1,10 5 4,96 5-3,87 34-3,-1 5 4,-24-66-4,2-36-10</inkml:trace>
</inkml:ink>
</file>

<file path=ppt/ink/ink12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1"/>
    </inkml:context>
    <inkml:brush xml:id="br0">
      <inkml:brushProperty name="width" value="0.02646" units="cm"/>
      <inkml:brushProperty name="height" value="0.02646" units="cm"/>
      <inkml:brushProperty name="fitToCurve" value="1"/>
    </inkml:brush>
  </inkml:definitions>
  <inkml:trace contextRef="#ctx0" brushRef="#br0">9580 844 874,'-2'109'-8,"-8"42"5,10-38 2,101-51 2,3-185-2,-53-11 3,-74 30-1,-61 35-2,-1 17-1</inkml:trace>
</inkml:ink>
</file>

<file path=ppt/ink/ink12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2"/>
    </inkml:context>
    <inkml:brush xml:id="br0">
      <inkml:brushProperty name="width" value="0.02646" units="cm"/>
      <inkml:brushProperty name="height" value="0.02646" units="cm"/>
      <inkml:brushProperty name="fitToCurve" value="1"/>
    </inkml:brush>
  </inkml:definitions>
  <inkml:trace contextRef="#ctx0" brushRef="#br0">10821 302 874,'-111'-17'-10,"-38"0"4,13 2 1,11 4 4,-53-1-2,62 7 1,19 3 0,0 2 0,-24 2-2,-11 3 1,-6 0 0,46-1 0,-17 0 1,-4-4 4,2-3 1,5 3 0,14 3 0,-52 13 6,26 21 0,7 56-4,38 19-5,41-19-4,3 15-3,2 16 0,3-16 3,2-12 0,-8 23-1,1 8 2,4-2 2,9-43 1,4 4 3,12-4 1,23 45 7,66-15-4,74-34-5,-12-43-5,-49-30 0,21-6-1,4-3-1,-35 1 0,28 1 0,18 2 0,9 4 2,-29-2 1,-9 1 1,16 0 2,6-2 1,1 0 2,-3-1 0,-39 2 1,5 0-1,3 2 0,-1 3 0,-13-2 0,41-8 2,-49-96-1,-69 18-57</inkml:trace>
</inkml:ink>
</file>

<file path=ppt/ink/ink12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3"/>
    </inkml:context>
    <inkml:brush xml:id="br0">
      <inkml:brushProperty name="width" value="0.02646" units="cm"/>
      <inkml:brushProperty name="height" value="0.02646" units="cm"/>
      <inkml:brushProperty name="fitToCurve" value="1"/>
    </inkml:brush>
  </inkml:definitions>
  <inkml:trace contextRef="#ctx0" brushRef="#br0">10318 399 874,'-7'153'-17,"2"-58"9,2 17 2,0 9 0,-3 67-2,-6-8 2,0-48 1,-7 15 2,1-13 1,2-29 1,-4 11 2,3-19 3,-9 18 11,3-31-104</inkml:trace>
</inkml:ink>
</file>

<file path=ppt/ink/ink12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4"/>
    </inkml:context>
    <inkml:brush xml:id="br0">
      <inkml:brushProperty name="width" value="0.02646" units="cm"/>
      <inkml:brushProperty name="height" value="0.02646" units="cm"/>
      <inkml:brushProperty name="fitToCurve" value="1"/>
    </inkml:brush>
  </inkml:definitions>
  <inkml:trace contextRef="#ctx0" brushRef="#br0">15078 2794 874,'61'22'-23</inkml:trace>
</inkml:ink>
</file>

<file path=ppt/ink/ink12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5"/>
    </inkml:context>
    <inkml:brush xml:id="br0">
      <inkml:brushProperty name="width" value="0.02646" units="cm"/>
      <inkml:brushProperty name="height" value="0.02646" units="cm"/>
      <inkml:brushProperty name="fitToCurve" value="1"/>
    </inkml:brush>
  </inkml:definitions>
  <inkml:trace contextRef="#ctx0" brushRef="#br0">24506 6978 874,'-104'-87'-6,"-8"4"6,-31 7-1,55 47 0,-13 8 0,-11 10 0,8 7-1,-41 5-4,12 25 8,-4 22 0,-15 29-3,17 17 2,35 5 3,11 47-4,54-57 0,10 6 0,12 0 0,9-8 0,13 42 1,56 13-1,18-34-1,12-24 1,66 0-1,-14-26-1,-65-36 2,42 2 0,1-18 1,20-27 0,-2-23-2,-33-6-1,7-26 2,-25 9 1,12-26 0,1-23-2,-29 16-1,-21 6-6,-12-18-9,-24 12-35</inkml:trace>
</inkml:ink>
</file>

<file path=ppt/ink/ink12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6"/>
    </inkml:context>
    <inkml:brush xml:id="br0">
      <inkml:brushProperty name="width" value="0.02646" units="cm"/>
      <inkml:brushProperty name="height" value="0.02646" units="cm"/>
      <inkml:brushProperty name="fitToCurve" value="1"/>
    </inkml:brush>
  </inkml:definitions>
  <inkml:trace contextRef="#ctx0" brushRef="#br0">10538 8132 874,'-75'-94'-6,"198"4"5,-50 199-4,-137 31-1,-26-19 1,-27-15 5,-17-44 3,128 27 2,148-8 0,-41-50-5</inkml:trace>
</inkml:ink>
</file>

<file path=ppt/ink/ink12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7"/>
    </inkml:context>
    <inkml:brush xml:id="br0">
      <inkml:brushProperty name="width" value="0.02646" units="cm"/>
      <inkml:brushProperty name="height" value="0.02646" units="cm"/>
      <inkml:brushProperty name="fitToCurve" value="1"/>
    </inkml:brush>
  </inkml:definitions>
  <inkml:trace contextRef="#ctx0" brushRef="#br0">10642 8151 874,'8'115'-6,"-23"41"4,80-285-6,16 44 12,-38 238-7,-65-31 1,-10-37 5,40-237-3,59 24 2,29 158-4,-89 83-2,-4-29-2</inkml:trace>
</inkml:ink>
</file>

<file path=ppt/ink/ink12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8"/>
    </inkml:context>
    <inkml:brush xml:id="br0">
      <inkml:brushProperty name="width" value="0.02646" units="cm"/>
      <inkml:brushProperty name="height" value="0.02646" units="cm"/>
      <inkml:brushProperty name="fitToCurve" value="1"/>
    </inkml:brush>
  </inkml:definitions>
  <inkml:trace contextRef="#ctx0" brushRef="#br0">11406 7979 874,'-137'23'-10,"55"21"6,-10 73 5,71-11-1,66 56-2,73-49 4,24-129-3,-47-5-3</inkml:trace>
</inkml:ink>
</file>

<file path=ppt/ink/ink12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19"/>
    </inkml:context>
    <inkml:brush xml:id="br0">
      <inkml:brushProperty name="width" value="0.02646" units="cm"/>
      <inkml:brushProperty name="height" value="0.02646" units="cm"/>
      <inkml:brushProperty name="fitToCurve" value="1"/>
    </inkml:brush>
  </inkml:definitions>
  <inkml:trace contextRef="#ctx0" brushRef="#br0">11490 8074 874,'-47'-127'-4,"94"47"3,0 212-3,-105-12 3,105-27 1,42-57-6</inkml:trace>
</inkml:ink>
</file>

<file path=ppt/ink/ink12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0"/>
    </inkml:context>
    <inkml:brush xml:id="br0">
      <inkml:brushProperty name="width" value="0.02646" units="cm"/>
      <inkml:brushProperty name="height" value="0.02646" units="cm"/>
      <inkml:brushProperty name="fitToCurve" value="1"/>
    </inkml:brush>
  </inkml:definitions>
  <inkml:trace contextRef="#ctx0" brushRef="#br0">25030 6627 874,'90'66'-14,"-385"-93"-110,168 13 18,10 3-61,22-2 36</inkml:trace>
</inkml:ink>
</file>

<file path=ppt/ink/ink13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1"/>
    </inkml:context>
    <inkml:brush xml:id="br0">
      <inkml:brushProperty name="width" value="0.02646" units="cm"/>
      <inkml:brushProperty name="height" value="0.02646" units="cm"/>
      <inkml:brushProperty name="fitToCurve" value="1"/>
    </inkml:brush>
  </inkml:definitions>
  <inkml:trace contextRef="#ctx0" brushRef="#br0">24812 6656 874,'112'32'-8,"-21"23"12,-194-64-7,182 2-9,8 29-607</inkml:trace>
</inkml:ink>
</file>

<file path=ppt/ink/ink13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2"/>
    </inkml:context>
    <inkml:brush xml:id="br0">
      <inkml:brushProperty name="width" value="0.02646" units="cm"/>
      <inkml:brushProperty name="height" value="0.02646" units="cm"/>
      <inkml:brushProperty name="fitToCurve" value="1"/>
    </inkml:brush>
  </inkml:definitions>
  <inkml:trace contextRef="#ctx0" brushRef="#br0">24884 6699 874,'97'0'-16,"-12"6"-425</inkml:trace>
</inkml:ink>
</file>

<file path=ppt/ink/ink13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3"/>
    </inkml:context>
    <inkml:brush xml:id="br0">
      <inkml:brushProperty name="width" value="0.02646" units="cm"/>
      <inkml:brushProperty name="height" value="0.02646" units="cm"/>
      <inkml:brushProperty name="fitToCurve" value="1"/>
    </inkml:brush>
  </inkml:definitions>
  <inkml:trace contextRef="#ctx0" brushRef="#br0">25039 6891 874,'-92'-33'-22,"-86"60"-41,82-13-7,-49 7-84</inkml:trace>
</inkml:ink>
</file>

<file path=ppt/ink/ink13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4"/>
    </inkml:context>
    <inkml:brush xml:id="br0">
      <inkml:brushProperty name="width" value="0.02646" units="cm"/>
      <inkml:brushProperty name="height" value="0.02646" units="cm"/>
      <inkml:brushProperty name="fitToCurve" value="1"/>
    </inkml:brush>
  </inkml:definitions>
  <inkml:trace contextRef="#ctx0" brushRef="#br0">25038 6872 874,'-127'10'-36,"26"-3"-15</inkml:trace>
</inkml:ink>
</file>

<file path=ppt/ink/ink13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5"/>
    </inkml:context>
    <inkml:brush xml:id="br0">
      <inkml:brushProperty name="width" value="0.02646" units="cm"/>
      <inkml:brushProperty name="height" value="0.02646" units="cm"/>
      <inkml:brushProperty name="fitToCurve" value="1"/>
    </inkml:brush>
  </inkml:definitions>
  <inkml:trace contextRef="#ctx0" brushRef="#br0">24783 6865 874,'-80'4'-42,"31"-3"40,0-2 2,130-1 8,-32 2-2,-1-5 0,-12 2 6</inkml:trace>
</inkml:ink>
</file>

<file path=ppt/ink/ink13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6"/>
    </inkml:context>
    <inkml:brush xml:id="br0">
      <inkml:brushProperty name="width" value="0.02646" units="cm"/>
      <inkml:brushProperty name="height" value="0.02646" units="cm"/>
      <inkml:brushProperty name="fitToCurve" value="1"/>
    </inkml:brush>
  </inkml:definitions>
  <inkml:trace contextRef="#ctx0" brushRef="#br0">13742 7883 874,'10'-97'-11,"1"13"-9</inkml:trace>
</inkml:ink>
</file>

<file path=ppt/ink/ink13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12784 7692 874,'96'9'-3,"52"2"-2,0 2-3,-53-4 3,6-1 0,54 5 4,-59-7 1,-7 1 0,86 3 0,-58-3-2,14-2 0,5 1 0,-31-2 1,0-1 0,18 1-1,8 1 0,7 0 1,4 3 0,-48-4 0,13 1 2,12 0 1,7 3 0,-14-3 0,-23-1-1,13 0 1,6 3 0,48-1 2,-56 0-2,8 0-1,4-1 0,-11 0-1,66 5 1,-74-4 0,0-1 0,-2 1-1,46-1 2,15-3-1,10 0 0,-41 0 0,16 2 1,-21 3-1,31 1 0,-16-5 1,18-4-1,-62-34-4</inkml:trace>
</inkml:ink>
</file>

<file path=ppt/ink/ink13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11868 7736 874,'103'0'-7,"-14"0"2,10 3 3,55 3 0,-62-4 2,54 0-3,-49-2 2,14-3 0,-11 2-1,-19 0 1,18-2 0,11 1 0,12 0 0,-34 2 0,8-1 0,14 2 0,9 3 0,6 0 1,0 0 1,-39-3-1,18 1 1,12 0-2,5 0 1,-18 1 0,-17-1 1,16 3 0,6 1 0,6 2 0,56 5 1,-66-8-2,5 0 1,2-3 0,-3 2 0,64 1-1,-71-1 0,4 0 0,-22-2 0,84 3 1,-70-1-1,7 0 0,3-2 0,51 3 0,-64-4 0,8 1 0,-10-1 0,64 3 0,-64-1 1,4 1-1,51 5 0,-63-5 1,4 0-1,2-1 0,0-1 1,39 0-1,20-1 1,-33 4 0,15-2 2,-8-19-1,-39 9-22</inkml:trace>
</inkml:ink>
</file>

<file path=ppt/ink/ink13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2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17431 7460 874,'-109'-5'-5,"-21"30"3,40 62-2,77 6 1,11 31 2,-4-18 2,6-8 2,109 2-2,21-108-3,-48-2-2,-1-21-52</inkml:trace>
</inkml:ink>
</file>

<file path=ppt/ink/ink13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17071 7740 874,'120'11'-15,"43"3"-2,-80-17 7,34 0-19</inkml:trace>
</inkml:ink>
</file>

<file path=ppt/ink/ink13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17447 7911 874,'18'119'-8,"71"-194"0,13 23 11,-39 146-1,-56 8-2,-39-19 0,5-187-5,83-5 6,67 55 2,-44 140-4,-57 47-3,-12-47-5,-34-2-52</inkml:trace>
</inkml:ink>
</file>

<file path=ppt/ink/ink13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17912 7773 874,'96'-11'-6,"47"-6"4,-28 1 0</inkml:trace>
</inkml:ink>
</file>

<file path=ppt/ink/ink13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17991 8064 874,'125'-17'-8,"-7"4"7,-33 4-7</inkml:trace>
</inkml:ink>
</file>

<file path=ppt/ink/ink13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18497 7583 874,'-14'118'-10,"3"39"2,16-22 2,15-18 7,40 11-2,11-48 4,30-75 0,-19-67-2,-25-83-7,-40 44 2,-4-57-16,-15 70 5,-1 0-9,2 6-7,-2 1-38,4-2-84</inkml:trace>
</inkml:ink>
</file>

<file path=ppt/ink/ink13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18839 8159 874,'6'85'-5,"54"9"4,54-68 0,-99-151-2,-131 39-6,24 50-8</inkml:trace>
</inkml:ink>
</file>

<file path=ppt/ink/ink13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19093 7866 874,'87'9'-11,"59"10"3,-21-1-3,-43-4-27</inkml:trace>
</inkml:ink>
</file>

<file path=ppt/ink/ink13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19164 8098 874,'121'33'-11,"37"-24"4,-41-7-4,-34-4-600</inkml:trace>
</inkml:ink>
</file>

<file path=ppt/ink/ink13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19710 7986 874,'121'13'-13,"-36"-13"7,4 2-5,-4 2-599</inkml:trace>
</inkml:ink>
</file>

<file path=ppt/ink/ink13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3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20109 7579 874,'21'123'-12,"-9"29"8,-12-69 3,-1 29 1,78-212-2,1-26 1,-12 37 3,23-2-1,-3 15-22</inkml:trace>
</inkml:ink>
</file>

<file path=ppt/ink/ink13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20180 7765 874,'100'103'-11,"1"-19"7,-11-40-1,0-15-14</inkml:trace>
</inkml:ink>
</file>

<file path=ppt/ink/ink13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20495 7419 874,'56'-80'-9,"52"42"6,-9 50 2,-16 70 1,-100 28-2,-35-18 2,13 2 2,111 14-1,88-75-10,-68-18-7,-7-22-22</inkml:trace>
</inkml:ink>
</file>

<file path=ppt/ink/ink13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21527 8058 874,'-116'19'-13,"27"-8"5,-23 5-1,-19-1 1,-20-3 0,-14-3 1,15-4 2,30-2 0,-7 0-14,27-2-8,-14 1-8,13 4-5,11-4-31,9 4-46</inkml:trace>
</inkml:ink>
</file>

<file path=ppt/ink/ink13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20162 8333 874,'-82'22'-5,"-51"-33"3,235-45-5,-17 184 6,-118-44-1,-83 12-4,18-22 9,133 10 0,67-73-7,38-63-1,-47-45 7,-50 1-1,36 188 4,-78 19-10,-16-208 5,48-3 5,54 52 1,-14 168-8,-69-1-2,-30-15 2,-19-244 0,58 40 1,51-9 4,44 73-1,-22 74-2,-51 58 0,-50 22 0,-25-23-8,0-13-832</inkml:trace>
</inkml:ink>
</file>

<file path=ppt/ink/ink13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21004 8416 874,'-91'41'-5,"-18"30"2,46 25 2,55-3-1,58-4-1,74-46 0,1-87-4,-39 9-7</inkml:trace>
</inkml:ink>
</file>

<file path=ppt/ink/ink13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21124 8315 874,'99'17'-10,"-1"39"9,-50 29 1,-84 14-1,-58 14 3,210-17-5,-30-56-11</inkml:trace>
</inkml:ink>
</file>

<file path=ppt/ink/ink13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17722 8185 874,'-152'71'-21,"54"-28"10,-13 8 2,-9 4 2,3 1-7,20-10-8,-46 18-43,56-25-44</inkml:trace>
</inkml:ink>
</file>

<file path=ppt/ink/ink13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17740 8359 874,'-104'108'-18,"13"-51"5,-25 3 2,-61 23-5,16-18 12,61-30-6,17-18-8,-1 4-11,0-19-107</inkml:trace>
</inkml:ink>
</file>

<file path=ppt/ink/ink13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17067 8243 874,'-54'99'-11,"-59"37"0,-2-10 1,10-20 4,4 13 9,113-18 2,143-51-10,-17-31-16,-29-18-18,-24-3-61</inkml:trace>
</inkml:ink>
</file>

<file path=ppt/ink/ink13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4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14969 8634 874,'-91'91'-13,"-4"59"1,55-60 8,-5 25 1,51 6 7,89-21-3,24-73-2,-35-50-1,0-22-1,31-43-2,-44-48 11,-112 34-2,-88 106 2,57 120-3,56-16-3,73 12-1,88-49 3,-21-130-2,-27-39-4,-24 0 1,20 48 8,-27 138-3,-2-3-1,-17-1-107</inkml:trace>
</inkml:ink>
</file>

<file path=ppt/ink/ink13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15590 9021 874,'-10'117'-7,"4"23"3,8-48 2,76 15 4,22-94-4,23-122-4,-50-30-6,-51 23 4,-8-20-1,-13-11 2,-5 9 3,0 39 2,-5-9 2,-2 3 6,-5 21 1,-79 149 1,84 123-16,27-55 4,11-3-2,-5-35 0,15 11 4,15-1 2,15-14 7,54 14 7,22-105-3,-24-101-5,-54-7 0,-50 1-1,-111 39-2,54 199-6,81-48-2,39 1-3,10 30-27,-6-57-77</inkml:trace>
</inkml:ink>
</file>

<file path=ppt/ink/ink13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13928 9620 874,'44'126'-12,"17"35"4,-28-72 7,-3-1 0,8 39 2,-51-247-6,16-25-1,24 9 8,36 47 3,85 64 2,-43 42-1</inkml:trace>
</inkml:ink>
</file>

<file path=ppt/ink/ink13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14458 9794 874,'102'-6'-9,"29"4"4,-31 15-1,-19-3-57</inkml:trace>
</inkml:ink>
</file>

<file path=ppt/ink/ink13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14486 10083 874,'104'-16'-9,"24"4"5,-24 4 5,-20-18-21</inkml:trace>
</inkml:ink>
</file>

<file path=ppt/ink/ink13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15001 9958 874,'113'8'-5,"18"-13"5,-42-61-4</inkml:trace>
</inkml:ink>
</file>

<file path=ppt/ink/ink13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15359 9742 874,'40'86'-7,"-11"45"5,-21-9 3,-46-231-5,68-9 5,87 66-1,-53 189-1,-31-264-3,37 34 7,24 102-4,-19 117-1,-67-8-6,-11-26-17</inkml:trace>
</inkml:ink>
</file>

<file path=ppt/ink/ink13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16096 9606 874,'-89'13'-8,"-7"53"4,15 53 1,72-31 2,73 19-1,69-51-1,-51-52-3</inkml:trace>
</inkml:ink>
</file>

<file path=ppt/ink/ink13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16031 9406 874,'82'-37'-6,"21"67"4,-54 81-1,-84 9 2,39 0 3,107-68-3,-10-20-4,-17-27-615</inkml:trace>
</inkml:ink>
</file>

<file path=ppt/ink/ink13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16673 10098 874,'-132'34'-13,"45"-22"7,-17-1-1,-20 1 5,-13 0-4,-11 1 0,2 2 1,38-5 0,3 1 2,22-2 2,-27 2 12,27-7-44</inkml:trace>
</inkml:ink>
</file>

<file path=ppt/ink/ink13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5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15614 10300 874,'-8'126'-12,"-8"14"9,3-33 2,2-12 2,35-198 1,45-14-2,20 31-81,10 45-145,-18 28-312</inkml:trace>
</inkml:ink>
</file>

<file path=ppt/ink/ink13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15573 10446 874,'76'101'-12,"19"18"9,-11-17 1,-11-19 1,4 5-59</inkml:trace>
</inkml:ink>
</file>

<file path=ppt/ink/ink13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17278 9275 874,'-145'8'-19,"40"-3"9,-19 1 4,-18-1-1,-19 2 0,-19 1 0,-18 4 0,50-4 1,-17 4-7,18-2 2,9 2 0,-35 8 6,-20 5 3,-12 6 2,70-11 2,-24 7 0,-17 4 2,-7 3 0,6-2 3,22-7 3,44-6 0,-1-2 1,22-5-2,-33 14 7,58 70-1,70-12-11,15 72-7,-9-51 0,-3 15 0,7 59-5,-3-62 5,4 7 1,1-2 2,0-15 2,15 59 3,-5-81-3,47 51 4,39-38-2,-23-58-4,16-9-3,14-7-1,58 5-3,-59-18 4,17-2 0,-11-4 0,-19-1 0,33-4-2,21-2 0,17-5 0,-50 0 1,24-2-1,26-3 0,17 1 0,5 3 1,-12 4 3,-58 2 0,13 2 4,-4-2 4,-22 1 4,-30 0-1,0-7 0,27-32 7,-25 15-47</inkml:trace>
</inkml:ink>
</file>

<file path=ppt/ink/ink13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16633 9301 874,'11'148'-18,"-9"-43"7,-3 25 0,-4 24 1,2-36 1,-5 16 2,0-8 0,-5 7-4,-14 46-3,-16 34-3,-13 21 0,17-78 4,-17 30 0,20-66-16,10-24-11,-11 10-1</inkml:trace>
</inkml:ink>
</file>

<file path=ppt/ink/ink13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19868 10648 874,'-62'96'-5,"-21"9"4,8-24 1,-6-12 0</inkml:trace>
</inkml:ink>
</file>

<file path=ppt/ink/ink13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19579 10735 874,'96'97'-4,"-20"2"4,-19-16-24</inkml:trace>
</inkml:ink>
</file>

<file path=ppt/ink/ink13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8891 1987 874,'-55'83'-9,"4"54"3,35-3 4,31-39 5,87-145-1,-73-102-7,-24 6-1,-6 65 7,-2 205-12,5 24 0,7-58 16,78 6 3,21-57 7</inkml:trace>
</inkml:ink>
</file>

<file path=ppt/ink/ink13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9099 1787 874,'-17'108'-16,"6"-11"7,5 23-2,3 19 2,3-1-7,5-17-7,16 5-27,-12-38-53</inkml:trace>
</inkml:ink>
</file>

<file path=ppt/ink/ink13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9219 1848 874,'-1'127'-18,"2"-25"7,2 22 2,4 9 3,-2-38 2,-1-10-6,-1 15-15,-4-18-44</inkml:trace>
</inkml:ink>
</file>

<file path=ppt/ink/ink13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9049 2238 874,'106'-14'-5,"-23"9"3,42 52 0,-28 74-5,-46-11 5,-63-219-15,8-25 23,45 36 1,51 88-4,-11 61-290</inkml:trace>
</inkml:ink>
</file>

<file path=ppt/ink/ink13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6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9707 2185 874,'-29'115'-8,"5"-27"0,-12 43 7,11-37 5,62-214-10,-10 21 5,51 190 4,24-38 2,-5-162-5,-23-24 4,-64 238-13,-25 15 13,116-83-5,-2-101-5</inkml:trace>
</inkml:ink>
</file>

<file path=ppt/ink/ink13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10149 2020 874,'-8'148'-22,"12"-37"11,9 10-3,10 1 0,-7-8-12,4-26 1</inkml:trace>
</inkml:ink>
</file>

<file path=ppt/ink/ink13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10119 2302 874,'65'-87'-7,"41"36"4,-16 83 0,-57 104-1,-25-40 0,0 41 3,-34-228 9</inkml:trace>
</inkml:ink>
</file>

<file path=ppt/ink/ink13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10337 2012 874,'-4'65'-187</inkml:trace>
</inkml:ink>
</file>

<file path=ppt/ink/ink13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10470 2135 874,'17'107'-12,"-5"-24"7,6 17-2,3 4 3,-4-19 1,15-3 6,4-234-13,-28 36 3,7 17 12,78 127 10,-3 22-2,-14-148-13,-24-19-11,-148 210-7,48 54 7,81-42 22,61-134-13,-2-31-1,-24-20-817</inkml:trace>
</inkml:ink>
</file>

<file path=ppt/ink/ink13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8936 2707 874,'155'11'-17,"-54"6"8,24 10-1,20 10 0,17 7 1,6 2 3,-3-7 3,-48-13-3,15-7 4,-40-6 4,32-10-2,21-10 1,10-7-1,1-9-4,-56 7 1,2 2-6,-16-2-28</inkml:trace>
</inkml:ink>
</file>

<file path=ppt/ink/ink13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11167 2315 874,'0'88'-8</inkml:trace>
</inkml:ink>
</file>

<file path=ppt/ink/ink135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12244 1546 874,'104'71'-6,"-2"-23"0,-18-24 4,24-2 0,49-2 0,-71-9 2,44 3 0,-48-4 0,2-1 0,48 3 1,14-7 0,-17-7 0,1-12-1,23-8 1,-25-4-1,5-12-1,8-21 1,-36 5 1,8-19-1,-18-3 0,-10-21 2,-17-62-2,-42 16 0,-61-17-1,-52 10-1,7 53 0,-50 2 1,-17 13 1,30 22 0,-26-8 1,28 21 0,-36 6-1,16 12 0,-10 13 0,-14 9 0,28 9 0,-27 12 0,68 0 0,-3 2-1,-42 9 1,-8 9 1,20-2 0,-2 14-1,6 8 1,15 10 1,14 8-1,-10 53-1,20 3-1,11 7 0,36 10 3,38-25-2,82 28-4,19-35-4,-13-47 2,-8-2-14,-4-16 0</inkml:trace>
</inkml:ink>
</file>

<file path=ppt/ink/ink135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25091 4778 874,'-107'1'-4,"234"26"-6</inkml:trace>
</inkml:ink>
</file>

<file path=ppt/ink/ink135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24804 11393 874,'80'105'-3,"18"-69"3,-15-17-629</inkml:trace>
</inkml:ink>
</file>

<file path=ppt/ink/ink135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7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12147 2612 874,'-2'89'-3,"-3"-2"4,-5-4-444</inkml:trace>
</inkml:ink>
</file>

<file path=ppt/ink/ink135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12171 2945 874,'29'100'1,"-13"-18"-297</inkml:trace>
</inkml:ink>
</file>

<file path=ppt/ink/ink136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12157 3480 874,'-2'121'-6,"1"-40"-19</inkml:trace>
</inkml:ink>
</file>

<file path=ppt/ink/ink136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12143 4060 874,'1'113'-7,"9"-3"4,-3-23-23</inkml:trace>
</inkml:ink>
</file>

<file path=ppt/ink/ink136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12116 4495 874,'4'117'-5,"-8"8"4,2-42-2</inkml:trace>
</inkml:ink>
</file>

<file path=ppt/ink/ink136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11971 5033 874,'7'120'-7,"1"-37"2,-1 8 0,-1 47-2,-9-18 12,-32-218-14,60-50 5,3 63 7,31-41 2,26 38-1,2 13-430</inkml:trace>
</inkml:ink>
</file>

<file path=ppt/ink/ink136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12156 5364 874,'-17'107'-9,"1"16"4,1-9 7,52-254-11,11 1 12,3 275-4,-56-20 6,48-233-13,-3-4 5,-31 247-6,-25 1 17,94-234-5,-33-7-2,6 237-3,-65 5-3,30-218 6,51-46 1,5 258-4,-90 2-12,3-35-15,-18-7-554</inkml:trace>
</inkml:ink>
</file>

<file path=ppt/ink/ink136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12350 4860 874,'-92'21'-11,"-22"26"8,-14 50 2,26 14-1,22 2-2,25 35 2,46-54 2,17 58 0,12-65-1,16 12-1,13 3 0,34 40 0,53-1 4,22-51 0,-29-57 0,35-75 0,-78-7-2,42-54-2,-16-54-2,-70 59 3,-11-7 1,-6-57 1,-30 68-3,-18-1-1,-18 4-3,-55-39-10,-24 46-25,3 46-21,33 18-63</inkml:trace>
</inkml:ink>
</file>

<file path=ppt/ink/ink136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14196 5717 874,'-83'44'-5,"-25"-15"-2,16-23 4,-27-16 1,-37-22 0,70 7 2,-48-17 0,45 12 0,-14-4-2,-10-3 0,-6-6 0,-3-1-1,39 13 1,-18-7-1,-14-4 1,-16-5-1,-10 0 0,10 5 0,29 10 1,-28-5-1,-14-6 0,-12-3 1,-8 0 0,31 8 0,12 6 0,-21-5 1,-15-4 0,-8 0 1,57 14-1,-27-2 0,-18-2 0,-11-1 1,25 6 0,18 4 0,-21-1 1,-11 1 1,-11 2-1,-5 7 1,-4 2-2,34 5 0,12 4 0,-18 6 0,-8 6 1,-6 3 1,0 10-1,53-8 0,-12 7 1,-11 9-1,-8 5 1,-7 6 0,-2 6-1,6 5 0,47-15 0,-12 13 0,-7 10 0,-6 12 0,1 7-1,4 8 1,7 3-1,-54 54 0,66-54 0,-4 5 0,1 2 0,2-2 1,11-3 2,-42 52 1,55-52-2,-4 8-1,-1 8-1,14-18-1,-50 79 1,50-74 1,0 5-1,-2 0 1,-30 45 1,0 7 1,20-18 2,30-21 0,16 33-3,26-29 1,36-17-1,45-11-1,4-12-25</inkml:trace>
</inkml:ink>
</file>

<file path=ppt/ink/ink136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5124 7089 874,'9'80'-2,"6"16"0,-70-13 1,-45-26-24,13-11-182</inkml:trace>
</inkml:ink>
</file>

<file path=ppt/ink/ink136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8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5467 7450 874,'4'103'-9,"-13"16"9,-26-242-7,78 14 8,56 42 1,-6 31 4</inkml:trace>
</inkml:ink>
</file>

<file path=ppt/ink/ink136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5562 7567 874,'7'88'0,"54"-181"-8,-15 191 8,48-81 4,3 21-3,-13 28-442</inkml:trace>
</inkml:ink>
</file>

<file path=ppt/ink/ink137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8541 7641 874,'83'-54'-5,"55"21"2,-30 38-1,-7 83 3,-54 4 2,52-26 2,-61-156-3,-118-3-1,-76 120-7,23 31 9,5-7 0,46-106 2</inkml:trace>
</inkml:ink>
</file>

<file path=ppt/ink/ink137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8294 8086 874,'115'-17'-10,"32"-6"3,-63 11 5,4 2 2,49-4 0,-10 6-2,20 2 2,-36-9-3,-29 10-25</inkml:trace>
</inkml:ink>
</file>

<file path=ppt/ink/ink137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8981 7900 874,'112'1'-6,"-4"61"3,-130 72-2,-93-12-11,32-36-19</inkml:trace>
</inkml:ink>
</file>

<file path=ppt/ink/ink137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6931 5234 874,'-27'82'-3,"-35"44"0,-15 8 3,29-19 0,123-26 0,53-79 1,-20-8 0</inkml:trace>
</inkml:ink>
</file>

<file path=ppt/ink/ink137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6916 8726 874,'32'97'-3,"31"23"1,-35-6 1,-90-29 0,-78-17 1,19-17 0</inkml:trace>
</inkml:ink>
</file>

<file path=ppt/ink/ink137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8624 13088 874,'124'92'-6,"-19"-12"4,-29 24-1,-21 5-2,22-19-34,23-79-41,-5-8-111</inkml:trace>
</inkml:ink>
</file>

<file path=ppt/ink/ink137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6524 9697 874,'-93'109'-5,"65"-18"5,52-4 0,66-69-4,-106-102 5,-74 84-1,47 91 0,129-99 0,-26-96 0,-154 87-1,56 104 1,127-57 0,-58-116 0,-106 67 0,-1 94-61</inkml:trace>
</inkml:ink>
</file>

<file path=ppt/ink/ink137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5920 9683 874,'-74'88'-10,"11"32"11,45 4 0,125-139-3,-40-118-2,-13 2 0,-81 253 0,-3-1 5,7-5-1,-5 34-1,15-59 2,-9 46 0,9-44-1,-12-11-617</inkml:trace>
</inkml:ink>
</file>

<file path=ppt/ink/ink137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49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6001 10074 874,'122'79'-5,"-75"19"4,-61-14 0,-89 26 0,12-20 0</inkml:trace>
</inkml:ink>
</file>

<file path=ppt/ink/ink137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6250 10378 874,'17'94'-5,"28"-1"5,37-68-1,3-101-2,-98-30 3,-65 64-1,-18 129-2,43-6-54</inkml:trace>
</inkml:ink>
</file>

<file path=ppt/ink/ink138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8780 11509 874,'-101'68'-6,"-1"-2"2,20-16-9</inkml:trace>
</inkml:ink>
</file>

<file path=ppt/ink/ink138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8495 11465 874,'40'88'-3,"7"1"-5,16 37-2,-13-25-11,-22-18-803</inkml:trace>
</inkml:ink>
</file>

<file path=ppt/ink/ink138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8957 11129 874,'-7'83'-10,"4"69"4,9-68 5,39 66 4,52-102-3,11-131-5,-42-24-2,-28-14 3,-18 1 0,-21-27 6,-18 32 4,-84 13 4,7 120-6,34 109-1,138 25-6,28 10-2,-68-78 6,-14 48 1,-8-45 5</inkml:trace>
</inkml:ink>
</file>

<file path=ppt/ink/ink138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9310 10929 874,'86'41'-4,"38"38"2,-42 57 1,-120-4-1,-27-19 2,-9-7 0,11-22 1</inkml:trace>
</inkml:ink>
</file>

<file path=ppt/ink/ink138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9682 11094 874,'-6'126'-6,"47"1"5,60-91-2,7-169 3,-135 1 0,-73 93 0,10 30 1</inkml:trace>
</inkml:ink>
</file>

<file path=ppt/ink/ink138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6792 10342 874,'136'76'-5,"2"-2"3,-22-35 3,-69-184-3,-62 33 1,1 31-437</inkml:trace>
</inkml:ink>
</file>

<file path=ppt/ink/ink138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7393 12508 874,'-34'100'-9,"-15"47"5,13-23 3,-8 24 3,11-34-1,46-22 2,91-70-2,15-66-1,-84-59-9,-17 17-21</inkml:trace>
</inkml:ink>
</file>

<file path=ppt/ink/ink138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9563 10080 874,'-24'140'-17,"10"-46"14,2 9-1,4 0-3,5-13-1,-1-9-5,1 1-8</inkml:trace>
</inkml:ink>
</file>

<file path=ppt/ink/ink138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0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9937 10088 874,'-103'102'-11,"-3"-19"9,-14-39 4,143 66-3,56-8-8,3-1-20</inkml:trace>
</inkml:ink>
</file>

<file path=ppt/ink/ink138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9983 10176 874,'146'29'-7,"-10"23"6,-82 60-1,-94-29 0,-28-1 2,-22 6-23,6-26-808</inkml:trace>
</inkml:ink>
</file>

<file path=ppt/ink/ink139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10426 10397 874,'0'106'-5,"53"-17"4,53-71-1,-23-138-1,-103-9 3,-55 33 1,1 15-53</inkml:trace>
</inkml:ink>
</file>

<file path=ppt/ink/ink139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11535 10287 874,'-59'-126'-10,"-26"27"8,-39 15 0,41 50 1,-13 0 0,7 5-2,-71-16-2,8 12 1,49 15 3,-58-4-1,57 15 2,-9 7 0,-5 11 0,3 7 1,-56 25 1,72 1-2,2 12 1,3 13-1,-43 52 0,38 23 3,62 12-1,42-34 0,50 20-1,55 7-1,-2-44-1,-27-48-1,16-1 0,-4-8-1,79 27-1,-62-42 3,11-8-1,8-10 1,-24-10 0,-9-5 0,13-12 1,8-10 0,-1-16 0,48-28 2,-71 6-1,-3-13 0,-6-10-1,33-57 3,-43-10 2,-63 66-1,-26 3-2,-82-31-1,14 33-9</inkml:trace>
</inkml:ink>
</file>

<file path=ppt/ink/ink139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24638 1581 874,'-92'-70'-12,"-64"1"5,56 43 4,-13 8-1,-10 10 1,-5 13 0,-4 12 1,-9 17-3,25-2 1,11 9 1,1 7-1,16-3 0,-23 23 0,-14 20 0,-5 13 1,1 14 1,31-22 0,12 2 2,2 22 0,15 21 1,18 3 0,19-42 0,14 20 0,18 4 2,17-6 2,4-28 0,54 66 6,85 5-6,-45-83-6,-32-23-1,21 0-2,28-2 0,19-8-1,-7-10 0,-33-12 0,23-6 2,15-9 1,10-14 1,8-11 2,-30-4-1,-10-4 0,19-15 0,7-12 0,1-7 1,-8-10 1,-44 21 1,-6-11 1,-3-14 1,-12-9 0,-16-1 0,29-68 3,-52 46-5,-6-9-2,-10 30-1,-2-3 0,-4-7 1,-7-2 1,-9 8-1,-11-54 2,-11 61-2,-14-2 0,-15 1 0,-42-42 1,-55 7-4,59 67 2,-39-10-1,-30 17 5,68 38-2,-24-6 8,24 14-305</inkml:trace>
</inkml:ink>
</file>

<file path=ppt/ink/ink139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6557 5655 874,'-35'111'-7,"-14"19"2,14-24-4,3-10-16</inkml:trace>
</inkml:ink>
</file>

<file path=ppt/ink/ink139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6334 5669 874,'80'121'-8,"60"-10"4,-47-52 3</inkml:trace>
</inkml:ink>
</file>

<file path=ppt/ink/ink139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6707 5985 874,'23'103'-10,"-13"24"7,-6 0 4,-29-210-8,16-43 8,15 21 1,105 65 2,-20 59-3,22-46-2,-21-41-1,-25-25 4,-94 198-4,-4 16 0,16 11-2,23-15-6,-1-33-10</inkml:trace>
</inkml:ink>
</file>

<file path=ppt/ink/ink139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6068 7221 874,'-64'104'-7,"15"31"3,22 5 1,24-15 5,19 0-1,31-25 0,61-58 2,-15-139-5,-30-46-2,-27 15 1,-28-19 5,-26 18-1,-50 9 1,-23 109-3,-10 119-2,61 12 1,26 12 3,28-1 1,34-10 0,67-22 1,-2-150-3,-60-90-4,-32 13 2,-43-22 4,-54 30-1,-20 113 0,13-4-106</inkml:trace>
</inkml:ink>
</file>

<file path=ppt/ink/ink139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5985 7132 874,'-74'111'-12,"1"-3"5,12-26-15</inkml:trace>
</inkml:ink>
</file>

<file path=ppt/ink/ink139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1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5762 7176 874,'62'100'-6,"13"6"3,-22-24-25</inkml:trace>
</inkml:ink>
</file>

<file path=ppt/ink/ink139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5284 4915 874,'-10'105'-4,"-1"35"0,3 15 2,4-36 0,1-17 0,2 30-1,1-30 1</inkml:trace>
</inkml:ink>
</file>

<file path=ppt/ink/ink140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5104 5292 874,'37'96'-5,"2"75"1,-10-34 2,8-54 3,50-171-1,-41-44 1,-17 38 0</inkml:trace>
</inkml:ink>
</file>

<file path=ppt/ink/ink140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5330 4945 874,'-7'100'0,"10"16"0,0 13 0,-2 18 0,-2 4-1,-6 2-1,2-73 1,-6 77 0,2 2 0,7-78 1,0 3-1,2 5 1,0 9-1,2 2 1,1 0 0,2-2 0,1-2 0,0-5 0,1-4 0,6 69 1,2-6-1,10 8 0,8-17 1,6-22-1,-2-29 0,6 0 1,16 24-2,8 0 1,8-13 1,16-6-1,15-18-1,13-12 1,2-4 0,11 2 0,10-2-1,12-9 1,5-5 0,2-3 0,-31-7-1,-20-3 1,13 3 0,-4-1 0,-35-15-1,8 2 0,5 1 1,-5-1-1,43 11 0,13 5 3,-21-6-1,11 1-2,-50-12 1,15 6-1,-16-4 0,79 23 1,-67-19 0,7 0-1,-17-5 0,76 13 2,-65-18 0,8 2-1,6-1 1,-1-2-2,-10-2 1,43 4 1,-21-5 1,-6 2 1,-27-2 2</inkml:trace>
</inkml:ink>
</file>

<file path=ppt/ink/ink140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5018 9451 874,'108'-92'-7,"5"-4"1,-18 9 7,-10 4-1,27-17-1,-9 18 0,6-1 1,9-17-1,-12-1-1,38-41 0,-64 64 1,47-45-2,30-32 1,-75 73 0,51-53-1,-48 50 2,10-7-1,57-56-2,-63 61 2,10-10 0,8-6-1,5-1 1,53-53-1,-66 62 2,9-7 0,-10 4 1,71-75-2,-63 65 1,7-5 0,-30 27 0,3-2 0,13-12 1,8-9-1,6-6 2,3-3-1,55-53 0,-63 67 0,5-4 0,-16 15 0,-15 14 1,11-13 0,10-5 1,3-6-1,49-43 3,-62 59-2,5-1 1,0 0 0,-6 8 0,43-43 3,10-7 0,-43 42-1,-8-8 0,-12 17-625</inkml:trace>
</inkml:ink>
</file>

<file path=ppt/ink/ink140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9067 3986 874,'121'-15'-4,"-31"-2"2,3 0 0,39 34 0,-84 87 1,-122 4-3,9-23-9</inkml:trace>
</inkml:ink>
</file>

<file path=ppt/ink/ink140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11756 2163 874,'27'95'-6,"-7"1"0,-3 30 5,-5-25 1,1 43 2,-6-56-1,-3-174-9,8-34-4,6 27 8,8 0 5,8 7 2,67-49 0,-5 60 0,33 60 1,-21 107-5,-23 16-22,-62-28-163</inkml:trace>
</inkml:ink>
</file>

<file path=ppt/ink/ink140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5812 3799 874,'2'129'-8,"1"-46"3,0 7 1,2 54-3,-9-63 1,-3 6-1,-7 45-17,2-12-27,9-19-16,0-17-105</inkml:trace>
</inkml:ink>
</file>

<file path=ppt/ink/ink140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5794 3791 874,'103'8'-6,"1"-3"1,31 5 2,-16-3 1,55-1 0,-73-6 1,60-3-1,-57-2 1,5-2 0,-2-1 1,-20 0 0,52-6 3,-3 9 3,-34 71-5,-52 23-1,-30 4-2,-11-3 1,-8 29 0,-2 0 3,1 31-1,0-31-1,-9 15 4,-47-34-4,-34-51-3,-56-41 0,64-10 2,-44-4 0,-32-5 0,64 9 1,-5 2 0,-48 4 0,57 2 0,-55 3 0,62-2 1,-10-2 1,-3 6 0,6 9-11,3-4-6,6 5-34</inkml:trace>
</inkml:ink>
</file>

<file path=ppt/ink/ink140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3069 5756 874,'-64'-104'-8,"50"8"3,12-7 3,20-22 1,18-11-2,20-17 3,-13 43 3,-15 7 0,-70 16 0,-42 63-3,-50 8 0,47 3-1,-50-11-3,-7-8 2,19 0 3,2 4 0,7 10-1,-33 7 1,65 7 1,0 5-1,-61 53 0,60 36-1,21 83-8,37-66 3,1 5 0,-7 48 5,22-74 2,15 2 0,23-7 0,37 22 0,91-32-3,-53-48-1,1-4 0,68 4-3,-66-15 0,5 0-3,-24-3-1,-4 0-3,8 2-8,3 4-7,-6 3-7,10 1-64,-13 12-256</inkml:trace>
</inkml:ink>
</file>

<file path=ppt/ink/ink140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2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14607 2686 874,'-94'0'-5,"-13"0"2,-30 3 2,18 49 0,56 57-3,38 22-1,20-45 2,1-1 3,0 49 0,4-54 1,8 0 1,67 60 2,44-62-1,37-73-1,-52-10-4,-22-27-184</inkml:trace>
</inkml:ink>
</file>

<file path=ppt/ink/ink140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14603 2727 874,'43'95'-6,"-14"3"1,-8 2 2,-6 30 1,-9 28 1,-6-34 2,-19-5 3,-29-12-2,-33-29-2,-47-41-2,13-52-2,32 5-27</inkml:trace>
</inkml:ink>
</file>

<file path=ppt/ink/ink141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3086 4760 874,'143'5'-13,"23"-6"8,-66 1 3,53 0-3,-43-3 3,18 1-3,-15-3 2,-16 2-1,22-3 2,14-1-1,10 0 1,2 4 1,-32 2 1,-10 0 0,8 2 3,-1-1 1,-6 1 0,40-1 4,-23 0 2,-33 5-2,-6 4-54</inkml:trace>
</inkml:ink>
</file>

<file path=ppt/ink/ink141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5786 5080 874,'5'-112'-7,"1"17"2,-1-57 0,-1 11 2,-2 46 2,2-11-1,2-53 1,-4 69 2,2-1-1,3 3 3,5 6 0,43-38 2,66 50-4,25 58-1,-31 12-2,13 10 0,-12 4 1,33 6 1,-70-14 0,42-2 0,30-8 1,-28 2-1,17 5 2,-59 0-1,0 2 0,43 15 1,-43 53-1,-48 79-2,-32-5-3,-9-55 0,-1 4 2,-7 46 0,-6 22 2,12-83 1,-7 39 1,-8-24 4,-91-15-2,-1-70-5,-44-19-4,71 0 3,-45-3-1,-27 5 2,75 10 1,-8 2 0,-3 4 0,-46 4 1,-14 5 2,26-7 1,-26-7-2,56-2 3,22-10-190</inkml:trace>
</inkml:ink>
</file>

<file path=ppt/ink/ink141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5877 3816 874,'103'-5'-6,"0"-5"-1,1 1 5,43-4 0,-53 5 1,14-1 0,-13 2-1,-14 2 2,14 2-1,6 6 1,-2 5 1,43 9 1,4 20 2,-21 24-1,-53 60-1,-53-33-2,-9 10-1,-6 7-2,-1 42-3,-6-66 5,-6 46 4,-14-9 0,-25-25 0,-38-38 0,-58-28-4,3-20-3,59-10 2,-3-2 0,-39-3 2,-15 1 0,15 4 1,-24-2 0,27-4 2,-13-3-1,17 26 0,35-10-23</inkml:trace>
</inkml:ink>
</file>

<file path=ppt/ink/ink141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15061 4596 874,'112'16'-6,"7"-7"1,-33-3-1,2-2 1,59-2-2,-55 0 5,4-1 2,5-1 2,-11 0-1,76-5 0,-66 1 1,7 1-2,4 2-2,1 2-3,-2 2-2,-14 1-3,52 4-27,7 1-31,-2 1-28,-57 0-11,-14 2-407</inkml:trace>
</inkml:ink>
</file>

<file path=ppt/ink/ink141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20186 4082 874,'-106'-36'-8,"0"1"8,-53-5-3,25 16-4,46 16 4,-5 7 1,9 2 2,-54 11 1,50 4-1,-13 11 0,-9 9 0,18-4-3,5 1 0,-11 11 0,-3 9 0,2 10 3,3 10 1,-47 47 0,58-37-2,-10 14-2,2 7 1,11 4 1,14 4 3,16 0 1,16-26-1,11-1 0,5 18-2,2 11 0,4 8 0,4 0 1,6 50 2,15-74-2,10 2 0,9 2-1,8 4 1,8-6-1,33 45 1,51 16 0,-12-37-1,30 10-1,-61-69 1,5-5 1,51 17-1,-55-45 0,9 0 0,-6-4 0,60 12 1,-62-24-1,10-6 0,54-8 1,-63-11-1,7-6-1,7-6 1,2-7 0,43-21 0,-62 9 0,1-8-1,54-35 1,6-26 1,4-30-1,-40 24 0,-1-37 0,-26 16 1,-13-8-1,-8-16 1,-25 30 0,-14-13 0,-14 12 0,-14 9 0,-23-17 0,-5 27 0,-28-39-1,7 41-2,-12 2 2,-9-2 1,15 30-1,-23-21 1,5 13 1,-27-11-1,8 19-1,-37-13 0,15 21 1,17 23 0,17 2-185</inkml:trace>
</inkml:ink>
</file>

<file path=ppt/ink/ink141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19041 5031 874,'-96'128'-9,"14"-22"3,-9-21-9,6-26-288</inkml:trace>
</inkml:ink>
</file>

<file path=ppt/ink/ink141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18752 5104 874,'49'83'-3,"36"37"0,-10-24 2</inkml:trace>
</inkml:ink>
</file>

<file path=ppt/ink/ink141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18471 5010 874,'-42'90'-6,"10"52"5,49-23 1,76-110-1,-12-101-4,-28-29 5,-40 33 2,-126 7-1,21 71-2,15 39-623</inkml:trace>
</inkml:ink>
</file>

<file path=ppt/ink/ink141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3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19913 4234 874,'-87'48'-5,"-35"42"4,36-15 3</inkml:trace>
</inkml:ink>
</file>

<file path=ppt/ink/ink141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19625 4147 874,'34'85'-3,"19"53"0,-8-23 0</inkml:trace>
</inkml:ink>
</file>

<file path=ppt/ink/ink142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19925 4053 874,'12'140'-6,"-11"4"5,-6-252-9,32-23 13,89 75 0,-8 169 3,-27-142-8,18-100 1,-20 35 2,-15 215-6,-72-30-26</inkml:trace>
</inkml:ink>
</file>

<file path=ppt/ink/ink142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24259 4496 874,'-112'-23'-6,"-22"-12"0,-8-2 6,46 14 0,-44-5-1,10 6-5,-17 7 5,12 8 2,2 6-1,-17 9 1,20 5 0,48-1-1,-60 12-1,-24 7 0,38-4 1,-36 21 0,75-16 1,4 0-1,-47 20 0,-29 22 0,80-27 0,-46 32 1,-10 30-2,9 3 1,9 3-1,6 25 1,28-16 1,7 16 0,41-59-1,-8 47 0,22 17 0,18-17 1,20 3 0,30 14-1,3-29 0,22 4 0,25 4 0,-9-31 0,31 3-1,-2-20 1,20-8 0,-54-33-1,55 13 0,30-3 1,-70-23 0,47 6-1,-49-16 1,6-2 0,7-2-1,-9-2 1,66-5 0,-65-5 0,9-4 0,-25 3-1,-2-2 1,14-1 0,7-4 0,-5-4 0,54-11 1,-57 9-1,2-2 0,2-4 0,-14 2 1,62-19 0,-62 14-1,4-1 0,39-18 1,13-24-1,3-15 1,-37 20-1,11-22 1,-12-10 0,-28 7-1,-1-27 0,-22 24 0,-1-27 0,-11-14 0,-20 30 1,-14-22 0,-13 1 0,-10-19-1,-17 12 1,-16 4-1,-19-8-3,-2 25 2,-7 20 3,-23-2-2,-4 20 0,-28 2 0,11 22-1,-43 11-1,64 24 1,8-1-1,8 7 2</inkml:trace>
</inkml:ink>
</file>

<file path=ppt/ink/ink142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21918 5320 874,'-107'97'-9,"22"-19"11,0-5 0,1-6-295</inkml:trace>
</inkml:ink>
</file>

<file path=ppt/ink/ink142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21656 5336 874,'45'89'-3,"39"43"-2,-27-45 0</inkml:trace>
</inkml:ink>
</file>

<file path=ppt/ink/ink142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21589 5905 874,'1'-81'0,"-111"64"-6,55 135 5,76 4 0,86-71 0,21-98 1,-61-68 1,-114-12-1,-13 29 2</inkml:trace>
</inkml:ink>
</file>

<file path=ppt/ink/ink142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21728 5708 874,'111'-31'-7,"-13"-5"1,4-9 3,32-26 2,30-22 0,-24 16 0,-54 30 0,11-5 0,6-3-1,2-1 1,46-21 1,-65 34 1,4 2-1,-2 1 1,52-23 1,-3 2 2,-13 3 0,28-9-2,-9 6 0,-46 18-2,-14 15-626</inkml:trace>
</inkml:ink>
</file>

<file path=ppt/ink/ink142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22386 4842 874,'39'81'-4,"-10"20"3,-9-182 0,32-16 0,56 27 0,-15 21-1</inkml:trace>
</inkml:ink>
</file>

<file path=ppt/ink/ink142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8425 5355 874,'120'-138'-7,"-69"17"7,-151 142-10,23 114 7,65-32 5,82-2 0,31-63-2,37-82-2,0-82-4,-41 4 2,-5-51 3,-53 83 2,14-44 0,-40 2 5,-119 132-3,-13 160-12,73-56 5,7 6-1,-12 60-3,38-74 9,10-13 3,27 38 4,105-59-2,-37-77-5,1-32-2,-11-17-3,41-71-5,-61 34 5,-7-14 1,-9 3 2,-11 22 3,-2-42 6,-148 185-5,17 132-12,51-70 5,11-15 1,-1 65 10,48-49 2,79-67-1,24-82-3,-20-39-2,-5-37-4,-28 18 2,-75 218 1,0-43 1,119-35-1,-19-68-59</inkml:trace>
</inkml:ink>
</file>

<file path=ppt/ink/ink142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4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9509 4843 874,'-38'123'-10,"20"-35"4</inkml:trace>
</inkml:ink>
</file>

<file path=ppt/ink/ink142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9703 5073 874,'-18'116'-12,"5"-34"8,-3 13 0,-6 10 0,2-18 1,-16 66-5,4-8-9,-1-8-18,12-55-34</inkml:trace>
</inkml:ink>
</file>

<file path=ppt/ink/ink143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9650 5206 874,'120'-22'-6,"-51"134"1,-103 21 1,-22-26 0,-47-56 6,30-147 2,213 5-2,-50 84 1,-43 137-3,81-182 0,-39-12-2,11-40 2,-60 10 0,-123 83-2,-15 93 3,87 43-1,100-91-1,-2-55-436</inkml:trace>
</inkml:ink>
</file>

<file path=ppt/ink/ink143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9928 5175 874,'-36'103'0,"27"-8"-17,19 32 19,-42-31 0,-61-104 0,64-96-6</inkml:trace>
</inkml:ink>
</file>

<file path=ppt/ink/ink143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10520 5224 874,'81'49'-4,"0"-95"1,16-70 1,-180 78-3,0 102-3,-16 72 11,73-28-2,116-26-2,22-61-3,11-54-2,-36 6-15</inkml:trace>
</inkml:ink>
</file>

<file path=ppt/ink/ink143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11196 5074 874,'-90'113'-16,"-30"27"0,35-44-5,-14-4-70</inkml:trace>
</inkml:ink>
</file>

<file path=ppt/ink/ink143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10855 5104 874,'49'127'-7,"3"-44"5,8 19-4,-8-18-845</inkml:trace>
</inkml:ink>
</file>

<file path=ppt/ink/ink143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6"/>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11187 5193 874,'-25'101'-6,"45"31"5,74-81-1,-1-69-2,-4-41-1,-2-43 3,-36 0 3,-143 54 5,13 169-6,62 22 3,90-62-4,30-147-2,14-51 2,-19 136 1,-102 83 3,104-195-5,4 18 5,-45 185-2,25-134-3,-39-77-7,-8 0-18,-14 17-572</inkml:trace>
</inkml:ink>
</file>

<file path=ppt/ink/ink143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7"/>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12070 4770 874,'-23'111'-11,"-6"43"5,12-62 3,-6 46 0,8-23 2,10-10-14,104-144 13,-5-88 5,-8 28 3,23 52 9,-48 171-13,-42 11 2,15-41-2,65-101-4,-10-50-3,9-73 6,-78 35 1,-139 119-6,39 62 4,63 25 2,82-21-4,54-58-2,-9-20-7,-24-26-598</inkml:trace>
</inkml:ink>
</file>

<file path=ppt/ink/ink143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8"/>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12915 4799 874,'-109'106'-14,"11"-15"3,17-23-59</inkml:trace>
</inkml:ink>
</file>

<file path=ppt/ink/ink143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59"/>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11857 4915 874,'147'29'-14,"-47"-2"3,-7-3-11,-10 3-48</inkml:trace>
</inkml:ink>
</file>

<file path=ppt/ink/ink143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0"/>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12759 5224 874,'89'16'-6,"-7"-110"3,-160 1 1,-30 201 1,56 46-2,59-25 3,128-57-5,-52-36-4,-3-40-8</inkml:trace>
</inkml:ink>
</file>

<file path=ppt/ink/ink144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1"/>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8948 5655 874,'-87'73'-11,"-9"54"4,35-20 6,37 23 4,60-22-3,81-41 1,-13-88-2,17-66-3,-44 6 4,-47-3 3,-146 136-3,64 36 4,91 12-4,84-111-3,27-56 6,-43 34-1,-15 142-1,-33-11 1,45-117-3,-8-40-6</inkml:trace>
</inkml:ink>
</file>

<file path=ppt/ink/ink144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2"/>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9692 6033 874,'-27'96'-9,"14"16"10,110-45-2,35-156-8,-32-13-3,-21-11 6,-17-5 1,-20 8 11,-45 10 3,-121 152-6,61 36-6,30 62 2,33-25 2,43 1 1,69-56 3,39-95-4,-37-38-5,-13-45 3,-58 27 5,-138 85-1,18 124 2,126-33-6,74-26-5,-9-19-13,-31-28-587</inkml:trace>
</inkml:ink>
</file>

<file path=ppt/ink/ink144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3"/>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10946 5898 874,'-116'128'-10,"77"-7"11,109-33-2,12-102-3,65-71-5,-1-23 2,-68 7 14,-206 140-9,20 41 1,47 29 8,197-65-11,-25-79-2,16-37 14,-40 27-4,-58 135-1,57-117-4,37-79-3,-75 238 5,-52-48 2,92-89 1,6-92-14,-33 11 3,2-12-1,-2-3 5,17-41 2,-21 12 7,-120 278 4,34-62-12,-3 10-1,5-15 4,-12 45 6,122-162-4,8-48-3,23 32 2,-21 116-3,-95 30 2,6-11 3,97-42-3,1-94-4,0-42 0,-49 9 4,-168 54 1,31 98-3,39 24 3,102 12-3,78-97 0,-39-3-3</inkml:trace>
</inkml:ink>
</file>

<file path=ppt/ink/ink144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4"/>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12630 5625 874,'-105'66'-8,"4"-12"7,15-11-56</inkml:trace>
</inkml:ink>
</file>

<file path=ppt/ink/ink144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5"/>
    </inkml:context>
    <inkml:brush xml:id="br0">
      <inkml:brushProperty name="width" value="0.02646" units="cm"/>
      <inkml:brushProperty name="height" value="0.02646" units="cm"/>
      <inkml:brushProperty name="color" value="#FF9900"/>
      <inkml:brushProperty name="fitToCurve" value="1"/>
    </inkml:brush>
  </inkml:definitions>
  <inkml:trace contextRef="#ctx0" brushRef="#br0">11728 5712 874,'121'6'-10,"5"2"0,-43-1-4</inkml:trace>
</inkml:ink>
</file>

<file path=ppt/ink/ink1445.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6"/>
    </inkml:context>
    <inkml:brush xml:id="br0">
      <inkml:brushProperty name="width" value="0.02646" units="cm"/>
      <inkml:brushProperty name="height" value="0.02646" units="cm"/>
      <inkml:brushProperty name="fitToCurve" value="1"/>
    </inkml:brush>
  </inkml:definitions>
  <inkml:trace contextRef="#ctx0" brushRef="#br0">8668 7216 874,'-143'12'-12,"-27"9"4,71-6 7,10-2-1,-81 13-1,58-10 1,-58 11-2,60-7 2,-9 2 2,16-5 0,19-3 0,-9-3 2,-2-4 0,8-10 2,-57-40 2,41-70 2,89-36-8,20 12-4,-1 50 1,2-10 2,3-51 0,-3 61 0,-2-5 1,-3 2 1,-8 6 0,-7-37 2,1 15 2,48 7-2,118 23-5,-56 65-3,7 3-1,60-2-4,-59 4 9,10-5 1,-22 1-1,-6-2 1,14-6 0,6-3 1,-3-1 1,-7-3 2,37-10 3,-24 11-1,-2 27-3,-2 94 0,-81 11-5,-26-13-1,-4 14-3,-3 6 0,1-10-3,1-22-2,-3 15-4,-2 9-8,-2 9-8,3-33-7,-2 7-7,-1 7-6,-4-5-6,-9 42-70,3-33-9</inkml:trace>
</inkml:ink>
</file>

<file path=ppt/ink/ink1446.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7"/>
    </inkml:context>
    <inkml:brush xml:id="br0">
      <inkml:brushProperty name="width" value="0.02646" units="cm"/>
      <inkml:brushProperty name="height" value="0.02646" units="cm"/>
      <inkml:brushProperty name="fitToCurve" value="1"/>
    </inkml:brush>
  </inkml:definitions>
  <inkml:trace contextRef="#ctx0" brushRef="#br0">6339 6846 874,'-99'-45'-7,"-40"22"2,51 19 2,-52 6-2,-1 7 1,44-1 0,-20 3 0,-11 4 0,41-6 1,-21 3 0,-17 2 1,-14 1 0,-6-3 1,3-3 0,42-3 0,-20-1 2,-6-2 0,-4-2 2,29-1 0,9-1 1,-8-2-1,0-2 0,6-3 1,-40-3 3,12 7 0,-24 15-3,25 14-5,21 0-6</inkml:trace>
</inkml:ink>
</file>

<file path=ppt/ink/ink1447.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8"/>
    </inkml:context>
    <inkml:brush xml:id="br0">
      <inkml:brushProperty name="width" value="0.02646" units="cm"/>
      <inkml:brushProperty name="height" value="0.02646" units="cm"/>
      <inkml:brushProperty name="fitToCurve" value="1"/>
    </inkml:brush>
  </inkml:definitions>
  <inkml:trace contextRef="#ctx0" brushRef="#br0">6405 8579 874,'29'-103'-7,"-4"-7"0,-4-3 4,-5-36 2,-7 62 1,9-53-2,15-1 4,34 14 1,59 32-1,4 49-2,-31 30-5,14 1-1,-18 3 1,-8 4-1,19-2 5,9-1 0,7-4 1,3-2 0,-35 4 0,-2 1 1,8-1 2,-9 1 2,37-2 5,-19 28-4,-38 138-5,-68-53-5,-9 55-8,-6-52 6,0 9 5,1-13 0,-7 64 2,8-78 0,-8 39 7,-28-22 1,-88-24-4,56-65-7,-61 0-4,44-10 2,-14-1 0,-13 0 0,-10-1 0,46 0 1,-19-1 0,-10 0 2,-2-2 1,16-1 3,23 0-1,-8-4 1,1 0 2,3 3 0,-44 9 4,47 0 5</inkml:trace>
</inkml:ink>
</file>

<file path=ppt/ink/ink1448.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69"/>
    </inkml:context>
    <inkml:brush xml:id="br0">
      <inkml:brushProperty name="width" value="0.02646" units="cm"/>
      <inkml:brushProperty name="height" value="0.02646" units="cm"/>
      <inkml:brushProperty name="fitToCurve" value="1"/>
    </inkml:brush>
  </inkml:definitions>
  <inkml:trace contextRef="#ctx0" brushRef="#br0">6619 8492 874,'-95'0'-10,"-42"5"7,53 1 1,-5 2 1,-7 0 0,-49 6 0,9 3-1,47-6 2,-3-2-1,-74 9-2,55-6 1,-6-3-1,22-1 2,8-4-1,-16 0 3,-9-3 0,-6-1 0,-54-1 0,70-2 0,-5-2 1,-1 0 0,10 1-1,-62-2 1,69 3-2,-2-1 1,-45 1 0,-5 7 0,27-1 1,-21-25 2,18-57-3,56-19-1,46-66-4,21 76 1,8 3 1,9-34 2,27-9 3,9 31-3,46 14 1,-6 43 0,61 24-2,-55 11-2,14 0-1,72-7-4,-55-5 2,22-3-1,-20 3 0,-14 3 0,29-2 0,21-1 2,10 0 0,-58 6 2,21 0 1,16-1 2,7 0 2,-1-2 1,-11-1 1,-44 5 1,9-1 0,-2 6 2,-13 8 0,37 15 6,-37 42-3,-46 42-4,-40 49-5,-25-55-5,-9-7 1,-18 61-1,7-62 5,-13 48 2,36-43 1,-3-9-176</inkml:trace>
</inkml:ink>
</file>

<file path=ppt/ink/ink1449.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70"/>
    </inkml:context>
    <inkml:brush xml:id="br0">
      <inkml:brushProperty name="width" value="0.02646" units="cm"/>
      <inkml:brushProperty name="height" value="0.02646" units="cm"/>
      <inkml:brushProperty name="fitToCurve" value="1"/>
    </inkml:brush>
  </inkml:definitions>
  <inkml:trace contextRef="#ctx0" brushRef="#br0">18327 9062 874,'-9'127'-17,"0"-46"1</inkml:trace>
</inkml:ink>
</file>

<file path=ppt/ink/ink1450.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71"/>
    </inkml:context>
    <inkml:brush xml:id="br0">
      <inkml:brushProperty name="width" value="0.02646" units="cm"/>
      <inkml:brushProperty name="height" value="0.02646" units="cm"/>
      <inkml:brushProperty name="fitToCurve" value="1"/>
    </inkml:brush>
  </inkml:definitions>
  <inkml:trace contextRef="#ctx0" brushRef="#br0">19230 13228 874,'25'-97'-11,"-1"-43"8,-10 59 2,0-11 0,-2 5 0,9-75-1,-5 48-2,12-61-2,-8 60 2,-1-6 2,-2-3 1,0 10 1,-5 33 1,0-8 1,0-1 0,0 4 1,-4 2 0,3-39 4,-22-4-1,-58-3-4,-10 39-2,-34 7-1,-9 22 0,-7 15-1,-27 6-1,63 19 2,-7 1 1,11 3-1,-87-10-1,60 14-1,-13 1 0,-10 2-1,29 2 0,1 1 1,-21-3-1,-16-1 0,-3 2 1,42 3-1,-30-1 2,-20 1-1,-17 2 0,-11 0-1,18 2 0,30 2 0,-29 0 0,-18-1 1,-11 2 2,56 0 0,-18 0-1,-24 0 0,-14 2 1,14 2 1,40 0-1,-31 2 1,-18 3 0,-14 1 0,52-2-1,-6 0 1,-20 2-1,-14 2 3,-8 3-1,-5 3 0,71-7 0,-26 9 0,-17 2 1,-9 3-1,28-2 1,23-4-1,-20 2 1,-9 3 0,-4-1 1,3-1 1,43-6 0,6-3 1,-9 4 1,-3 3-1,0 2 1,2 5-1,43-10-1,-8 6-1,-5 5 0,3 5 0,-47 25 1,8 20-2,12 46-1,39-7-2,41-29 0,0 17-3,4 13 0,4 6-1,13-39 2,1 16 1,5 13 1,1 6 1,4-15 1,4-19 0,3 10 0,6 4 2,7 1 0,15 42 2,34 7-1,31-16-2,-14-47-1,43 6-1,-8-25 0,38-5-1,-63-32 1,43 9-1,-40-22 0,10-1 1,11 2-1,-5-2-1,-23-4 0,20 2 0,15 2-1,7-1 1,-29-4 0,2-1 0,15 1 2,14 0-1,4-1 0,-38-1-1,26 3 0,17 2 0,11-1-1,-30-3 1,-6-3 1,18-4 0,10-3 1,8 0 0,-51-1 0,29-1-1,17-2 0,10-1 0,-26-1 1,-15 1 0,20-5 0,12-2 1,10-2-1,7 0 0,-41 3-1,6 1 0,18 1 0,10 2 1,-5-2-1,-41 0 1,21-3 1,11-2-1,6 0 2,-33 3-1,-1 1 1,17 1-1,12 0 1,-1 0-1,-43 2 0,23-2-1,12-3 1,9-1-1,4 3 0,-19 1 1,-23 1 0,15-5-1,11-1 1,4-2 0,-37 4 0,4-4 1,12-1 0,5-1 0,-9 4 1,-26 3-2,13 2 1,5 0 0,-1-1 0,45-2 1,-6 0 2,-11 5-1,1 13-2</inkml:trace>
</inkml:ink>
</file>

<file path=ppt/ink/ink1451.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72"/>
    </inkml:context>
    <inkml:brush xml:id="br0">
      <inkml:brushProperty name="width" value="0.02646" units="cm"/>
      <inkml:brushProperty name="height" value="0.02646" units="cm"/>
      <inkml:brushProperty name="fitToCurve" value="1"/>
    </inkml:brush>
  </inkml:definitions>
  <inkml:trace contextRef="#ctx0" brushRef="#br0">15133 11354 874,'-17'-89'-4,"-50"6"1,-69 62 2,50 48 0,-7 21-3,7 16-1,-60 84 0,56-36 6,33-24 0,-1 38 4,23-2 0,31 41-3,22-71-2,13-8 0,40 34 0,61-42-1,13-62-1,-60-31-1,47-22 2,19-50 2,-9-36-4,-44 19 1,-11-34 4,-32 18-1,-20-43-2,-31 75 0,-11-2 2,-17-38-1,-50 5 0,16 39-2</inkml:trace>
</inkml:ink>
</file>

<file path=ppt/ink/ink1452.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73"/>
    </inkml:context>
    <inkml:brush xml:id="br0">
      <inkml:brushProperty name="width" value="0.02646" units="cm"/>
      <inkml:brushProperty name="height" value="0.02646" units="cm"/>
      <inkml:brushProperty name="fitToCurve" value="1"/>
    </inkml:brush>
  </inkml:definitions>
  <inkml:trace contextRef="#ctx0" brushRef="#br0">16077 11943 874,'-91'26'-27,"11"-12"-48</inkml:trace>
</inkml:ink>
</file>

<file path=ppt/ink/ink1453.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74"/>
    </inkml:context>
    <inkml:brush xml:id="br0">
      <inkml:brushProperty name="width" value="0.02646" units="cm"/>
      <inkml:brushProperty name="height" value="0.02646" units="cm"/>
      <inkml:brushProperty name="fitToCurve" value="1"/>
    </inkml:brush>
  </inkml:definitions>
  <inkml:trace contextRef="#ctx0" brushRef="#br0">17318 13449 874,'-60'5'-632</inkml:trace>
</inkml:ink>
</file>

<file path=ppt/ink/ink1454.xml><?xml version="1.0" encoding="utf-8"?>
<inkml:ink xmlns:inkml="http://www.w3.org/2003/InkML">
  <inkml:definitions>
    <inkml:context xml:id="ctx0">
      <inkml:inkSource xml:id="inkSrc0">
        <inkml:traceFormat>
          <inkml:channel name="X" type="integer" units="cm"/>
          <inkml:channel name="Y" type="integer" units="cm"/>
          <inkml:channel name="F" type="integer" max="1023" units="dev"/>
        </inkml:traceFormat>
        <inkml:channelProperties>
          <inkml:channelProperty channel="X" name="resolution" value="28.36041" units="1/cm"/>
          <inkml:channelProperty channel="Y" name="resolution" value="28.36041" units="1/cm"/>
          <inkml:channelProperty channel="F" name="resolution" value="1" units="1/dev"/>
        </inkml:channelProperties>
      </inkml:inkSource>
      <inkml:timestamp xml:id="ts0" timeString="2025-12-04T13:05:30.575"/>
    </inkml:context>
    <inkml:brush xml:id="br0">
      <inkml:brushProperty name="width" value="0.01984" units="cm"/>
      <inkml:brushProperty name="height" value="0.01984" units="cm"/>
      <inkml:brushProperty name="fitToCurve" value="1"/>
    </inkml:brush>
  </inkml:definitions>
  <inkml:trace contextRef="#ctx0" brushRef="#br0">2549 7948 874,'-77'130'-7,"28"-45"-20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30"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931"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932"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933"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4"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935"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1048581" name="Titr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MA"/>
          </a:p>
        </p:txBody>
      </p:sp>
      <p:sp>
        <p:nvSpPr>
          <p:cNvPr id="1048582"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MA"/>
          </a:p>
        </p:txBody>
      </p:sp>
      <p:sp>
        <p:nvSpPr>
          <p:cNvPr id="1048583" name="Espace réservé de la date 3"/>
          <p:cNvSpPr>
            <a:spLocks noGrp="1"/>
          </p:cNvSpPr>
          <p:nvPr>
            <p:ph type="dt" sz="half" idx="10"/>
          </p:nvPr>
        </p:nvSpPr>
        <p:spPr/>
        <p:txBody>
          <a:bodyPr/>
          <a:lstStyle/>
          <a:p>
            <a:fld id="{CFDE6A20-0ED5-4644-9400-0182F67A8B80}" type="datetimeFigureOut">
              <a:rPr lang="fr-MA" smtClean="0"/>
              <a:t>04/12/2025</a:t>
            </a:fld>
            <a:endParaRPr lang="fr-MA"/>
          </a:p>
        </p:txBody>
      </p:sp>
      <p:sp>
        <p:nvSpPr>
          <p:cNvPr id="1048584" name="Espace réservé du pied de page 4"/>
          <p:cNvSpPr>
            <a:spLocks noGrp="1"/>
          </p:cNvSpPr>
          <p:nvPr>
            <p:ph type="ftr" sz="quarter" idx="11"/>
          </p:nvPr>
        </p:nvSpPr>
        <p:spPr/>
        <p:txBody>
          <a:bodyPr/>
          <a:lstStyle/>
          <a:p>
            <a:endParaRPr lang="fr-MA"/>
          </a:p>
        </p:txBody>
      </p:sp>
      <p:sp>
        <p:nvSpPr>
          <p:cNvPr id="1048585" name="Espace réservé du numéro de diapositive 5"/>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1048587" name="Titre 1"/>
          <p:cNvSpPr>
            <a:spLocks noGrp="1"/>
          </p:cNvSpPr>
          <p:nvPr>
            <p:ph type="title"/>
          </p:nvPr>
        </p:nvSpPr>
        <p:spPr/>
        <p:txBody>
          <a:bodyPr/>
          <a:lstStyle/>
          <a:p>
            <a:r>
              <a:rPr lang="fr-FR"/>
              <a:t>Modifiez le style du titre</a:t>
            </a:r>
            <a:endParaRPr lang="fr-MA"/>
          </a:p>
        </p:txBody>
      </p:sp>
      <p:sp>
        <p:nvSpPr>
          <p:cNvPr id="1048588"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589" name="Espace réservé de la date 3"/>
          <p:cNvSpPr>
            <a:spLocks noGrp="1"/>
          </p:cNvSpPr>
          <p:nvPr>
            <p:ph type="dt" sz="half" idx="10"/>
          </p:nvPr>
        </p:nvSpPr>
        <p:spPr/>
        <p:txBody>
          <a:bodyPr/>
          <a:lstStyle/>
          <a:p>
            <a:fld id="{CFDE6A20-0ED5-4644-9400-0182F67A8B80}" type="datetimeFigureOut">
              <a:rPr lang="fr-MA" smtClean="0"/>
              <a:t>04/12/2025</a:t>
            </a:fld>
            <a:endParaRPr lang="fr-MA"/>
          </a:p>
        </p:txBody>
      </p:sp>
      <p:sp>
        <p:nvSpPr>
          <p:cNvPr id="1048590" name="Espace réservé du pied de page 4"/>
          <p:cNvSpPr>
            <a:spLocks noGrp="1"/>
          </p:cNvSpPr>
          <p:nvPr>
            <p:ph type="ftr" sz="quarter" idx="11"/>
          </p:nvPr>
        </p:nvSpPr>
        <p:spPr/>
        <p:txBody>
          <a:bodyPr/>
          <a:lstStyle/>
          <a:p>
            <a:endParaRPr lang="fr-MA"/>
          </a:p>
        </p:txBody>
      </p:sp>
      <p:sp>
        <p:nvSpPr>
          <p:cNvPr id="1048591" name="Espace réservé du numéro de diapositive 5"/>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1048914" name="Titre 1"/>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MA"/>
          </a:p>
        </p:txBody>
      </p:sp>
      <p:sp>
        <p:nvSpPr>
          <p:cNvPr id="1048915"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Modifiez les styles du texte du masque</a:t>
            </a:r>
          </a:p>
        </p:txBody>
      </p:sp>
      <p:sp>
        <p:nvSpPr>
          <p:cNvPr id="1048916" name="Espace réservé de la date 3"/>
          <p:cNvSpPr>
            <a:spLocks noGrp="1"/>
          </p:cNvSpPr>
          <p:nvPr>
            <p:ph type="dt" sz="half" idx="10"/>
          </p:nvPr>
        </p:nvSpPr>
        <p:spPr/>
        <p:txBody>
          <a:bodyPr/>
          <a:lstStyle/>
          <a:p>
            <a:fld id="{CFDE6A20-0ED5-4644-9400-0182F67A8B80}" type="datetimeFigureOut">
              <a:rPr lang="fr-MA" smtClean="0"/>
              <a:t>04/12/2025</a:t>
            </a:fld>
            <a:endParaRPr lang="fr-MA"/>
          </a:p>
        </p:txBody>
      </p:sp>
      <p:sp>
        <p:nvSpPr>
          <p:cNvPr id="1048917" name="Espace réservé du pied de page 4"/>
          <p:cNvSpPr>
            <a:spLocks noGrp="1"/>
          </p:cNvSpPr>
          <p:nvPr>
            <p:ph type="ftr" sz="quarter" idx="11"/>
          </p:nvPr>
        </p:nvSpPr>
        <p:spPr/>
        <p:txBody>
          <a:bodyPr/>
          <a:lstStyle/>
          <a:p>
            <a:endParaRPr lang="fr-MA"/>
          </a:p>
        </p:txBody>
      </p:sp>
      <p:sp>
        <p:nvSpPr>
          <p:cNvPr id="1048918" name="Espace réservé du numéro de diapositive 5"/>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1048882" name="Titre 1"/>
          <p:cNvSpPr>
            <a:spLocks noGrp="1"/>
          </p:cNvSpPr>
          <p:nvPr>
            <p:ph type="title"/>
          </p:nvPr>
        </p:nvSpPr>
        <p:spPr/>
        <p:txBody>
          <a:bodyPr/>
          <a:lstStyle/>
          <a:p>
            <a:r>
              <a:rPr lang="fr-FR"/>
              <a:t>Modifiez le style du titre</a:t>
            </a:r>
            <a:endParaRPr lang="fr-MA"/>
          </a:p>
        </p:txBody>
      </p:sp>
      <p:sp>
        <p:nvSpPr>
          <p:cNvPr id="1048883" name="Espace réservé du contenu 2"/>
          <p:cNvSpPr>
            <a:spLocks noGrp="1"/>
          </p:cNvSpPr>
          <p:nvPr>
            <p:ph sz="half" idx="1"/>
          </p:nvPr>
        </p:nvSpPr>
        <p:spPr>
          <a:xfrm>
            <a:off x="838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84" name="Espace réservé du contenu 3"/>
          <p:cNvSpPr>
            <a:spLocks noGrp="1"/>
          </p:cNvSpPr>
          <p:nvPr>
            <p:ph sz="half" idx="2"/>
          </p:nvPr>
        </p:nvSpPr>
        <p:spPr>
          <a:xfrm>
            <a:off x="6172200" y="1825625"/>
            <a:ext cx="5181600" cy="435133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85" name="Espace réservé de la date 4"/>
          <p:cNvSpPr>
            <a:spLocks noGrp="1"/>
          </p:cNvSpPr>
          <p:nvPr>
            <p:ph type="dt" sz="half" idx="10"/>
          </p:nvPr>
        </p:nvSpPr>
        <p:spPr/>
        <p:txBody>
          <a:bodyPr/>
          <a:lstStyle/>
          <a:p>
            <a:fld id="{CFDE6A20-0ED5-4644-9400-0182F67A8B80}" type="datetimeFigureOut">
              <a:rPr lang="fr-MA" smtClean="0"/>
              <a:t>04/12/2025</a:t>
            </a:fld>
            <a:endParaRPr lang="fr-MA"/>
          </a:p>
        </p:txBody>
      </p:sp>
      <p:sp>
        <p:nvSpPr>
          <p:cNvPr id="1048886" name="Espace réservé du pied de page 5"/>
          <p:cNvSpPr>
            <a:spLocks noGrp="1"/>
          </p:cNvSpPr>
          <p:nvPr>
            <p:ph type="ftr" sz="quarter" idx="11"/>
          </p:nvPr>
        </p:nvSpPr>
        <p:spPr/>
        <p:txBody>
          <a:bodyPr/>
          <a:lstStyle/>
          <a:p>
            <a:endParaRPr lang="fr-MA"/>
          </a:p>
        </p:txBody>
      </p:sp>
      <p:sp>
        <p:nvSpPr>
          <p:cNvPr id="1048887" name="Espace réservé du numéro de diapositive 6"/>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48888" name="Titre 1"/>
          <p:cNvSpPr>
            <a:spLocks noGrp="1"/>
          </p:cNvSpPr>
          <p:nvPr>
            <p:ph type="title"/>
          </p:nvPr>
        </p:nvSpPr>
        <p:spPr>
          <a:xfrm>
            <a:off x="839788" y="365125"/>
            <a:ext cx="10515600" cy="1325563"/>
          </a:xfrm>
        </p:spPr>
        <p:txBody>
          <a:bodyPr/>
          <a:lstStyle/>
          <a:p>
            <a:r>
              <a:rPr lang="fr-FR"/>
              <a:t>Modifiez le style du titre</a:t>
            </a:r>
            <a:endParaRPr lang="fr-MA"/>
          </a:p>
        </p:txBody>
      </p:sp>
      <p:sp>
        <p:nvSpPr>
          <p:cNvPr id="1048889"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048890" name="Espace réservé du contenu 3"/>
          <p:cNvSpPr>
            <a:spLocks noGrp="1"/>
          </p:cNvSpPr>
          <p:nvPr>
            <p:ph sz="half" idx="2"/>
          </p:nvPr>
        </p:nvSpPr>
        <p:spPr>
          <a:xfrm>
            <a:off x="839788" y="2505075"/>
            <a:ext cx="5157787"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91"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Modifiez les styles du texte du masque</a:t>
            </a:r>
          </a:p>
        </p:txBody>
      </p:sp>
      <p:sp>
        <p:nvSpPr>
          <p:cNvPr id="1048892" name="Espace réservé du contenu 5"/>
          <p:cNvSpPr>
            <a:spLocks noGrp="1"/>
          </p:cNvSpPr>
          <p:nvPr>
            <p:ph sz="quarter" idx="4"/>
          </p:nvPr>
        </p:nvSpPr>
        <p:spPr>
          <a:xfrm>
            <a:off x="6172200" y="2505075"/>
            <a:ext cx="5183188" cy="3684588"/>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893" name="Espace réservé de la date 6"/>
          <p:cNvSpPr>
            <a:spLocks noGrp="1"/>
          </p:cNvSpPr>
          <p:nvPr>
            <p:ph type="dt" sz="half" idx="10"/>
          </p:nvPr>
        </p:nvSpPr>
        <p:spPr/>
        <p:txBody>
          <a:bodyPr/>
          <a:lstStyle/>
          <a:p>
            <a:fld id="{CFDE6A20-0ED5-4644-9400-0182F67A8B80}" type="datetimeFigureOut">
              <a:rPr lang="fr-MA" smtClean="0"/>
              <a:t>04/12/2025</a:t>
            </a:fld>
            <a:endParaRPr lang="fr-MA"/>
          </a:p>
        </p:txBody>
      </p:sp>
      <p:sp>
        <p:nvSpPr>
          <p:cNvPr id="1048894" name="Espace réservé du pied de page 7"/>
          <p:cNvSpPr>
            <a:spLocks noGrp="1"/>
          </p:cNvSpPr>
          <p:nvPr>
            <p:ph type="ftr" sz="quarter" idx="11"/>
          </p:nvPr>
        </p:nvSpPr>
        <p:spPr/>
        <p:txBody>
          <a:bodyPr/>
          <a:lstStyle/>
          <a:p>
            <a:endParaRPr lang="fr-MA"/>
          </a:p>
        </p:txBody>
      </p:sp>
      <p:sp>
        <p:nvSpPr>
          <p:cNvPr id="1048895" name="Espace réservé du numéro de diapositive 8"/>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1048896" name="Titre 1"/>
          <p:cNvSpPr>
            <a:spLocks noGrp="1"/>
          </p:cNvSpPr>
          <p:nvPr>
            <p:ph type="title"/>
          </p:nvPr>
        </p:nvSpPr>
        <p:spPr/>
        <p:txBody>
          <a:bodyPr/>
          <a:lstStyle/>
          <a:p>
            <a:r>
              <a:rPr lang="fr-FR"/>
              <a:t>Modifiez le style du titre</a:t>
            </a:r>
            <a:endParaRPr lang="fr-MA"/>
          </a:p>
        </p:txBody>
      </p:sp>
      <p:sp>
        <p:nvSpPr>
          <p:cNvPr id="1048897" name="Espace réservé de la date 2"/>
          <p:cNvSpPr>
            <a:spLocks noGrp="1"/>
          </p:cNvSpPr>
          <p:nvPr>
            <p:ph type="dt" sz="half" idx="10"/>
          </p:nvPr>
        </p:nvSpPr>
        <p:spPr/>
        <p:txBody>
          <a:bodyPr/>
          <a:lstStyle/>
          <a:p>
            <a:fld id="{CFDE6A20-0ED5-4644-9400-0182F67A8B80}" type="datetimeFigureOut">
              <a:rPr lang="fr-MA" smtClean="0"/>
              <a:t>04/12/2025</a:t>
            </a:fld>
            <a:endParaRPr lang="fr-MA"/>
          </a:p>
        </p:txBody>
      </p:sp>
      <p:sp>
        <p:nvSpPr>
          <p:cNvPr id="1048898" name="Espace réservé du pied de page 3"/>
          <p:cNvSpPr>
            <a:spLocks noGrp="1"/>
          </p:cNvSpPr>
          <p:nvPr>
            <p:ph type="ftr" sz="quarter" idx="11"/>
          </p:nvPr>
        </p:nvSpPr>
        <p:spPr/>
        <p:txBody>
          <a:bodyPr/>
          <a:lstStyle/>
          <a:p>
            <a:endParaRPr lang="fr-MA"/>
          </a:p>
        </p:txBody>
      </p:sp>
      <p:sp>
        <p:nvSpPr>
          <p:cNvPr id="1048899" name="Espace réservé du numéro de diapositive 4"/>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1048905" name="Espace réservé de la date 1"/>
          <p:cNvSpPr>
            <a:spLocks noGrp="1"/>
          </p:cNvSpPr>
          <p:nvPr>
            <p:ph type="dt" sz="half" idx="10"/>
          </p:nvPr>
        </p:nvSpPr>
        <p:spPr/>
        <p:txBody>
          <a:bodyPr/>
          <a:lstStyle/>
          <a:p>
            <a:fld id="{CFDE6A20-0ED5-4644-9400-0182F67A8B80}" type="datetimeFigureOut">
              <a:rPr lang="fr-MA" smtClean="0"/>
              <a:t>04/12/2025</a:t>
            </a:fld>
            <a:endParaRPr lang="fr-MA"/>
          </a:p>
        </p:txBody>
      </p:sp>
      <p:sp>
        <p:nvSpPr>
          <p:cNvPr id="1048906" name="Espace réservé du pied de page 2"/>
          <p:cNvSpPr>
            <a:spLocks noGrp="1"/>
          </p:cNvSpPr>
          <p:nvPr>
            <p:ph type="ftr" sz="quarter" idx="11"/>
          </p:nvPr>
        </p:nvSpPr>
        <p:spPr/>
        <p:txBody>
          <a:bodyPr/>
          <a:lstStyle/>
          <a:p>
            <a:endParaRPr lang="fr-MA"/>
          </a:p>
        </p:txBody>
      </p:sp>
      <p:sp>
        <p:nvSpPr>
          <p:cNvPr id="1048907" name="Espace réservé du numéro de diapositive 3"/>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1048924"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1048925"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926"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1048927" name="Espace réservé de la date 4"/>
          <p:cNvSpPr>
            <a:spLocks noGrp="1"/>
          </p:cNvSpPr>
          <p:nvPr>
            <p:ph type="dt" sz="half" idx="10"/>
          </p:nvPr>
        </p:nvSpPr>
        <p:spPr/>
        <p:txBody>
          <a:bodyPr/>
          <a:lstStyle/>
          <a:p>
            <a:fld id="{CFDE6A20-0ED5-4644-9400-0182F67A8B80}" type="datetimeFigureOut">
              <a:rPr lang="fr-MA" smtClean="0"/>
              <a:t>04/12/2025</a:t>
            </a:fld>
            <a:endParaRPr lang="fr-MA"/>
          </a:p>
        </p:txBody>
      </p:sp>
      <p:sp>
        <p:nvSpPr>
          <p:cNvPr id="1048928" name="Espace réservé du pied de page 5"/>
          <p:cNvSpPr>
            <a:spLocks noGrp="1"/>
          </p:cNvSpPr>
          <p:nvPr>
            <p:ph type="ftr" sz="quarter" idx="11"/>
          </p:nvPr>
        </p:nvSpPr>
        <p:spPr/>
        <p:txBody>
          <a:bodyPr/>
          <a:lstStyle/>
          <a:p>
            <a:endParaRPr lang="fr-MA"/>
          </a:p>
        </p:txBody>
      </p:sp>
      <p:sp>
        <p:nvSpPr>
          <p:cNvPr id="1048929" name="Espace réservé du numéro de diapositive 6"/>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1048908" name="Titr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MA"/>
          </a:p>
        </p:txBody>
      </p:sp>
      <p:sp>
        <p:nvSpPr>
          <p:cNvPr id="1048909"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MA"/>
          </a:p>
        </p:txBody>
      </p:sp>
      <p:sp>
        <p:nvSpPr>
          <p:cNvPr id="1048910"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Modifiez les styles du texte du masque</a:t>
            </a:r>
          </a:p>
        </p:txBody>
      </p:sp>
      <p:sp>
        <p:nvSpPr>
          <p:cNvPr id="1048911" name="Espace réservé de la date 4"/>
          <p:cNvSpPr>
            <a:spLocks noGrp="1"/>
          </p:cNvSpPr>
          <p:nvPr>
            <p:ph type="dt" sz="half" idx="10"/>
          </p:nvPr>
        </p:nvSpPr>
        <p:spPr/>
        <p:txBody>
          <a:bodyPr/>
          <a:lstStyle/>
          <a:p>
            <a:fld id="{CFDE6A20-0ED5-4644-9400-0182F67A8B80}" type="datetimeFigureOut">
              <a:rPr lang="fr-MA" smtClean="0"/>
              <a:t>04/12/2025</a:t>
            </a:fld>
            <a:endParaRPr lang="fr-MA"/>
          </a:p>
        </p:txBody>
      </p:sp>
      <p:sp>
        <p:nvSpPr>
          <p:cNvPr id="1048912" name="Espace réservé du pied de page 5"/>
          <p:cNvSpPr>
            <a:spLocks noGrp="1"/>
          </p:cNvSpPr>
          <p:nvPr>
            <p:ph type="ftr" sz="quarter" idx="11"/>
          </p:nvPr>
        </p:nvSpPr>
        <p:spPr/>
        <p:txBody>
          <a:bodyPr/>
          <a:lstStyle/>
          <a:p>
            <a:endParaRPr lang="fr-MA"/>
          </a:p>
        </p:txBody>
      </p:sp>
      <p:sp>
        <p:nvSpPr>
          <p:cNvPr id="1048913" name="Espace réservé du numéro de diapositive 6"/>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1048919" name="Titre 1"/>
          <p:cNvSpPr>
            <a:spLocks noGrp="1"/>
          </p:cNvSpPr>
          <p:nvPr>
            <p:ph type="title"/>
          </p:nvPr>
        </p:nvSpPr>
        <p:spPr/>
        <p:txBody>
          <a:bodyPr/>
          <a:lstStyle/>
          <a:p>
            <a:r>
              <a:rPr lang="fr-FR"/>
              <a:t>Modifiez le style du titre</a:t>
            </a:r>
            <a:endParaRPr lang="fr-MA"/>
          </a:p>
        </p:txBody>
      </p:sp>
      <p:sp>
        <p:nvSpPr>
          <p:cNvPr id="1048920"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921" name="Espace réservé de la date 3"/>
          <p:cNvSpPr>
            <a:spLocks noGrp="1"/>
          </p:cNvSpPr>
          <p:nvPr>
            <p:ph type="dt" sz="half" idx="10"/>
          </p:nvPr>
        </p:nvSpPr>
        <p:spPr/>
        <p:txBody>
          <a:bodyPr/>
          <a:lstStyle/>
          <a:p>
            <a:fld id="{CFDE6A20-0ED5-4644-9400-0182F67A8B80}" type="datetimeFigureOut">
              <a:rPr lang="fr-MA" smtClean="0"/>
              <a:t>04/12/2025</a:t>
            </a:fld>
            <a:endParaRPr lang="fr-MA"/>
          </a:p>
        </p:txBody>
      </p:sp>
      <p:sp>
        <p:nvSpPr>
          <p:cNvPr id="1048922" name="Espace réservé du pied de page 4"/>
          <p:cNvSpPr>
            <a:spLocks noGrp="1"/>
          </p:cNvSpPr>
          <p:nvPr>
            <p:ph type="ftr" sz="quarter" idx="11"/>
          </p:nvPr>
        </p:nvSpPr>
        <p:spPr/>
        <p:txBody>
          <a:bodyPr/>
          <a:lstStyle/>
          <a:p>
            <a:endParaRPr lang="fr-MA"/>
          </a:p>
        </p:txBody>
      </p:sp>
      <p:sp>
        <p:nvSpPr>
          <p:cNvPr id="1048923" name="Espace réservé du numéro de diapositive 5"/>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1048900" name="Titre vertical 1"/>
          <p:cNvSpPr>
            <a:spLocks noGrp="1"/>
          </p:cNvSpPr>
          <p:nvPr>
            <p:ph type="title" orient="vert"/>
          </p:nvPr>
        </p:nvSpPr>
        <p:spPr>
          <a:xfrm>
            <a:off x="8724900" y="365125"/>
            <a:ext cx="2628900" cy="5811838"/>
          </a:xfrm>
        </p:spPr>
        <p:txBody>
          <a:bodyPr vert="eaVert"/>
          <a:lstStyle/>
          <a:p>
            <a:r>
              <a:rPr lang="fr-FR"/>
              <a:t>Modifiez le style du titre</a:t>
            </a:r>
            <a:endParaRPr lang="fr-MA"/>
          </a:p>
        </p:txBody>
      </p:sp>
      <p:sp>
        <p:nvSpPr>
          <p:cNvPr id="1048901" name="Espace réservé du texte vertical 2"/>
          <p:cNvSpPr>
            <a:spLocks noGrp="1"/>
          </p:cNvSpPr>
          <p:nvPr>
            <p:ph type="body" orient="vert" idx="1"/>
          </p:nvPr>
        </p:nvSpPr>
        <p:spPr>
          <a:xfrm>
            <a:off x="838200" y="365125"/>
            <a:ext cx="7734300" cy="5811838"/>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902" name="Espace réservé de la date 3"/>
          <p:cNvSpPr>
            <a:spLocks noGrp="1"/>
          </p:cNvSpPr>
          <p:nvPr>
            <p:ph type="dt" sz="half" idx="10"/>
          </p:nvPr>
        </p:nvSpPr>
        <p:spPr/>
        <p:txBody>
          <a:bodyPr/>
          <a:lstStyle/>
          <a:p>
            <a:fld id="{CFDE6A20-0ED5-4644-9400-0182F67A8B80}" type="datetimeFigureOut">
              <a:rPr lang="fr-MA" smtClean="0"/>
              <a:t>04/12/2025</a:t>
            </a:fld>
            <a:endParaRPr lang="fr-MA"/>
          </a:p>
        </p:txBody>
      </p:sp>
      <p:sp>
        <p:nvSpPr>
          <p:cNvPr id="1048903" name="Espace réservé du pied de page 4"/>
          <p:cNvSpPr>
            <a:spLocks noGrp="1"/>
          </p:cNvSpPr>
          <p:nvPr>
            <p:ph type="ftr" sz="quarter" idx="11"/>
          </p:nvPr>
        </p:nvSpPr>
        <p:spPr/>
        <p:txBody>
          <a:bodyPr/>
          <a:lstStyle/>
          <a:p>
            <a:endParaRPr lang="fr-MA"/>
          </a:p>
        </p:txBody>
      </p:sp>
      <p:sp>
        <p:nvSpPr>
          <p:cNvPr id="1048904" name="Espace réservé du numéro de diapositive 5"/>
          <p:cNvSpPr>
            <a:spLocks noGrp="1"/>
          </p:cNvSpPr>
          <p:nvPr>
            <p:ph type="sldNum" sz="quarter" idx="12"/>
          </p:nvPr>
        </p:nvSpPr>
        <p:spPr/>
        <p:txBody>
          <a:bodyPr/>
          <a:lstStyle/>
          <a:p>
            <a:fld id="{393A4794-1B47-4E94-B1F3-9D408C4967C7}" type="slidenum">
              <a:rPr lang="fr-MA" smtClean="0"/>
              <a:t>‹N°›</a:t>
            </a:fld>
            <a:endParaRPr lang="fr-MA"/>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MA"/>
          </a:p>
        </p:txBody>
      </p:sp>
      <p:sp>
        <p:nvSpPr>
          <p:cNvPr id="1048577"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MA"/>
          </a:p>
        </p:txBody>
      </p:sp>
      <p:sp>
        <p:nvSpPr>
          <p:cNvPr id="1048578"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DE6A20-0ED5-4644-9400-0182F67A8B80}" type="datetimeFigureOut">
              <a:rPr lang="fr-MA" smtClean="0"/>
              <a:t>04/12/2025</a:t>
            </a:fld>
            <a:endParaRPr lang="fr-MA"/>
          </a:p>
        </p:txBody>
      </p:sp>
      <p:sp>
        <p:nvSpPr>
          <p:cNvPr id="1048579"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MA"/>
          </a:p>
        </p:txBody>
      </p:sp>
      <p:sp>
        <p:nvSpPr>
          <p:cNvPr id="1048580"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3A4794-1B47-4E94-B1F3-9D408C4967C7}" type="slidenum">
              <a:rPr lang="fr-MA" smtClean="0"/>
              <a:t>‹N°›</a:t>
            </a:fld>
            <a:endParaRPr lang="fr-MA"/>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6" Type="http://schemas.openxmlformats.org/officeDocument/2006/relationships/customXml" Target="../ink/ink21.xml"/><Relationship Id="rId21" Type="http://schemas.openxmlformats.org/officeDocument/2006/relationships/customXml" Target="../ink/ink16.xml"/><Relationship Id="rId34" Type="http://schemas.openxmlformats.org/officeDocument/2006/relationships/customXml" Target="../ink/ink29.xml"/><Relationship Id="rId42" Type="http://schemas.openxmlformats.org/officeDocument/2006/relationships/customXml" Target="../ink/ink37.xml"/><Relationship Id="rId47" Type="http://schemas.openxmlformats.org/officeDocument/2006/relationships/customXml" Target="../ink/ink42.xml"/><Relationship Id="rId50" Type="http://schemas.openxmlformats.org/officeDocument/2006/relationships/customXml" Target="../ink/ink45.xml"/><Relationship Id="rId55" Type="http://schemas.openxmlformats.org/officeDocument/2006/relationships/customXml" Target="../ink/ink50.xml"/><Relationship Id="rId63" Type="http://schemas.openxmlformats.org/officeDocument/2006/relationships/customXml" Target="../ink/ink58.xml"/><Relationship Id="rId7" Type="http://schemas.openxmlformats.org/officeDocument/2006/relationships/customXml" Target="../ink/ink2.xml"/><Relationship Id="rId2" Type="http://schemas.openxmlformats.org/officeDocument/2006/relationships/image" Target="../media/image1.png"/><Relationship Id="rId16" Type="http://schemas.openxmlformats.org/officeDocument/2006/relationships/customXml" Target="../ink/ink11.xml"/><Relationship Id="rId29" Type="http://schemas.openxmlformats.org/officeDocument/2006/relationships/customXml" Target="../ink/ink24.xml"/><Relationship Id="rId11" Type="http://schemas.openxmlformats.org/officeDocument/2006/relationships/customXml" Target="../ink/ink6.xml"/><Relationship Id="rId24" Type="http://schemas.openxmlformats.org/officeDocument/2006/relationships/customXml" Target="../ink/ink19.xml"/><Relationship Id="rId32" Type="http://schemas.openxmlformats.org/officeDocument/2006/relationships/customXml" Target="../ink/ink27.xml"/><Relationship Id="rId37" Type="http://schemas.openxmlformats.org/officeDocument/2006/relationships/customXml" Target="../ink/ink32.xml"/><Relationship Id="rId40" Type="http://schemas.openxmlformats.org/officeDocument/2006/relationships/customXml" Target="../ink/ink35.xml"/><Relationship Id="rId45" Type="http://schemas.openxmlformats.org/officeDocument/2006/relationships/customXml" Target="../ink/ink40.xml"/><Relationship Id="rId53" Type="http://schemas.openxmlformats.org/officeDocument/2006/relationships/customXml" Target="../ink/ink48.xml"/><Relationship Id="rId58" Type="http://schemas.openxmlformats.org/officeDocument/2006/relationships/customXml" Target="../ink/ink53.xml"/><Relationship Id="rId66" Type="http://schemas.openxmlformats.org/officeDocument/2006/relationships/customXml" Target="../ink/ink61.xml"/><Relationship Id="rId5" Type="http://schemas.openxmlformats.org/officeDocument/2006/relationships/image" Target="../media/image4.png"/><Relationship Id="rId61" Type="http://schemas.openxmlformats.org/officeDocument/2006/relationships/customXml" Target="../ink/ink56.xml"/><Relationship Id="rId19" Type="http://schemas.openxmlformats.org/officeDocument/2006/relationships/customXml" Target="../ink/ink14.xml"/><Relationship Id="rId14" Type="http://schemas.openxmlformats.org/officeDocument/2006/relationships/customXml" Target="../ink/ink9.xml"/><Relationship Id="rId22" Type="http://schemas.openxmlformats.org/officeDocument/2006/relationships/customXml" Target="../ink/ink17.xml"/><Relationship Id="rId27" Type="http://schemas.openxmlformats.org/officeDocument/2006/relationships/customXml" Target="../ink/ink22.xml"/><Relationship Id="rId30" Type="http://schemas.openxmlformats.org/officeDocument/2006/relationships/customXml" Target="../ink/ink25.xml"/><Relationship Id="rId35" Type="http://schemas.openxmlformats.org/officeDocument/2006/relationships/customXml" Target="../ink/ink30.xml"/><Relationship Id="rId43" Type="http://schemas.openxmlformats.org/officeDocument/2006/relationships/customXml" Target="../ink/ink38.xml"/><Relationship Id="rId48" Type="http://schemas.openxmlformats.org/officeDocument/2006/relationships/customXml" Target="../ink/ink43.xml"/><Relationship Id="rId56" Type="http://schemas.openxmlformats.org/officeDocument/2006/relationships/customXml" Target="../ink/ink51.xml"/><Relationship Id="rId64" Type="http://schemas.openxmlformats.org/officeDocument/2006/relationships/customXml" Target="../ink/ink59.xml"/><Relationship Id="rId8" Type="http://schemas.openxmlformats.org/officeDocument/2006/relationships/customXml" Target="../ink/ink3.xml"/><Relationship Id="rId51" Type="http://schemas.openxmlformats.org/officeDocument/2006/relationships/customXml" Target="../ink/ink46.xml"/><Relationship Id="rId3" Type="http://schemas.openxmlformats.org/officeDocument/2006/relationships/image" Target="../media/image2.png"/><Relationship Id="rId12" Type="http://schemas.openxmlformats.org/officeDocument/2006/relationships/customXml" Target="../ink/ink7.xml"/><Relationship Id="rId17" Type="http://schemas.openxmlformats.org/officeDocument/2006/relationships/customXml" Target="../ink/ink12.xml"/><Relationship Id="rId25" Type="http://schemas.openxmlformats.org/officeDocument/2006/relationships/customXml" Target="../ink/ink20.xml"/><Relationship Id="rId33" Type="http://schemas.openxmlformats.org/officeDocument/2006/relationships/customXml" Target="../ink/ink28.xml"/><Relationship Id="rId38" Type="http://schemas.openxmlformats.org/officeDocument/2006/relationships/customXml" Target="../ink/ink33.xml"/><Relationship Id="rId46" Type="http://schemas.openxmlformats.org/officeDocument/2006/relationships/customXml" Target="../ink/ink41.xml"/><Relationship Id="rId59" Type="http://schemas.openxmlformats.org/officeDocument/2006/relationships/customXml" Target="../ink/ink54.xml"/><Relationship Id="rId67" Type="http://schemas.openxmlformats.org/officeDocument/2006/relationships/customXml" Target="../ink/ink62.xml"/><Relationship Id="rId20" Type="http://schemas.openxmlformats.org/officeDocument/2006/relationships/customXml" Target="../ink/ink15.xml"/><Relationship Id="rId41" Type="http://schemas.openxmlformats.org/officeDocument/2006/relationships/customXml" Target="../ink/ink36.xml"/><Relationship Id="rId54" Type="http://schemas.openxmlformats.org/officeDocument/2006/relationships/customXml" Target="../ink/ink49.xml"/><Relationship Id="rId62" Type="http://schemas.openxmlformats.org/officeDocument/2006/relationships/customXml" Target="../ink/ink57.xml"/><Relationship Id="rId1" Type="http://schemas.openxmlformats.org/officeDocument/2006/relationships/slideLayout" Target="../slideLayouts/slideLayout2.xml"/><Relationship Id="rId6" Type="http://schemas.openxmlformats.org/officeDocument/2006/relationships/customXml" Target="../ink/ink1.xml"/><Relationship Id="rId15" Type="http://schemas.openxmlformats.org/officeDocument/2006/relationships/customXml" Target="../ink/ink10.xml"/><Relationship Id="rId23" Type="http://schemas.openxmlformats.org/officeDocument/2006/relationships/customXml" Target="../ink/ink18.xml"/><Relationship Id="rId28" Type="http://schemas.openxmlformats.org/officeDocument/2006/relationships/customXml" Target="../ink/ink23.xml"/><Relationship Id="rId36" Type="http://schemas.openxmlformats.org/officeDocument/2006/relationships/customXml" Target="../ink/ink31.xml"/><Relationship Id="rId49" Type="http://schemas.openxmlformats.org/officeDocument/2006/relationships/customXml" Target="../ink/ink44.xml"/><Relationship Id="rId57" Type="http://schemas.openxmlformats.org/officeDocument/2006/relationships/customXml" Target="../ink/ink52.xml"/><Relationship Id="rId10" Type="http://schemas.openxmlformats.org/officeDocument/2006/relationships/customXml" Target="../ink/ink5.xml"/><Relationship Id="rId31" Type="http://schemas.openxmlformats.org/officeDocument/2006/relationships/customXml" Target="../ink/ink26.xml"/><Relationship Id="rId44" Type="http://schemas.openxmlformats.org/officeDocument/2006/relationships/customXml" Target="../ink/ink39.xml"/><Relationship Id="rId52" Type="http://schemas.openxmlformats.org/officeDocument/2006/relationships/customXml" Target="../ink/ink47.xml"/><Relationship Id="rId60" Type="http://schemas.openxmlformats.org/officeDocument/2006/relationships/customXml" Target="../ink/ink55.xml"/><Relationship Id="rId65" Type="http://schemas.openxmlformats.org/officeDocument/2006/relationships/customXml" Target="../ink/ink60.xml"/><Relationship Id="rId4" Type="http://schemas.openxmlformats.org/officeDocument/2006/relationships/image" Target="../media/image3.png"/><Relationship Id="rId9" Type="http://schemas.openxmlformats.org/officeDocument/2006/relationships/customXml" Target="../ink/ink4.xml"/><Relationship Id="rId13" Type="http://schemas.openxmlformats.org/officeDocument/2006/relationships/customXml" Target="../ink/ink8.xml"/><Relationship Id="rId18" Type="http://schemas.openxmlformats.org/officeDocument/2006/relationships/customXml" Target="../ink/ink13.xml"/><Relationship Id="rId39" Type="http://schemas.openxmlformats.org/officeDocument/2006/relationships/customXml" Target="../ink/ink34.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customXml" Target="../ink/ink67.xml"/><Relationship Id="rId18" Type="http://schemas.openxmlformats.org/officeDocument/2006/relationships/customXml" Target="../ink/ink72.xml"/><Relationship Id="rId26" Type="http://schemas.openxmlformats.org/officeDocument/2006/relationships/customXml" Target="../ink/ink80.xml"/><Relationship Id="rId3" Type="http://schemas.openxmlformats.org/officeDocument/2006/relationships/image" Target="../media/image6.png"/><Relationship Id="rId21" Type="http://schemas.openxmlformats.org/officeDocument/2006/relationships/customXml" Target="../ink/ink75.xml"/><Relationship Id="rId7" Type="http://schemas.openxmlformats.org/officeDocument/2006/relationships/image" Target="../media/image10.png"/><Relationship Id="rId12" Type="http://schemas.openxmlformats.org/officeDocument/2006/relationships/customXml" Target="../ink/ink66.xml"/><Relationship Id="rId17" Type="http://schemas.openxmlformats.org/officeDocument/2006/relationships/customXml" Target="../ink/ink71.xml"/><Relationship Id="rId25" Type="http://schemas.openxmlformats.org/officeDocument/2006/relationships/customXml" Target="../ink/ink79.xml"/><Relationship Id="rId2" Type="http://schemas.openxmlformats.org/officeDocument/2006/relationships/image" Target="../media/image5.png"/><Relationship Id="rId16" Type="http://schemas.openxmlformats.org/officeDocument/2006/relationships/customXml" Target="../ink/ink70.xml"/><Relationship Id="rId20" Type="http://schemas.openxmlformats.org/officeDocument/2006/relationships/customXml" Target="../ink/ink74.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customXml" Target="../ink/ink65.xml"/><Relationship Id="rId24" Type="http://schemas.openxmlformats.org/officeDocument/2006/relationships/customXml" Target="../ink/ink78.xml"/><Relationship Id="rId5" Type="http://schemas.openxmlformats.org/officeDocument/2006/relationships/image" Target="../media/image8.png"/><Relationship Id="rId15" Type="http://schemas.openxmlformats.org/officeDocument/2006/relationships/customXml" Target="../ink/ink69.xml"/><Relationship Id="rId23" Type="http://schemas.openxmlformats.org/officeDocument/2006/relationships/customXml" Target="../ink/ink77.xml"/><Relationship Id="rId10" Type="http://schemas.openxmlformats.org/officeDocument/2006/relationships/customXml" Target="../ink/ink64.xml"/><Relationship Id="rId19" Type="http://schemas.openxmlformats.org/officeDocument/2006/relationships/customXml" Target="../ink/ink73.xml"/><Relationship Id="rId4" Type="http://schemas.openxmlformats.org/officeDocument/2006/relationships/image" Target="../media/image7.png"/><Relationship Id="rId9" Type="http://schemas.openxmlformats.org/officeDocument/2006/relationships/customXml" Target="../ink/ink63.xml"/><Relationship Id="rId14" Type="http://schemas.openxmlformats.org/officeDocument/2006/relationships/customXml" Target="../ink/ink68.xml"/><Relationship Id="rId22" Type="http://schemas.openxmlformats.org/officeDocument/2006/relationships/customXml" Target="../ink/ink76.xml"/></Relationships>
</file>

<file path=ppt/slides/_rels/slide4.xml.rels><?xml version="1.0" encoding="UTF-8" standalone="yes"?>
<Relationships xmlns="http://schemas.openxmlformats.org/package/2006/relationships"><Relationship Id="rId117" Type="http://schemas.openxmlformats.org/officeDocument/2006/relationships/customXml" Target="../ink/ink196.xml"/><Relationship Id="rId21" Type="http://schemas.openxmlformats.org/officeDocument/2006/relationships/customXml" Target="../ink/ink100.xml"/><Relationship Id="rId42" Type="http://schemas.openxmlformats.org/officeDocument/2006/relationships/customXml" Target="../ink/ink121.xml"/><Relationship Id="rId63" Type="http://schemas.openxmlformats.org/officeDocument/2006/relationships/customXml" Target="../ink/ink142.xml"/><Relationship Id="rId84" Type="http://schemas.openxmlformats.org/officeDocument/2006/relationships/customXml" Target="../ink/ink163.xml"/><Relationship Id="rId138" Type="http://schemas.openxmlformats.org/officeDocument/2006/relationships/customXml" Target="../ink/ink217.xml"/><Relationship Id="rId159" Type="http://schemas.openxmlformats.org/officeDocument/2006/relationships/customXml" Target="../ink/ink238.xml"/><Relationship Id="rId170" Type="http://schemas.openxmlformats.org/officeDocument/2006/relationships/customXml" Target="../ink/ink249.xml"/><Relationship Id="rId191" Type="http://schemas.openxmlformats.org/officeDocument/2006/relationships/customXml" Target="../ink/ink270.xml"/><Relationship Id="rId107" Type="http://schemas.openxmlformats.org/officeDocument/2006/relationships/customXml" Target="../ink/ink186.xml"/><Relationship Id="rId11" Type="http://schemas.openxmlformats.org/officeDocument/2006/relationships/customXml" Target="../ink/ink90.xml"/><Relationship Id="rId32" Type="http://schemas.openxmlformats.org/officeDocument/2006/relationships/customXml" Target="../ink/ink111.xml"/><Relationship Id="rId53" Type="http://schemas.openxmlformats.org/officeDocument/2006/relationships/customXml" Target="../ink/ink132.xml"/><Relationship Id="rId74" Type="http://schemas.openxmlformats.org/officeDocument/2006/relationships/customXml" Target="../ink/ink153.xml"/><Relationship Id="rId128" Type="http://schemas.openxmlformats.org/officeDocument/2006/relationships/customXml" Target="../ink/ink207.xml"/><Relationship Id="rId149" Type="http://schemas.openxmlformats.org/officeDocument/2006/relationships/customXml" Target="../ink/ink228.xml"/><Relationship Id="rId5" Type="http://schemas.openxmlformats.org/officeDocument/2006/relationships/customXml" Target="../ink/ink84.xml"/><Relationship Id="rId95" Type="http://schemas.openxmlformats.org/officeDocument/2006/relationships/customXml" Target="../ink/ink174.xml"/><Relationship Id="rId160" Type="http://schemas.openxmlformats.org/officeDocument/2006/relationships/customXml" Target="../ink/ink239.xml"/><Relationship Id="rId181" Type="http://schemas.openxmlformats.org/officeDocument/2006/relationships/customXml" Target="../ink/ink260.xml"/><Relationship Id="rId22" Type="http://schemas.openxmlformats.org/officeDocument/2006/relationships/customXml" Target="../ink/ink101.xml"/><Relationship Id="rId43" Type="http://schemas.openxmlformats.org/officeDocument/2006/relationships/customXml" Target="../ink/ink122.xml"/><Relationship Id="rId64" Type="http://schemas.openxmlformats.org/officeDocument/2006/relationships/customXml" Target="../ink/ink143.xml"/><Relationship Id="rId118" Type="http://schemas.openxmlformats.org/officeDocument/2006/relationships/customXml" Target="../ink/ink197.xml"/><Relationship Id="rId139" Type="http://schemas.openxmlformats.org/officeDocument/2006/relationships/customXml" Target="../ink/ink218.xml"/><Relationship Id="rId85" Type="http://schemas.openxmlformats.org/officeDocument/2006/relationships/customXml" Target="../ink/ink164.xml"/><Relationship Id="rId150" Type="http://schemas.openxmlformats.org/officeDocument/2006/relationships/customXml" Target="../ink/ink229.xml"/><Relationship Id="rId171" Type="http://schemas.openxmlformats.org/officeDocument/2006/relationships/customXml" Target="../ink/ink250.xml"/><Relationship Id="rId12" Type="http://schemas.openxmlformats.org/officeDocument/2006/relationships/customXml" Target="../ink/ink91.xml"/><Relationship Id="rId33" Type="http://schemas.openxmlformats.org/officeDocument/2006/relationships/customXml" Target="../ink/ink112.xml"/><Relationship Id="rId108" Type="http://schemas.openxmlformats.org/officeDocument/2006/relationships/customXml" Target="../ink/ink187.xml"/><Relationship Id="rId129" Type="http://schemas.openxmlformats.org/officeDocument/2006/relationships/customXml" Target="../ink/ink208.xml"/><Relationship Id="rId54" Type="http://schemas.openxmlformats.org/officeDocument/2006/relationships/customXml" Target="../ink/ink133.xml"/><Relationship Id="rId75" Type="http://schemas.openxmlformats.org/officeDocument/2006/relationships/customXml" Target="../ink/ink154.xml"/><Relationship Id="rId96" Type="http://schemas.openxmlformats.org/officeDocument/2006/relationships/customXml" Target="../ink/ink175.xml"/><Relationship Id="rId140" Type="http://schemas.openxmlformats.org/officeDocument/2006/relationships/customXml" Target="../ink/ink219.xml"/><Relationship Id="rId161" Type="http://schemas.openxmlformats.org/officeDocument/2006/relationships/customXml" Target="../ink/ink240.xml"/><Relationship Id="rId182" Type="http://schemas.openxmlformats.org/officeDocument/2006/relationships/customXml" Target="../ink/ink261.xml"/><Relationship Id="rId6" Type="http://schemas.openxmlformats.org/officeDocument/2006/relationships/customXml" Target="../ink/ink85.xml"/><Relationship Id="rId23" Type="http://schemas.openxmlformats.org/officeDocument/2006/relationships/customXml" Target="../ink/ink102.xml"/><Relationship Id="rId119" Type="http://schemas.openxmlformats.org/officeDocument/2006/relationships/customXml" Target="../ink/ink198.xml"/><Relationship Id="rId44" Type="http://schemas.openxmlformats.org/officeDocument/2006/relationships/customXml" Target="../ink/ink123.xml"/><Relationship Id="rId65" Type="http://schemas.openxmlformats.org/officeDocument/2006/relationships/customXml" Target="../ink/ink144.xml"/><Relationship Id="rId86" Type="http://schemas.openxmlformats.org/officeDocument/2006/relationships/customXml" Target="../ink/ink165.xml"/><Relationship Id="rId130" Type="http://schemas.openxmlformats.org/officeDocument/2006/relationships/customXml" Target="../ink/ink209.xml"/><Relationship Id="rId151" Type="http://schemas.openxmlformats.org/officeDocument/2006/relationships/customXml" Target="../ink/ink230.xml"/><Relationship Id="rId172" Type="http://schemas.openxmlformats.org/officeDocument/2006/relationships/customXml" Target="../ink/ink251.xml"/><Relationship Id="rId13" Type="http://schemas.openxmlformats.org/officeDocument/2006/relationships/customXml" Target="../ink/ink92.xml"/><Relationship Id="rId18" Type="http://schemas.openxmlformats.org/officeDocument/2006/relationships/customXml" Target="../ink/ink97.xml"/><Relationship Id="rId39" Type="http://schemas.openxmlformats.org/officeDocument/2006/relationships/customXml" Target="../ink/ink118.xml"/><Relationship Id="rId109" Type="http://schemas.openxmlformats.org/officeDocument/2006/relationships/customXml" Target="../ink/ink188.xml"/><Relationship Id="rId34" Type="http://schemas.openxmlformats.org/officeDocument/2006/relationships/customXml" Target="../ink/ink113.xml"/><Relationship Id="rId50" Type="http://schemas.openxmlformats.org/officeDocument/2006/relationships/customXml" Target="../ink/ink129.xml"/><Relationship Id="rId55" Type="http://schemas.openxmlformats.org/officeDocument/2006/relationships/customXml" Target="../ink/ink134.xml"/><Relationship Id="rId76" Type="http://schemas.openxmlformats.org/officeDocument/2006/relationships/customXml" Target="../ink/ink155.xml"/><Relationship Id="rId97" Type="http://schemas.openxmlformats.org/officeDocument/2006/relationships/customXml" Target="../ink/ink176.xml"/><Relationship Id="rId104" Type="http://schemas.openxmlformats.org/officeDocument/2006/relationships/customXml" Target="../ink/ink183.xml"/><Relationship Id="rId120" Type="http://schemas.openxmlformats.org/officeDocument/2006/relationships/customXml" Target="../ink/ink199.xml"/><Relationship Id="rId125" Type="http://schemas.openxmlformats.org/officeDocument/2006/relationships/customXml" Target="../ink/ink204.xml"/><Relationship Id="rId141" Type="http://schemas.openxmlformats.org/officeDocument/2006/relationships/customXml" Target="../ink/ink220.xml"/><Relationship Id="rId146" Type="http://schemas.openxmlformats.org/officeDocument/2006/relationships/customXml" Target="../ink/ink225.xml"/><Relationship Id="rId167" Type="http://schemas.openxmlformats.org/officeDocument/2006/relationships/customXml" Target="../ink/ink246.xml"/><Relationship Id="rId188" Type="http://schemas.openxmlformats.org/officeDocument/2006/relationships/customXml" Target="../ink/ink267.xml"/><Relationship Id="rId7" Type="http://schemas.openxmlformats.org/officeDocument/2006/relationships/customXml" Target="../ink/ink86.xml"/><Relationship Id="rId71" Type="http://schemas.openxmlformats.org/officeDocument/2006/relationships/customXml" Target="../ink/ink150.xml"/><Relationship Id="rId92" Type="http://schemas.openxmlformats.org/officeDocument/2006/relationships/customXml" Target="../ink/ink171.xml"/><Relationship Id="rId162" Type="http://schemas.openxmlformats.org/officeDocument/2006/relationships/customXml" Target="../ink/ink241.xml"/><Relationship Id="rId183" Type="http://schemas.openxmlformats.org/officeDocument/2006/relationships/customXml" Target="../ink/ink262.xml"/><Relationship Id="rId2" Type="http://schemas.openxmlformats.org/officeDocument/2006/relationships/customXml" Target="../ink/ink81.xml"/><Relationship Id="rId29" Type="http://schemas.openxmlformats.org/officeDocument/2006/relationships/customXml" Target="../ink/ink108.xml"/><Relationship Id="rId24" Type="http://schemas.openxmlformats.org/officeDocument/2006/relationships/customXml" Target="../ink/ink103.xml"/><Relationship Id="rId40" Type="http://schemas.openxmlformats.org/officeDocument/2006/relationships/customXml" Target="../ink/ink119.xml"/><Relationship Id="rId45" Type="http://schemas.openxmlformats.org/officeDocument/2006/relationships/customXml" Target="../ink/ink124.xml"/><Relationship Id="rId66" Type="http://schemas.openxmlformats.org/officeDocument/2006/relationships/customXml" Target="../ink/ink145.xml"/><Relationship Id="rId87" Type="http://schemas.openxmlformats.org/officeDocument/2006/relationships/customXml" Target="../ink/ink166.xml"/><Relationship Id="rId110" Type="http://schemas.openxmlformats.org/officeDocument/2006/relationships/customXml" Target="../ink/ink189.xml"/><Relationship Id="rId115" Type="http://schemas.openxmlformats.org/officeDocument/2006/relationships/customXml" Target="../ink/ink194.xml"/><Relationship Id="rId131" Type="http://schemas.openxmlformats.org/officeDocument/2006/relationships/customXml" Target="../ink/ink210.xml"/><Relationship Id="rId136" Type="http://schemas.openxmlformats.org/officeDocument/2006/relationships/customXml" Target="../ink/ink215.xml"/><Relationship Id="rId157" Type="http://schemas.openxmlformats.org/officeDocument/2006/relationships/customXml" Target="../ink/ink236.xml"/><Relationship Id="rId178" Type="http://schemas.openxmlformats.org/officeDocument/2006/relationships/customXml" Target="../ink/ink257.xml"/><Relationship Id="rId61" Type="http://schemas.openxmlformats.org/officeDocument/2006/relationships/customXml" Target="../ink/ink140.xml"/><Relationship Id="rId82" Type="http://schemas.openxmlformats.org/officeDocument/2006/relationships/customXml" Target="../ink/ink161.xml"/><Relationship Id="rId152" Type="http://schemas.openxmlformats.org/officeDocument/2006/relationships/customXml" Target="../ink/ink231.xml"/><Relationship Id="rId173" Type="http://schemas.openxmlformats.org/officeDocument/2006/relationships/customXml" Target="../ink/ink252.xml"/><Relationship Id="rId19" Type="http://schemas.openxmlformats.org/officeDocument/2006/relationships/customXml" Target="../ink/ink98.xml"/><Relationship Id="rId14" Type="http://schemas.openxmlformats.org/officeDocument/2006/relationships/customXml" Target="../ink/ink93.xml"/><Relationship Id="rId30" Type="http://schemas.openxmlformats.org/officeDocument/2006/relationships/customXml" Target="../ink/ink109.xml"/><Relationship Id="rId35" Type="http://schemas.openxmlformats.org/officeDocument/2006/relationships/customXml" Target="../ink/ink114.xml"/><Relationship Id="rId56" Type="http://schemas.openxmlformats.org/officeDocument/2006/relationships/customXml" Target="../ink/ink135.xml"/><Relationship Id="rId77" Type="http://schemas.openxmlformats.org/officeDocument/2006/relationships/customXml" Target="../ink/ink156.xml"/><Relationship Id="rId100" Type="http://schemas.openxmlformats.org/officeDocument/2006/relationships/customXml" Target="../ink/ink179.xml"/><Relationship Id="rId105" Type="http://schemas.openxmlformats.org/officeDocument/2006/relationships/customXml" Target="../ink/ink184.xml"/><Relationship Id="rId126" Type="http://schemas.openxmlformats.org/officeDocument/2006/relationships/customXml" Target="../ink/ink205.xml"/><Relationship Id="rId147" Type="http://schemas.openxmlformats.org/officeDocument/2006/relationships/customXml" Target="../ink/ink226.xml"/><Relationship Id="rId168" Type="http://schemas.openxmlformats.org/officeDocument/2006/relationships/customXml" Target="../ink/ink247.xml"/><Relationship Id="rId8" Type="http://schemas.openxmlformats.org/officeDocument/2006/relationships/customXml" Target="../ink/ink87.xml"/><Relationship Id="rId51" Type="http://schemas.openxmlformats.org/officeDocument/2006/relationships/customXml" Target="../ink/ink130.xml"/><Relationship Id="rId72" Type="http://schemas.openxmlformats.org/officeDocument/2006/relationships/customXml" Target="../ink/ink151.xml"/><Relationship Id="rId93" Type="http://schemas.openxmlformats.org/officeDocument/2006/relationships/customXml" Target="../ink/ink172.xml"/><Relationship Id="rId98" Type="http://schemas.openxmlformats.org/officeDocument/2006/relationships/customXml" Target="../ink/ink177.xml"/><Relationship Id="rId121" Type="http://schemas.openxmlformats.org/officeDocument/2006/relationships/customXml" Target="../ink/ink200.xml"/><Relationship Id="rId142" Type="http://schemas.openxmlformats.org/officeDocument/2006/relationships/customXml" Target="../ink/ink221.xml"/><Relationship Id="rId163" Type="http://schemas.openxmlformats.org/officeDocument/2006/relationships/customXml" Target="../ink/ink242.xml"/><Relationship Id="rId184" Type="http://schemas.openxmlformats.org/officeDocument/2006/relationships/customXml" Target="../ink/ink263.xml"/><Relationship Id="rId189" Type="http://schemas.openxmlformats.org/officeDocument/2006/relationships/customXml" Target="../ink/ink268.xml"/><Relationship Id="rId3" Type="http://schemas.openxmlformats.org/officeDocument/2006/relationships/customXml" Target="../ink/ink82.xml"/><Relationship Id="rId25" Type="http://schemas.openxmlformats.org/officeDocument/2006/relationships/customXml" Target="../ink/ink104.xml"/><Relationship Id="rId46" Type="http://schemas.openxmlformats.org/officeDocument/2006/relationships/customXml" Target="../ink/ink125.xml"/><Relationship Id="rId67" Type="http://schemas.openxmlformats.org/officeDocument/2006/relationships/customXml" Target="../ink/ink146.xml"/><Relationship Id="rId116" Type="http://schemas.openxmlformats.org/officeDocument/2006/relationships/customXml" Target="../ink/ink195.xml"/><Relationship Id="rId137" Type="http://schemas.openxmlformats.org/officeDocument/2006/relationships/customXml" Target="../ink/ink216.xml"/><Relationship Id="rId158" Type="http://schemas.openxmlformats.org/officeDocument/2006/relationships/customXml" Target="../ink/ink237.xml"/><Relationship Id="rId20" Type="http://schemas.openxmlformats.org/officeDocument/2006/relationships/customXml" Target="../ink/ink99.xml"/><Relationship Id="rId41" Type="http://schemas.openxmlformats.org/officeDocument/2006/relationships/customXml" Target="../ink/ink120.xml"/><Relationship Id="rId62" Type="http://schemas.openxmlformats.org/officeDocument/2006/relationships/customXml" Target="../ink/ink141.xml"/><Relationship Id="rId83" Type="http://schemas.openxmlformats.org/officeDocument/2006/relationships/customXml" Target="../ink/ink162.xml"/><Relationship Id="rId88" Type="http://schemas.openxmlformats.org/officeDocument/2006/relationships/customXml" Target="../ink/ink167.xml"/><Relationship Id="rId111" Type="http://schemas.openxmlformats.org/officeDocument/2006/relationships/customXml" Target="../ink/ink190.xml"/><Relationship Id="rId132" Type="http://schemas.openxmlformats.org/officeDocument/2006/relationships/customXml" Target="../ink/ink211.xml"/><Relationship Id="rId153" Type="http://schemas.openxmlformats.org/officeDocument/2006/relationships/customXml" Target="../ink/ink232.xml"/><Relationship Id="rId174" Type="http://schemas.openxmlformats.org/officeDocument/2006/relationships/customXml" Target="../ink/ink253.xml"/><Relationship Id="rId179" Type="http://schemas.openxmlformats.org/officeDocument/2006/relationships/customXml" Target="../ink/ink258.xml"/><Relationship Id="rId190" Type="http://schemas.openxmlformats.org/officeDocument/2006/relationships/customXml" Target="../ink/ink269.xml"/><Relationship Id="rId15" Type="http://schemas.openxmlformats.org/officeDocument/2006/relationships/customXml" Target="../ink/ink94.xml"/><Relationship Id="rId36" Type="http://schemas.openxmlformats.org/officeDocument/2006/relationships/customXml" Target="../ink/ink115.xml"/><Relationship Id="rId57" Type="http://schemas.openxmlformats.org/officeDocument/2006/relationships/customXml" Target="../ink/ink136.xml"/><Relationship Id="rId106" Type="http://schemas.openxmlformats.org/officeDocument/2006/relationships/customXml" Target="../ink/ink185.xml"/><Relationship Id="rId127" Type="http://schemas.openxmlformats.org/officeDocument/2006/relationships/customXml" Target="../ink/ink206.xml"/><Relationship Id="rId10" Type="http://schemas.openxmlformats.org/officeDocument/2006/relationships/customXml" Target="../ink/ink89.xml"/><Relationship Id="rId31" Type="http://schemas.openxmlformats.org/officeDocument/2006/relationships/customXml" Target="../ink/ink110.xml"/><Relationship Id="rId52" Type="http://schemas.openxmlformats.org/officeDocument/2006/relationships/customXml" Target="../ink/ink131.xml"/><Relationship Id="rId73" Type="http://schemas.openxmlformats.org/officeDocument/2006/relationships/customXml" Target="../ink/ink152.xml"/><Relationship Id="rId78" Type="http://schemas.openxmlformats.org/officeDocument/2006/relationships/customXml" Target="../ink/ink157.xml"/><Relationship Id="rId94" Type="http://schemas.openxmlformats.org/officeDocument/2006/relationships/customXml" Target="../ink/ink173.xml"/><Relationship Id="rId99" Type="http://schemas.openxmlformats.org/officeDocument/2006/relationships/customXml" Target="../ink/ink178.xml"/><Relationship Id="rId101" Type="http://schemas.openxmlformats.org/officeDocument/2006/relationships/customXml" Target="../ink/ink180.xml"/><Relationship Id="rId122" Type="http://schemas.openxmlformats.org/officeDocument/2006/relationships/customXml" Target="../ink/ink201.xml"/><Relationship Id="rId143" Type="http://schemas.openxmlformats.org/officeDocument/2006/relationships/customXml" Target="../ink/ink222.xml"/><Relationship Id="rId148" Type="http://schemas.openxmlformats.org/officeDocument/2006/relationships/customXml" Target="../ink/ink227.xml"/><Relationship Id="rId164" Type="http://schemas.openxmlformats.org/officeDocument/2006/relationships/customXml" Target="../ink/ink243.xml"/><Relationship Id="rId169" Type="http://schemas.openxmlformats.org/officeDocument/2006/relationships/customXml" Target="../ink/ink248.xml"/><Relationship Id="rId185" Type="http://schemas.openxmlformats.org/officeDocument/2006/relationships/customXml" Target="../ink/ink264.xml"/><Relationship Id="rId4" Type="http://schemas.openxmlformats.org/officeDocument/2006/relationships/customXml" Target="../ink/ink83.xml"/><Relationship Id="rId9" Type="http://schemas.openxmlformats.org/officeDocument/2006/relationships/customXml" Target="../ink/ink88.xml"/><Relationship Id="rId180" Type="http://schemas.openxmlformats.org/officeDocument/2006/relationships/customXml" Target="../ink/ink259.xml"/><Relationship Id="rId26" Type="http://schemas.openxmlformats.org/officeDocument/2006/relationships/customXml" Target="../ink/ink105.xml"/><Relationship Id="rId47" Type="http://schemas.openxmlformats.org/officeDocument/2006/relationships/customXml" Target="../ink/ink126.xml"/><Relationship Id="rId68" Type="http://schemas.openxmlformats.org/officeDocument/2006/relationships/customXml" Target="../ink/ink147.xml"/><Relationship Id="rId89" Type="http://schemas.openxmlformats.org/officeDocument/2006/relationships/customXml" Target="../ink/ink168.xml"/><Relationship Id="rId112" Type="http://schemas.openxmlformats.org/officeDocument/2006/relationships/customXml" Target="../ink/ink191.xml"/><Relationship Id="rId133" Type="http://schemas.openxmlformats.org/officeDocument/2006/relationships/customXml" Target="../ink/ink212.xml"/><Relationship Id="rId154" Type="http://schemas.openxmlformats.org/officeDocument/2006/relationships/customXml" Target="../ink/ink233.xml"/><Relationship Id="rId175" Type="http://schemas.openxmlformats.org/officeDocument/2006/relationships/customXml" Target="../ink/ink254.xml"/><Relationship Id="rId16" Type="http://schemas.openxmlformats.org/officeDocument/2006/relationships/customXml" Target="../ink/ink95.xml"/><Relationship Id="rId37" Type="http://schemas.openxmlformats.org/officeDocument/2006/relationships/customXml" Target="../ink/ink116.xml"/><Relationship Id="rId58" Type="http://schemas.openxmlformats.org/officeDocument/2006/relationships/customXml" Target="../ink/ink137.xml"/><Relationship Id="rId79" Type="http://schemas.openxmlformats.org/officeDocument/2006/relationships/customXml" Target="../ink/ink158.xml"/><Relationship Id="rId102" Type="http://schemas.openxmlformats.org/officeDocument/2006/relationships/customXml" Target="../ink/ink181.xml"/><Relationship Id="rId123" Type="http://schemas.openxmlformats.org/officeDocument/2006/relationships/customXml" Target="../ink/ink202.xml"/><Relationship Id="rId144" Type="http://schemas.openxmlformats.org/officeDocument/2006/relationships/customXml" Target="../ink/ink223.xml"/><Relationship Id="rId90" Type="http://schemas.openxmlformats.org/officeDocument/2006/relationships/customXml" Target="../ink/ink169.xml"/><Relationship Id="rId165" Type="http://schemas.openxmlformats.org/officeDocument/2006/relationships/customXml" Target="../ink/ink244.xml"/><Relationship Id="rId186" Type="http://schemas.openxmlformats.org/officeDocument/2006/relationships/customXml" Target="../ink/ink265.xml"/><Relationship Id="rId27" Type="http://schemas.openxmlformats.org/officeDocument/2006/relationships/customXml" Target="../ink/ink106.xml"/><Relationship Id="rId48" Type="http://schemas.openxmlformats.org/officeDocument/2006/relationships/customXml" Target="../ink/ink127.xml"/><Relationship Id="rId69" Type="http://schemas.openxmlformats.org/officeDocument/2006/relationships/customXml" Target="../ink/ink148.xml"/><Relationship Id="rId113" Type="http://schemas.openxmlformats.org/officeDocument/2006/relationships/customXml" Target="../ink/ink192.xml"/><Relationship Id="rId134" Type="http://schemas.openxmlformats.org/officeDocument/2006/relationships/customXml" Target="../ink/ink213.xml"/><Relationship Id="rId80" Type="http://schemas.openxmlformats.org/officeDocument/2006/relationships/customXml" Target="../ink/ink159.xml"/><Relationship Id="rId155" Type="http://schemas.openxmlformats.org/officeDocument/2006/relationships/customXml" Target="../ink/ink234.xml"/><Relationship Id="rId176" Type="http://schemas.openxmlformats.org/officeDocument/2006/relationships/customXml" Target="../ink/ink255.xml"/><Relationship Id="rId17" Type="http://schemas.openxmlformats.org/officeDocument/2006/relationships/customXml" Target="../ink/ink96.xml"/><Relationship Id="rId38" Type="http://schemas.openxmlformats.org/officeDocument/2006/relationships/customXml" Target="../ink/ink117.xml"/><Relationship Id="rId59" Type="http://schemas.openxmlformats.org/officeDocument/2006/relationships/customXml" Target="../ink/ink138.xml"/><Relationship Id="rId103" Type="http://schemas.openxmlformats.org/officeDocument/2006/relationships/customXml" Target="../ink/ink182.xml"/><Relationship Id="rId124" Type="http://schemas.openxmlformats.org/officeDocument/2006/relationships/customXml" Target="../ink/ink203.xml"/><Relationship Id="rId70" Type="http://schemas.openxmlformats.org/officeDocument/2006/relationships/customXml" Target="../ink/ink149.xml"/><Relationship Id="rId91" Type="http://schemas.openxmlformats.org/officeDocument/2006/relationships/customXml" Target="../ink/ink170.xml"/><Relationship Id="rId145" Type="http://schemas.openxmlformats.org/officeDocument/2006/relationships/customXml" Target="../ink/ink224.xml"/><Relationship Id="rId166" Type="http://schemas.openxmlformats.org/officeDocument/2006/relationships/customXml" Target="../ink/ink245.xml"/><Relationship Id="rId187" Type="http://schemas.openxmlformats.org/officeDocument/2006/relationships/customXml" Target="../ink/ink266.xml"/><Relationship Id="rId1" Type="http://schemas.openxmlformats.org/officeDocument/2006/relationships/slideLayout" Target="../slideLayouts/slideLayout2.xml"/><Relationship Id="rId28" Type="http://schemas.openxmlformats.org/officeDocument/2006/relationships/customXml" Target="../ink/ink107.xml"/><Relationship Id="rId49" Type="http://schemas.openxmlformats.org/officeDocument/2006/relationships/customXml" Target="../ink/ink128.xml"/><Relationship Id="rId114" Type="http://schemas.openxmlformats.org/officeDocument/2006/relationships/customXml" Target="../ink/ink193.xml"/><Relationship Id="rId60" Type="http://schemas.openxmlformats.org/officeDocument/2006/relationships/customXml" Target="../ink/ink139.xml"/><Relationship Id="rId81" Type="http://schemas.openxmlformats.org/officeDocument/2006/relationships/customXml" Target="../ink/ink160.xml"/><Relationship Id="rId135" Type="http://schemas.openxmlformats.org/officeDocument/2006/relationships/customXml" Target="../ink/ink214.xml"/><Relationship Id="rId156" Type="http://schemas.openxmlformats.org/officeDocument/2006/relationships/customXml" Target="../ink/ink235.xml"/><Relationship Id="rId177" Type="http://schemas.openxmlformats.org/officeDocument/2006/relationships/customXml" Target="../ink/ink256.xml"/></Relationships>
</file>

<file path=ppt/slides/_rels/slide5.xml.rels><?xml version="1.0" encoding="UTF-8" standalone="yes"?>
<Relationships xmlns="http://schemas.openxmlformats.org/package/2006/relationships"><Relationship Id="rId8" Type="http://schemas.openxmlformats.org/officeDocument/2006/relationships/customXml" Target="../ink/ink274.xml"/><Relationship Id="rId13" Type="http://schemas.openxmlformats.org/officeDocument/2006/relationships/customXml" Target="../ink/ink279.xml"/><Relationship Id="rId18" Type="http://schemas.openxmlformats.org/officeDocument/2006/relationships/customXml" Target="../ink/ink284.xml"/><Relationship Id="rId26" Type="http://schemas.openxmlformats.org/officeDocument/2006/relationships/customXml" Target="../ink/ink292.xml"/><Relationship Id="rId3" Type="http://schemas.openxmlformats.org/officeDocument/2006/relationships/image" Target="../media/image13.png"/><Relationship Id="rId21" Type="http://schemas.openxmlformats.org/officeDocument/2006/relationships/customXml" Target="../ink/ink287.xml"/><Relationship Id="rId7" Type="http://schemas.openxmlformats.org/officeDocument/2006/relationships/customXml" Target="../ink/ink273.xml"/><Relationship Id="rId12" Type="http://schemas.openxmlformats.org/officeDocument/2006/relationships/customXml" Target="../ink/ink278.xml"/><Relationship Id="rId17" Type="http://schemas.openxmlformats.org/officeDocument/2006/relationships/customXml" Target="../ink/ink283.xml"/><Relationship Id="rId25" Type="http://schemas.openxmlformats.org/officeDocument/2006/relationships/customXml" Target="../ink/ink291.xml"/><Relationship Id="rId2" Type="http://schemas.openxmlformats.org/officeDocument/2006/relationships/image" Target="../media/image12.png"/><Relationship Id="rId16" Type="http://schemas.openxmlformats.org/officeDocument/2006/relationships/customXml" Target="../ink/ink282.xml"/><Relationship Id="rId20" Type="http://schemas.openxmlformats.org/officeDocument/2006/relationships/customXml" Target="../ink/ink286.xml"/><Relationship Id="rId29" Type="http://schemas.openxmlformats.org/officeDocument/2006/relationships/customXml" Target="../ink/ink295.xml"/><Relationship Id="rId1" Type="http://schemas.openxmlformats.org/officeDocument/2006/relationships/slideLayout" Target="../slideLayouts/slideLayout2.xml"/><Relationship Id="rId6" Type="http://schemas.openxmlformats.org/officeDocument/2006/relationships/customXml" Target="../ink/ink272.xml"/><Relationship Id="rId11" Type="http://schemas.openxmlformats.org/officeDocument/2006/relationships/customXml" Target="../ink/ink277.xml"/><Relationship Id="rId24" Type="http://schemas.openxmlformats.org/officeDocument/2006/relationships/customXml" Target="../ink/ink290.xml"/><Relationship Id="rId32" Type="http://schemas.openxmlformats.org/officeDocument/2006/relationships/customXml" Target="../ink/ink298.xml"/><Relationship Id="rId5" Type="http://schemas.openxmlformats.org/officeDocument/2006/relationships/customXml" Target="../ink/ink271.xml"/><Relationship Id="rId15" Type="http://schemas.openxmlformats.org/officeDocument/2006/relationships/customXml" Target="../ink/ink281.xml"/><Relationship Id="rId23" Type="http://schemas.openxmlformats.org/officeDocument/2006/relationships/customXml" Target="../ink/ink289.xml"/><Relationship Id="rId28" Type="http://schemas.openxmlformats.org/officeDocument/2006/relationships/customXml" Target="../ink/ink294.xml"/><Relationship Id="rId10" Type="http://schemas.openxmlformats.org/officeDocument/2006/relationships/customXml" Target="../ink/ink276.xml"/><Relationship Id="rId19" Type="http://schemas.openxmlformats.org/officeDocument/2006/relationships/customXml" Target="../ink/ink285.xml"/><Relationship Id="rId31" Type="http://schemas.openxmlformats.org/officeDocument/2006/relationships/customXml" Target="../ink/ink297.xml"/><Relationship Id="rId4" Type="http://schemas.openxmlformats.org/officeDocument/2006/relationships/image" Target="../media/image14.png"/><Relationship Id="rId9" Type="http://schemas.openxmlformats.org/officeDocument/2006/relationships/customXml" Target="../ink/ink275.xml"/><Relationship Id="rId14" Type="http://schemas.openxmlformats.org/officeDocument/2006/relationships/customXml" Target="../ink/ink280.xml"/><Relationship Id="rId22" Type="http://schemas.openxmlformats.org/officeDocument/2006/relationships/customXml" Target="../ink/ink288.xml"/><Relationship Id="rId27" Type="http://schemas.openxmlformats.org/officeDocument/2006/relationships/customXml" Target="../ink/ink293.xml"/><Relationship Id="rId30" Type="http://schemas.openxmlformats.org/officeDocument/2006/relationships/customXml" Target="../ink/ink296.xml"/></Relationships>
</file>

<file path=ppt/slides/_rels/slide6.xml.rels><?xml version="1.0" encoding="UTF-8" standalone="yes"?>
<Relationships xmlns="http://schemas.openxmlformats.org/package/2006/relationships"><Relationship Id="rId13" Type="http://schemas.openxmlformats.org/officeDocument/2006/relationships/image" Target="../media/image26.png"/><Relationship Id="rId18" Type="http://schemas.openxmlformats.org/officeDocument/2006/relationships/customXml" Target="../ink/ink300.xml"/><Relationship Id="rId26" Type="http://schemas.openxmlformats.org/officeDocument/2006/relationships/customXml" Target="../ink/ink308.xml"/><Relationship Id="rId39" Type="http://schemas.openxmlformats.org/officeDocument/2006/relationships/customXml" Target="../ink/ink321.xml"/><Relationship Id="rId21" Type="http://schemas.openxmlformats.org/officeDocument/2006/relationships/customXml" Target="../ink/ink303.xml"/><Relationship Id="rId34" Type="http://schemas.openxmlformats.org/officeDocument/2006/relationships/customXml" Target="../ink/ink316.xml"/><Relationship Id="rId42" Type="http://schemas.openxmlformats.org/officeDocument/2006/relationships/customXml" Target="../ink/ink324.xml"/><Relationship Id="rId47" Type="http://schemas.openxmlformats.org/officeDocument/2006/relationships/customXml" Target="../ink/ink329.xml"/><Relationship Id="rId7" Type="http://schemas.openxmlformats.org/officeDocument/2006/relationships/image" Target="../media/image20.png"/><Relationship Id="rId2" Type="http://schemas.openxmlformats.org/officeDocument/2006/relationships/image" Target="../media/image15.png"/><Relationship Id="rId16" Type="http://schemas.openxmlformats.org/officeDocument/2006/relationships/image" Target="../media/image29.png"/><Relationship Id="rId29" Type="http://schemas.openxmlformats.org/officeDocument/2006/relationships/customXml" Target="../ink/ink311.xml"/><Relationship Id="rId1" Type="http://schemas.openxmlformats.org/officeDocument/2006/relationships/slideLayout" Target="../slideLayouts/slideLayout2.xml"/><Relationship Id="rId6" Type="http://schemas.openxmlformats.org/officeDocument/2006/relationships/image" Target="../media/image19.png"/><Relationship Id="rId11" Type="http://schemas.openxmlformats.org/officeDocument/2006/relationships/image" Target="../media/image24.png"/><Relationship Id="rId24" Type="http://schemas.openxmlformats.org/officeDocument/2006/relationships/customXml" Target="../ink/ink306.xml"/><Relationship Id="rId32" Type="http://schemas.openxmlformats.org/officeDocument/2006/relationships/customXml" Target="../ink/ink314.xml"/><Relationship Id="rId37" Type="http://schemas.openxmlformats.org/officeDocument/2006/relationships/customXml" Target="../ink/ink319.xml"/><Relationship Id="rId40" Type="http://schemas.openxmlformats.org/officeDocument/2006/relationships/customXml" Target="../ink/ink322.xml"/><Relationship Id="rId45" Type="http://schemas.openxmlformats.org/officeDocument/2006/relationships/customXml" Target="../ink/ink327.xml"/><Relationship Id="rId5" Type="http://schemas.openxmlformats.org/officeDocument/2006/relationships/image" Target="../media/image18.png"/><Relationship Id="rId15" Type="http://schemas.openxmlformats.org/officeDocument/2006/relationships/image" Target="../media/image28.png"/><Relationship Id="rId23" Type="http://schemas.openxmlformats.org/officeDocument/2006/relationships/customXml" Target="../ink/ink305.xml"/><Relationship Id="rId28" Type="http://schemas.openxmlformats.org/officeDocument/2006/relationships/customXml" Target="../ink/ink310.xml"/><Relationship Id="rId36" Type="http://schemas.openxmlformats.org/officeDocument/2006/relationships/customXml" Target="../ink/ink318.xml"/><Relationship Id="rId10" Type="http://schemas.openxmlformats.org/officeDocument/2006/relationships/image" Target="../media/image23.png"/><Relationship Id="rId19" Type="http://schemas.openxmlformats.org/officeDocument/2006/relationships/customXml" Target="../ink/ink301.xml"/><Relationship Id="rId31" Type="http://schemas.openxmlformats.org/officeDocument/2006/relationships/customXml" Target="../ink/ink313.xml"/><Relationship Id="rId44" Type="http://schemas.openxmlformats.org/officeDocument/2006/relationships/customXml" Target="../ink/ink326.xml"/><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7.png"/><Relationship Id="rId22" Type="http://schemas.openxmlformats.org/officeDocument/2006/relationships/customXml" Target="../ink/ink304.xml"/><Relationship Id="rId27" Type="http://schemas.openxmlformats.org/officeDocument/2006/relationships/customXml" Target="../ink/ink309.xml"/><Relationship Id="rId30" Type="http://schemas.openxmlformats.org/officeDocument/2006/relationships/customXml" Target="../ink/ink312.xml"/><Relationship Id="rId35" Type="http://schemas.openxmlformats.org/officeDocument/2006/relationships/customXml" Target="../ink/ink317.xml"/><Relationship Id="rId43" Type="http://schemas.openxmlformats.org/officeDocument/2006/relationships/customXml" Target="../ink/ink325.xml"/><Relationship Id="rId48" Type="http://schemas.openxmlformats.org/officeDocument/2006/relationships/customXml" Target="../ink/ink330.xml"/><Relationship Id="rId8" Type="http://schemas.openxmlformats.org/officeDocument/2006/relationships/image" Target="../media/image21.png"/><Relationship Id="rId3" Type="http://schemas.openxmlformats.org/officeDocument/2006/relationships/image" Target="../media/image16.png"/><Relationship Id="rId12" Type="http://schemas.openxmlformats.org/officeDocument/2006/relationships/image" Target="../media/image25.png"/><Relationship Id="rId17" Type="http://schemas.openxmlformats.org/officeDocument/2006/relationships/customXml" Target="../ink/ink299.xml"/><Relationship Id="rId25" Type="http://schemas.openxmlformats.org/officeDocument/2006/relationships/customXml" Target="../ink/ink307.xml"/><Relationship Id="rId33" Type="http://schemas.openxmlformats.org/officeDocument/2006/relationships/customXml" Target="../ink/ink315.xml"/><Relationship Id="rId38" Type="http://schemas.openxmlformats.org/officeDocument/2006/relationships/customXml" Target="../ink/ink320.xml"/><Relationship Id="rId46" Type="http://schemas.openxmlformats.org/officeDocument/2006/relationships/customXml" Target="../ink/ink328.xml"/><Relationship Id="rId20" Type="http://schemas.openxmlformats.org/officeDocument/2006/relationships/customXml" Target="../ink/ink302.xml"/><Relationship Id="rId41" Type="http://schemas.openxmlformats.org/officeDocument/2006/relationships/customXml" Target="../ink/ink323.xml"/></Relationships>
</file>

<file path=ppt/slides/_rels/slide7.xml.rels><?xml version="1.0" encoding="UTF-8" standalone="yes"?>
<Relationships xmlns="http://schemas.openxmlformats.org/package/2006/relationships"><Relationship Id="rId13" Type="http://schemas.openxmlformats.org/officeDocument/2006/relationships/customXml" Target="../ink/ink335.xml"/><Relationship Id="rId18" Type="http://schemas.openxmlformats.org/officeDocument/2006/relationships/customXml" Target="../ink/ink340.xml"/><Relationship Id="rId26" Type="http://schemas.openxmlformats.org/officeDocument/2006/relationships/customXml" Target="../ink/ink348.xml"/><Relationship Id="rId39" Type="http://schemas.openxmlformats.org/officeDocument/2006/relationships/customXml" Target="../ink/ink361.xml"/><Relationship Id="rId21" Type="http://schemas.openxmlformats.org/officeDocument/2006/relationships/customXml" Target="../ink/ink343.xml"/><Relationship Id="rId34" Type="http://schemas.openxmlformats.org/officeDocument/2006/relationships/customXml" Target="../ink/ink356.xml"/><Relationship Id="rId42" Type="http://schemas.openxmlformats.org/officeDocument/2006/relationships/customXml" Target="../ink/ink364.xml"/><Relationship Id="rId7" Type="http://schemas.openxmlformats.org/officeDocument/2006/relationships/image" Target="../media/image35.png"/><Relationship Id="rId2" Type="http://schemas.openxmlformats.org/officeDocument/2006/relationships/image" Target="../media/image30.png"/><Relationship Id="rId16" Type="http://schemas.openxmlformats.org/officeDocument/2006/relationships/customXml" Target="../ink/ink338.xml"/><Relationship Id="rId29" Type="http://schemas.openxmlformats.org/officeDocument/2006/relationships/customXml" Target="../ink/ink351.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customXml" Target="../ink/ink333.xml"/><Relationship Id="rId24" Type="http://schemas.openxmlformats.org/officeDocument/2006/relationships/customXml" Target="../ink/ink346.xml"/><Relationship Id="rId32" Type="http://schemas.openxmlformats.org/officeDocument/2006/relationships/customXml" Target="../ink/ink354.xml"/><Relationship Id="rId37" Type="http://schemas.openxmlformats.org/officeDocument/2006/relationships/customXml" Target="../ink/ink359.xml"/><Relationship Id="rId40" Type="http://schemas.openxmlformats.org/officeDocument/2006/relationships/customXml" Target="../ink/ink362.xml"/><Relationship Id="rId45" Type="http://schemas.openxmlformats.org/officeDocument/2006/relationships/customXml" Target="../ink/ink367.xml"/><Relationship Id="rId5" Type="http://schemas.openxmlformats.org/officeDocument/2006/relationships/image" Target="../media/image33.png"/><Relationship Id="rId15" Type="http://schemas.openxmlformats.org/officeDocument/2006/relationships/customXml" Target="../ink/ink337.xml"/><Relationship Id="rId23" Type="http://schemas.openxmlformats.org/officeDocument/2006/relationships/customXml" Target="../ink/ink345.xml"/><Relationship Id="rId28" Type="http://schemas.openxmlformats.org/officeDocument/2006/relationships/customXml" Target="../ink/ink350.xml"/><Relationship Id="rId36" Type="http://schemas.openxmlformats.org/officeDocument/2006/relationships/customXml" Target="../ink/ink358.xml"/><Relationship Id="rId10" Type="http://schemas.openxmlformats.org/officeDocument/2006/relationships/customXml" Target="../ink/ink332.xml"/><Relationship Id="rId19" Type="http://schemas.openxmlformats.org/officeDocument/2006/relationships/customXml" Target="../ink/ink341.xml"/><Relationship Id="rId31" Type="http://schemas.openxmlformats.org/officeDocument/2006/relationships/customXml" Target="../ink/ink353.xml"/><Relationship Id="rId44" Type="http://schemas.openxmlformats.org/officeDocument/2006/relationships/customXml" Target="../ink/ink366.xml"/><Relationship Id="rId4" Type="http://schemas.openxmlformats.org/officeDocument/2006/relationships/image" Target="../media/image32.png"/><Relationship Id="rId9" Type="http://schemas.openxmlformats.org/officeDocument/2006/relationships/customXml" Target="../ink/ink331.xml"/><Relationship Id="rId14" Type="http://schemas.openxmlformats.org/officeDocument/2006/relationships/customXml" Target="../ink/ink336.xml"/><Relationship Id="rId22" Type="http://schemas.openxmlformats.org/officeDocument/2006/relationships/customXml" Target="../ink/ink344.xml"/><Relationship Id="rId27" Type="http://schemas.openxmlformats.org/officeDocument/2006/relationships/customXml" Target="../ink/ink349.xml"/><Relationship Id="rId30" Type="http://schemas.openxmlformats.org/officeDocument/2006/relationships/customXml" Target="../ink/ink352.xml"/><Relationship Id="rId35" Type="http://schemas.openxmlformats.org/officeDocument/2006/relationships/customXml" Target="../ink/ink357.xml"/><Relationship Id="rId43" Type="http://schemas.openxmlformats.org/officeDocument/2006/relationships/customXml" Target="../ink/ink365.xml"/><Relationship Id="rId8" Type="http://schemas.openxmlformats.org/officeDocument/2006/relationships/image" Target="../media/image36.png"/><Relationship Id="rId3" Type="http://schemas.openxmlformats.org/officeDocument/2006/relationships/image" Target="../media/image31.png"/><Relationship Id="rId12" Type="http://schemas.openxmlformats.org/officeDocument/2006/relationships/customXml" Target="../ink/ink334.xml"/><Relationship Id="rId17" Type="http://schemas.openxmlformats.org/officeDocument/2006/relationships/customXml" Target="../ink/ink339.xml"/><Relationship Id="rId25" Type="http://schemas.openxmlformats.org/officeDocument/2006/relationships/customXml" Target="../ink/ink347.xml"/><Relationship Id="rId33" Type="http://schemas.openxmlformats.org/officeDocument/2006/relationships/customXml" Target="../ink/ink355.xml"/><Relationship Id="rId38" Type="http://schemas.openxmlformats.org/officeDocument/2006/relationships/customXml" Target="../ink/ink360.xml"/><Relationship Id="rId20" Type="http://schemas.openxmlformats.org/officeDocument/2006/relationships/customXml" Target="../ink/ink342.xml"/><Relationship Id="rId41" Type="http://schemas.openxmlformats.org/officeDocument/2006/relationships/customXml" Target="../ink/ink363.xml"/></Relationships>
</file>

<file path=ppt/slides/_rels/slide8.xml.rels><?xml version="1.0" encoding="UTF-8" standalone="yes"?>
<Relationships xmlns="http://schemas.openxmlformats.org/package/2006/relationships"><Relationship Id="rId26" Type="http://schemas.openxmlformats.org/officeDocument/2006/relationships/customXml" Target="../ink/ink385.xml"/><Relationship Id="rId21" Type="http://schemas.openxmlformats.org/officeDocument/2006/relationships/customXml" Target="../ink/ink380.xml"/><Relationship Id="rId42" Type="http://schemas.openxmlformats.org/officeDocument/2006/relationships/customXml" Target="../ink/ink401.xml"/><Relationship Id="rId47" Type="http://schemas.openxmlformats.org/officeDocument/2006/relationships/customXml" Target="../ink/ink406.xml"/><Relationship Id="rId63" Type="http://schemas.openxmlformats.org/officeDocument/2006/relationships/customXml" Target="../ink/ink422.xml"/><Relationship Id="rId68" Type="http://schemas.openxmlformats.org/officeDocument/2006/relationships/customXml" Target="../ink/ink427.xml"/><Relationship Id="rId16" Type="http://schemas.openxmlformats.org/officeDocument/2006/relationships/customXml" Target="../ink/ink375.xml"/><Relationship Id="rId11" Type="http://schemas.openxmlformats.org/officeDocument/2006/relationships/customXml" Target="../ink/ink370.xml"/><Relationship Id="rId24" Type="http://schemas.openxmlformats.org/officeDocument/2006/relationships/customXml" Target="../ink/ink383.xml"/><Relationship Id="rId32" Type="http://schemas.openxmlformats.org/officeDocument/2006/relationships/customXml" Target="../ink/ink391.xml"/><Relationship Id="rId37" Type="http://schemas.openxmlformats.org/officeDocument/2006/relationships/customXml" Target="../ink/ink396.xml"/><Relationship Id="rId40" Type="http://schemas.openxmlformats.org/officeDocument/2006/relationships/customXml" Target="../ink/ink399.xml"/><Relationship Id="rId45" Type="http://schemas.openxmlformats.org/officeDocument/2006/relationships/customXml" Target="../ink/ink404.xml"/><Relationship Id="rId53" Type="http://schemas.openxmlformats.org/officeDocument/2006/relationships/customXml" Target="../ink/ink412.xml"/><Relationship Id="rId58" Type="http://schemas.openxmlformats.org/officeDocument/2006/relationships/customXml" Target="../ink/ink417.xml"/><Relationship Id="rId66" Type="http://schemas.openxmlformats.org/officeDocument/2006/relationships/customXml" Target="../ink/ink425.xml"/><Relationship Id="rId74" Type="http://schemas.openxmlformats.org/officeDocument/2006/relationships/customXml" Target="../ink/ink433.xml"/><Relationship Id="rId79" Type="http://schemas.openxmlformats.org/officeDocument/2006/relationships/customXml" Target="../ink/ink438.xml"/><Relationship Id="rId5" Type="http://schemas.openxmlformats.org/officeDocument/2006/relationships/image" Target="../media/image40.png"/><Relationship Id="rId61" Type="http://schemas.openxmlformats.org/officeDocument/2006/relationships/customXml" Target="../ink/ink420.xml"/><Relationship Id="rId19" Type="http://schemas.openxmlformats.org/officeDocument/2006/relationships/customXml" Target="../ink/ink378.xml"/><Relationship Id="rId14" Type="http://schemas.openxmlformats.org/officeDocument/2006/relationships/customXml" Target="../ink/ink373.xml"/><Relationship Id="rId22" Type="http://schemas.openxmlformats.org/officeDocument/2006/relationships/customXml" Target="../ink/ink381.xml"/><Relationship Id="rId27" Type="http://schemas.openxmlformats.org/officeDocument/2006/relationships/customXml" Target="../ink/ink386.xml"/><Relationship Id="rId30" Type="http://schemas.openxmlformats.org/officeDocument/2006/relationships/customXml" Target="../ink/ink389.xml"/><Relationship Id="rId35" Type="http://schemas.openxmlformats.org/officeDocument/2006/relationships/customXml" Target="../ink/ink394.xml"/><Relationship Id="rId43" Type="http://schemas.openxmlformats.org/officeDocument/2006/relationships/customXml" Target="../ink/ink402.xml"/><Relationship Id="rId48" Type="http://schemas.openxmlformats.org/officeDocument/2006/relationships/customXml" Target="../ink/ink407.xml"/><Relationship Id="rId56" Type="http://schemas.openxmlformats.org/officeDocument/2006/relationships/customXml" Target="../ink/ink415.xml"/><Relationship Id="rId64" Type="http://schemas.openxmlformats.org/officeDocument/2006/relationships/customXml" Target="../ink/ink423.xml"/><Relationship Id="rId69" Type="http://schemas.openxmlformats.org/officeDocument/2006/relationships/customXml" Target="../ink/ink428.xml"/><Relationship Id="rId77" Type="http://schemas.openxmlformats.org/officeDocument/2006/relationships/customXml" Target="../ink/ink436.xml"/><Relationship Id="rId8" Type="http://schemas.openxmlformats.org/officeDocument/2006/relationships/image" Target="../media/image43.png"/><Relationship Id="rId51" Type="http://schemas.openxmlformats.org/officeDocument/2006/relationships/customXml" Target="../ink/ink410.xml"/><Relationship Id="rId72" Type="http://schemas.openxmlformats.org/officeDocument/2006/relationships/customXml" Target="../ink/ink431.xml"/><Relationship Id="rId3" Type="http://schemas.openxmlformats.org/officeDocument/2006/relationships/image" Target="../media/image38.png"/><Relationship Id="rId12" Type="http://schemas.openxmlformats.org/officeDocument/2006/relationships/customXml" Target="../ink/ink371.xml"/><Relationship Id="rId17" Type="http://schemas.openxmlformats.org/officeDocument/2006/relationships/customXml" Target="../ink/ink376.xml"/><Relationship Id="rId25" Type="http://schemas.openxmlformats.org/officeDocument/2006/relationships/customXml" Target="../ink/ink384.xml"/><Relationship Id="rId33" Type="http://schemas.openxmlformats.org/officeDocument/2006/relationships/customXml" Target="../ink/ink392.xml"/><Relationship Id="rId38" Type="http://schemas.openxmlformats.org/officeDocument/2006/relationships/customXml" Target="../ink/ink397.xml"/><Relationship Id="rId46" Type="http://schemas.openxmlformats.org/officeDocument/2006/relationships/customXml" Target="../ink/ink405.xml"/><Relationship Id="rId59" Type="http://schemas.openxmlformats.org/officeDocument/2006/relationships/customXml" Target="../ink/ink418.xml"/><Relationship Id="rId67" Type="http://schemas.openxmlformats.org/officeDocument/2006/relationships/customXml" Target="../ink/ink426.xml"/><Relationship Id="rId20" Type="http://schemas.openxmlformats.org/officeDocument/2006/relationships/customXml" Target="../ink/ink379.xml"/><Relationship Id="rId41" Type="http://schemas.openxmlformats.org/officeDocument/2006/relationships/customXml" Target="../ink/ink400.xml"/><Relationship Id="rId54" Type="http://schemas.openxmlformats.org/officeDocument/2006/relationships/customXml" Target="../ink/ink413.xml"/><Relationship Id="rId62" Type="http://schemas.openxmlformats.org/officeDocument/2006/relationships/customXml" Target="../ink/ink421.xml"/><Relationship Id="rId70" Type="http://schemas.openxmlformats.org/officeDocument/2006/relationships/customXml" Target="../ink/ink429.xml"/><Relationship Id="rId75" Type="http://schemas.openxmlformats.org/officeDocument/2006/relationships/customXml" Target="../ink/ink434.xml"/><Relationship Id="rId1" Type="http://schemas.openxmlformats.org/officeDocument/2006/relationships/slideLayout" Target="../slideLayouts/slideLayout2.xml"/><Relationship Id="rId6" Type="http://schemas.openxmlformats.org/officeDocument/2006/relationships/image" Target="../media/image41.png"/><Relationship Id="rId15" Type="http://schemas.openxmlformats.org/officeDocument/2006/relationships/customXml" Target="../ink/ink374.xml"/><Relationship Id="rId23" Type="http://schemas.openxmlformats.org/officeDocument/2006/relationships/customXml" Target="../ink/ink382.xml"/><Relationship Id="rId28" Type="http://schemas.openxmlformats.org/officeDocument/2006/relationships/customXml" Target="../ink/ink387.xml"/><Relationship Id="rId36" Type="http://schemas.openxmlformats.org/officeDocument/2006/relationships/customXml" Target="../ink/ink395.xml"/><Relationship Id="rId49" Type="http://schemas.openxmlformats.org/officeDocument/2006/relationships/customXml" Target="../ink/ink408.xml"/><Relationship Id="rId57" Type="http://schemas.openxmlformats.org/officeDocument/2006/relationships/customXml" Target="../ink/ink416.xml"/><Relationship Id="rId10" Type="http://schemas.openxmlformats.org/officeDocument/2006/relationships/customXml" Target="../ink/ink369.xml"/><Relationship Id="rId31" Type="http://schemas.openxmlformats.org/officeDocument/2006/relationships/customXml" Target="../ink/ink390.xml"/><Relationship Id="rId44" Type="http://schemas.openxmlformats.org/officeDocument/2006/relationships/customXml" Target="../ink/ink403.xml"/><Relationship Id="rId52" Type="http://schemas.openxmlformats.org/officeDocument/2006/relationships/customXml" Target="../ink/ink411.xml"/><Relationship Id="rId60" Type="http://schemas.openxmlformats.org/officeDocument/2006/relationships/customXml" Target="../ink/ink419.xml"/><Relationship Id="rId65" Type="http://schemas.openxmlformats.org/officeDocument/2006/relationships/customXml" Target="../ink/ink424.xml"/><Relationship Id="rId73" Type="http://schemas.openxmlformats.org/officeDocument/2006/relationships/customXml" Target="../ink/ink432.xml"/><Relationship Id="rId78" Type="http://schemas.openxmlformats.org/officeDocument/2006/relationships/customXml" Target="../ink/ink437.xml"/><Relationship Id="rId4" Type="http://schemas.openxmlformats.org/officeDocument/2006/relationships/image" Target="../media/image39.png"/><Relationship Id="rId9" Type="http://schemas.openxmlformats.org/officeDocument/2006/relationships/customXml" Target="../ink/ink368.xml"/><Relationship Id="rId13" Type="http://schemas.openxmlformats.org/officeDocument/2006/relationships/customXml" Target="../ink/ink372.xml"/><Relationship Id="rId18" Type="http://schemas.openxmlformats.org/officeDocument/2006/relationships/customXml" Target="../ink/ink377.xml"/><Relationship Id="rId39" Type="http://schemas.openxmlformats.org/officeDocument/2006/relationships/customXml" Target="../ink/ink398.xml"/><Relationship Id="rId34" Type="http://schemas.openxmlformats.org/officeDocument/2006/relationships/customXml" Target="../ink/ink393.xml"/><Relationship Id="rId50" Type="http://schemas.openxmlformats.org/officeDocument/2006/relationships/customXml" Target="../ink/ink409.xml"/><Relationship Id="rId55" Type="http://schemas.openxmlformats.org/officeDocument/2006/relationships/customXml" Target="../ink/ink414.xml"/><Relationship Id="rId76" Type="http://schemas.openxmlformats.org/officeDocument/2006/relationships/customXml" Target="../ink/ink435.xml"/><Relationship Id="rId7" Type="http://schemas.openxmlformats.org/officeDocument/2006/relationships/image" Target="../media/image42.png"/><Relationship Id="rId71" Type="http://schemas.openxmlformats.org/officeDocument/2006/relationships/customXml" Target="../ink/ink430.xml"/><Relationship Id="rId2" Type="http://schemas.openxmlformats.org/officeDocument/2006/relationships/image" Target="../media/image37.png"/><Relationship Id="rId29" Type="http://schemas.openxmlformats.org/officeDocument/2006/relationships/customXml" Target="../ink/ink388.xml"/></Relationships>
</file>

<file path=ppt/slides/_rels/slide9.xml.rels><?xml version="1.0" encoding="UTF-8" standalone="yes"?>
<Relationships xmlns="http://schemas.openxmlformats.org/package/2006/relationships"><Relationship Id="rId26" Type="http://schemas.openxmlformats.org/officeDocument/2006/relationships/customXml" Target="../ink/ink461.xml"/><Relationship Id="rId117" Type="http://schemas.openxmlformats.org/officeDocument/2006/relationships/customXml" Target="../ink/ink552.xml"/><Relationship Id="rId21" Type="http://schemas.openxmlformats.org/officeDocument/2006/relationships/customXml" Target="../ink/ink456.xml"/><Relationship Id="rId42" Type="http://schemas.openxmlformats.org/officeDocument/2006/relationships/customXml" Target="../ink/ink477.xml"/><Relationship Id="rId47" Type="http://schemas.openxmlformats.org/officeDocument/2006/relationships/customXml" Target="../ink/ink482.xml"/><Relationship Id="rId63" Type="http://schemas.openxmlformats.org/officeDocument/2006/relationships/customXml" Target="../ink/ink498.xml"/><Relationship Id="rId68" Type="http://schemas.openxmlformats.org/officeDocument/2006/relationships/customXml" Target="../ink/ink503.xml"/><Relationship Id="rId84" Type="http://schemas.openxmlformats.org/officeDocument/2006/relationships/customXml" Target="../ink/ink519.xml"/><Relationship Id="rId89" Type="http://schemas.openxmlformats.org/officeDocument/2006/relationships/customXml" Target="../ink/ink524.xml"/><Relationship Id="rId112" Type="http://schemas.openxmlformats.org/officeDocument/2006/relationships/customXml" Target="../ink/ink547.xml"/><Relationship Id="rId16" Type="http://schemas.openxmlformats.org/officeDocument/2006/relationships/customXml" Target="../ink/ink451.xml"/><Relationship Id="rId107" Type="http://schemas.openxmlformats.org/officeDocument/2006/relationships/customXml" Target="../ink/ink542.xml"/><Relationship Id="rId11" Type="http://schemas.openxmlformats.org/officeDocument/2006/relationships/customXml" Target="../ink/ink446.xml"/><Relationship Id="rId32" Type="http://schemas.openxmlformats.org/officeDocument/2006/relationships/customXml" Target="../ink/ink467.xml"/><Relationship Id="rId37" Type="http://schemas.openxmlformats.org/officeDocument/2006/relationships/customXml" Target="../ink/ink472.xml"/><Relationship Id="rId53" Type="http://schemas.openxmlformats.org/officeDocument/2006/relationships/customXml" Target="../ink/ink488.xml"/><Relationship Id="rId58" Type="http://schemas.openxmlformats.org/officeDocument/2006/relationships/customXml" Target="../ink/ink493.xml"/><Relationship Id="rId74" Type="http://schemas.openxmlformats.org/officeDocument/2006/relationships/customXml" Target="../ink/ink509.xml"/><Relationship Id="rId79" Type="http://schemas.openxmlformats.org/officeDocument/2006/relationships/customXml" Target="../ink/ink514.xml"/><Relationship Id="rId102" Type="http://schemas.openxmlformats.org/officeDocument/2006/relationships/customXml" Target="../ink/ink537.xml"/><Relationship Id="rId123" Type="http://schemas.openxmlformats.org/officeDocument/2006/relationships/customXml" Target="../ink/ink558.xml"/><Relationship Id="rId5" Type="http://schemas.openxmlformats.org/officeDocument/2006/relationships/customXml" Target="../ink/ink440.xml"/><Relationship Id="rId90" Type="http://schemas.openxmlformats.org/officeDocument/2006/relationships/customXml" Target="../ink/ink525.xml"/><Relationship Id="rId95" Type="http://schemas.openxmlformats.org/officeDocument/2006/relationships/customXml" Target="../ink/ink530.xml"/><Relationship Id="rId22" Type="http://schemas.openxmlformats.org/officeDocument/2006/relationships/customXml" Target="../ink/ink457.xml"/><Relationship Id="rId27" Type="http://schemas.openxmlformats.org/officeDocument/2006/relationships/customXml" Target="../ink/ink462.xml"/><Relationship Id="rId43" Type="http://schemas.openxmlformats.org/officeDocument/2006/relationships/customXml" Target="../ink/ink478.xml"/><Relationship Id="rId48" Type="http://schemas.openxmlformats.org/officeDocument/2006/relationships/customXml" Target="../ink/ink483.xml"/><Relationship Id="rId64" Type="http://schemas.openxmlformats.org/officeDocument/2006/relationships/customXml" Target="../ink/ink499.xml"/><Relationship Id="rId69" Type="http://schemas.openxmlformats.org/officeDocument/2006/relationships/customXml" Target="../ink/ink504.xml"/><Relationship Id="rId113" Type="http://schemas.openxmlformats.org/officeDocument/2006/relationships/customXml" Target="../ink/ink548.xml"/><Relationship Id="rId118" Type="http://schemas.openxmlformats.org/officeDocument/2006/relationships/customXml" Target="../ink/ink553.xml"/><Relationship Id="rId80" Type="http://schemas.openxmlformats.org/officeDocument/2006/relationships/customXml" Target="../ink/ink515.xml"/><Relationship Id="rId85" Type="http://schemas.openxmlformats.org/officeDocument/2006/relationships/customXml" Target="../ink/ink520.xml"/><Relationship Id="rId12" Type="http://schemas.openxmlformats.org/officeDocument/2006/relationships/customXml" Target="../ink/ink447.xml"/><Relationship Id="rId17" Type="http://schemas.openxmlformats.org/officeDocument/2006/relationships/customXml" Target="../ink/ink452.xml"/><Relationship Id="rId33" Type="http://schemas.openxmlformats.org/officeDocument/2006/relationships/customXml" Target="../ink/ink468.xml"/><Relationship Id="rId38" Type="http://schemas.openxmlformats.org/officeDocument/2006/relationships/customXml" Target="../ink/ink473.xml"/><Relationship Id="rId59" Type="http://schemas.openxmlformats.org/officeDocument/2006/relationships/customXml" Target="../ink/ink494.xml"/><Relationship Id="rId103" Type="http://schemas.openxmlformats.org/officeDocument/2006/relationships/customXml" Target="../ink/ink538.xml"/><Relationship Id="rId108" Type="http://schemas.openxmlformats.org/officeDocument/2006/relationships/customXml" Target="../ink/ink543.xml"/><Relationship Id="rId124" Type="http://schemas.openxmlformats.org/officeDocument/2006/relationships/customXml" Target="../ink/ink559.xml"/><Relationship Id="rId54" Type="http://schemas.openxmlformats.org/officeDocument/2006/relationships/customXml" Target="../ink/ink489.xml"/><Relationship Id="rId70" Type="http://schemas.openxmlformats.org/officeDocument/2006/relationships/customXml" Target="../ink/ink505.xml"/><Relationship Id="rId75" Type="http://schemas.openxmlformats.org/officeDocument/2006/relationships/customXml" Target="../ink/ink510.xml"/><Relationship Id="rId91" Type="http://schemas.openxmlformats.org/officeDocument/2006/relationships/customXml" Target="../ink/ink526.xml"/><Relationship Id="rId96" Type="http://schemas.openxmlformats.org/officeDocument/2006/relationships/customXml" Target="../ink/ink531.xml"/><Relationship Id="rId1" Type="http://schemas.openxmlformats.org/officeDocument/2006/relationships/slideLayout" Target="../slideLayouts/slideLayout2.xml"/><Relationship Id="rId6" Type="http://schemas.openxmlformats.org/officeDocument/2006/relationships/customXml" Target="../ink/ink441.xml"/><Relationship Id="rId23" Type="http://schemas.openxmlformats.org/officeDocument/2006/relationships/customXml" Target="../ink/ink458.xml"/><Relationship Id="rId28" Type="http://schemas.openxmlformats.org/officeDocument/2006/relationships/customXml" Target="../ink/ink463.xml"/><Relationship Id="rId49" Type="http://schemas.openxmlformats.org/officeDocument/2006/relationships/customXml" Target="../ink/ink484.xml"/><Relationship Id="rId114" Type="http://schemas.openxmlformats.org/officeDocument/2006/relationships/customXml" Target="../ink/ink549.xml"/><Relationship Id="rId119" Type="http://schemas.openxmlformats.org/officeDocument/2006/relationships/customXml" Target="../ink/ink554.xml"/><Relationship Id="rId44" Type="http://schemas.openxmlformats.org/officeDocument/2006/relationships/customXml" Target="../ink/ink479.xml"/><Relationship Id="rId60" Type="http://schemas.openxmlformats.org/officeDocument/2006/relationships/customXml" Target="../ink/ink495.xml"/><Relationship Id="rId65" Type="http://schemas.openxmlformats.org/officeDocument/2006/relationships/customXml" Target="../ink/ink500.xml"/><Relationship Id="rId81" Type="http://schemas.openxmlformats.org/officeDocument/2006/relationships/customXml" Target="../ink/ink516.xml"/><Relationship Id="rId86" Type="http://schemas.openxmlformats.org/officeDocument/2006/relationships/customXml" Target="../ink/ink521.xml"/><Relationship Id="rId13" Type="http://schemas.openxmlformats.org/officeDocument/2006/relationships/customXml" Target="../ink/ink448.xml"/><Relationship Id="rId18" Type="http://schemas.openxmlformats.org/officeDocument/2006/relationships/customXml" Target="../ink/ink453.xml"/><Relationship Id="rId39" Type="http://schemas.openxmlformats.org/officeDocument/2006/relationships/customXml" Target="../ink/ink474.xml"/><Relationship Id="rId109" Type="http://schemas.openxmlformats.org/officeDocument/2006/relationships/customXml" Target="../ink/ink544.xml"/><Relationship Id="rId34" Type="http://schemas.openxmlformats.org/officeDocument/2006/relationships/customXml" Target="../ink/ink469.xml"/><Relationship Id="rId50" Type="http://schemas.openxmlformats.org/officeDocument/2006/relationships/customXml" Target="../ink/ink485.xml"/><Relationship Id="rId55" Type="http://schemas.openxmlformats.org/officeDocument/2006/relationships/customXml" Target="../ink/ink490.xml"/><Relationship Id="rId76" Type="http://schemas.openxmlformats.org/officeDocument/2006/relationships/customXml" Target="../ink/ink511.xml"/><Relationship Id="rId97" Type="http://schemas.openxmlformats.org/officeDocument/2006/relationships/customXml" Target="../ink/ink532.xml"/><Relationship Id="rId104" Type="http://schemas.openxmlformats.org/officeDocument/2006/relationships/customXml" Target="../ink/ink539.xml"/><Relationship Id="rId120" Type="http://schemas.openxmlformats.org/officeDocument/2006/relationships/customXml" Target="../ink/ink555.xml"/><Relationship Id="rId125" Type="http://schemas.openxmlformats.org/officeDocument/2006/relationships/customXml" Target="../ink/ink560.xml"/><Relationship Id="rId7" Type="http://schemas.openxmlformats.org/officeDocument/2006/relationships/customXml" Target="../ink/ink442.xml"/><Relationship Id="rId71" Type="http://schemas.openxmlformats.org/officeDocument/2006/relationships/customXml" Target="../ink/ink506.xml"/><Relationship Id="rId92" Type="http://schemas.openxmlformats.org/officeDocument/2006/relationships/customXml" Target="../ink/ink527.xml"/><Relationship Id="rId2" Type="http://schemas.openxmlformats.org/officeDocument/2006/relationships/image" Target="../media/image44.png"/><Relationship Id="rId29" Type="http://schemas.openxmlformats.org/officeDocument/2006/relationships/customXml" Target="../ink/ink464.xml"/><Relationship Id="rId24" Type="http://schemas.openxmlformats.org/officeDocument/2006/relationships/customXml" Target="../ink/ink459.xml"/><Relationship Id="rId40" Type="http://schemas.openxmlformats.org/officeDocument/2006/relationships/customXml" Target="../ink/ink475.xml"/><Relationship Id="rId45" Type="http://schemas.openxmlformats.org/officeDocument/2006/relationships/customXml" Target="../ink/ink480.xml"/><Relationship Id="rId66" Type="http://schemas.openxmlformats.org/officeDocument/2006/relationships/customXml" Target="../ink/ink501.xml"/><Relationship Id="rId87" Type="http://schemas.openxmlformats.org/officeDocument/2006/relationships/customXml" Target="../ink/ink522.xml"/><Relationship Id="rId110" Type="http://schemas.openxmlformats.org/officeDocument/2006/relationships/customXml" Target="../ink/ink545.xml"/><Relationship Id="rId115" Type="http://schemas.openxmlformats.org/officeDocument/2006/relationships/customXml" Target="../ink/ink550.xml"/><Relationship Id="rId61" Type="http://schemas.openxmlformats.org/officeDocument/2006/relationships/customXml" Target="../ink/ink496.xml"/><Relationship Id="rId82" Type="http://schemas.openxmlformats.org/officeDocument/2006/relationships/customXml" Target="../ink/ink517.xml"/><Relationship Id="rId19" Type="http://schemas.openxmlformats.org/officeDocument/2006/relationships/customXml" Target="../ink/ink454.xml"/><Relationship Id="rId14" Type="http://schemas.openxmlformats.org/officeDocument/2006/relationships/customXml" Target="../ink/ink449.xml"/><Relationship Id="rId30" Type="http://schemas.openxmlformats.org/officeDocument/2006/relationships/customXml" Target="../ink/ink465.xml"/><Relationship Id="rId35" Type="http://schemas.openxmlformats.org/officeDocument/2006/relationships/customXml" Target="../ink/ink470.xml"/><Relationship Id="rId56" Type="http://schemas.openxmlformats.org/officeDocument/2006/relationships/customXml" Target="../ink/ink491.xml"/><Relationship Id="rId77" Type="http://schemas.openxmlformats.org/officeDocument/2006/relationships/customXml" Target="../ink/ink512.xml"/><Relationship Id="rId100" Type="http://schemas.openxmlformats.org/officeDocument/2006/relationships/customXml" Target="../ink/ink535.xml"/><Relationship Id="rId105" Type="http://schemas.openxmlformats.org/officeDocument/2006/relationships/customXml" Target="../ink/ink540.xml"/><Relationship Id="rId126" Type="http://schemas.openxmlformats.org/officeDocument/2006/relationships/customXml" Target="../ink/ink561.xml"/><Relationship Id="rId8" Type="http://schemas.openxmlformats.org/officeDocument/2006/relationships/customXml" Target="../ink/ink443.xml"/><Relationship Id="rId51" Type="http://schemas.openxmlformats.org/officeDocument/2006/relationships/customXml" Target="../ink/ink486.xml"/><Relationship Id="rId72" Type="http://schemas.openxmlformats.org/officeDocument/2006/relationships/customXml" Target="../ink/ink507.xml"/><Relationship Id="rId93" Type="http://schemas.openxmlformats.org/officeDocument/2006/relationships/customXml" Target="../ink/ink528.xml"/><Relationship Id="rId98" Type="http://schemas.openxmlformats.org/officeDocument/2006/relationships/customXml" Target="../ink/ink533.xml"/><Relationship Id="rId121" Type="http://schemas.openxmlformats.org/officeDocument/2006/relationships/customXml" Target="../ink/ink556.xml"/><Relationship Id="rId3" Type="http://schemas.openxmlformats.org/officeDocument/2006/relationships/image" Target="../media/image45.png"/><Relationship Id="rId25" Type="http://schemas.openxmlformats.org/officeDocument/2006/relationships/customXml" Target="../ink/ink460.xml"/><Relationship Id="rId46" Type="http://schemas.openxmlformats.org/officeDocument/2006/relationships/customXml" Target="../ink/ink481.xml"/><Relationship Id="rId67" Type="http://schemas.openxmlformats.org/officeDocument/2006/relationships/customXml" Target="../ink/ink502.xml"/><Relationship Id="rId116" Type="http://schemas.openxmlformats.org/officeDocument/2006/relationships/customXml" Target="../ink/ink551.xml"/><Relationship Id="rId20" Type="http://schemas.openxmlformats.org/officeDocument/2006/relationships/customXml" Target="../ink/ink455.xml"/><Relationship Id="rId41" Type="http://schemas.openxmlformats.org/officeDocument/2006/relationships/customXml" Target="../ink/ink476.xml"/><Relationship Id="rId62" Type="http://schemas.openxmlformats.org/officeDocument/2006/relationships/customXml" Target="../ink/ink497.xml"/><Relationship Id="rId83" Type="http://schemas.openxmlformats.org/officeDocument/2006/relationships/customXml" Target="../ink/ink518.xml"/><Relationship Id="rId88" Type="http://schemas.openxmlformats.org/officeDocument/2006/relationships/customXml" Target="../ink/ink523.xml"/><Relationship Id="rId111" Type="http://schemas.openxmlformats.org/officeDocument/2006/relationships/customXml" Target="../ink/ink546.xml"/><Relationship Id="rId15" Type="http://schemas.openxmlformats.org/officeDocument/2006/relationships/customXml" Target="../ink/ink450.xml"/><Relationship Id="rId36" Type="http://schemas.openxmlformats.org/officeDocument/2006/relationships/customXml" Target="../ink/ink471.xml"/><Relationship Id="rId57" Type="http://schemas.openxmlformats.org/officeDocument/2006/relationships/customXml" Target="../ink/ink492.xml"/><Relationship Id="rId106" Type="http://schemas.openxmlformats.org/officeDocument/2006/relationships/customXml" Target="../ink/ink541.xml"/><Relationship Id="rId127" Type="http://schemas.openxmlformats.org/officeDocument/2006/relationships/customXml" Target="../ink/ink562.xml"/><Relationship Id="rId10" Type="http://schemas.openxmlformats.org/officeDocument/2006/relationships/customXml" Target="../ink/ink445.xml"/><Relationship Id="rId31" Type="http://schemas.openxmlformats.org/officeDocument/2006/relationships/customXml" Target="../ink/ink466.xml"/><Relationship Id="rId52" Type="http://schemas.openxmlformats.org/officeDocument/2006/relationships/customXml" Target="../ink/ink487.xml"/><Relationship Id="rId73" Type="http://schemas.openxmlformats.org/officeDocument/2006/relationships/customXml" Target="../ink/ink508.xml"/><Relationship Id="rId78" Type="http://schemas.openxmlformats.org/officeDocument/2006/relationships/customXml" Target="../ink/ink513.xml"/><Relationship Id="rId94" Type="http://schemas.openxmlformats.org/officeDocument/2006/relationships/customXml" Target="../ink/ink529.xml"/><Relationship Id="rId99" Type="http://schemas.openxmlformats.org/officeDocument/2006/relationships/customXml" Target="../ink/ink534.xml"/><Relationship Id="rId101" Type="http://schemas.openxmlformats.org/officeDocument/2006/relationships/customXml" Target="../ink/ink536.xml"/><Relationship Id="rId122" Type="http://schemas.openxmlformats.org/officeDocument/2006/relationships/customXml" Target="../ink/ink557.xml"/><Relationship Id="rId4" Type="http://schemas.openxmlformats.org/officeDocument/2006/relationships/customXml" Target="../ink/ink439.xml"/><Relationship Id="rId9" Type="http://schemas.openxmlformats.org/officeDocument/2006/relationships/customXml" Target="../ink/ink444.xml"/></Relationships>
</file>

<file path=ppt/slides/_rels/slide10.xml.rels><?xml version="1.0" encoding="UTF-8" standalone="yes"?>
<Relationships xmlns="http://schemas.openxmlformats.org/package/2006/relationships"><Relationship Id="rId8" Type="http://schemas.openxmlformats.org/officeDocument/2006/relationships/customXml" Target="../ink/ink565.xml"/><Relationship Id="rId3" Type="http://schemas.openxmlformats.org/officeDocument/2006/relationships/image" Target="../media/image47.png"/><Relationship Id="rId7" Type="http://schemas.openxmlformats.org/officeDocument/2006/relationships/customXml" Target="../ink/ink564.xml"/><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customXml" Target="../ink/ink563.xml"/><Relationship Id="rId5" Type="http://schemas.openxmlformats.org/officeDocument/2006/relationships/image" Target="../media/image49.png"/><Relationship Id="rId4" Type="http://schemas.openxmlformats.org/officeDocument/2006/relationships/image" Target="../media/image48.png"/><Relationship Id="rId9" Type="http://schemas.openxmlformats.org/officeDocument/2006/relationships/customXml" Target="../ink/ink566.xml"/></Relationships>
</file>

<file path=ppt/slides/_rels/slide11.xml.rels><?xml version="1.0" encoding="UTF-8" standalone="yes"?>
<Relationships xmlns="http://schemas.openxmlformats.org/package/2006/relationships"><Relationship Id="rId8" Type="http://schemas.openxmlformats.org/officeDocument/2006/relationships/customXml" Target="../ink/ink568.xml"/><Relationship Id="rId3" Type="http://schemas.openxmlformats.org/officeDocument/2006/relationships/image" Target="../media/image51.png"/><Relationship Id="rId7" Type="http://schemas.openxmlformats.org/officeDocument/2006/relationships/customXml" Target="../ink/ink567.xml"/><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customXml" Target="../ink/ink571.xml"/><Relationship Id="rId5" Type="http://schemas.openxmlformats.org/officeDocument/2006/relationships/image" Target="../media/image53.png"/><Relationship Id="rId10" Type="http://schemas.openxmlformats.org/officeDocument/2006/relationships/customXml" Target="../ink/ink570.xml"/><Relationship Id="rId4" Type="http://schemas.openxmlformats.org/officeDocument/2006/relationships/image" Target="../media/image52.png"/><Relationship Id="rId9" Type="http://schemas.openxmlformats.org/officeDocument/2006/relationships/customXml" Target="../ink/ink569.xml"/></Relationships>
</file>

<file path=ppt/slides/_rels/slide12.xml.rels><?xml version="1.0" encoding="UTF-8" standalone="yes"?>
<Relationships xmlns="http://schemas.openxmlformats.org/package/2006/relationships"><Relationship Id="rId8" Type="http://schemas.openxmlformats.org/officeDocument/2006/relationships/customXml" Target="../ink/ink573.xml"/><Relationship Id="rId3" Type="http://schemas.openxmlformats.org/officeDocument/2006/relationships/image" Target="../media/image56.png"/><Relationship Id="rId7" Type="http://schemas.openxmlformats.org/officeDocument/2006/relationships/customXml" Target="../ink/ink572.xml"/><Relationship Id="rId2" Type="http://schemas.openxmlformats.org/officeDocument/2006/relationships/image" Target="../media/image55.emf"/><Relationship Id="rId1" Type="http://schemas.openxmlformats.org/officeDocument/2006/relationships/slideLayout" Target="../slideLayouts/slideLayout2.xml"/><Relationship Id="rId6" Type="http://schemas.openxmlformats.org/officeDocument/2006/relationships/image" Target="../media/image59.emf"/><Relationship Id="rId5" Type="http://schemas.openxmlformats.org/officeDocument/2006/relationships/image" Target="../media/image58.png"/><Relationship Id="rId10" Type="http://schemas.openxmlformats.org/officeDocument/2006/relationships/customXml" Target="../ink/ink575.xml"/><Relationship Id="rId4" Type="http://schemas.openxmlformats.org/officeDocument/2006/relationships/image" Target="../media/image57.png"/><Relationship Id="rId9" Type="http://schemas.openxmlformats.org/officeDocument/2006/relationships/customXml" Target="../ink/ink574.xml"/></Relationships>
</file>

<file path=ppt/slides/_rels/slide13.xml.rels><?xml version="1.0" encoding="UTF-8" standalone="yes"?>
<Relationships xmlns="http://schemas.openxmlformats.org/package/2006/relationships"><Relationship Id="rId117" Type="http://schemas.openxmlformats.org/officeDocument/2006/relationships/customXml" Target="../ink/ink691.xml"/><Relationship Id="rId21" Type="http://schemas.openxmlformats.org/officeDocument/2006/relationships/customXml" Target="../ink/ink595.xml"/><Relationship Id="rId42" Type="http://schemas.openxmlformats.org/officeDocument/2006/relationships/customXml" Target="../ink/ink616.xml"/><Relationship Id="rId63" Type="http://schemas.openxmlformats.org/officeDocument/2006/relationships/customXml" Target="../ink/ink637.xml"/><Relationship Id="rId84" Type="http://schemas.openxmlformats.org/officeDocument/2006/relationships/customXml" Target="../ink/ink658.xml"/><Relationship Id="rId138" Type="http://schemas.openxmlformats.org/officeDocument/2006/relationships/customXml" Target="../ink/ink712.xml"/><Relationship Id="rId159" Type="http://schemas.openxmlformats.org/officeDocument/2006/relationships/customXml" Target="../ink/ink733.xml"/><Relationship Id="rId170" Type="http://schemas.openxmlformats.org/officeDocument/2006/relationships/customXml" Target="../ink/ink744.xml"/><Relationship Id="rId191" Type="http://schemas.openxmlformats.org/officeDocument/2006/relationships/customXml" Target="../ink/ink765.xml"/><Relationship Id="rId205" Type="http://schemas.openxmlformats.org/officeDocument/2006/relationships/customXml" Target="../ink/ink779.xml"/><Relationship Id="rId107" Type="http://schemas.openxmlformats.org/officeDocument/2006/relationships/customXml" Target="../ink/ink681.xml"/><Relationship Id="rId11" Type="http://schemas.openxmlformats.org/officeDocument/2006/relationships/customXml" Target="../ink/ink585.xml"/><Relationship Id="rId32" Type="http://schemas.openxmlformats.org/officeDocument/2006/relationships/customXml" Target="../ink/ink606.xml"/><Relationship Id="rId53" Type="http://schemas.openxmlformats.org/officeDocument/2006/relationships/customXml" Target="../ink/ink627.xml"/><Relationship Id="rId74" Type="http://schemas.openxmlformats.org/officeDocument/2006/relationships/customXml" Target="../ink/ink648.xml"/><Relationship Id="rId128" Type="http://schemas.openxmlformats.org/officeDocument/2006/relationships/customXml" Target="../ink/ink702.xml"/><Relationship Id="rId149" Type="http://schemas.openxmlformats.org/officeDocument/2006/relationships/customXml" Target="../ink/ink723.xml"/><Relationship Id="rId5" Type="http://schemas.openxmlformats.org/officeDocument/2006/relationships/customXml" Target="../ink/ink579.xml"/><Relationship Id="rId95" Type="http://schemas.openxmlformats.org/officeDocument/2006/relationships/customXml" Target="../ink/ink669.xml"/><Relationship Id="rId160" Type="http://schemas.openxmlformats.org/officeDocument/2006/relationships/customXml" Target="../ink/ink734.xml"/><Relationship Id="rId181" Type="http://schemas.openxmlformats.org/officeDocument/2006/relationships/customXml" Target="../ink/ink755.xml"/><Relationship Id="rId216" Type="http://schemas.openxmlformats.org/officeDocument/2006/relationships/customXml" Target="../ink/ink790.xml"/><Relationship Id="rId22" Type="http://schemas.openxmlformats.org/officeDocument/2006/relationships/customXml" Target="../ink/ink596.xml"/><Relationship Id="rId43" Type="http://schemas.openxmlformats.org/officeDocument/2006/relationships/customXml" Target="../ink/ink617.xml"/><Relationship Id="rId64" Type="http://schemas.openxmlformats.org/officeDocument/2006/relationships/customXml" Target="../ink/ink638.xml"/><Relationship Id="rId118" Type="http://schemas.openxmlformats.org/officeDocument/2006/relationships/customXml" Target="../ink/ink692.xml"/><Relationship Id="rId139" Type="http://schemas.openxmlformats.org/officeDocument/2006/relationships/customXml" Target="../ink/ink713.xml"/><Relationship Id="rId85" Type="http://schemas.openxmlformats.org/officeDocument/2006/relationships/customXml" Target="../ink/ink659.xml"/><Relationship Id="rId150" Type="http://schemas.openxmlformats.org/officeDocument/2006/relationships/customXml" Target="../ink/ink724.xml"/><Relationship Id="rId171" Type="http://schemas.openxmlformats.org/officeDocument/2006/relationships/customXml" Target="../ink/ink745.xml"/><Relationship Id="rId192" Type="http://schemas.openxmlformats.org/officeDocument/2006/relationships/customXml" Target="../ink/ink766.xml"/><Relationship Id="rId206" Type="http://schemas.openxmlformats.org/officeDocument/2006/relationships/customXml" Target="../ink/ink780.xml"/><Relationship Id="rId12" Type="http://schemas.openxmlformats.org/officeDocument/2006/relationships/customXml" Target="../ink/ink586.xml"/><Relationship Id="rId33" Type="http://schemas.openxmlformats.org/officeDocument/2006/relationships/customXml" Target="../ink/ink607.xml"/><Relationship Id="rId108" Type="http://schemas.openxmlformats.org/officeDocument/2006/relationships/customXml" Target="../ink/ink682.xml"/><Relationship Id="rId129" Type="http://schemas.openxmlformats.org/officeDocument/2006/relationships/customXml" Target="../ink/ink703.xml"/><Relationship Id="rId54" Type="http://schemas.openxmlformats.org/officeDocument/2006/relationships/customXml" Target="../ink/ink628.xml"/><Relationship Id="rId75" Type="http://schemas.openxmlformats.org/officeDocument/2006/relationships/customXml" Target="../ink/ink649.xml"/><Relationship Id="rId96" Type="http://schemas.openxmlformats.org/officeDocument/2006/relationships/customXml" Target="../ink/ink670.xml"/><Relationship Id="rId140" Type="http://schemas.openxmlformats.org/officeDocument/2006/relationships/customXml" Target="../ink/ink714.xml"/><Relationship Id="rId161" Type="http://schemas.openxmlformats.org/officeDocument/2006/relationships/customXml" Target="../ink/ink735.xml"/><Relationship Id="rId182" Type="http://schemas.openxmlformats.org/officeDocument/2006/relationships/customXml" Target="../ink/ink756.xml"/><Relationship Id="rId217" Type="http://schemas.openxmlformats.org/officeDocument/2006/relationships/customXml" Target="../ink/ink791.xml"/><Relationship Id="rId6" Type="http://schemas.openxmlformats.org/officeDocument/2006/relationships/customXml" Target="../ink/ink580.xml"/><Relationship Id="rId23" Type="http://schemas.openxmlformats.org/officeDocument/2006/relationships/customXml" Target="../ink/ink597.xml"/><Relationship Id="rId119" Type="http://schemas.openxmlformats.org/officeDocument/2006/relationships/customXml" Target="../ink/ink693.xml"/><Relationship Id="rId44" Type="http://schemas.openxmlformats.org/officeDocument/2006/relationships/customXml" Target="../ink/ink618.xml"/><Relationship Id="rId65" Type="http://schemas.openxmlformats.org/officeDocument/2006/relationships/customXml" Target="../ink/ink639.xml"/><Relationship Id="rId86" Type="http://schemas.openxmlformats.org/officeDocument/2006/relationships/customXml" Target="../ink/ink660.xml"/><Relationship Id="rId130" Type="http://schemas.openxmlformats.org/officeDocument/2006/relationships/customXml" Target="../ink/ink704.xml"/><Relationship Id="rId151" Type="http://schemas.openxmlformats.org/officeDocument/2006/relationships/customXml" Target="../ink/ink725.xml"/><Relationship Id="rId172" Type="http://schemas.openxmlformats.org/officeDocument/2006/relationships/customXml" Target="../ink/ink746.xml"/><Relationship Id="rId193" Type="http://schemas.openxmlformats.org/officeDocument/2006/relationships/customXml" Target="../ink/ink767.xml"/><Relationship Id="rId207" Type="http://schemas.openxmlformats.org/officeDocument/2006/relationships/customXml" Target="../ink/ink781.xml"/><Relationship Id="rId13" Type="http://schemas.openxmlformats.org/officeDocument/2006/relationships/customXml" Target="../ink/ink587.xml"/><Relationship Id="rId109" Type="http://schemas.openxmlformats.org/officeDocument/2006/relationships/customXml" Target="../ink/ink683.xml"/><Relationship Id="rId34" Type="http://schemas.openxmlformats.org/officeDocument/2006/relationships/customXml" Target="../ink/ink608.xml"/><Relationship Id="rId55" Type="http://schemas.openxmlformats.org/officeDocument/2006/relationships/customXml" Target="../ink/ink629.xml"/><Relationship Id="rId76" Type="http://schemas.openxmlformats.org/officeDocument/2006/relationships/customXml" Target="../ink/ink650.xml"/><Relationship Id="rId97" Type="http://schemas.openxmlformats.org/officeDocument/2006/relationships/customXml" Target="../ink/ink671.xml"/><Relationship Id="rId120" Type="http://schemas.openxmlformats.org/officeDocument/2006/relationships/customXml" Target="../ink/ink694.xml"/><Relationship Id="rId141" Type="http://schemas.openxmlformats.org/officeDocument/2006/relationships/customXml" Target="../ink/ink715.xml"/><Relationship Id="rId7" Type="http://schemas.openxmlformats.org/officeDocument/2006/relationships/customXml" Target="../ink/ink581.xml"/><Relationship Id="rId162" Type="http://schemas.openxmlformats.org/officeDocument/2006/relationships/customXml" Target="../ink/ink736.xml"/><Relationship Id="rId183" Type="http://schemas.openxmlformats.org/officeDocument/2006/relationships/customXml" Target="../ink/ink757.xml"/><Relationship Id="rId218" Type="http://schemas.openxmlformats.org/officeDocument/2006/relationships/customXml" Target="../ink/ink792.xml"/><Relationship Id="rId24" Type="http://schemas.openxmlformats.org/officeDocument/2006/relationships/customXml" Target="../ink/ink598.xml"/><Relationship Id="rId45" Type="http://schemas.openxmlformats.org/officeDocument/2006/relationships/customXml" Target="../ink/ink619.xml"/><Relationship Id="rId66" Type="http://schemas.openxmlformats.org/officeDocument/2006/relationships/customXml" Target="../ink/ink640.xml"/><Relationship Id="rId87" Type="http://schemas.openxmlformats.org/officeDocument/2006/relationships/customXml" Target="../ink/ink661.xml"/><Relationship Id="rId110" Type="http://schemas.openxmlformats.org/officeDocument/2006/relationships/customXml" Target="../ink/ink684.xml"/><Relationship Id="rId131" Type="http://schemas.openxmlformats.org/officeDocument/2006/relationships/customXml" Target="../ink/ink705.xml"/><Relationship Id="rId152" Type="http://schemas.openxmlformats.org/officeDocument/2006/relationships/customXml" Target="../ink/ink726.xml"/><Relationship Id="rId173" Type="http://schemas.openxmlformats.org/officeDocument/2006/relationships/customXml" Target="../ink/ink747.xml"/><Relationship Id="rId194" Type="http://schemas.openxmlformats.org/officeDocument/2006/relationships/customXml" Target="../ink/ink768.xml"/><Relationship Id="rId208" Type="http://schemas.openxmlformats.org/officeDocument/2006/relationships/customXml" Target="../ink/ink782.xml"/><Relationship Id="rId14" Type="http://schemas.openxmlformats.org/officeDocument/2006/relationships/customXml" Target="../ink/ink588.xml"/><Relationship Id="rId30" Type="http://schemas.openxmlformats.org/officeDocument/2006/relationships/customXml" Target="../ink/ink604.xml"/><Relationship Id="rId35" Type="http://schemas.openxmlformats.org/officeDocument/2006/relationships/customXml" Target="../ink/ink609.xml"/><Relationship Id="rId56" Type="http://schemas.openxmlformats.org/officeDocument/2006/relationships/customXml" Target="../ink/ink630.xml"/><Relationship Id="rId77" Type="http://schemas.openxmlformats.org/officeDocument/2006/relationships/customXml" Target="../ink/ink651.xml"/><Relationship Id="rId100" Type="http://schemas.openxmlformats.org/officeDocument/2006/relationships/customXml" Target="../ink/ink674.xml"/><Relationship Id="rId105" Type="http://schemas.openxmlformats.org/officeDocument/2006/relationships/customXml" Target="../ink/ink679.xml"/><Relationship Id="rId126" Type="http://schemas.openxmlformats.org/officeDocument/2006/relationships/customXml" Target="../ink/ink700.xml"/><Relationship Id="rId147" Type="http://schemas.openxmlformats.org/officeDocument/2006/relationships/customXml" Target="../ink/ink721.xml"/><Relationship Id="rId168" Type="http://schemas.openxmlformats.org/officeDocument/2006/relationships/customXml" Target="../ink/ink742.xml"/><Relationship Id="rId8" Type="http://schemas.openxmlformats.org/officeDocument/2006/relationships/customXml" Target="../ink/ink582.xml"/><Relationship Id="rId51" Type="http://schemas.openxmlformats.org/officeDocument/2006/relationships/customXml" Target="../ink/ink625.xml"/><Relationship Id="rId72" Type="http://schemas.openxmlformats.org/officeDocument/2006/relationships/customXml" Target="../ink/ink646.xml"/><Relationship Id="rId93" Type="http://schemas.openxmlformats.org/officeDocument/2006/relationships/customXml" Target="../ink/ink667.xml"/><Relationship Id="rId98" Type="http://schemas.openxmlformats.org/officeDocument/2006/relationships/customXml" Target="../ink/ink672.xml"/><Relationship Id="rId121" Type="http://schemas.openxmlformats.org/officeDocument/2006/relationships/customXml" Target="../ink/ink695.xml"/><Relationship Id="rId142" Type="http://schemas.openxmlformats.org/officeDocument/2006/relationships/customXml" Target="../ink/ink716.xml"/><Relationship Id="rId163" Type="http://schemas.openxmlformats.org/officeDocument/2006/relationships/customXml" Target="../ink/ink737.xml"/><Relationship Id="rId184" Type="http://schemas.openxmlformats.org/officeDocument/2006/relationships/customXml" Target="../ink/ink758.xml"/><Relationship Id="rId189" Type="http://schemas.openxmlformats.org/officeDocument/2006/relationships/customXml" Target="../ink/ink763.xml"/><Relationship Id="rId3" Type="http://schemas.openxmlformats.org/officeDocument/2006/relationships/customXml" Target="../ink/ink577.xml"/><Relationship Id="rId214" Type="http://schemas.openxmlformats.org/officeDocument/2006/relationships/customXml" Target="../ink/ink788.xml"/><Relationship Id="rId25" Type="http://schemas.openxmlformats.org/officeDocument/2006/relationships/customXml" Target="../ink/ink599.xml"/><Relationship Id="rId46" Type="http://schemas.openxmlformats.org/officeDocument/2006/relationships/customXml" Target="../ink/ink620.xml"/><Relationship Id="rId67" Type="http://schemas.openxmlformats.org/officeDocument/2006/relationships/customXml" Target="../ink/ink641.xml"/><Relationship Id="rId116" Type="http://schemas.openxmlformats.org/officeDocument/2006/relationships/customXml" Target="../ink/ink690.xml"/><Relationship Id="rId137" Type="http://schemas.openxmlformats.org/officeDocument/2006/relationships/customXml" Target="../ink/ink711.xml"/><Relationship Id="rId158" Type="http://schemas.openxmlformats.org/officeDocument/2006/relationships/customXml" Target="../ink/ink732.xml"/><Relationship Id="rId20" Type="http://schemas.openxmlformats.org/officeDocument/2006/relationships/customXml" Target="../ink/ink594.xml"/><Relationship Id="rId41" Type="http://schemas.openxmlformats.org/officeDocument/2006/relationships/customXml" Target="../ink/ink615.xml"/><Relationship Id="rId62" Type="http://schemas.openxmlformats.org/officeDocument/2006/relationships/customXml" Target="../ink/ink636.xml"/><Relationship Id="rId83" Type="http://schemas.openxmlformats.org/officeDocument/2006/relationships/customXml" Target="../ink/ink657.xml"/><Relationship Id="rId88" Type="http://schemas.openxmlformats.org/officeDocument/2006/relationships/customXml" Target="../ink/ink662.xml"/><Relationship Id="rId111" Type="http://schemas.openxmlformats.org/officeDocument/2006/relationships/customXml" Target="../ink/ink685.xml"/><Relationship Id="rId132" Type="http://schemas.openxmlformats.org/officeDocument/2006/relationships/customXml" Target="../ink/ink706.xml"/><Relationship Id="rId153" Type="http://schemas.openxmlformats.org/officeDocument/2006/relationships/customXml" Target="../ink/ink727.xml"/><Relationship Id="rId174" Type="http://schemas.openxmlformats.org/officeDocument/2006/relationships/customXml" Target="../ink/ink748.xml"/><Relationship Id="rId179" Type="http://schemas.openxmlformats.org/officeDocument/2006/relationships/customXml" Target="../ink/ink753.xml"/><Relationship Id="rId195" Type="http://schemas.openxmlformats.org/officeDocument/2006/relationships/customXml" Target="../ink/ink769.xml"/><Relationship Id="rId209" Type="http://schemas.openxmlformats.org/officeDocument/2006/relationships/customXml" Target="../ink/ink783.xml"/><Relationship Id="rId190" Type="http://schemas.openxmlformats.org/officeDocument/2006/relationships/customXml" Target="../ink/ink764.xml"/><Relationship Id="rId204" Type="http://schemas.openxmlformats.org/officeDocument/2006/relationships/customXml" Target="../ink/ink778.xml"/><Relationship Id="rId15" Type="http://schemas.openxmlformats.org/officeDocument/2006/relationships/customXml" Target="../ink/ink589.xml"/><Relationship Id="rId36" Type="http://schemas.openxmlformats.org/officeDocument/2006/relationships/customXml" Target="../ink/ink610.xml"/><Relationship Id="rId57" Type="http://schemas.openxmlformats.org/officeDocument/2006/relationships/customXml" Target="../ink/ink631.xml"/><Relationship Id="rId106" Type="http://schemas.openxmlformats.org/officeDocument/2006/relationships/customXml" Target="../ink/ink680.xml"/><Relationship Id="rId127" Type="http://schemas.openxmlformats.org/officeDocument/2006/relationships/customXml" Target="../ink/ink701.xml"/><Relationship Id="rId10" Type="http://schemas.openxmlformats.org/officeDocument/2006/relationships/customXml" Target="../ink/ink584.xml"/><Relationship Id="rId31" Type="http://schemas.openxmlformats.org/officeDocument/2006/relationships/customXml" Target="../ink/ink605.xml"/><Relationship Id="rId52" Type="http://schemas.openxmlformats.org/officeDocument/2006/relationships/customXml" Target="../ink/ink626.xml"/><Relationship Id="rId73" Type="http://schemas.openxmlformats.org/officeDocument/2006/relationships/customXml" Target="../ink/ink647.xml"/><Relationship Id="rId78" Type="http://schemas.openxmlformats.org/officeDocument/2006/relationships/customXml" Target="../ink/ink652.xml"/><Relationship Id="rId94" Type="http://schemas.openxmlformats.org/officeDocument/2006/relationships/customXml" Target="../ink/ink668.xml"/><Relationship Id="rId99" Type="http://schemas.openxmlformats.org/officeDocument/2006/relationships/customXml" Target="../ink/ink673.xml"/><Relationship Id="rId101" Type="http://schemas.openxmlformats.org/officeDocument/2006/relationships/customXml" Target="../ink/ink675.xml"/><Relationship Id="rId122" Type="http://schemas.openxmlformats.org/officeDocument/2006/relationships/customXml" Target="../ink/ink696.xml"/><Relationship Id="rId143" Type="http://schemas.openxmlformats.org/officeDocument/2006/relationships/customXml" Target="../ink/ink717.xml"/><Relationship Id="rId148" Type="http://schemas.openxmlformats.org/officeDocument/2006/relationships/customXml" Target="../ink/ink722.xml"/><Relationship Id="rId164" Type="http://schemas.openxmlformats.org/officeDocument/2006/relationships/customXml" Target="../ink/ink738.xml"/><Relationship Id="rId169" Type="http://schemas.openxmlformats.org/officeDocument/2006/relationships/customXml" Target="../ink/ink743.xml"/><Relationship Id="rId185" Type="http://schemas.openxmlformats.org/officeDocument/2006/relationships/customXml" Target="../ink/ink759.xml"/><Relationship Id="rId4" Type="http://schemas.openxmlformats.org/officeDocument/2006/relationships/customXml" Target="../ink/ink578.xml"/><Relationship Id="rId9" Type="http://schemas.openxmlformats.org/officeDocument/2006/relationships/customXml" Target="../ink/ink583.xml"/><Relationship Id="rId180" Type="http://schemas.openxmlformats.org/officeDocument/2006/relationships/customXml" Target="../ink/ink754.xml"/><Relationship Id="rId210" Type="http://schemas.openxmlformats.org/officeDocument/2006/relationships/customXml" Target="../ink/ink784.xml"/><Relationship Id="rId215" Type="http://schemas.openxmlformats.org/officeDocument/2006/relationships/customXml" Target="../ink/ink789.xml"/><Relationship Id="rId26" Type="http://schemas.openxmlformats.org/officeDocument/2006/relationships/customXml" Target="../ink/ink600.xml"/><Relationship Id="rId47" Type="http://schemas.openxmlformats.org/officeDocument/2006/relationships/customXml" Target="../ink/ink621.xml"/><Relationship Id="rId68" Type="http://schemas.openxmlformats.org/officeDocument/2006/relationships/customXml" Target="../ink/ink642.xml"/><Relationship Id="rId89" Type="http://schemas.openxmlformats.org/officeDocument/2006/relationships/customXml" Target="../ink/ink663.xml"/><Relationship Id="rId112" Type="http://schemas.openxmlformats.org/officeDocument/2006/relationships/customXml" Target="../ink/ink686.xml"/><Relationship Id="rId133" Type="http://schemas.openxmlformats.org/officeDocument/2006/relationships/customXml" Target="../ink/ink707.xml"/><Relationship Id="rId154" Type="http://schemas.openxmlformats.org/officeDocument/2006/relationships/customXml" Target="../ink/ink728.xml"/><Relationship Id="rId175" Type="http://schemas.openxmlformats.org/officeDocument/2006/relationships/customXml" Target="../ink/ink749.xml"/><Relationship Id="rId196" Type="http://schemas.openxmlformats.org/officeDocument/2006/relationships/customXml" Target="../ink/ink770.xml"/><Relationship Id="rId200" Type="http://schemas.openxmlformats.org/officeDocument/2006/relationships/customXml" Target="../ink/ink774.xml"/><Relationship Id="rId16" Type="http://schemas.openxmlformats.org/officeDocument/2006/relationships/customXml" Target="../ink/ink590.xml"/><Relationship Id="rId37" Type="http://schemas.openxmlformats.org/officeDocument/2006/relationships/customXml" Target="../ink/ink611.xml"/><Relationship Id="rId58" Type="http://schemas.openxmlformats.org/officeDocument/2006/relationships/customXml" Target="../ink/ink632.xml"/><Relationship Id="rId79" Type="http://schemas.openxmlformats.org/officeDocument/2006/relationships/customXml" Target="../ink/ink653.xml"/><Relationship Id="rId102" Type="http://schemas.openxmlformats.org/officeDocument/2006/relationships/customXml" Target="../ink/ink676.xml"/><Relationship Id="rId123" Type="http://schemas.openxmlformats.org/officeDocument/2006/relationships/customXml" Target="../ink/ink697.xml"/><Relationship Id="rId144" Type="http://schemas.openxmlformats.org/officeDocument/2006/relationships/customXml" Target="../ink/ink718.xml"/><Relationship Id="rId90" Type="http://schemas.openxmlformats.org/officeDocument/2006/relationships/customXml" Target="../ink/ink664.xml"/><Relationship Id="rId165" Type="http://schemas.openxmlformats.org/officeDocument/2006/relationships/customXml" Target="../ink/ink739.xml"/><Relationship Id="rId186" Type="http://schemas.openxmlformats.org/officeDocument/2006/relationships/customXml" Target="../ink/ink760.xml"/><Relationship Id="rId211" Type="http://schemas.openxmlformats.org/officeDocument/2006/relationships/customXml" Target="../ink/ink785.xml"/><Relationship Id="rId27" Type="http://schemas.openxmlformats.org/officeDocument/2006/relationships/customXml" Target="../ink/ink601.xml"/><Relationship Id="rId48" Type="http://schemas.openxmlformats.org/officeDocument/2006/relationships/customXml" Target="../ink/ink622.xml"/><Relationship Id="rId69" Type="http://schemas.openxmlformats.org/officeDocument/2006/relationships/customXml" Target="../ink/ink643.xml"/><Relationship Id="rId113" Type="http://schemas.openxmlformats.org/officeDocument/2006/relationships/customXml" Target="../ink/ink687.xml"/><Relationship Id="rId134" Type="http://schemas.openxmlformats.org/officeDocument/2006/relationships/customXml" Target="../ink/ink708.xml"/><Relationship Id="rId80" Type="http://schemas.openxmlformats.org/officeDocument/2006/relationships/customXml" Target="../ink/ink654.xml"/><Relationship Id="rId155" Type="http://schemas.openxmlformats.org/officeDocument/2006/relationships/customXml" Target="../ink/ink729.xml"/><Relationship Id="rId176" Type="http://schemas.openxmlformats.org/officeDocument/2006/relationships/customXml" Target="../ink/ink750.xml"/><Relationship Id="rId197" Type="http://schemas.openxmlformats.org/officeDocument/2006/relationships/customXml" Target="../ink/ink771.xml"/><Relationship Id="rId201" Type="http://schemas.openxmlformats.org/officeDocument/2006/relationships/customXml" Target="../ink/ink775.xml"/><Relationship Id="rId17" Type="http://schemas.openxmlformats.org/officeDocument/2006/relationships/customXml" Target="../ink/ink591.xml"/><Relationship Id="rId38" Type="http://schemas.openxmlformats.org/officeDocument/2006/relationships/customXml" Target="../ink/ink612.xml"/><Relationship Id="rId59" Type="http://schemas.openxmlformats.org/officeDocument/2006/relationships/customXml" Target="../ink/ink633.xml"/><Relationship Id="rId103" Type="http://schemas.openxmlformats.org/officeDocument/2006/relationships/customXml" Target="../ink/ink677.xml"/><Relationship Id="rId124" Type="http://schemas.openxmlformats.org/officeDocument/2006/relationships/customXml" Target="../ink/ink698.xml"/><Relationship Id="rId70" Type="http://schemas.openxmlformats.org/officeDocument/2006/relationships/customXml" Target="../ink/ink644.xml"/><Relationship Id="rId91" Type="http://schemas.openxmlformats.org/officeDocument/2006/relationships/customXml" Target="../ink/ink665.xml"/><Relationship Id="rId145" Type="http://schemas.openxmlformats.org/officeDocument/2006/relationships/customXml" Target="../ink/ink719.xml"/><Relationship Id="rId166" Type="http://schemas.openxmlformats.org/officeDocument/2006/relationships/customXml" Target="../ink/ink740.xml"/><Relationship Id="rId187" Type="http://schemas.openxmlformats.org/officeDocument/2006/relationships/customXml" Target="../ink/ink761.xml"/><Relationship Id="rId1" Type="http://schemas.openxmlformats.org/officeDocument/2006/relationships/slideLayout" Target="../slideLayouts/slideLayout2.xml"/><Relationship Id="rId212" Type="http://schemas.openxmlformats.org/officeDocument/2006/relationships/customXml" Target="../ink/ink786.xml"/><Relationship Id="rId28" Type="http://schemas.openxmlformats.org/officeDocument/2006/relationships/customXml" Target="../ink/ink602.xml"/><Relationship Id="rId49" Type="http://schemas.openxmlformats.org/officeDocument/2006/relationships/customXml" Target="../ink/ink623.xml"/><Relationship Id="rId114" Type="http://schemas.openxmlformats.org/officeDocument/2006/relationships/customXml" Target="../ink/ink688.xml"/><Relationship Id="rId60" Type="http://schemas.openxmlformats.org/officeDocument/2006/relationships/customXml" Target="../ink/ink634.xml"/><Relationship Id="rId81" Type="http://schemas.openxmlformats.org/officeDocument/2006/relationships/customXml" Target="../ink/ink655.xml"/><Relationship Id="rId135" Type="http://schemas.openxmlformats.org/officeDocument/2006/relationships/customXml" Target="../ink/ink709.xml"/><Relationship Id="rId156" Type="http://schemas.openxmlformats.org/officeDocument/2006/relationships/customXml" Target="../ink/ink730.xml"/><Relationship Id="rId177" Type="http://schemas.openxmlformats.org/officeDocument/2006/relationships/customXml" Target="../ink/ink751.xml"/><Relationship Id="rId198" Type="http://schemas.openxmlformats.org/officeDocument/2006/relationships/customXml" Target="../ink/ink772.xml"/><Relationship Id="rId202" Type="http://schemas.openxmlformats.org/officeDocument/2006/relationships/customXml" Target="../ink/ink776.xml"/><Relationship Id="rId18" Type="http://schemas.openxmlformats.org/officeDocument/2006/relationships/customXml" Target="../ink/ink592.xml"/><Relationship Id="rId39" Type="http://schemas.openxmlformats.org/officeDocument/2006/relationships/customXml" Target="../ink/ink613.xml"/><Relationship Id="rId50" Type="http://schemas.openxmlformats.org/officeDocument/2006/relationships/customXml" Target="../ink/ink624.xml"/><Relationship Id="rId104" Type="http://schemas.openxmlformats.org/officeDocument/2006/relationships/customXml" Target="../ink/ink678.xml"/><Relationship Id="rId125" Type="http://schemas.openxmlformats.org/officeDocument/2006/relationships/customXml" Target="../ink/ink699.xml"/><Relationship Id="rId146" Type="http://schemas.openxmlformats.org/officeDocument/2006/relationships/customXml" Target="../ink/ink720.xml"/><Relationship Id="rId167" Type="http://schemas.openxmlformats.org/officeDocument/2006/relationships/customXml" Target="../ink/ink741.xml"/><Relationship Id="rId188" Type="http://schemas.openxmlformats.org/officeDocument/2006/relationships/customXml" Target="../ink/ink762.xml"/><Relationship Id="rId71" Type="http://schemas.openxmlformats.org/officeDocument/2006/relationships/customXml" Target="../ink/ink645.xml"/><Relationship Id="rId92" Type="http://schemas.openxmlformats.org/officeDocument/2006/relationships/customXml" Target="../ink/ink666.xml"/><Relationship Id="rId213" Type="http://schemas.openxmlformats.org/officeDocument/2006/relationships/customXml" Target="../ink/ink787.xml"/><Relationship Id="rId2" Type="http://schemas.openxmlformats.org/officeDocument/2006/relationships/customXml" Target="../ink/ink576.xml"/><Relationship Id="rId29" Type="http://schemas.openxmlformats.org/officeDocument/2006/relationships/customXml" Target="../ink/ink603.xml"/><Relationship Id="rId40" Type="http://schemas.openxmlformats.org/officeDocument/2006/relationships/customXml" Target="../ink/ink614.xml"/><Relationship Id="rId115" Type="http://schemas.openxmlformats.org/officeDocument/2006/relationships/customXml" Target="../ink/ink689.xml"/><Relationship Id="rId136" Type="http://schemas.openxmlformats.org/officeDocument/2006/relationships/customXml" Target="../ink/ink710.xml"/><Relationship Id="rId157" Type="http://schemas.openxmlformats.org/officeDocument/2006/relationships/customXml" Target="../ink/ink731.xml"/><Relationship Id="rId178" Type="http://schemas.openxmlformats.org/officeDocument/2006/relationships/customXml" Target="../ink/ink752.xml"/><Relationship Id="rId61" Type="http://schemas.openxmlformats.org/officeDocument/2006/relationships/customXml" Target="../ink/ink635.xml"/><Relationship Id="rId82" Type="http://schemas.openxmlformats.org/officeDocument/2006/relationships/customXml" Target="../ink/ink656.xml"/><Relationship Id="rId199" Type="http://schemas.openxmlformats.org/officeDocument/2006/relationships/customXml" Target="../ink/ink773.xml"/><Relationship Id="rId203" Type="http://schemas.openxmlformats.org/officeDocument/2006/relationships/customXml" Target="../ink/ink777.xml"/><Relationship Id="rId19" Type="http://schemas.openxmlformats.org/officeDocument/2006/relationships/customXml" Target="../ink/ink593.xml"/></Relationships>
</file>

<file path=ppt/slides/_rels/slide14.xml.rels><?xml version="1.0" encoding="UTF-8" standalone="yes"?>
<Relationships xmlns="http://schemas.openxmlformats.org/package/2006/relationships"><Relationship Id="rId26" Type="http://schemas.openxmlformats.org/officeDocument/2006/relationships/customXml" Target="../ink/ink817.xml"/><Relationship Id="rId21" Type="http://schemas.openxmlformats.org/officeDocument/2006/relationships/customXml" Target="../ink/ink812.xml"/><Relationship Id="rId42" Type="http://schemas.openxmlformats.org/officeDocument/2006/relationships/customXml" Target="../ink/ink833.xml"/><Relationship Id="rId47" Type="http://schemas.openxmlformats.org/officeDocument/2006/relationships/customXml" Target="../ink/ink838.xml"/><Relationship Id="rId63" Type="http://schemas.openxmlformats.org/officeDocument/2006/relationships/customXml" Target="../ink/ink854.xml"/><Relationship Id="rId68" Type="http://schemas.openxmlformats.org/officeDocument/2006/relationships/customXml" Target="../ink/ink859.xml"/><Relationship Id="rId84" Type="http://schemas.openxmlformats.org/officeDocument/2006/relationships/customXml" Target="../ink/ink875.xml"/><Relationship Id="rId89" Type="http://schemas.openxmlformats.org/officeDocument/2006/relationships/customXml" Target="../ink/ink880.xml"/><Relationship Id="rId16" Type="http://schemas.openxmlformats.org/officeDocument/2006/relationships/customXml" Target="../ink/ink807.xml"/><Relationship Id="rId11" Type="http://schemas.openxmlformats.org/officeDocument/2006/relationships/customXml" Target="../ink/ink802.xml"/><Relationship Id="rId32" Type="http://schemas.openxmlformats.org/officeDocument/2006/relationships/customXml" Target="../ink/ink823.xml"/><Relationship Id="rId37" Type="http://schemas.openxmlformats.org/officeDocument/2006/relationships/customXml" Target="../ink/ink828.xml"/><Relationship Id="rId53" Type="http://schemas.openxmlformats.org/officeDocument/2006/relationships/customXml" Target="../ink/ink844.xml"/><Relationship Id="rId58" Type="http://schemas.openxmlformats.org/officeDocument/2006/relationships/customXml" Target="../ink/ink849.xml"/><Relationship Id="rId74" Type="http://schemas.openxmlformats.org/officeDocument/2006/relationships/customXml" Target="../ink/ink865.xml"/><Relationship Id="rId79" Type="http://schemas.openxmlformats.org/officeDocument/2006/relationships/customXml" Target="../ink/ink870.xml"/><Relationship Id="rId5" Type="http://schemas.openxmlformats.org/officeDocument/2006/relationships/customXml" Target="../ink/ink796.xml"/><Relationship Id="rId90" Type="http://schemas.openxmlformats.org/officeDocument/2006/relationships/customXml" Target="../ink/ink881.xml"/><Relationship Id="rId95" Type="http://schemas.openxmlformats.org/officeDocument/2006/relationships/customXml" Target="../ink/ink886.xml"/><Relationship Id="rId22" Type="http://schemas.openxmlformats.org/officeDocument/2006/relationships/customXml" Target="../ink/ink813.xml"/><Relationship Id="rId27" Type="http://schemas.openxmlformats.org/officeDocument/2006/relationships/customXml" Target="../ink/ink818.xml"/><Relationship Id="rId43" Type="http://schemas.openxmlformats.org/officeDocument/2006/relationships/customXml" Target="../ink/ink834.xml"/><Relationship Id="rId48" Type="http://schemas.openxmlformats.org/officeDocument/2006/relationships/customXml" Target="../ink/ink839.xml"/><Relationship Id="rId64" Type="http://schemas.openxmlformats.org/officeDocument/2006/relationships/customXml" Target="../ink/ink855.xml"/><Relationship Id="rId69" Type="http://schemas.openxmlformats.org/officeDocument/2006/relationships/customXml" Target="../ink/ink860.xml"/><Relationship Id="rId80" Type="http://schemas.openxmlformats.org/officeDocument/2006/relationships/customXml" Target="../ink/ink871.xml"/><Relationship Id="rId85" Type="http://schemas.openxmlformats.org/officeDocument/2006/relationships/customXml" Target="../ink/ink876.xml"/><Relationship Id="rId3" Type="http://schemas.openxmlformats.org/officeDocument/2006/relationships/customXml" Target="../ink/ink794.xml"/><Relationship Id="rId12" Type="http://schemas.openxmlformats.org/officeDocument/2006/relationships/customXml" Target="../ink/ink803.xml"/><Relationship Id="rId17" Type="http://schemas.openxmlformats.org/officeDocument/2006/relationships/customXml" Target="../ink/ink808.xml"/><Relationship Id="rId25" Type="http://schemas.openxmlformats.org/officeDocument/2006/relationships/customXml" Target="../ink/ink816.xml"/><Relationship Id="rId33" Type="http://schemas.openxmlformats.org/officeDocument/2006/relationships/customXml" Target="../ink/ink824.xml"/><Relationship Id="rId38" Type="http://schemas.openxmlformats.org/officeDocument/2006/relationships/customXml" Target="../ink/ink829.xml"/><Relationship Id="rId46" Type="http://schemas.openxmlformats.org/officeDocument/2006/relationships/customXml" Target="../ink/ink837.xml"/><Relationship Id="rId59" Type="http://schemas.openxmlformats.org/officeDocument/2006/relationships/customXml" Target="../ink/ink850.xml"/><Relationship Id="rId67" Type="http://schemas.openxmlformats.org/officeDocument/2006/relationships/customXml" Target="../ink/ink858.xml"/><Relationship Id="rId20" Type="http://schemas.openxmlformats.org/officeDocument/2006/relationships/customXml" Target="../ink/ink811.xml"/><Relationship Id="rId41" Type="http://schemas.openxmlformats.org/officeDocument/2006/relationships/customXml" Target="../ink/ink832.xml"/><Relationship Id="rId54" Type="http://schemas.openxmlformats.org/officeDocument/2006/relationships/customXml" Target="../ink/ink845.xml"/><Relationship Id="rId62" Type="http://schemas.openxmlformats.org/officeDocument/2006/relationships/customXml" Target="../ink/ink853.xml"/><Relationship Id="rId70" Type="http://schemas.openxmlformats.org/officeDocument/2006/relationships/customXml" Target="../ink/ink861.xml"/><Relationship Id="rId75" Type="http://schemas.openxmlformats.org/officeDocument/2006/relationships/customXml" Target="../ink/ink866.xml"/><Relationship Id="rId83" Type="http://schemas.openxmlformats.org/officeDocument/2006/relationships/customXml" Target="../ink/ink874.xml"/><Relationship Id="rId88" Type="http://schemas.openxmlformats.org/officeDocument/2006/relationships/customXml" Target="../ink/ink879.xml"/><Relationship Id="rId91" Type="http://schemas.openxmlformats.org/officeDocument/2006/relationships/customXml" Target="../ink/ink882.xml"/><Relationship Id="rId96" Type="http://schemas.openxmlformats.org/officeDocument/2006/relationships/customXml" Target="../ink/ink887.xml"/><Relationship Id="rId1" Type="http://schemas.openxmlformats.org/officeDocument/2006/relationships/slideLayout" Target="../slideLayouts/slideLayout2.xml"/><Relationship Id="rId6" Type="http://schemas.openxmlformats.org/officeDocument/2006/relationships/customXml" Target="../ink/ink797.xml"/><Relationship Id="rId15" Type="http://schemas.openxmlformats.org/officeDocument/2006/relationships/customXml" Target="../ink/ink806.xml"/><Relationship Id="rId23" Type="http://schemas.openxmlformats.org/officeDocument/2006/relationships/customXml" Target="../ink/ink814.xml"/><Relationship Id="rId28" Type="http://schemas.openxmlformats.org/officeDocument/2006/relationships/customXml" Target="../ink/ink819.xml"/><Relationship Id="rId36" Type="http://schemas.openxmlformats.org/officeDocument/2006/relationships/customXml" Target="../ink/ink827.xml"/><Relationship Id="rId49" Type="http://schemas.openxmlformats.org/officeDocument/2006/relationships/customXml" Target="../ink/ink840.xml"/><Relationship Id="rId57" Type="http://schemas.openxmlformats.org/officeDocument/2006/relationships/customXml" Target="../ink/ink848.xml"/><Relationship Id="rId10" Type="http://schemas.openxmlformats.org/officeDocument/2006/relationships/customXml" Target="../ink/ink801.xml"/><Relationship Id="rId31" Type="http://schemas.openxmlformats.org/officeDocument/2006/relationships/customXml" Target="../ink/ink822.xml"/><Relationship Id="rId44" Type="http://schemas.openxmlformats.org/officeDocument/2006/relationships/customXml" Target="../ink/ink835.xml"/><Relationship Id="rId52" Type="http://schemas.openxmlformats.org/officeDocument/2006/relationships/customXml" Target="../ink/ink843.xml"/><Relationship Id="rId60" Type="http://schemas.openxmlformats.org/officeDocument/2006/relationships/customXml" Target="../ink/ink851.xml"/><Relationship Id="rId65" Type="http://schemas.openxmlformats.org/officeDocument/2006/relationships/customXml" Target="../ink/ink856.xml"/><Relationship Id="rId73" Type="http://schemas.openxmlformats.org/officeDocument/2006/relationships/customXml" Target="../ink/ink864.xml"/><Relationship Id="rId78" Type="http://schemas.openxmlformats.org/officeDocument/2006/relationships/customXml" Target="../ink/ink869.xml"/><Relationship Id="rId81" Type="http://schemas.openxmlformats.org/officeDocument/2006/relationships/customXml" Target="../ink/ink872.xml"/><Relationship Id="rId86" Type="http://schemas.openxmlformats.org/officeDocument/2006/relationships/customXml" Target="../ink/ink877.xml"/><Relationship Id="rId94" Type="http://schemas.openxmlformats.org/officeDocument/2006/relationships/customXml" Target="../ink/ink885.xml"/><Relationship Id="rId4" Type="http://schemas.openxmlformats.org/officeDocument/2006/relationships/customXml" Target="../ink/ink795.xml"/><Relationship Id="rId9" Type="http://schemas.openxmlformats.org/officeDocument/2006/relationships/customXml" Target="../ink/ink800.xml"/><Relationship Id="rId13" Type="http://schemas.openxmlformats.org/officeDocument/2006/relationships/customXml" Target="../ink/ink804.xml"/><Relationship Id="rId18" Type="http://schemas.openxmlformats.org/officeDocument/2006/relationships/customXml" Target="../ink/ink809.xml"/><Relationship Id="rId39" Type="http://schemas.openxmlformats.org/officeDocument/2006/relationships/customXml" Target="../ink/ink830.xml"/><Relationship Id="rId34" Type="http://schemas.openxmlformats.org/officeDocument/2006/relationships/customXml" Target="../ink/ink825.xml"/><Relationship Id="rId50" Type="http://schemas.openxmlformats.org/officeDocument/2006/relationships/customXml" Target="../ink/ink841.xml"/><Relationship Id="rId55" Type="http://schemas.openxmlformats.org/officeDocument/2006/relationships/customXml" Target="../ink/ink846.xml"/><Relationship Id="rId76" Type="http://schemas.openxmlformats.org/officeDocument/2006/relationships/customXml" Target="../ink/ink867.xml"/><Relationship Id="rId97" Type="http://schemas.openxmlformats.org/officeDocument/2006/relationships/customXml" Target="../ink/ink888.xml"/><Relationship Id="rId7" Type="http://schemas.openxmlformats.org/officeDocument/2006/relationships/customXml" Target="../ink/ink798.xml"/><Relationship Id="rId71" Type="http://schemas.openxmlformats.org/officeDocument/2006/relationships/customXml" Target="../ink/ink862.xml"/><Relationship Id="rId92" Type="http://schemas.openxmlformats.org/officeDocument/2006/relationships/customXml" Target="../ink/ink883.xml"/><Relationship Id="rId2" Type="http://schemas.openxmlformats.org/officeDocument/2006/relationships/customXml" Target="../ink/ink793.xml"/><Relationship Id="rId29" Type="http://schemas.openxmlformats.org/officeDocument/2006/relationships/customXml" Target="../ink/ink820.xml"/><Relationship Id="rId24" Type="http://schemas.openxmlformats.org/officeDocument/2006/relationships/customXml" Target="../ink/ink815.xml"/><Relationship Id="rId40" Type="http://schemas.openxmlformats.org/officeDocument/2006/relationships/customXml" Target="../ink/ink831.xml"/><Relationship Id="rId45" Type="http://schemas.openxmlformats.org/officeDocument/2006/relationships/customXml" Target="../ink/ink836.xml"/><Relationship Id="rId66" Type="http://schemas.openxmlformats.org/officeDocument/2006/relationships/customXml" Target="../ink/ink857.xml"/><Relationship Id="rId87" Type="http://schemas.openxmlformats.org/officeDocument/2006/relationships/customXml" Target="../ink/ink878.xml"/><Relationship Id="rId61" Type="http://schemas.openxmlformats.org/officeDocument/2006/relationships/customXml" Target="../ink/ink852.xml"/><Relationship Id="rId82" Type="http://schemas.openxmlformats.org/officeDocument/2006/relationships/customXml" Target="../ink/ink873.xml"/><Relationship Id="rId19" Type="http://schemas.openxmlformats.org/officeDocument/2006/relationships/customXml" Target="../ink/ink810.xml"/><Relationship Id="rId14" Type="http://schemas.openxmlformats.org/officeDocument/2006/relationships/customXml" Target="../ink/ink805.xml"/><Relationship Id="rId30" Type="http://schemas.openxmlformats.org/officeDocument/2006/relationships/customXml" Target="../ink/ink821.xml"/><Relationship Id="rId35" Type="http://schemas.openxmlformats.org/officeDocument/2006/relationships/customXml" Target="../ink/ink826.xml"/><Relationship Id="rId56" Type="http://schemas.openxmlformats.org/officeDocument/2006/relationships/customXml" Target="../ink/ink847.xml"/><Relationship Id="rId77" Type="http://schemas.openxmlformats.org/officeDocument/2006/relationships/customXml" Target="../ink/ink868.xml"/><Relationship Id="rId8" Type="http://schemas.openxmlformats.org/officeDocument/2006/relationships/customXml" Target="../ink/ink799.xml"/><Relationship Id="rId51" Type="http://schemas.openxmlformats.org/officeDocument/2006/relationships/customXml" Target="../ink/ink842.xml"/><Relationship Id="rId72" Type="http://schemas.openxmlformats.org/officeDocument/2006/relationships/customXml" Target="../ink/ink863.xml"/><Relationship Id="rId93" Type="http://schemas.openxmlformats.org/officeDocument/2006/relationships/customXml" Target="../ink/ink884.xml"/></Relationships>
</file>

<file path=ppt/slides/_rels/slide15.xml.rels><?xml version="1.0" encoding="UTF-8" standalone="yes"?>
<Relationships xmlns="http://schemas.openxmlformats.org/package/2006/relationships"><Relationship Id="rId8" Type="http://schemas.openxmlformats.org/officeDocument/2006/relationships/customXml" Target="../ink/ink889.xml"/><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image" Target="../media/image60.png"/><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customXml" Target="../ink/ink891.xml"/><Relationship Id="rId4" Type="http://schemas.openxmlformats.org/officeDocument/2006/relationships/image" Target="../media/image62.png"/><Relationship Id="rId9" Type="http://schemas.openxmlformats.org/officeDocument/2006/relationships/customXml" Target="../ink/ink890.xml"/></Relationships>
</file>

<file path=ppt/slides/_rels/slide16.xml.rels><?xml version="1.0" encoding="UTF-8" standalone="yes"?>
<Relationships xmlns="http://schemas.openxmlformats.org/package/2006/relationships"><Relationship Id="rId117" Type="http://schemas.openxmlformats.org/officeDocument/2006/relationships/customXml" Target="../ink/ink1007.xml"/><Relationship Id="rId299" Type="http://schemas.openxmlformats.org/officeDocument/2006/relationships/customXml" Target="../ink/ink1189.xml"/><Relationship Id="rId21" Type="http://schemas.openxmlformats.org/officeDocument/2006/relationships/customXml" Target="../ink/ink911.xml"/><Relationship Id="rId63" Type="http://schemas.openxmlformats.org/officeDocument/2006/relationships/customXml" Target="../ink/ink953.xml"/><Relationship Id="rId159" Type="http://schemas.openxmlformats.org/officeDocument/2006/relationships/customXml" Target="../ink/ink1049.xml"/><Relationship Id="rId170" Type="http://schemas.openxmlformats.org/officeDocument/2006/relationships/customXml" Target="../ink/ink1060.xml"/><Relationship Id="rId226" Type="http://schemas.openxmlformats.org/officeDocument/2006/relationships/customXml" Target="../ink/ink1116.xml"/><Relationship Id="rId268" Type="http://schemas.openxmlformats.org/officeDocument/2006/relationships/customXml" Target="../ink/ink1158.xml"/><Relationship Id="rId32" Type="http://schemas.openxmlformats.org/officeDocument/2006/relationships/customXml" Target="../ink/ink922.xml"/><Relationship Id="rId74" Type="http://schemas.openxmlformats.org/officeDocument/2006/relationships/customXml" Target="../ink/ink964.xml"/><Relationship Id="rId128" Type="http://schemas.openxmlformats.org/officeDocument/2006/relationships/customXml" Target="../ink/ink1018.xml"/><Relationship Id="rId5" Type="http://schemas.openxmlformats.org/officeDocument/2006/relationships/customXml" Target="../ink/ink895.xml"/><Relationship Id="rId181" Type="http://schemas.openxmlformats.org/officeDocument/2006/relationships/customXml" Target="../ink/ink1071.xml"/><Relationship Id="rId237" Type="http://schemas.openxmlformats.org/officeDocument/2006/relationships/customXml" Target="../ink/ink1127.xml"/><Relationship Id="rId279" Type="http://schemas.openxmlformats.org/officeDocument/2006/relationships/customXml" Target="../ink/ink1169.xml"/><Relationship Id="rId43" Type="http://schemas.openxmlformats.org/officeDocument/2006/relationships/customXml" Target="../ink/ink933.xml"/><Relationship Id="rId139" Type="http://schemas.openxmlformats.org/officeDocument/2006/relationships/customXml" Target="../ink/ink1029.xml"/><Relationship Id="rId290" Type="http://schemas.openxmlformats.org/officeDocument/2006/relationships/customXml" Target="../ink/ink1180.xml"/><Relationship Id="rId85" Type="http://schemas.openxmlformats.org/officeDocument/2006/relationships/customXml" Target="../ink/ink975.xml"/><Relationship Id="rId150" Type="http://schemas.openxmlformats.org/officeDocument/2006/relationships/customXml" Target="../ink/ink1040.xml"/><Relationship Id="rId192" Type="http://schemas.openxmlformats.org/officeDocument/2006/relationships/customXml" Target="../ink/ink1082.xml"/><Relationship Id="rId206" Type="http://schemas.openxmlformats.org/officeDocument/2006/relationships/customXml" Target="../ink/ink1096.xml"/><Relationship Id="rId248" Type="http://schemas.openxmlformats.org/officeDocument/2006/relationships/customXml" Target="../ink/ink1138.xml"/><Relationship Id="rId12" Type="http://schemas.openxmlformats.org/officeDocument/2006/relationships/customXml" Target="../ink/ink902.xml"/><Relationship Id="rId108" Type="http://schemas.openxmlformats.org/officeDocument/2006/relationships/customXml" Target="../ink/ink998.xml"/><Relationship Id="rId54" Type="http://schemas.openxmlformats.org/officeDocument/2006/relationships/customXml" Target="../ink/ink944.xml"/><Relationship Id="rId96" Type="http://schemas.openxmlformats.org/officeDocument/2006/relationships/customXml" Target="../ink/ink986.xml"/><Relationship Id="rId161" Type="http://schemas.openxmlformats.org/officeDocument/2006/relationships/customXml" Target="../ink/ink1051.xml"/><Relationship Id="rId217" Type="http://schemas.openxmlformats.org/officeDocument/2006/relationships/customXml" Target="../ink/ink1107.xml"/><Relationship Id="rId6" Type="http://schemas.openxmlformats.org/officeDocument/2006/relationships/customXml" Target="../ink/ink896.xml"/><Relationship Id="rId238" Type="http://schemas.openxmlformats.org/officeDocument/2006/relationships/customXml" Target="../ink/ink1128.xml"/><Relationship Id="rId259" Type="http://schemas.openxmlformats.org/officeDocument/2006/relationships/customXml" Target="../ink/ink1149.xml"/><Relationship Id="rId23" Type="http://schemas.openxmlformats.org/officeDocument/2006/relationships/customXml" Target="../ink/ink913.xml"/><Relationship Id="rId119" Type="http://schemas.openxmlformats.org/officeDocument/2006/relationships/customXml" Target="../ink/ink1009.xml"/><Relationship Id="rId270" Type="http://schemas.openxmlformats.org/officeDocument/2006/relationships/customXml" Target="../ink/ink1160.xml"/><Relationship Id="rId291" Type="http://schemas.openxmlformats.org/officeDocument/2006/relationships/customXml" Target="../ink/ink1181.xml"/><Relationship Id="rId44" Type="http://schemas.openxmlformats.org/officeDocument/2006/relationships/customXml" Target="../ink/ink934.xml"/><Relationship Id="rId65" Type="http://schemas.openxmlformats.org/officeDocument/2006/relationships/customXml" Target="../ink/ink955.xml"/><Relationship Id="rId86" Type="http://schemas.openxmlformats.org/officeDocument/2006/relationships/customXml" Target="../ink/ink976.xml"/><Relationship Id="rId130" Type="http://schemas.openxmlformats.org/officeDocument/2006/relationships/customXml" Target="../ink/ink1020.xml"/><Relationship Id="rId151" Type="http://schemas.openxmlformats.org/officeDocument/2006/relationships/customXml" Target="../ink/ink1041.xml"/><Relationship Id="rId172" Type="http://schemas.openxmlformats.org/officeDocument/2006/relationships/customXml" Target="../ink/ink1062.xml"/><Relationship Id="rId193" Type="http://schemas.openxmlformats.org/officeDocument/2006/relationships/customXml" Target="../ink/ink1083.xml"/><Relationship Id="rId207" Type="http://schemas.openxmlformats.org/officeDocument/2006/relationships/customXml" Target="../ink/ink1097.xml"/><Relationship Id="rId228" Type="http://schemas.openxmlformats.org/officeDocument/2006/relationships/customXml" Target="../ink/ink1118.xml"/><Relationship Id="rId249" Type="http://schemas.openxmlformats.org/officeDocument/2006/relationships/customXml" Target="../ink/ink1139.xml"/><Relationship Id="rId13" Type="http://schemas.openxmlformats.org/officeDocument/2006/relationships/customXml" Target="../ink/ink903.xml"/><Relationship Id="rId109" Type="http://schemas.openxmlformats.org/officeDocument/2006/relationships/customXml" Target="../ink/ink999.xml"/><Relationship Id="rId260" Type="http://schemas.openxmlformats.org/officeDocument/2006/relationships/customXml" Target="../ink/ink1150.xml"/><Relationship Id="rId281" Type="http://schemas.openxmlformats.org/officeDocument/2006/relationships/customXml" Target="../ink/ink1171.xml"/><Relationship Id="rId34" Type="http://schemas.openxmlformats.org/officeDocument/2006/relationships/customXml" Target="../ink/ink924.xml"/><Relationship Id="rId55" Type="http://schemas.openxmlformats.org/officeDocument/2006/relationships/customXml" Target="../ink/ink945.xml"/><Relationship Id="rId76" Type="http://schemas.openxmlformats.org/officeDocument/2006/relationships/customXml" Target="../ink/ink966.xml"/><Relationship Id="rId97" Type="http://schemas.openxmlformats.org/officeDocument/2006/relationships/customXml" Target="../ink/ink987.xml"/><Relationship Id="rId120" Type="http://schemas.openxmlformats.org/officeDocument/2006/relationships/customXml" Target="../ink/ink1010.xml"/><Relationship Id="rId141" Type="http://schemas.openxmlformats.org/officeDocument/2006/relationships/customXml" Target="../ink/ink1031.xml"/><Relationship Id="rId7" Type="http://schemas.openxmlformats.org/officeDocument/2006/relationships/customXml" Target="../ink/ink897.xml"/><Relationship Id="rId162" Type="http://schemas.openxmlformats.org/officeDocument/2006/relationships/customXml" Target="../ink/ink1052.xml"/><Relationship Id="rId183" Type="http://schemas.openxmlformats.org/officeDocument/2006/relationships/customXml" Target="../ink/ink1073.xml"/><Relationship Id="rId218" Type="http://schemas.openxmlformats.org/officeDocument/2006/relationships/customXml" Target="../ink/ink1108.xml"/><Relationship Id="rId239" Type="http://schemas.openxmlformats.org/officeDocument/2006/relationships/customXml" Target="../ink/ink1129.xml"/><Relationship Id="rId250" Type="http://schemas.openxmlformats.org/officeDocument/2006/relationships/customXml" Target="../ink/ink1140.xml"/><Relationship Id="rId271" Type="http://schemas.openxmlformats.org/officeDocument/2006/relationships/customXml" Target="../ink/ink1161.xml"/><Relationship Id="rId292" Type="http://schemas.openxmlformats.org/officeDocument/2006/relationships/customXml" Target="../ink/ink1182.xml"/><Relationship Id="rId24" Type="http://schemas.openxmlformats.org/officeDocument/2006/relationships/customXml" Target="../ink/ink914.xml"/><Relationship Id="rId45" Type="http://schemas.openxmlformats.org/officeDocument/2006/relationships/customXml" Target="../ink/ink935.xml"/><Relationship Id="rId66" Type="http://schemas.openxmlformats.org/officeDocument/2006/relationships/customXml" Target="../ink/ink956.xml"/><Relationship Id="rId87" Type="http://schemas.openxmlformats.org/officeDocument/2006/relationships/customXml" Target="../ink/ink977.xml"/><Relationship Id="rId110" Type="http://schemas.openxmlformats.org/officeDocument/2006/relationships/customXml" Target="../ink/ink1000.xml"/><Relationship Id="rId131" Type="http://schemas.openxmlformats.org/officeDocument/2006/relationships/customXml" Target="../ink/ink1021.xml"/><Relationship Id="rId152" Type="http://schemas.openxmlformats.org/officeDocument/2006/relationships/customXml" Target="../ink/ink1042.xml"/><Relationship Id="rId173" Type="http://schemas.openxmlformats.org/officeDocument/2006/relationships/customXml" Target="../ink/ink1063.xml"/><Relationship Id="rId194" Type="http://schemas.openxmlformats.org/officeDocument/2006/relationships/customXml" Target="../ink/ink1084.xml"/><Relationship Id="rId208" Type="http://schemas.openxmlformats.org/officeDocument/2006/relationships/customXml" Target="../ink/ink1098.xml"/><Relationship Id="rId229" Type="http://schemas.openxmlformats.org/officeDocument/2006/relationships/customXml" Target="../ink/ink1119.xml"/><Relationship Id="rId240" Type="http://schemas.openxmlformats.org/officeDocument/2006/relationships/customXml" Target="../ink/ink1130.xml"/><Relationship Id="rId261" Type="http://schemas.openxmlformats.org/officeDocument/2006/relationships/customXml" Target="../ink/ink1151.xml"/><Relationship Id="rId14" Type="http://schemas.openxmlformats.org/officeDocument/2006/relationships/customXml" Target="../ink/ink904.xml"/><Relationship Id="rId35" Type="http://schemas.openxmlformats.org/officeDocument/2006/relationships/customXml" Target="../ink/ink925.xml"/><Relationship Id="rId56" Type="http://schemas.openxmlformats.org/officeDocument/2006/relationships/customXml" Target="../ink/ink946.xml"/><Relationship Id="rId77" Type="http://schemas.openxmlformats.org/officeDocument/2006/relationships/customXml" Target="../ink/ink967.xml"/><Relationship Id="rId100" Type="http://schemas.openxmlformats.org/officeDocument/2006/relationships/customXml" Target="../ink/ink990.xml"/><Relationship Id="rId282" Type="http://schemas.openxmlformats.org/officeDocument/2006/relationships/customXml" Target="../ink/ink1172.xml"/><Relationship Id="rId8" Type="http://schemas.openxmlformats.org/officeDocument/2006/relationships/customXml" Target="../ink/ink898.xml"/><Relationship Id="rId98" Type="http://schemas.openxmlformats.org/officeDocument/2006/relationships/customXml" Target="../ink/ink988.xml"/><Relationship Id="rId121" Type="http://schemas.openxmlformats.org/officeDocument/2006/relationships/customXml" Target="../ink/ink1011.xml"/><Relationship Id="rId142" Type="http://schemas.openxmlformats.org/officeDocument/2006/relationships/customXml" Target="../ink/ink1032.xml"/><Relationship Id="rId163" Type="http://schemas.openxmlformats.org/officeDocument/2006/relationships/customXml" Target="../ink/ink1053.xml"/><Relationship Id="rId184" Type="http://schemas.openxmlformats.org/officeDocument/2006/relationships/customXml" Target="../ink/ink1074.xml"/><Relationship Id="rId219" Type="http://schemas.openxmlformats.org/officeDocument/2006/relationships/customXml" Target="../ink/ink1109.xml"/><Relationship Id="rId230" Type="http://schemas.openxmlformats.org/officeDocument/2006/relationships/customXml" Target="../ink/ink1120.xml"/><Relationship Id="rId251" Type="http://schemas.openxmlformats.org/officeDocument/2006/relationships/customXml" Target="../ink/ink1141.xml"/><Relationship Id="rId25" Type="http://schemas.openxmlformats.org/officeDocument/2006/relationships/customXml" Target="../ink/ink915.xml"/><Relationship Id="rId46" Type="http://schemas.openxmlformats.org/officeDocument/2006/relationships/customXml" Target="../ink/ink936.xml"/><Relationship Id="rId67" Type="http://schemas.openxmlformats.org/officeDocument/2006/relationships/customXml" Target="../ink/ink957.xml"/><Relationship Id="rId272" Type="http://schemas.openxmlformats.org/officeDocument/2006/relationships/customXml" Target="../ink/ink1162.xml"/><Relationship Id="rId293" Type="http://schemas.openxmlformats.org/officeDocument/2006/relationships/customXml" Target="../ink/ink1183.xml"/><Relationship Id="rId88" Type="http://schemas.openxmlformats.org/officeDocument/2006/relationships/customXml" Target="../ink/ink978.xml"/><Relationship Id="rId111" Type="http://schemas.openxmlformats.org/officeDocument/2006/relationships/customXml" Target="../ink/ink1001.xml"/><Relationship Id="rId132" Type="http://schemas.openxmlformats.org/officeDocument/2006/relationships/customXml" Target="../ink/ink1022.xml"/><Relationship Id="rId153" Type="http://schemas.openxmlformats.org/officeDocument/2006/relationships/customXml" Target="../ink/ink1043.xml"/><Relationship Id="rId174" Type="http://schemas.openxmlformats.org/officeDocument/2006/relationships/customXml" Target="../ink/ink1064.xml"/><Relationship Id="rId195" Type="http://schemas.openxmlformats.org/officeDocument/2006/relationships/customXml" Target="../ink/ink1085.xml"/><Relationship Id="rId209" Type="http://schemas.openxmlformats.org/officeDocument/2006/relationships/customXml" Target="../ink/ink1099.xml"/><Relationship Id="rId220" Type="http://schemas.openxmlformats.org/officeDocument/2006/relationships/customXml" Target="../ink/ink1110.xml"/><Relationship Id="rId241" Type="http://schemas.openxmlformats.org/officeDocument/2006/relationships/customXml" Target="../ink/ink1131.xml"/><Relationship Id="rId15" Type="http://schemas.openxmlformats.org/officeDocument/2006/relationships/customXml" Target="../ink/ink905.xml"/><Relationship Id="rId36" Type="http://schemas.openxmlformats.org/officeDocument/2006/relationships/customXml" Target="../ink/ink926.xml"/><Relationship Id="rId57" Type="http://schemas.openxmlformats.org/officeDocument/2006/relationships/customXml" Target="../ink/ink947.xml"/><Relationship Id="rId262" Type="http://schemas.openxmlformats.org/officeDocument/2006/relationships/customXml" Target="../ink/ink1152.xml"/><Relationship Id="rId283" Type="http://schemas.openxmlformats.org/officeDocument/2006/relationships/customXml" Target="../ink/ink1173.xml"/><Relationship Id="rId78" Type="http://schemas.openxmlformats.org/officeDocument/2006/relationships/customXml" Target="../ink/ink968.xml"/><Relationship Id="rId99" Type="http://schemas.openxmlformats.org/officeDocument/2006/relationships/customXml" Target="../ink/ink989.xml"/><Relationship Id="rId101" Type="http://schemas.openxmlformats.org/officeDocument/2006/relationships/customXml" Target="../ink/ink991.xml"/><Relationship Id="rId122" Type="http://schemas.openxmlformats.org/officeDocument/2006/relationships/customXml" Target="../ink/ink1012.xml"/><Relationship Id="rId143" Type="http://schemas.openxmlformats.org/officeDocument/2006/relationships/customXml" Target="../ink/ink1033.xml"/><Relationship Id="rId164" Type="http://schemas.openxmlformats.org/officeDocument/2006/relationships/customXml" Target="../ink/ink1054.xml"/><Relationship Id="rId185" Type="http://schemas.openxmlformats.org/officeDocument/2006/relationships/customXml" Target="../ink/ink1075.xml"/><Relationship Id="rId9" Type="http://schemas.openxmlformats.org/officeDocument/2006/relationships/customXml" Target="../ink/ink899.xml"/><Relationship Id="rId210" Type="http://schemas.openxmlformats.org/officeDocument/2006/relationships/customXml" Target="../ink/ink1100.xml"/><Relationship Id="rId26" Type="http://schemas.openxmlformats.org/officeDocument/2006/relationships/customXml" Target="../ink/ink916.xml"/><Relationship Id="rId231" Type="http://schemas.openxmlformats.org/officeDocument/2006/relationships/customXml" Target="../ink/ink1121.xml"/><Relationship Id="rId252" Type="http://schemas.openxmlformats.org/officeDocument/2006/relationships/customXml" Target="../ink/ink1142.xml"/><Relationship Id="rId273" Type="http://schemas.openxmlformats.org/officeDocument/2006/relationships/customXml" Target="../ink/ink1163.xml"/><Relationship Id="rId294" Type="http://schemas.openxmlformats.org/officeDocument/2006/relationships/customXml" Target="../ink/ink1184.xml"/><Relationship Id="rId47" Type="http://schemas.openxmlformats.org/officeDocument/2006/relationships/customXml" Target="../ink/ink937.xml"/><Relationship Id="rId68" Type="http://schemas.openxmlformats.org/officeDocument/2006/relationships/customXml" Target="../ink/ink958.xml"/><Relationship Id="rId89" Type="http://schemas.openxmlformats.org/officeDocument/2006/relationships/customXml" Target="../ink/ink979.xml"/><Relationship Id="rId112" Type="http://schemas.openxmlformats.org/officeDocument/2006/relationships/customXml" Target="../ink/ink1002.xml"/><Relationship Id="rId133" Type="http://schemas.openxmlformats.org/officeDocument/2006/relationships/customXml" Target="../ink/ink1023.xml"/><Relationship Id="rId154" Type="http://schemas.openxmlformats.org/officeDocument/2006/relationships/customXml" Target="../ink/ink1044.xml"/><Relationship Id="rId175" Type="http://schemas.openxmlformats.org/officeDocument/2006/relationships/customXml" Target="../ink/ink1065.xml"/><Relationship Id="rId196" Type="http://schemas.openxmlformats.org/officeDocument/2006/relationships/customXml" Target="../ink/ink1086.xml"/><Relationship Id="rId200" Type="http://schemas.openxmlformats.org/officeDocument/2006/relationships/customXml" Target="../ink/ink1090.xml"/><Relationship Id="rId16" Type="http://schemas.openxmlformats.org/officeDocument/2006/relationships/customXml" Target="../ink/ink906.xml"/><Relationship Id="rId221" Type="http://schemas.openxmlformats.org/officeDocument/2006/relationships/customXml" Target="../ink/ink1111.xml"/><Relationship Id="rId242" Type="http://schemas.openxmlformats.org/officeDocument/2006/relationships/customXml" Target="../ink/ink1132.xml"/><Relationship Id="rId263" Type="http://schemas.openxmlformats.org/officeDocument/2006/relationships/customXml" Target="../ink/ink1153.xml"/><Relationship Id="rId284" Type="http://schemas.openxmlformats.org/officeDocument/2006/relationships/customXml" Target="../ink/ink1174.xml"/><Relationship Id="rId37" Type="http://schemas.openxmlformats.org/officeDocument/2006/relationships/customXml" Target="../ink/ink927.xml"/><Relationship Id="rId58" Type="http://schemas.openxmlformats.org/officeDocument/2006/relationships/customXml" Target="../ink/ink948.xml"/><Relationship Id="rId79" Type="http://schemas.openxmlformats.org/officeDocument/2006/relationships/customXml" Target="../ink/ink969.xml"/><Relationship Id="rId102" Type="http://schemas.openxmlformats.org/officeDocument/2006/relationships/customXml" Target="../ink/ink992.xml"/><Relationship Id="rId123" Type="http://schemas.openxmlformats.org/officeDocument/2006/relationships/customXml" Target="../ink/ink1013.xml"/><Relationship Id="rId144" Type="http://schemas.openxmlformats.org/officeDocument/2006/relationships/customXml" Target="../ink/ink1034.xml"/><Relationship Id="rId90" Type="http://schemas.openxmlformats.org/officeDocument/2006/relationships/customXml" Target="../ink/ink980.xml"/><Relationship Id="rId165" Type="http://schemas.openxmlformats.org/officeDocument/2006/relationships/customXml" Target="../ink/ink1055.xml"/><Relationship Id="rId186" Type="http://schemas.openxmlformats.org/officeDocument/2006/relationships/customXml" Target="../ink/ink1076.xml"/><Relationship Id="rId211" Type="http://schemas.openxmlformats.org/officeDocument/2006/relationships/customXml" Target="../ink/ink1101.xml"/><Relationship Id="rId232" Type="http://schemas.openxmlformats.org/officeDocument/2006/relationships/customXml" Target="../ink/ink1122.xml"/><Relationship Id="rId253" Type="http://schemas.openxmlformats.org/officeDocument/2006/relationships/customXml" Target="../ink/ink1143.xml"/><Relationship Id="rId274" Type="http://schemas.openxmlformats.org/officeDocument/2006/relationships/customXml" Target="../ink/ink1164.xml"/><Relationship Id="rId295" Type="http://schemas.openxmlformats.org/officeDocument/2006/relationships/customXml" Target="../ink/ink1185.xml"/><Relationship Id="rId27" Type="http://schemas.openxmlformats.org/officeDocument/2006/relationships/customXml" Target="../ink/ink917.xml"/><Relationship Id="rId48" Type="http://schemas.openxmlformats.org/officeDocument/2006/relationships/customXml" Target="../ink/ink938.xml"/><Relationship Id="rId69" Type="http://schemas.openxmlformats.org/officeDocument/2006/relationships/customXml" Target="../ink/ink959.xml"/><Relationship Id="rId113" Type="http://schemas.openxmlformats.org/officeDocument/2006/relationships/customXml" Target="../ink/ink1003.xml"/><Relationship Id="rId134" Type="http://schemas.openxmlformats.org/officeDocument/2006/relationships/customXml" Target="../ink/ink1024.xml"/><Relationship Id="rId80" Type="http://schemas.openxmlformats.org/officeDocument/2006/relationships/customXml" Target="../ink/ink970.xml"/><Relationship Id="rId155" Type="http://schemas.openxmlformats.org/officeDocument/2006/relationships/customXml" Target="../ink/ink1045.xml"/><Relationship Id="rId176" Type="http://schemas.openxmlformats.org/officeDocument/2006/relationships/customXml" Target="../ink/ink1066.xml"/><Relationship Id="rId197" Type="http://schemas.openxmlformats.org/officeDocument/2006/relationships/customXml" Target="../ink/ink1087.xml"/><Relationship Id="rId201" Type="http://schemas.openxmlformats.org/officeDocument/2006/relationships/customXml" Target="../ink/ink1091.xml"/><Relationship Id="rId222" Type="http://schemas.openxmlformats.org/officeDocument/2006/relationships/customXml" Target="../ink/ink1112.xml"/><Relationship Id="rId243" Type="http://schemas.openxmlformats.org/officeDocument/2006/relationships/customXml" Target="../ink/ink1133.xml"/><Relationship Id="rId264" Type="http://schemas.openxmlformats.org/officeDocument/2006/relationships/customXml" Target="../ink/ink1154.xml"/><Relationship Id="rId285" Type="http://schemas.openxmlformats.org/officeDocument/2006/relationships/customXml" Target="../ink/ink1175.xml"/><Relationship Id="rId17" Type="http://schemas.openxmlformats.org/officeDocument/2006/relationships/customXml" Target="../ink/ink907.xml"/><Relationship Id="rId38" Type="http://schemas.openxmlformats.org/officeDocument/2006/relationships/customXml" Target="../ink/ink928.xml"/><Relationship Id="rId59" Type="http://schemas.openxmlformats.org/officeDocument/2006/relationships/customXml" Target="../ink/ink949.xml"/><Relationship Id="rId103" Type="http://schemas.openxmlformats.org/officeDocument/2006/relationships/customXml" Target="../ink/ink993.xml"/><Relationship Id="rId124" Type="http://schemas.openxmlformats.org/officeDocument/2006/relationships/customXml" Target="../ink/ink1014.xml"/><Relationship Id="rId70" Type="http://schemas.openxmlformats.org/officeDocument/2006/relationships/customXml" Target="../ink/ink960.xml"/><Relationship Id="rId91" Type="http://schemas.openxmlformats.org/officeDocument/2006/relationships/customXml" Target="../ink/ink981.xml"/><Relationship Id="rId145" Type="http://schemas.openxmlformats.org/officeDocument/2006/relationships/customXml" Target="../ink/ink1035.xml"/><Relationship Id="rId166" Type="http://schemas.openxmlformats.org/officeDocument/2006/relationships/customXml" Target="../ink/ink1056.xml"/><Relationship Id="rId187" Type="http://schemas.openxmlformats.org/officeDocument/2006/relationships/customXml" Target="../ink/ink1077.xml"/><Relationship Id="rId1" Type="http://schemas.openxmlformats.org/officeDocument/2006/relationships/slideLayout" Target="../slideLayouts/slideLayout2.xml"/><Relationship Id="rId212" Type="http://schemas.openxmlformats.org/officeDocument/2006/relationships/customXml" Target="../ink/ink1102.xml"/><Relationship Id="rId233" Type="http://schemas.openxmlformats.org/officeDocument/2006/relationships/customXml" Target="../ink/ink1123.xml"/><Relationship Id="rId254" Type="http://schemas.openxmlformats.org/officeDocument/2006/relationships/customXml" Target="../ink/ink1144.xml"/><Relationship Id="rId28" Type="http://schemas.openxmlformats.org/officeDocument/2006/relationships/customXml" Target="../ink/ink918.xml"/><Relationship Id="rId49" Type="http://schemas.openxmlformats.org/officeDocument/2006/relationships/customXml" Target="../ink/ink939.xml"/><Relationship Id="rId114" Type="http://schemas.openxmlformats.org/officeDocument/2006/relationships/customXml" Target="../ink/ink1004.xml"/><Relationship Id="rId275" Type="http://schemas.openxmlformats.org/officeDocument/2006/relationships/customXml" Target="../ink/ink1165.xml"/><Relationship Id="rId296" Type="http://schemas.openxmlformats.org/officeDocument/2006/relationships/customXml" Target="../ink/ink1186.xml"/><Relationship Id="rId300" Type="http://schemas.openxmlformats.org/officeDocument/2006/relationships/customXml" Target="../ink/ink1190.xml"/><Relationship Id="rId60" Type="http://schemas.openxmlformats.org/officeDocument/2006/relationships/customXml" Target="../ink/ink950.xml"/><Relationship Id="rId81" Type="http://schemas.openxmlformats.org/officeDocument/2006/relationships/customXml" Target="../ink/ink971.xml"/><Relationship Id="rId135" Type="http://schemas.openxmlformats.org/officeDocument/2006/relationships/customXml" Target="../ink/ink1025.xml"/><Relationship Id="rId156" Type="http://schemas.openxmlformats.org/officeDocument/2006/relationships/customXml" Target="../ink/ink1046.xml"/><Relationship Id="rId177" Type="http://schemas.openxmlformats.org/officeDocument/2006/relationships/customXml" Target="../ink/ink1067.xml"/><Relationship Id="rId198" Type="http://schemas.openxmlformats.org/officeDocument/2006/relationships/customXml" Target="../ink/ink1088.xml"/><Relationship Id="rId202" Type="http://schemas.openxmlformats.org/officeDocument/2006/relationships/customXml" Target="../ink/ink1092.xml"/><Relationship Id="rId223" Type="http://schemas.openxmlformats.org/officeDocument/2006/relationships/customXml" Target="../ink/ink1113.xml"/><Relationship Id="rId244" Type="http://schemas.openxmlformats.org/officeDocument/2006/relationships/customXml" Target="../ink/ink1134.xml"/><Relationship Id="rId18" Type="http://schemas.openxmlformats.org/officeDocument/2006/relationships/customXml" Target="../ink/ink908.xml"/><Relationship Id="rId39" Type="http://schemas.openxmlformats.org/officeDocument/2006/relationships/customXml" Target="../ink/ink929.xml"/><Relationship Id="rId265" Type="http://schemas.openxmlformats.org/officeDocument/2006/relationships/customXml" Target="../ink/ink1155.xml"/><Relationship Id="rId286" Type="http://schemas.openxmlformats.org/officeDocument/2006/relationships/customXml" Target="../ink/ink1176.xml"/><Relationship Id="rId50" Type="http://schemas.openxmlformats.org/officeDocument/2006/relationships/customXml" Target="../ink/ink940.xml"/><Relationship Id="rId104" Type="http://schemas.openxmlformats.org/officeDocument/2006/relationships/customXml" Target="../ink/ink994.xml"/><Relationship Id="rId125" Type="http://schemas.openxmlformats.org/officeDocument/2006/relationships/customXml" Target="../ink/ink1015.xml"/><Relationship Id="rId146" Type="http://schemas.openxmlformats.org/officeDocument/2006/relationships/customXml" Target="../ink/ink1036.xml"/><Relationship Id="rId167" Type="http://schemas.openxmlformats.org/officeDocument/2006/relationships/customXml" Target="../ink/ink1057.xml"/><Relationship Id="rId188" Type="http://schemas.openxmlformats.org/officeDocument/2006/relationships/customXml" Target="../ink/ink1078.xml"/><Relationship Id="rId71" Type="http://schemas.openxmlformats.org/officeDocument/2006/relationships/customXml" Target="../ink/ink961.xml"/><Relationship Id="rId92" Type="http://schemas.openxmlformats.org/officeDocument/2006/relationships/customXml" Target="../ink/ink982.xml"/><Relationship Id="rId213" Type="http://schemas.openxmlformats.org/officeDocument/2006/relationships/customXml" Target="../ink/ink1103.xml"/><Relationship Id="rId234" Type="http://schemas.openxmlformats.org/officeDocument/2006/relationships/customXml" Target="../ink/ink1124.xml"/><Relationship Id="rId2" Type="http://schemas.openxmlformats.org/officeDocument/2006/relationships/customXml" Target="../ink/ink892.xml"/><Relationship Id="rId29" Type="http://schemas.openxmlformats.org/officeDocument/2006/relationships/customXml" Target="../ink/ink919.xml"/><Relationship Id="rId255" Type="http://schemas.openxmlformats.org/officeDocument/2006/relationships/customXml" Target="../ink/ink1145.xml"/><Relationship Id="rId276" Type="http://schemas.openxmlformats.org/officeDocument/2006/relationships/customXml" Target="../ink/ink1166.xml"/><Relationship Id="rId297" Type="http://schemas.openxmlformats.org/officeDocument/2006/relationships/customXml" Target="../ink/ink1187.xml"/><Relationship Id="rId40" Type="http://schemas.openxmlformats.org/officeDocument/2006/relationships/customXml" Target="../ink/ink930.xml"/><Relationship Id="rId115" Type="http://schemas.openxmlformats.org/officeDocument/2006/relationships/customXml" Target="../ink/ink1005.xml"/><Relationship Id="rId136" Type="http://schemas.openxmlformats.org/officeDocument/2006/relationships/customXml" Target="../ink/ink1026.xml"/><Relationship Id="rId157" Type="http://schemas.openxmlformats.org/officeDocument/2006/relationships/customXml" Target="../ink/ink1047.xml"/><Relationship Id="rId178" Type="http://schemas.openxmlformats.org/officeDocument/2006/relationships/customXml" Target="../ink/ink1068.xml"/><Relationship Id="rId301" Type="http://schemas.openxmlformats.org/officeDocument/2006/relationships/customXml" Target="../ink/ink1191.xml"/><Relationship Id="rId61" Type="http://schemas.openxmlformats.org/officeDocument/2006/relationships/customXml" Target="../ink/ink951.xml"/><Relationship Id="rId82" Type="http://schemas.openxmlformats.org/officeDocument/2006/relationships/customXml" Target="../ink/ink972.xml"/><Relationship Id="rId199" Type="http://schemas.openxmlformats.org/officeDocument/2006/relationships/customXml" Target="../ink/ink1089.xml"/><Relationship Id="rId203" Type="http://schemas.openxmlformats.org/officeDocument/2006/relationships/customXml" Target="../ink/ink1093.xml"/><Relationship Id="rId19" Type="http://schemas.openxmlformats.org/officeDocument/2006/relationships/customXml" Target="../ink/ink909.xml"/><Relationship Id="rId224" Type="http://schemas.openxmlformats.org/officeDocument/2006/relationships/customXml" Target="../ink/ink1114.xml"/><Relationship Id="rId245" Type="http://schemas.openxmlformats.org/officeDocument/2006/relationships/customXml" Target="../ink/ink1135.xml"/><Relationship Id="rId266" Type="http://schemas.openxmlformats.org/officeDocument/2006/relationships/customXml" Target="../ink/ink1156.xml"/><Relationship Id="rId287" Type="http://schemas.openxmlformats.org/officeDocument/2006/relationships/customXml" Target="../ink/ink1177.xml"/><Relationship Id="rId30" Type="http://schemas.openxmlformats.org/officeDocument/2006/relationships/customXml" Target="../ink/ink920.xml"/><Relationship Id="rId105" Type="http://schemas.openxmlformats.org/officeDocument/2006/relationships/customXml" Target="../ink/ink995.xml"/><Relationship Id="rId126" Type="http://schemas.openxmlformats.org/officeDocument/2006/relationships/customXml" Target="../ink/ink1016.xml"/><Relationship Id="rId147" Type="http://schemas.openxmlformats.org/officeDocument/2006/relationships/customXml" Target="../ink/ink1037.xml"/><Relationship Id="rId168" Type="http://schemas.openxmlformats.org/officeDocument/2006/relationships/customXml" Target="../ink/ink1058.xml"/><Relationship Id="rId51" Type="http://schemas.openxmlformats.org/officeDocument/2006/relationships/customXml" Target="../ink/ink941.xml"/><Relationship Id="rId72" Type="http://schemas.openxmlformats.org/officeDocument/2006/relationships/customXml" Target="../ink/ink962.xml"/><Relationship Id="rId93" Type="http://schemas.openxmlformats.org/officeDocument/2006/relationships/customXml" Target="../ink/ink983.xml"/><Relationship Id="rId189" Type="http://schemas.openxmlformats.org/officeDocument/2006/relationships/customXml" Target="../ink/ink1079.xml"/><Relationship Id="rId3" Type="http://schemas.openxmlformats.org/officeDocument/2006/relationships/customXml" Target="../ink/ink893.xml"/><Relationship Id="rId214" Type="http://schemas.openxmlformats.org/officeDocument/2006/relationships/customXml" Target="../ink/ink1104.xml"/><Relationship Id="rId235" Type="http://schemas.openxmlformats.org/officeDocument/2006/relationships/customXml" Target="../ink/ink1125.xml"/><Relationship Id="rId256" Type="http://schemas.openxmlformats.org/officeDocument/2006/relationships/customXml" Target="../ink/ink1146.xml"/><Relationship Id="rId277" Type="http://schemas.openxmlformats.org/officeDocument/2006/relationships/customXml" Target="../ink/ink1167.xml"/><Relationship Id="rId298" Type="http://schemas.openxmlformats.org/officeDocument/2006/relationships/customXml" Target="../ink/ink1188.xml"/><Relationship Id="rId116" Type="http://schemas.openxmlformats.org/officeDocument/2006/relationships/customXml" Target="../ink/ink1006.xml"/><Relationship Id="rId137" Type="http://schemas.openxmlformats.org/officeDocument/2006/relationships/customXml" Target="../ink/ink1027.xml"/><Relationship Id="rId158" Type="http://schemas.openxmlformats.org/officeDocument/2006/relationships/customXml" Target="../ink/ink1048.xml"/><Relationship Id="rId302" Type="http://schemas.openxmlformats.org/officeDocument/2006/relationships/customXml" Target="../ink/ink1192.xml"/><Relationship Id="rId20" Type="http://schemas.openxmlformats.org/officeDocument/2006/relationships/customXml" Target="../ink/ink910.xml"/><Relationship Id="rId41" Type="http://schemas.openxmlformats.org/officeDocument/2006/relationships/customXml" Target="../ink/ink931.xml"/><Relationship Id="rId62" Type="http://schemas.openxmlformats.org/officeDocument/2006/relationships/customXml" Target="../ink/ink952.xml"/><Relationship Id="rId83" Type="http://schemas.openxmlformats.org/officeDocument/2006/relationships/customXml" Target="../ink/ink973.xml"/><Relationship Id="rId179" Type="http://schemas.openxmlformats.org/officeDocument/2006/relationships/customXml" Target="../ink/ink1069.xml"/><Relationship Id="rId190" Type="http://schemas.openxmlformats.org/officeDocument/2006/relationships/customXml" Target="../ink/ink1080.xml"/><Relationship Id="rId204" Type="http://schemas.openxmlformats.org/officeDocument/2006/relationships/customXml" Target="../ink/ink1094.xml"/><Relationship Id="rId225" Type="http://schemas.openxmlformats.org/officeDocument/2006/relationships/customXml" Target="../ink/ink1115.xml"/><Relationship Id="rId246" Type="http://schemas.openxmlformats.org/officeDocument/2006/relationships/customXml" Target="../ink/ink1136.xml"/><Relationship Id="rId267" Type="http://schemas.openxmlformats.org/officeDocument/2006/relationships/customXml" Target="../ink/ink1157.xml"/><Relationship Id="rId288" Type="http://schemas.openxmlformats.org/officeDocument/2006/relationships/customXml" Target="../ink/ink1178.xml"/><Relationship Id="rId106" Type="http://schemas.openxmlformats.org/officeDocument/2006/relationships/customXml" Target="../ink/ink996.xml"/><Relationship Id="rId127" Type="http://schemas.openxmlformats.org/officeDocument/2006/relationships/customXml" Target="../ink/ink1017.xml"/><Relationship Id="rId10" Type="http://schemas.openxmlformats.org/officeDocument/2006/relationships/customXml" Target="../ink/ink900.xml"/><Relationship Id="rId31" Type="http://schemas.openxmlformats.org/officeDocument/2006/relationships/customXml" Target="../ink/ink921.xml"/><Relationship Id="rId52" Type="http://schemas.openxmlformats.org/officeDocument/2006/relationships/customXml" Target="../ink/ink942.xml"/><Relationship Id="rId73" Type="http://schemas.openxmlformats.org/officeDocument/2006/relationships/customXml" Target="../ink/ink963.xml"/><Relationship Id="rId94" Type="http://schemas.openxmlformats.org/officeDocument/2006/relationships/customXml" Target="../ink/ink984.xml"/><Relationship Id="rId148" Type="http://schemas.openxmlformats.org/officeDocument/2006/relationships/customXml" Target="../ink/ink1038.xml"/><Relationship Id="rId169" Type="http://schemas.openxmlformats.org/officeDocument/2006/relationships/customXml" Target="../ink/ink1059.xml"/><Relationship Id="rId4" Type="http://schemas.openxmlformats.org/officeDocument/2006/relationships/customXml" Target="../ink/ink894.xml"/><Relationship Id="rId180" Type="http://schemas.openxmlformats.org/officeDocument/2006/relationships/customXml" Target="../ink/ink1070.xml"/><Relationship Id="rId215" Type="http://schemas.openxmlformats.org/officeDocument/2006/relationships/customXml" Target="../ink/ink1105.xml"/><Relationship Id="rId236" Type="http://schemas.openxmlformats.org/officeDocument/2006/relationships/customXml" Target="../ink/ink1126.xml"/><Relationship Id="rId257" Type="http://schemas.openxmlformats.org/officeDocument/2006/relationships/customXml" Target="../ink/ink1147.xml"/><Relationship Id="rId278" Type="http://schemas.openxmlformats.org/officeDocument/2006/relationships/customXml" Target="../ink/ink1168.xml"/><Relationship Id="rId303" Type="http://schemas.openxmlformats.org/officeDocument/2006/relationships/customXml" Target="../ink/ink1193.xml"/><Relationship Id="rId42" Type="http://schemas.openxmlformats.org/officeDocument/2006/relationships/customXml" Target="../ink/ink932.xml"/><Relationship Id="rId84" Type="http://schemas.openxmlformats.org/officeDocument/2006/relationships/customXml" Target="../ink/ink974.xml"/><Relationship Id="rId138" Type="http://schemas.openxmlformats.org/officeDocument/2006/relationships/customXml" Target="../ink/ink1028.xml"/><Relationship Id="rId191" Type="http://schemas.openxmlformats.org/officeDocument/2006/relationships/customXml" Target="../ink/ink1081.xml"/><Relationship Id="rId205" Type="http://schemas.openxmlformats.org/officeDocument/2006/relationships/customXml" Target="../ink/ink1095.xml"/><Relationship Id="rId247" Type="http://schemas.openxmlformats.org/officeDocument/2006/relationships/customXml" Target="../ink/ink1137.xml"/><Relationship Id="rId107" Type="http://schemas.openxmlformats.org/officeDocument/2006/relationships/customXml" Target="../ink/ink997.xml"/><Relationship Id="rId289" Type="http://schemas.openxmlformats.org/officeDocument/2006/relationships/customXml" Target="../ink/ink1179.xml"/><Relationship Id="rId11" Type="http://schemas.openxmlformats.org/officeDocument/2006/relationships/customXml" Target="../ink/ink901.xml"/><Relationship Id="rId53" Type="http://schemas.openxmlformats.org/officeDocument/2006/relationships/customXml" Target="../ink/ink943.xml"/><Relationship Id="rId149" Type="http://schemas.openxmlformats.org/officeDocument/2006/relationships/customXml" Target="../ink/ink1039.xml"/><Relationship Id="rId95" Type="http://schemas.openxmlformats.org/officeDocument/2006/relationships/customXml" Target="../ink/ink985.xml"/><Relationship Id="rId160" Type="http://schemas.openxmlformats.org/officeDocument/2006/relationships/customXml" Target="../ink/ink1050.xml"/><Relationship Id="rId216" Type="http://schemas.openxmlformats.org/officeDocument/2006/relationships/customXml" Target="../ink/ink1106.xml"/><Relationship Id="rId258" Type="http://schemas.openxmlformats.org/officeDocument/2006/relationships/customXml" Target="../ink/ink1148.xml"/><Relationship Id="rId22" Type="http://schemas.openxmlformats.org/officeDocument/2006/relationships/customXml" Target="../ink/ink912.xml"/><Relationship Id="rId64" Type="http://schemas.openxmlformats.org/officeDocument/2006/relationships/customXml" Target="../ink/ink954.xml"/><Relationship Id="rId118" Type="http://schemas.openxmlformats.org/officeDocument/2006/relationships/customXml" Target="../ink/ink1008.xml"/><Relationship Id="rId171" Type="http://schemas.openxmlformats.org/officeDocument/2006/relationships/customXml" Target="../ink/ink1061.xml"/><Relationship Id="rId227" Type="http://schemas.openxmlformats.org/officeDocument/2006/relationships/customXml" Target="../ink/ink1117.xml"/><Relationship Id="rId269" Type="http://schemas.openxmlformats.org/officeDocument/2006/relationships/customXml" Target="../ink/ink1159.xml"/><Relationship Id="rId33" Type="http://schemas.openxmlformats.org/officeDocument/2006/relationships/customXml" Target="../ink/ink923.xml"/><Relationship Id="rId129" Type="http://schemas.openxmlformats.org/officeDocument/2006/relationships/customXml" Target="../ink/ink1019.xml"/><Relationship Id="rId280" Type="http://schemas.openxmlformats.org/officeDocument/2006/relationships/customXml" Target="../ink/ink1170.xml"/><Relationship Id="rId75" Type="http://schemas.openxmlformats.org/officeDocument/2006/relationships/customXml" Target="../ink/ink965.xml"/><Relationship Id="rId140" Type="http://schemas.openxmlformats.org/officeDocument/2006/relationships/customXml" Target="../ink/ink1030.xml"/><Relationship Id="rId182" Type="http://schemas.openxmlformats.org/officeDocument/2006/relationships/customXml" Target="../ink/ink1072.xml"/></Relationships>
</file>

<file path=ppt/slides/_rels/slide17.xml.rels><?xml version="1.0" encoding="UTF-8" standalone="yes"?>
<Relationships xmlns="http://schemas.openxmlformats.org/package/2006/relationships"><Relationship Id="rId26" Type="http://schemas.openxmlformats.org/officeDocument/2006/relationships/customXml" Target="../ink/ink1211.xml"/><Relationship Id="rId21" Type="http://schemas.openxmlformats.org/officeDocument/2006/relationships/customXml" Target="../ink/ink1206.xml"/><Relationship Id="rId42" Type="http://schemas.openxmlformats.org/officeDocument/2006/relationships/customXml" Target="../ink/ink1227.xml"/><Relationship Id="rId47" Type="http://schemas.openxmlformats.org/officeDocument/2006/relationships/customXml" Target="../ink/ink1232.xml"/><Relationship Id="rId63" Type="http://schemas.openxmlformats.org/officeDocument/2006/relationships/customXml" Target="../ink/ink1248.xml"/><Relationship Id="rId68" Type="http://schemas.openxmlformats.org/officeDocument/2006/relationships/customXml" Target="../ink/ink1253.xml"/><Relationship Id="rId84" Type="http://schemas.openxmlformats.org/officeDocument/2006/relationships/customXml" Target="../ink/ink1269.xml"/><Relationship Id="rId89" Type="http://schemas.openxmlformats.org/officeDocument/2006/relationships/customXml" Target="../ink/ink1274.xml"/><Relationship Id="rId16" Type="http://schemas.openxmlformats.org/officeDocument/2006/relationships/customXml" Target="../ink/ink1201.xml"/><Relationship Id="rId11" Type="http://schemas.openxmlformats.org/officeDocument/2006/relationships/customXml" Target="../ink/ink1196.xml"/><Relationship Id="rId32" Type="http://schemas.openxmlformats.org/officeDocument/2006/relationships/customXml" Target="../ink/ink1217.xml"/><Relationship Id="rId37" Type="http://schemas.openxmlformats.org/officeDocument/2006/relationships/customXml" Target="../ink/ink1222.xml"/><Relationship Id="rId53" Type="http://schemas.openxmlformats.org/officeDocument/2006/relationships/customXml" Target="../ink/ink1238.xml"/><Relationship Id="rId58" Type="http://schemas.openxmlformats.org/officeDocument/2006/relationships/customXml" Target="../ink/ink1243.xml"/><Relationship Id="rId74" Type="http://schemas.openxmlformats.org/officeDocument/2006/relationships/customXml" Target="../ink/ink1259.xml"/><Relationship Id="rId79" Type="http://schemas.openxmlformats.org/officeDocument/2006/relationships/customXml" Target="../ink/ink1264.xml"/><Relationship Id="rId5" Type="http://schemas.openxmlformats.org/officeDocument/2006/relationships/image" Target="../media/image69.png"/><Relationship Id="rId90" Type="http://schemas.openxmlformats.org/officeDocument/2006/relationships/customXml" Target="../ink/ink1275.xml"/><Relationship Id="rId95" Type="http://schemas.openxmlformats.org/officeDocument/2006/relationships/customXml" Target="../ink/ink1280.xml"/><Relationship Id="rId22" Type="http://schemas.openxmlformats.org/officeDocument/2006/relationships/customXml" Target="../ink/ink1207.xml"/><Relationship Id="rId27" Type="http://schemas.openxmlformats.org/officeDocument/2006/relationships/customXml" Target="../ink/ink1212.xml"/><Relationship Id="rId43" Type="http://schemas.openxmlformats.org/officeDocument/2006/relationships/customXml" Target="../ink/ink1228.xml"/><Relationship Id="rId48" Type="http://schemas.openxmlformats.org/officeDocument/2006/relationships/customXml" Target="../ink/ink1233.xml"/><Relationship Id="rId64" Type="http://schemas.openxmlformats.org/officeDocument/2006/relationships/customXml" Target="../ink/ink1249.xml"/><Relationship Id="rId69" Type="http://schemas.openxmlformats.org/officeDocument/2006/relationships/customXml" Target="../ink/ink1254.xml"/><Relationship Id="rId8" Type="http://schemas.openxmlformats.org/officeDocument/2006/relationships/image" Target="../media/image72.png"/><Relationship Id="rId51" Type="http://schemas.openxmlformats.org/officeDocument/2006/relationships/customXml" Target="../ink/ink1236.xml"/><Relationship Id="rId72" Type="http://schemas.openxmlformats.org/officeDocument/2006/relationships/customXml" Target="../ink/ink1257.xml"/><Relationship Id="rId80" Type="http://schemas.openxmlformats.org/officeDocument/2006/relationships/customXml" Target="../ink/ink1265.xml"/><Relationship Id="rId85" Type="http://schemas.openxmlformats.org/officeDocument/2006/relationships/customXml" Target="../ink/ink1270.xml"/><Relationship Id="rId93" Type="http://schemas.openxmlformats.org/officeDocument/2006/relationships/customXml" Target="../ink/ink1278.xml"/><Relationship Id="rId3" Type="http://schemas.openxmlformats.org/officeDocument/2006/relationships/image" Target="../media/image67.png"/><Relationship Id="rId12" Type="http://schemas.openxmlformats.org/officeDocument/2006/relationships/customXml" Target="../ink/ink1197.xml"/><Relationship Id="rId17" Type="http://schemas.openxmlformats.org/officeDocument/2006/relationships/customXml" Target="../ink/ink1202.xml"/><Relationship Id="rId25" Type="http://schemas.openxmlformats.org/officeDocument/2006/relationships/customXml" Target="../ink/ink1210.xml"/><Relationship Id="rId33" Type="http://schemas.openxmlformats.org/officeDocument/2006/relationships/customXml" Target="../ink/ink1218.xml"/><Relationship Id="rId38" Type="http://schemas.openxmlformats.org/officeDocument/2006/relationships/customXml" Target="../ink/ink1223.xml"/><Relationship Id="rId46" Type="http://schemas.openxmlformats.org/officeDocument/2006/relationships/customXml" Target="../ink/ink1231.xml"/><Relationship Id="rId59" Type="http://schemas.openxmlformats.org/officeDocument/2006/relationships/customXml" Target="../ink/ink1244.xml"/><Relationship Id="rId67" Type="http://schemas.openxmlformats.org/officeDocument/2006/relationships/customXml" Target="../ink/ink1252.xml"/><Relationship Id="rId20" Type="http://schemas.openxmlformats.org/officeDocument/2006/relationships/customXml" Target="../ink/ink1205.xml"/><Relationship Id="rId41" Type="http://schemas.openxmlformats.org/officeDocument/2006/relationships/customXml" Target="../ink/ink1226.xml"/><Relationship Id="rId54" Type="http://schemas.openxmlformats.org/officeDocument/2006/relationships/customXml" Target="../ink/ink1239.xml"/><Relationship Id="rId62" Type="http://schemas.openxmlformats.org/officeDocument/2006/relationships/customXml" Target="../ink/ink1247.xml"/><Relationship Id="rId70" Type="http://schemas.openxmlformats.org/officeDocument/2006/relationships/customXml" Target="../ink/ink1255.xml"/><Relationship Id="rId75" Type="http://schemas.openxmlformats.org/officeDocument/2006/relationships/customXml" Target="../ink/ink1260.xml"/><Relationship Id="rId83" Type="http://schemas.openxmlformats.org/officeDocument/2006/relationships/customXml" Target="../ink/ink1268.xml"/><Relationship Id="rId88" Type="http://schemas.openxmlformats.org/officeDocument/2006/relationships/customXml" Target="../ink/ink1273.xml"/><Relationship Id="rId91" Type="http://schemas.openxmlformats.org/officeDocument/2006/relationships/customXml" Target="../ink/ink1276.xml"/><Relationship Id="rId1" Type="http://schemas.openxmlformats.org/officeDocument/2006/relationships/slideLayout" Target="../slideLayouts/slideLayout2.xml"/><Relationship Id="rId6" Type="http://schemas.openxmlformats.org/officeDocument/2006/relationships/image" Target="../media/image70.png"/><Relationship Id="rId15" Type="http://schemas.openxmlformats.org/officeDocument/2006/relationships/customXml" Target="../ink/ink1200.xml"/><Relationship Id="rId23" Type="http://schemas.openxmlformats.org/officeDocument/2006/relationships/customXml" Target="../ink/ink1208.xml"/><Relationship Id="rId28" Type="http://schemas.openxmlformats.org/officeDocument/2006/relationships/customXml" Target="../ink/ink1213.xml"/><Relationship Id="rId36" Type="http://schemas.openxmlformats.org/officeDocument/2006/relationships/customXml" Target="../ink/ink1221.xml"/><Relationship Id="rId49" Type="http://schemas.openxmlformats.org/officeDocument/2006/relationships/customXml" Target="../ink/ink1234.xml"/><Relationship Id="rId57" Type="http://schemas.openxmlformats.org/officeDocument/2006/relationships/customXml" Target="../ink/ink1242.xml"/><Relationship Id="rId10" Type="http://schemas.openxmlformats.org/officeDocument/2006/relationships/customXml" Target="../ink/ink1195.xml"/><Relationship Id="rId31" Type="http://schemas.openxmlformats.org/officeDocument/2006/relationships/customXml" Target="../ink/ink1216.xml"/><Relationship Id="rId44" Type="http://schemas.openxmlformats.org/officeDocument/2006/relationships/customXml" Target="../ink/ink1229.xml"/><Relationship Id="rId52" Type="http://schemas.openxmlformats.org/officeDocument/2006/relationships/customXml" Target="../ink/ink1237.xml"/><Relationship Id="rId60" Type="http://schemas.openxmlformats.org/officeDocument/2006/relationships/customXml" Target="../ink/ink1245.xml"/><Relationship Id="rId65" Type="http://schemas.openxmlformats.org/officeDocument/2006/relationships/customXml" Target="../ink/ink1250.xml"/><Relationship Id="rId73" Type="http://schemas.openxmlformats.org/officeDocument/2006/relationships/customXml" Target="../ink/ink1258.xml"/><Relationship Id="rId78" Type="http://schemas.openxmlformats.org/officeDocument/2006/relationships/customXml" Target="../ink/ink1263.xml"/><Relationship Id="rId81" Type="http://schemas.openxmlformats.org/officeDocument/2006/relationships/customXml" Target="../ink/ink1266.xml"/><Relationship Id="rId86" Type="http://schemas.openxmlformats.org/officeDocument/2006/relationships/customXml" Target="../ink/ink1271.xml"/><Relationship Id="rId94" Type="http://schemas.openxmlformats.org/officeDocument/2006/relationships/customXml" Target="../ink/ink1279.xml"/><Relationship Id="rId4" Type="http://schemas.openxmlformats.org/officeDocument/2006/relationships/image" Target="../media/image68.png"/><Relationship Id="rId9" Type="http://schemas.openxmlformats.org/officeDocument/2006/relationships/customXml" Target="../ink/ink1194.xml"/><Relationship Id="rId13" Type="http://schemas.openxmlformats.org/officeDocument/2006/relationships/customXml" Target="../ink/ink1198.xml"/><Relationship Id="rId18" Type="http://schemas.openxmlformats.org/officeDocument/2006/relationships/customXml" Target="../ink/ink1203.xml"/><Relationship Id="rId39" Type="http://schemas.openxmlformats.org/officeDocument/2006/relationships/customXml" Target="../ink/ink1224.xml"/><Relationship Id="rId34" Type="http://schemas.openxmlformats.org/officeDocument/2006/relationships/customXml" Target="../ink/ink1219.xml"/><Relationship Id="rId50" Type="http://schemas.openxmlformats.org/officeDocument/2006/relationships/customXml" Target="../ink/ink1235.xml"/><Relationship Id="rId55" Type="http://schemas.openxmlformats.org/officeDocument/2006/relationships/customXml" Target="../ink/ink1240.xml"/><Relationship Id="rId76" Type="http://schemas.openxmlformats.org/officeDocument/2006/relationships/customXml" Target="../ink/ink1261.xml"/><Relationship Id="rId7" Type="http://schemas.openxmlformats.org/officeDocument/2006/relationships/image" Target="../media/image71.png"/><Relationship Id="rId71" Type="http://schemas.openxmlformats.org/officeDocument/2006/relationships/customXml" Target="../ink/ink1256.xml"/><Relationship Id="rId92" Type="http://schemas.openxmlformats.org/officeDocument/2006/relationships/customXml" Target="../ink/ink1277.xml"/><Relationship Id="rId2" Type="http://schemas.openxmlformats.org/officeDocument/2006/relationships/image" Target="../media/image66.png"/><Relationship Id="rId29" Type="http://schemas.openxmlformats.org/officeDocument/2006/relationships/customXml" Target="../ink/ink1214.xml"/><Relationship Id="rId24" Type="http://schemas.openxmlformats.org/officeDocument/2006/relationships/customXml" Target="../ink/ink1209.xml"/><Relationship Id="rId40" Type="http://schemas.openxmlformats.org/officeDocument/2006/relationships/customXml" Target="../ink/ink1225.xml"/><Relationship Id="rId45" Type="http://schemas.openxmlformats.org/officeDocument/2006/relationships/customXml" Target="../ink/ink1230.xml"/><Relationship Id="rId66" Type="http://schemas.openxmlformats.org/officeDocument/2006/relationships/customXml" Target="../ink/ink1251.xml"/><Relationship Id="rId87" Type="http://schemas.openxmlformats.org/officeDocument/2006/relationships/customXml" Target="../ink/ink1272.xml"/><Relationship Id="rId61" Type="http://schemas.openxmlformats.org/officeDocument/2006/relationships/customXml" Target="../ink/ink1246.xml"/><Relationship Id="rId82" Type="http://schemas.openxmlformats.org/officeDocument/2006/relationships/customXml" Target="../ink/ink1267.xml"/><Relationship Id="rId19" Type="http://schemas.openxmlformats.org/officeDocument/2006/relationships/customXml" Target="../ink/ink1204.xml"/><Relationship Id="rId14" Type="http://schemas.openxmlformats.org/officeDocument/2006/relationships/customXml" Target="../ink/ink1199.xml"/><Relationship Id="rId30" Type="http://schemas.openxmlformats.org/officeDocument/2006/relationships/customXml" Target="../ink/ink1215.xml"/><Relationship Id="rId35" Type="http://schemas.openxmlformats.org/officeDocument/2006/relationships/customXml" Target="../ink/ink1220.xml"/><Relationship Id="rId56" Type="http://schemas.openxmlformats.org/officeDocument/2006/relationships/customXml" Target="../ink/ink1241.xml"/><Relationship Id="rId77" Type="http://schemas.openxmlformats.org/officeDocument/2006/relationships/customXml" Target="../ink/ink1262.xml"/></Relationships>
</file>

<file path=ppt/slides/_rels/slide18.xml.rels><?xml version="1.0" encoding="UTF-8" standalone="yes"?>
<Relationships xmlns="http://schemas.openxmlformats.org/package/2006/relationships"><Relationship Id="rId117" Type="http://schemas.openxmlformats.org/officeDocument/2006/relationships/customXml" Target="../ink/ink1381.xml"/><Relationship Id="rId21" Type="http://schemas.openxmlformats.org/officeDocument/2006/relationships/customXml" Target="../ink/ink1285.xml"/><Relationship Id="rId42" Type="http://schemas.openxmlformats.org/officeDocument/2006/relationships/customXml" Target="../ink/ink1306.xml"/><Relationship Id="rId63" Type="http://schemas.openxmlformats.org/officeDocument/2006/relationships/customXml" Target="../ink/ink1327.xml"/><Relationship Id="rId84" Type="http://schemas.openxmlformats.org/officeDocument/2006/relationships/customXml" Target="../ink/ink1348.xml"/><Relationship Id="rId138" Type="http://schemas.openxmlformats.org/officeDocument/2006/relationships/customXml" Target="../ink/ink1402.xml"/><Relationship Id="rId16" Type="http://schemas.openxmlformats.org/officeDocument/2006/relationships/image" Target="../media/image87.png"/><Relationship Id="rId107" Type="http://schemas.openxmlformats.org/officeDocument/2006/relationships/customXml" Target="../ink/ink1371.xml"/><Relationship Id="rId11" Type="http://schemas.openxmlformats.org/officeDocument/2006/relationships/image" Target="../media/image82.png"/><Relationship Id="rId32" Type="http://schemas.openxmlformats.org/officeDocument/2006/relationships/customXml" Target="../ink/ink1296.xml"/><Relationship Id="rId37" Type="http://schemas.openxmlformats.org/officeDocument/2006/relationships/customXml" Target="../ink/ink1301.xml"/><Relationship Id="rId53" Type="http://schemas.openxmlformats.org/officeDocument/2006/relationships/customXml" Target="../ink/ink1317.xml"/><Relationship Id="rId58" Type="http://schemas.openxmlformats.org/officeDocument/2006/relationships/customXml" Target="../ink/ink1322.xml"/><Relationship Id="rId74" Type="http://schemas.openxmlformats.org/officeDocument/2006/relationships/customXml" Target="../ink/ink1338.xml"/><Relationship Id="rId79" Type="http://schemas.openxmlformats.org/officeDocument/2006/relationships/customXml" Target="../ink/ink1343.xml"/><Relationship Id="rId102" Type="http://schemas.openxmlformats.org/officeDocument/2006/relationships/customXml" Target="../ink/ink1366.xml"/><Relationship Id="rId123" Type="http://schemas.openxmlformats.org/officeDocument/2006/relationships/customXml" Target="../ink/ink1387.xml"/><Relationship Id="rId128" Type="http://schemas.openxmlformats.org/officeDocument/2006/relationships/customXml" Target="../ink/ink1392.xml"/><Relationship Id="rId5" Type="http://schemas.openxmlformats.org/officeDocument/2006/relationships/image" Target="../media/image76.png"/><Relationship Id="rId90" Type="http://schemas.openxmlformats.org/officeDocument/2006/relationships/customXml" Target="../ink/ink1354.xml"/><Relationship Id="rId95" Type="http://schemas.openxmlformats.org/officeDocument/2006/relationships/customXml" Target="../ink/ink1359.xml"/><Relationship Id="rId22" Type="http://schemas.openxmlformats.org/officeDocument/2006/relationships/customXml" Target="../ink/ink1286.xml"/><Relationship Id="rId27" Type="http://schemas.openxmlformats.org/officeDocument/2006/relationships/customXml" Target="../ink/ink1291.xml"/><Relationship Id="rId43" Type="http://schemas.openxmlformats.org/officeDocument/2006/relationships/customXml" Target="../ink/ink1307.xml"/><Relationship Id="rId48" Type="http://schemas.openxmlformats.org/officeDocument/2006/relationships/customXml" Target="../ink/ink1312.xml"/><Relationship Id="rId64" Type="http://schemas.openxmlformats.org/officeDocument/2006/relationships/customXml" Target="../ink/ink1328.xml"/><Relationship Id="rId69" Type="http://schemas.openxmlformats.org/officeDocument/2006/relationships/customXml" Target="../ink/ink1333.xml"/><Relationship Id="rId113" Type="http://schemas.openxmlformats.org/officeDocument/2006/relationships/customXml" Target="../ink/ink1377.xml"/><Relationship Id="rId118" Type="http://schemas.openxmlformats.org/officeDocument/2006/relationships/customXml" Target="../ink/ink1382.xml"/><Relationship Id="rId134" Type="http://schemas.openxmlformats.org/officeDocument/2006/relationships/customXml" Target="../ink/ink1398.xml"/><Relationship Id="rId139" Type="http://schemas.openxmlformats.org/officeDocument/2006/relationships/customXml" Target="../ink/ink1403.xml"/><Relationship Id="rId80" Type="http://schemas.openxmlformats.org/officeDocument/2006/relationships/customXml" Target="../ink/ink1344.xml"/><Relationship Id="rId85" Type="http://schemas.openxmlformats.org/officeDocument/2006/relationships/customXml" Target="../ink/ink1349.xml"/><Relationship Id="rId12" Type="http://schemas.openxmlformats.org/officeDocument/2006/relationships/image" Target="../media/image83.png"/><Relationship Id="rId17" Type="http://schemas.openxmlformats.org/officeDocument/2006/relationships/customXml" Target="../ink/ink1281.xml"/><Relationship Id="rId33" Type="http://schemas.openxmlformats.org/officeDocument/2006/relationships/customXml" Target="../ink/ink1297.xml"/><Relationship Id="rId38" Type="http://schemas.openxmlformats.org/officeDocument/2006/relationships/customXml" Target="../ink/ink1302.xml"/><Relationship Id="rId59" Type="http://schemas.openxmlformats.org/officeDocument/2006/relationships/customXml" Target="../ink/ink1323.xml"/><Relationship Id="rId103" Type="http://schemas.openxmlformats.org/officeDocument/2006/relationships/customXml" Target="../ink/ink1367.xml"/><Relationship Id="rId108" Type="http://schemas.openxmlformats.org/officeDocument/2006/relationships/customXml" Target="../ink/ink1372.xml"/><Relationship Id="rId124" Type="http://schemas.openxmlformats.org/officeDocument/2006/relationships/customXml" Target="../ink/ink1388.xml"/><Relationship Id="rId129" Type="http://schemas.openxmlformats.org/officeDocument/2006/relationships/customXml" Target="../ink/ink1393.xml"/><Relationship Id="rId54" Type="http://schemas.openxmlformats.org/officeDocument/2006/relationships/customXml" Target="../ink/ink1318.xml"/><Relationship Id="rId70" Type="http://schemas.openxmlformats.org/officeDocument/2006/relationships/customXml" Target="../ink/ink1334.xml"/><Relationship Id="rId75" Type="http://schemas.openxmlformats.org/officeDocument/2006/relationships/customXml" Target="../ink/ink1339.xml"/><Relationship Id="rId91" Type="http://schemas.openxmlformats.org/officeDocument/2006/relationships/customXml" Target="../ink/ink1355.xml"/><Relationship Id="rId96" Type="http://schemas.openxmlformats.org/officeDocument/2006/relationships/customXml" Target="../ink/ink1360.xml"/><Relationship Id="rId1" Type="http://schemas.openxmlformats.org/officeDocument/2006/relationships/slideLayout" Target="../slideLayouts/slideLayout2.xml"/><Relationship Id="rId6" Type="http://schemas.openxmlformats.org/officeDocument/2006/relationships/image" Target="../media/image77.png"/><Relationship Id="rId23" Type="http://schemas.openxmlformats.org/officeDocument/2006/relationships/customXml" Target="../ink/ink1287.xml"/><Relationship Id="rId28" Type="http://schemas.openxmlformats.org/officeDocument/2006/relationships/customXml" Target="../ink/ink1292.xml"/><Relationship Id="rId49" Type="http://schemas.openxmlformats.org/officeDocument/2006/relationships/customXml" Target="../ink/ink1313.xml"/><Relationship Id="rId114" Type="http://schemas.openxmlformats.org/officeDocument/2006/relationships/customXml" Target="../ink/ink1378.xml"/><Relationship Id="rId119" Type="http://schemas.openxmlformats.org/officeDocument/2006/relationships/customXml" Target="../ink/ink1383.xml"/><Relationship Id="rId44" Type="http://schemas.openxmlformats.org/officeDocument/2006/relationships/customXml" Target="../ink/ink1308.xml"/><Relationship Id="rId60" Type="http://schemas.openxmlformats.org/officeDocument/2006/relationships/customXml" Target="../ink/ink1324.xml"/><Relationship Id="rId65" Type="http://schemas.openxmlformats.org/officeDocument/2006/relationships/customXml" Target="../ink/ink1329.xml"/><Relationship Id="rId81" Type="http://schemas.openxmlformats.org/officeDocument/2006/relationships/customXml" Target="../ink/ink1345.xml"/><Relationship Id="rId86" Type="http://schemas.openxmlformats.org/officeDocument/2006/relationships/customXml" Target="../ink/ink1350.xml"/><Relationship Id="rId130" Type="http://schemas.openxmlformats.org/officeDocument/2006/relationships/customXml" Target="../ink/ink1394.xml"/><Relationship Id="rId135" Type="http://schemas.openxmlformats.org/officeDocument/2006/relationships/customXml" Target="../ink/ink1399.xml"/><Relationship Id="rId13" Type="http://schemas.openxmlformats.org/officeDocument/2006/relationships/image" Target="../media/image84.png"/><Relationship Id="rId18" Type="http://schemas.openxmlformats.org/officeDocument/2006/relationships/customXml" Target="../ink/ink1282.xml"/><Relationship Id="rId39" Type="http://schemas.openxmlformats.org/officeDocument/2006/relationships/customXml" Target="../ink/ink1303.xml"/><Relationship Id="rId109" Type="http://schemas.openxmlformats.org/officeDocument/2006/relationships/customXml" Target="../ink/ink1373.xml"/><Relationship Id="rId34" Type="http://schemas.openxmlformats.org/officeDocument/2006/relationships/customXml" Target="../ink/ink1298.xml"/><Relationship Id="rId50" Type="http://schemas.openxmlformats.org/officeDocument/2006/relationships/customXml" Target="../ink/ink1314.xml"/><Relationship Id="rId55" Type="http://schemas.openxmlformats.org/officeDocument/2006/relationships/customXml" Target="../ink/ink1319.xml"/><Relationship Id="rId76" Type="http://schemas.openxmlformats.org/officeDocument/2006/relationships/customXml" Target="../ink/ink1340.xml"/><Relationship Id="rId97" Type="http://schemas.openxmlformats.org/officeDocument/2006/relationships/customXml" Target="../ink/ink1361.xml"/><Relationship Id="rId104" Type="http://schemas.openxmlformats.org/officeDocument/2006/relationships/customXml" Target="../ink/ink1368.xml"/><Relationship Id="rId120" Type="http://schemas.openxmlformats.org/officeDocument/2006/relationships/customXml" Target="../ink/ink1384.xml"/><Relationship Id="rId125" Type="http://schemas.openxmlformats.org/officeDocument/2006/relationships/customXml" Target="../ink/ink1389.xml"/><Relationship Id="rId7" Type="http://schemas.openxmlformats.org/officeDocument/2006/relationships/image" Target="../media/image78.png"/><Relationship Id="rId71" Type="http://schemas.openxmlformats.org/officeDocument/2006/relationships/customXml" Target="../ink/ink1335.xml"/><Relationship Id="rId92" Type="http://schemas.openxmlformats.org/officeDocument/2006/relationships/customXml" Target="../ink/ink1356.xml"/><Relationship Id="rId2" Type="http://schemas.openxmlformats.org/officeDocument/2006/relationships/image" Target="../media/image73.png"/><Relationship Id="rId29" Type="http://schemas.openxmlformats.org/officeDocument/2006/relationships/customXml" Target="../ink/ink1293.xml"/><Relationship Id="rId24" Type="http://schemas.openxmlformats.org/officeDocument/2006/relationships/customXml" Target="../ink/ink1288.xml"/><Relationship Id="rId40" Type="http://schemas.openxmlformats.org/officeDocument/2006/relationships/customXml" Target="../ink/ink1304.xml"/><Relationship Id="rId45" Type="http://schemas.openxmlformats.org/officeDocument/2006/relationships/customXml" Target="../ink/ink1309.xml"/><Relationship Id="rId66" Type="http://schemas.openxmlformats.org/officeDocument/2006/relationships/customXml" Target="../ink/ink1330.xml"/><Relationship Id="rId87" Type="http://schemas.openxmlformats.org/officeDocument/2006/relationships/customXml" Target="../ink/ink1351.xml"/><Relationship Id="rId110" Type="http://schemas.openxmlformats.org/officeDocument/2006/relationships/customXml" Target="../ink/ink1374.xml"/><Relationship Id="rId115" Type="http://schemas.openxmlformats.org/officeDocument/2006/relationships/customXml" Target="../ink/ink1379.xml"/><Relationship Id="rId131" Type="http://schemas.openxmlformats.org/officeDocument/2006/relationships/customXml" Target="../ink/ink1395.xml"/><Relationship Id="rId136" Type="http://schemas.openxmlformats.org/officeDocument/2006/relationships/customXml" Target="../ink/ink1400.xml"/><Relationship Id="rId61" Type="http://schemas.openxmlformats.org/officeDocument/2006/relationships/customXml" Target="../ink/ink1325.xml"/><Relationship Id="rId82" Type="http://schemas.openxmlformats.org/officeDocument/2006/relationships/customXml" Target="../ink/ink1346.xml"/><Relationship Id="rId19" Type="http://schemas.openxmlformats.org/officeDocument/2006/relationships/customXml" Target="../ink/ink1283.xml"/><Relationship Id="rId14" Type="http://schemas.openxmlformats.org/officeDocument/2006/relationships/image" Target="../media/image85.png"/><Relationship Id="rId30" Type="http://schemas.openxmlformats.org/officeDocument/2006/relationships/customXml" Target="../ink/ink1294.xml"/><Relationship Id="rId35" Type="http://schemas.openxmlformats.org/officeDocument/2006/relationships/customXml" Target="../ink/ink1299.xml"/><Relationship Id="rId56" Type="http://schemas.openxmlformats.org/officeDocument/2006/relationships/customXml" Target="../ink/ink1320.xml"/><Relationship Id="rId77" Type="http://schemas.openxmlformats.org/officeDocument/2006/relationships/customXml" Target="../ink/ink1341.xml"/><Relationship Id="rId100" Type="http://schemas.openxmlformats.org/officeDocument/2006/relationships/customXml" Target="../ink/ink1364.xml"/><Relationship Id="rId105" Type="http://schemas.openxmlformats.org/officeDocument/2006/relationships/customXml" Target="../ink/ink1369.xml"/><Relationship Id="rId126" Type="http://schemas.openxmlformats.org/officeDocument/2006/relationships/customXml" Target="../ink/ink1390.xml"/><Relationship Id="rId8" Type="http://schemas.openxmlformats.org/officeDocument/2006/relationships/image" Target="../media/image79.png"/><Relationship Id="rId51" Type="http://schemas.openxmlformats.org/officeDocument/2006/relationships/customXml" Target="../ink/ink1315.xml"/><Relationship Id="rId72" Type="http://schemas.openxmlformats.org/officeDocument/2006/relationships/customXml" Target="../ink/ink1336.xml"/><Relationship Id="rId93" Type="http://schemas.openxmlformats.org/officeDocument/2006/relationships/customXml" Target="../ink/ink1357.xml"/><Relationship Id="rId98" Type="http://schemas.openxmlformats.org/officeDocument/2006/relationships/customXml" Target="../ink/ink1362.xml"/><Relationship Id="rId121" Type="http://schemas.openxmlformats.org/officeDocument/2006/relationships/customXml" Target="../ink/ink1385.xml"/><Relationship Id="rId3" Type="http://schemas.openxmlformats.org/officeDocument/2006/relationships/image" Target="../media/image74.png"/><Relationship Id="rId25" Type="http://schemas.openxmlformats.org/officeDocument/2006/relationships/customXml" Target="../ink/ink1289.xml"/><Relationship Id="rId46" Type="http://schemas.openxmlformats.org/officeDocument/2006/relationships/customXml" Target="../ink/ink1310.xml"/><Relationship Id="rId67" Type="http://schemas.openxmlformats.org/officeDocument/2006/relationships/customXml" Target="../ink/ink1331.xml"/><Relationship Id="rId116" Type="http://schemas.openxmlformats.org/officeDocument/2006/relationships/customXml" Target="../ink/ink1380.xml"/><Relationship Id="rId137" Type="http://schemas.openxmlformats.org/officeDocument/2006/relationships/customXml" Target="../ink/ink1401.xml"/><Relationship Id="rId20" Type="http://schemas.openxmlformats.org/officeDocument/2006/relationships/customXml" Target="../ink/ink1284.xml"/><Relationship Id="rId41" Type="http://schemas.openxmlformats.org/officeDocument/2006/relationships/customXml" Target="../ink/ink1305.xml"/><Relationship Id="rId62" Type="http://schemas.openxmlformats.org/officeDocument/2006/relationships/customXml" Target="../ink/ink1326.xml"/><Relationship Id="rId83" Type="http://schemas.openxmlformats.org/officeDocument/2006/relationships/customXml" Target="../ink/ink1347.xml"/><Relationship Id="rId88" Type="http://schemas.openxmlformats.org/officeDocument/2006/relationships/customXml" Target="../ink/ink1352.xml"/><Relationship Id="rId111" Type="http://schemas.openxmlformats.org/officeDocument/2006/relationships/customXml" Target="../ink/ink1375.xml"/><Relationship Id="rId132" Type="http://schemas.openxmlformats.org/officeDocument/2006/relationships/customXml" Target="../ink/ink1396.xml"/><Relationship Id="rId15" Type="http://schemas.openxmlformats.org/officeDocument/2006/relationships/image" Target="../media/image86.png"/><Relationship Id="rId36" Type="http://schemas.openxmlformats.org/officeDocument/2006/relationships/customXml" Target="../ink/ink1300.xml"/><Relationship Id="rId57" Type="http://schemas.openxmlformats.org/officeDocument/2006/relationships/customXml" Target="../ink/ink1321.xml"/><Relationship Id="rId106" Type="http://schemas.openxmlformats.org/officeDocument/2006/relationships/customXml" Target="../ink/ink1370.xml"/><Relationship Id="rId127" Type="http://schemas.openxmlformats.org/officeDocument/2006/relationships/customXml" Target="../ink/ink1391.xml"/><Relationship Id="rId10" Type="http://schemas.openxmlformats.org/officeDocument/2006/relationships/image" Target="../media/image81.png"/><Relationship Id="rId31" Type="http://schemas.openxmlformats.org/officeDocument/2006/relationships/customXml" Target="../ink/ink1295.xml"/><Relationship Id="rId52" Type="http://schemas.openxmlformats.org/officeDocument/2006/relationships/customXml" Target="../ink/ink1316.xml"/><Relationship Id="rId73" Type="http://schemas.openxmlformats.org/officeDocument/2006/relationships/customXml" Target="../ink/ink1337.xml"/><Relationship Id="rId78" Type="http://schemas.openxmlformats.org/officeDocument/2006/relationships/customXml" Target="../ink/ink1342.xml"/><Relationship Id="rId94" Type="http://schemas.openxmlformats.org/officeDocument/2006/relationships/customXml" Target="../ink/ink1358.xml"/><Relationship Id="rId99" Type="http://schemas.openxmlformats.org/officeDocument/2006/relationships/customXml" Target="../ink/ink1363.xml"/><Relationship Id="rId101" Type="http://schemas.openxmlformats.org/officeDocument/2006/relationships/customXml" Target="../ink/ink1365.xml"/><Relationship Id="rId122" Type="http://schemas.openxmlformats.org/officeDocument/2006/relationships/customXml" Target="../ink/ink1386.xml"/><Relationship Id="rId4" Type="http://schemas.openxmlformats.org/officeDocument/2006/relationships/image" Target="../media/image75.png"/><Relationship Id="rId9" Type="http://schemas.openxmlformats.org/officeDocument/2006/relationships/image" Target="../media/image80.png"/><Relationship Id="rId26" Type="http://schemas.openxmlformats.org/officeDocument/2006/relationships/customXml" Target="../ink/ink1290.xml"/><Relationship Id="rId47" Type="http://schemas.openxmlformats.org/officeDocument/2006/relationships/customXml" Target="../ink/ink1311.xml"/><Relationship Id="rId68" Type="http://schemas.openxmlformats.org/officeDocument/2006/relationships/customXml" Target="../ink/ink1332.xml"/><Relationship Id="rId89" Type="http://schemas.openxmlformats.org/officeDocument/2006/relationships/customXml" Target="../ink/ink1353.xml"/><Relationship Id="rId112" Type="http://schemas.openxmlformats.org/officeDocument/2006/relationships/customXml" Target="../ink/ink1376.xml"/><Relationship Id="rId133" Type="http://schemas.openxmlformats.org/officeDocument/2006/relationships/customXml" Target="../ink/ink1397.xml"/></Relationships>
</file>

<file path=ppt/slides/_rels/slide19.xml.rels><?xml version="1.0" encoding="UTF-8" standalone="yes"?>
<Relationships xmlns="http://schemas.openxmlformats.org/package/2006/relationships"><Relationship Id="rId13" Type="http://schemas.openxmlformats.org/officeDocument/2006/relationships/customXml" Target="../ink/ink1413.xml"/><Relationship Id="rId18" Type="http://schemas.openxmlformats.org/officeDocument/2006/relationships/customXml" Target="../ink/ink1418.xml"/><Relationship Id="rId26" Type="http://schemas.openxmlformats.org/officeDocument/2006/relationships/customXml" Target="../ink/ink1426.xml"/><Relationship Id="rId39" Type="http://schemas.openxmlformats.org/officeDocument/2006/relationships/customXml" Target="../ink/ink1439.xml"/><Relationship Id="rId21" Type="http://schemas.openxmlformats.org/officeDocument/2006/relationships/customXml" Target="../ink/ink1421.xml"/><Relationship Id="rId34" Type="http://schemas.openxmlformats.org/officeDocument/2006/relationships/customXml" Target="../ink/ink1434.xml"/><Relationship Id="rId42" Type="http://schemas.openxmlformats.org/officeDocument/2006/relationships/customXml" Target="../ink/ink1442.xml"/><Relationship Id="rId47" Type="http://schemas.openxmlformats.org/officeDocument/2006/relationships/customXml" Target="../ink/ink1447.xml"/><Relationship Id="rId50" Type="http://schemas.openxmlformats.org/officeDocument/2006/relationships/customXml" Target="../ink/ink1450.xml"/><Relationship Id="rId7" Type="http://schemas.openxmlformats.org/officeDocument/2006/relationships/customXml" Target="../ink/ink1407.xml"/><Relationship Id="rId2" Type="http://schemas.openxmlformats.org/officeDocument/2006/relationships/image" Target="../media/image88.png"/><Relationship Id="rId16" Type="http://schemas.openxmlformats.org/officeDocument/2006/relationships/customXml" Target="../ink/ink1416.xml"/><Relationship Id="rId29" Type="http://schemas.openxmlformats.org/officeDocument/2006/relationships/customXml" Target="../ink/ink1429.xml"/><Relationship Id="rId11" Type="http://schemas.openxmlformats.org/officeDocument/2006/relationships/customXml" Target="../ink/ink1411.xml"/><Relationship Id="rId24" Type="http://schemas.openxmlformats.org/officeDocument/2006/relationships/customXml" Target="../ink/ink1424.xml"/><Relationship Id="rId32" Type="http://schemas.openxmlformats.org/officeDocument/2006/relationships/customXml" Target="../ink/ink1432.xml"/><Relationship Id="rId37" Type="http://schemas.openxmlformats.org/officeDocument/2006/relationships/customXml" Target="../ink/ink1437.xml"/><Relationship Id="rId40" Type="http://schemas.openxmlformats.org/officeDocument/2006/relationships/customXml" Target="../ink/ink1440.xml"/><Relationship Id="rId45" Type="http://schemas.openxmlformats.org/officeDocument/2006/relationships/customXml" Target="../ink/ink1445.xml"/><Relationship Id="rId53" Type="http://schemas.openxmlformats.org/officeDocument/2006/relationships/customXml" Target="../ink/ink1453.xml"/><Relationship Id="rId5" Type="http://schemas.openxmlformats.org/officeDocument/2006/relationships/customXml" Target="../ink/ink1405.xml"/><Relationship Id="rId10" Type="http://schemas.openxmlformats.org/officeDocument/2006/relationships/customXml" Target="../ink/ink1410.xml"/><Relationship Id="rId19" Type="http://schemas.openxmlformats.org/officeDocument/2006/relationships/customXml" Target="../ink/ink1419.xml"/><Relationship Id="rId31" Type="http://schemas.openxmlformats.org/officeDocument/2006/relationships/customXml" Target="../ink/ink1431.xml"/><Relationship Id="rId44" Type="http://schemas.openxmlformats.org/officeDocument/2006/relationships/customXml" Target="../ink/ink1444.xml"/><Relationship Id="rId52" Type="http://schemas.openxmlformats.org/officeDocument/2006/relationships/customXml" Target="../ink/ink1452.xml"/><Relationship Id="rId4" Type="http://schemas.openxmlformats.org/officeDocument/2006/relationships/customXml" Target="../ink/ink1404.xml"/><Relationship Id="rId9" Type="http://schemas.openxmlformats.org/officeDocument/2006/relationships/customXml" Target="../ink/ink1409.xml"/><Relationship Id="rId14" Type="http://schemas.openxmlformats.org/officeDocument/2006/relationships/customXml" Target="../ink/ink1414.xml"/><Relationship Id="rId22" Type="http://schemas.openxmlformats.org/officeDocument/2006/relationships/customXml" Target="../ink/ink1422.xml"/><Relationship Id="rId27" Type="http://schemas.openxmlformats.org/officeDocument/2006/relationships/customXml" Target="../ink/ink1427.xml"/><Relationship Id="rId30" Type="http://schemas.openxmlformats.org/officeDocument/2006/relationships/customXml" Target="../ink/ink1430.xml"/><Relationship Id="rId35" Type="http://schemas.openxmlformats.org/officeDocument/2006/relationships/customXml" Target="../ink/ink1435.xml"/><Relationship Id="rId43" Type="http://schemas.openxmlformats.org/officeDocument/2006/relationships/customXml" Target="../ink/ink1443.xml"/><Relationship Id="rId48" Type="http://schemas.openxmlformats.org/officeDocument/2006/relationships/customXml" Target="../ink/ink1448.xml"/><Relationship Id="rId8" Type="http://schemas.openxmlformats.org/officeDocument/2006/relationships/customXml" Target="../ink/ink1408.xml"/><Relationship Id="rId51" Type="http://schemas.openxmlformats.org/officeDocument/2006/relationships/customXml" Target="../ink/ink1451.xml"/><Relationship Id="rId3" Type="http://schemas.openxmlformats.org/officeDocument/2006/relationships/image" Target="../media/image89.png"/><Relationship Id="rId12" Type="http://schemas.openxmlformats.org/officeDocument/2006/relationships/customXml" Target="../ink/ink1412.xml"/><Relationship Id="rId17" Type="http://schemas.openxmlformats.org/officeDocument/2006/relationships/customXml" Target="../ink/ink1417.xml"/><Relationship Id="rId25" Type="http://schemas.openxmlformats.org/officeDocument/2006/relationships/customXml" Target="../ink/ink1425.xml"/><Relationship Id="rId33" Type="http://schemas.openxmlformats.org/officeDocument/2006/relationships/customXml" Target="../ink/ink1433.xml"/><Relationship Id="rId38" Type="http://schemas.openxmlformats.org/officeDocument/2006/relationships/customXml" Target="../ink/ink1438.xml"/><Relationship Id="rId46" Type="http://schemas.openxmlformats.org/officeDocument/2006/relationships/customXml" Target="../ink/ink1446.xml"/><Relationship Id="rId20" Type="http://schemas.openxmlformats.org/officeDocument/2006/relationships/customXml" Target="../ink/ink1420.xml"/><Relationship Id="rId41" Type="http://schemas.openxmlformats.org/officeDocument/2006/relationships/customXml" Target="../ink/ink1441.xml"/><Relationship Id="rId1" Type="http://schemas.openxmlformats.org/officeDocument/2006/relationships/slideLayout" Target="../slideLayouts/slideLayout2.xml"/><Relationship Id="rId6" Type="http://schemas.openxmlformats.org/officeDocument/2006/relationships/customXml" Target="../ink/ink1406.xml"/><Relationship Id="rId15" Type="http://schemas.openxmlformats.org/officeDocument/2006/relationships/customXml" Target="../ink/ink1415.xml"/><Relationship Id="rId23" Type="http://schemas.openxmlformats.org/officeDocument/2006/relationships/customXml" Target="../ink/ink1423.xml"/><Relationship Id="rId28" Type="http://schemas.openxmlformats.org/officeDocument/2006/relationships/customXml" Target="../ink/ink1428.xml"/><Relationship Id="rId36" Type="http://schemas.openxmlformats.org/officeDocument/2006/relationships/customXml" Target="../ink/ink1436.xml"/><Relationship Id="rId49" Type="http://schemas.openxmlformats.org/officeDocument/2006/relationships/customXml" Target="../ink/ink1449.xml"/></Relationships>
</file>

<file path=ppt/slides/_rels/slide2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customXml" Target="../ink/ink1454.xml"/><Relationship Id="rId5" Type="http://schemas.openxmlformats.org/officeDocument/2006/relationships/image" Target="../media/image93.png"/><Relationship Id="rId4" Type="http://schemas.openxmlformats.org/officeDocument/2006/relationships/image" Target="../media/image92.png"/></Relationships>
</file>

<file path=ppt/slides/_rels/slide2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image" Target="../media/image99.png"/></Relationships>
</file>

<file path=ppt/slides/_rels/slide25.xml.rels><?xml version="1.0" encoding="UTF-8" standalone="yes"?>
<Relationships xmlns="http://schemas.openxmlformats.org/package/2006/relationships"><Relationship Id="rId8" Type="http://schemas.openxmlformats.org/officeDocument/2006/relationships/image" Target="../media/image107.png"/><Relationship Id="rId13" Type="http://schemas.openxmlformats.org/officeDocument/2006/relationships/image" Target="../media/image112.png"/><Relationship Id="rId3" Type="http://schemas.openxmlformats.org/officeDocument/2006/relationships/image" Target="../media/image102.png"/><Relationship Id="rId7" Type="http://schemas.openxmlformats.org/officeDocument/2006/relationships/image" Target="../media/image106.png"/><Relationship Id="rId12" Type="http://schemas.openxmlformats.org/officeDocument/2006/relationships/image" Target="../media/image111.png"/><Relationship Id="rId2" Type="http://schemas.openxmlformats.org/officeDocument/2006/relationships/image" Target="../media/image101.png"/><Relationship Id="rId1" Type="http://schemas.openxmlformats.org/officeDocument/2006/relationships/slideLayout" Target="../slideLayouts/slideLayout2.xml"/><Relationship Id="rId6" Type="http://schemas.openxmlformats.org/officeDocument/2006/relationships/image" Target="../media/image105.png"/><Relationship Id="rId11" Type="http://schemas.openxmlformats.org/officeDocument/2006/relationships/image" Target="../media/image110.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26.xml.rels><?xml version="1.0" encoding="UTF-8" standalone="yes"?>
<Relationships xmlns="http://schemas.openxmlformats.org/package/2006/relationships"><Relationship Id="rId8" Type="http://schemas.openxmlformats.org/officeDocument/2006/relationships/image" Target="../media/image119.emf"/><Relationship Id="rId3" Type="http://schemas.openxmlformats.org/officeDocument/2006/relationships/image" Target="../media/image114.png"/><Relationship Id="rId7" Type="http://schemas.openxmlformats.org/officeDocument/2006/relationships/image" Target="../media/image118.png"/><Relationship Id="rId2" Type="http://schemas.openxmlformats.org/officeDocument/2006/relationships/image" Target="../media/image113.png"/><Relationship Id="rId1" Type="http://schemas.openxmlformats.org/officeDocument/2006/relationships/slideLayout" Target="../slideLayouts/slideLayout2.xml"/><Relationship Id="rId6" Type="http://schemas.openxmlformats.org/officeDocument/2006/relationships/image" Target="../media/image117.png"/><Relationship Id="rId5" Type="http://schemas.openxmlformats.org/officeDocument/2006/relationships/image" Target="../media/image116.png"/><Relationship Id="rId4" Type="http://schemas.openxmlformats.org/officeDocument/2006/relationships/image" Target="../media/image115.png"/><Relationship Id="rId9" Type="http://schemas.openxmlformats.org/officeDocument/2006/relationships/image" Target="../media/image120.png"/></Relationships>
</file>

<file path=ppt/slides/_rels/slide27.xml.rels><?xml version="1.0" encoding="UTF-8" standalone="yes"?>
<Relationships xmlns="http://schemas.openxmlformats.org/package/2006/relationships"><Relationship Id="rId8" Type="http://schemas.openxmlformats.org/officeDocument/2006/relationships/image" Target="../media/image126.png"/><Relationship Id="rId13" Type="http://schemas.openxmlformats.org/officeDocument/2006/relationships/image" Target="../media/image131.png"/><Relationship Id="rId3" Type="http://schemas.openxmlformats.org/officeDocument/2006/relationships/image" Target="../media/image119.emf"/><Relationship Id="rId7" Type="http://schemas.openxmlformats.org/officeDocument/2006/relationships/image" Target="../media/image125.png"/><Relationship Id="rId12" Type="http://schemas.openxmlformats.org/officeDocument/2006/relationships/image" Target="../media/image130.png"/><Relationship Id="rId2" Type="http://schemas.openxmlformats.org/officeDocument/2006/relationships/image" Target="../media/image121.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image" Target="../media/image129.png"/><Relationship Id="rId5" Type="http://schemas.openxmlformats.org/officeDocument/2006/relationships/image" Target="../media/image123.png"/><Relationship Id="rId10" Type="http://schemas.openxmlformats.org/officeDocument/2006/relationships/image" Target="../media/image128.png"/><Relationship Id="rId4" Type="http://schemas.openxmlformats.org/officeDocument/2006/relationships/image" Target="../media/image122.png"/><Relationship Id="rId9" Type="http://schemas.openxmlformats.org/officeDocument/2006/relationships/image" Target="../media/image127.png"/></Relationships>
</file>

<file path=ppt/slides/_rels/slide28.xml.rels><?xml version="1.0" encoding="UTF-8" standalone="yes"?>
<Relationships xmlns="http://schemas.openxmlformats.org/package/2006/relationships"><Relationship Id="rId8" Type="http://schemas.openxmlformats.org/officeDocument/2006/relationships/image" Target="../media/image138.png"/><Relationship Id="rId3" Type="http://schemas.openxmlformats.org/officeDocument/2006/relationships/image" Target="../media/image133.png"/><Relationship Id="rId7" Type="http://schemas.openxmlformats.org/officeDocument/2006/relationships/image" Target="../media/image137.png"/><Relationship Id="rId2" Type="http://schemas.openxmlformats.org/officeDocument/2006/relationships/image" Target="../media/image132.png"/><Relationship Id="rId1" Type="http://schemas.openxmlformats.org/officeDocument/2006/relationships/slideLayout" Target="../slideLayouts/slideLayout2.xml"/><Relationship Id="rId6" Type="http://schemas.openxmlformats.org/officeDocument/2006/relationships/image" Target="../media/image136.png"/><Relationship Id="rId5" Type="http://schemas.openxmlformats.org/officeDocument/2006/relationships/image" Target="../media/image135.png"/><Relationship Id="rId10" Type="http://schemas.openxmlformats.org/officeDocument/2006/relationships/image" Target="../media/image140.png"/><Relationship Id="rId4" Type="http://schemas.openxmlformats.org/officeDocument/2006/relationships/image" Target="../media/image134.png"/><Relationship Id="rId9" Type="http://schemas.openxmlformats.org/officeDocument/2006/relationships/image" Target="../media/image1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re 1"/>
          <p:cNvSpPr>
            <a:spLocks noGrp="1"/>
          </p:cNvSpPr>
          <p:nvPr>
            <p:ph type="ctrTitle"/>
          </p:nvPr>
        </p:nvSpPr>
        <p:spPr>
          <a:xfrm>
            <a:off x="1053889" y="2099585"/>
            <a:ext cx="9689206" cy="2289361"/>
          </a:xfrm>
          <a:solidFill>
            <a:srgbClr val="FFFF00"/>
          </a:solidFill>
        </p:spPr>
        <p:txBody>
          <a:bodyPr>
            <a:noAutofit/>
          </a:bodyPr>
          <a:lstStyle/>
          <a:p>
            <a:r>
              <a:rPr lang="fr-MA" sz="6600" dirty="0">
                <a:effectLst>
                  <a:outerShdw blurRad="38100" dist="38100" dir="2700000" algn="tl">
                    <a:srgbClr val="000000">
                      <a:alpha val="43137"/>
                    </a:srgbClr>
                  </a:outerShdw>
                </a:effectLst>
                <a:latin typeface="AR BLANCA" panose="02000000000000000000" pitchFamily="2" charset="0"/>
              </a:rPr>
              <a:t>Mouvements à force centrale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ZoneTexte 3"/>
          <p:cNvSpPr txBox="1"/>
          <p:nvPr/>
        </p:nvSpPr>
        <p:spPr>
          <a:xfrm>
            <a:off x="559588" y="206062"/>
            <a:ext cx="6047056" cy="510540"/>
          </a:xfrm>
          <a:prstGeom prst="rect">
            <a:avLst/>
          </a:prstGeom>
          <a:solidFill>
            <a:srgbClr val="FFFF00"/>
          </a:solidFill>
        </p:spPr>
        <p:txBody>
          <a:bodyPr wrap="square" rtlCol="0">
            <a:spAutoFit/>
          </a:bodyPr>
          <a:lstStyle/>
          <a:p>
            <a:r>
              <a:rPr lang="fr-MA" sz="2800" dirty="0">
                <a:effectLst>
                  <a:outerShdw blurRad="38100" dist="38100" dir="2700000" algn="tl">
                    <a:srgbClr val="000000">
                      <a:alpha val="43137"/>
                    </a:srgbClr>
                  </a:outerShdw>
                </a:effectLst>
                <a:latin typeface="AR BLANCA" panose="02000000000000000000" pitchFamily="2" charset="0"/>
              </a:rPr>
              <a:t>1. Force centrale conservative</a:t>
            </a:r>
          </a:p>
        </p:txBody>
      </p:sp>
      <p:sp>
        <p:nvSpPr>
          <p:cNvPr id="1048593" name="Rectangle 4"/>
          <p:cNvSpPr/>
          <p:nvPr/>
        </p:nvSpPr>
        <p:spPr>
          <a:xfrm>
            <a:off x="559588" y="861742"/>
            <a:ext cx="2443480" cy="510540"/>
          </a:xfrm>
          <a:prstGeom prst="rect">
            <a:avLst/>
          </a:prstGeom>
          <a:solidFill>
            <a:srgbClr val="92D050"/>
          </a:solidFill>
        </p:spPr>
        <p:txBody>
          <a:bodyPr wrap="none">
            <a:spAutoFit/>
          </a:bodyPr>
          <a:lstStyle/>
          <a:p>
            <a:r>
              <a:rPr lang="fr-MA" sz="2800" i="0" u="none" strike="noStrike" baseline="0" dirty="0">
                <a:effectLst>
                  <a:outerShdw blurRad="38100" dist="38100" dir="2700000" algn="tl">
                    <a:srgbClr val="000000">
                      <a:alpha val="43137"/>
                    </a:srgbClr>
                  </a:outerShdw>
                </a:effectLst>
                <a:latin typeface="AR BLANCA" panose="02000000000000000000" pitchFamily="2" charset="0"/>
              </a:rPr>
              <a:t>1.1 Définitions</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594" name="Rectangle 5"/>
          <p:cNvSpPr>
            <a:spLocks noRot="1" noChangeAspect="1" noMove="1" noResize="1" noEditPoints="1" noAdjustHandles="1" noChangeArrowheads="1" noChangeShapeType="1" noTextEdit="1"/>
          </p:cNvSpPr>
          <p:nvPr/>
        </p:nvSpPr>
        <p:spPr>
          <a:xfrm>
            <a:off x="559587" y="1517422"/>
            <a:ext cx="11430643" cy="4239237"/>
          </a:xfrm>
          <a:prstGeom prst="rect">
            <a:avLst/>
          </a:prstGeom>
          <a:blipFill rotWithShape="0">
            <a:blip r:embed="rId2"/>
            <a:stretch>
              <a:fillRect l="-480" t="-719" r="-533" b="-144"/>
            </a:stretch>
          </a:blipFill>
        </p:spPr>
        <p:txBody>
          <a:bodyPr/>
          <a:lstStyle/>
          <a:p>
            <a:r>
              <a:rPr lang="fr-MA">
                <a:noFill/>
              </a:rPr>
              <a:t> </a:t>
            </a:r>
          </a:p>
        </p:txBody>
      </p:sp>
      <p:cxnSp>
        <p:nvCxnSpPr>
          <p:cNvPr id="3145728" name="Connecteur droit avec flèche 7"/>
          <p:cNvCxnSpPr>
            <a:cxnSpLocks/>
          </p:cNvCxnSpPr>
          <p:nvPr/>
        </p:nvCxnSpPr>
        <p:spPr>
          <a:xfrm flipV="1">
            <a:off x="8950818" y="2354097"/>
            <a:ext cx="0" cy="1174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29" name="Connecteur droit avec flèche 8"/>
          <p:cNvCxnSpPr>
            <a:cxnSpLocks/>
          </p:cNvCxnSpPr>
          <p:nvPr/>
        </p:nvCxnSpPr>
        <p:spPr>
          <a:xfrm flipH="1">
            <a:off x="8100812" y="3528812"/>
            <a:ext cx="850006" cy="6181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0" name="Connecteur droit avec flèche 12"/>
          <p:cNvCxnSpPr>
            <a:cxnSpLocks/>
          </p:cNvCxnSpPr>
          <p:nvPr/>
        </p:nvCxnSpPr>
        <p:spPr>
          <a:xfrm>
            <a:off x="8950818" y="3528812"/>
            <a:ext cx="1725769"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595" name="Ellipse 15"/>
          <p:cNvSpPr/>
          <p:nvPr/>
        </p:nvSpPr>
        <p:spPr>
          <a:xfrm flipH="1">
            <a:off x="8925065" y="3490171"/>
            <a:ext cx="64394" cy="9015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596" name="Ellipse 16"/>
          <p:cNvSpPr/>
          <p:nvPr/>
        </p:nvSpPr>
        <p:spPr>
          <a:xfrm flipH="1">
            <a:off x="10494145" y="2486557"/>
            <a:ext cx="64394" cy="9015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597" name="Forme libre 17"/>
          <p:cNvSpPr/>
          <p:nvPr/>
        </p:nvSpPr>
        <p:spPr>
          <a:xfrm>
            <a:off x="9684913" y="2293632"/>
            <a:ext cx="1959362" cy="885783"/>
          </a:xfrm>
          <a:custGeom>
            <a:avLst/>
            <a:gdLst>
              <a:gd name="connsiteX0" fmla="*/ 0 w 1959362"/>
              <a:gd name="connsiteY0" fmla="*/ 63202 h 885783"/>
              <a:gd name="connsiteX1" fmla="*/ 669702 w 1959362"/>
              <a:gd name="connsiteY1" fmla="*/ 63202 h 885783"/>
              <a:gd name="connsiteX2" fmla="*/ 1352282 w 1959362"/>
              <a:gd name="connsiteY2" fmla="*/ 720025 h 885783"/>
              <a:gd name="connsiteX3" fmla="*/ 1906074 w 1959362"/>
              <a:gd name="connsiteY3" fmla="*/ 874571 h 885783"/>
              <a:gd name="connsiteX4" fmla="*/ 1906074 w 1959362"/>
              <a:gd name="connsiteY4" fmla="*/ 861692 h 885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9362" h="885783">
                <a:moveTo>
                  <a:pt x="0" y="63202"/>
                </a:moveTo>
                <a:cubicBezTo>
                  <a:pt x="222161" y="8467"/>
                  <a:pt x="444322" y="-46268"/>
                  <a:pt x="669702" y="63202"/>
                </a:cubicBezTo>
                <a:cubicBezTo>
                  <a:pt x="895082" y="172672"/>
                  <a:pt x="1146220" y="584797"/>
                  <a:pt x="1352282" y="720025"/>
                </a:cubicBezTo>
                <a:cubicBezTo>
                  <a:pt x="1558344" y="855253"/>
                  <a:pt x="1813775" y="850960"/>
                  <a:pt x="1906074" y="874571"/>
                </a:cubicBezTo>
                <a:cubicBezTo>
                  <a:pt x="1998373" y="898182"/>
                  <a:pt x="1952223" y="879937"/>
                  <a:pt x="1906074" y="861692"/>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31" name="Connecteur droit avec flèche 19"/>
          <p:cNvCxnSpPr>
            <a:cxnSpLocks/>
          </p:cNvCxnSpPr>
          <p:nvPr/>
        </p:nvCxnSpPr>
        <p:spPr>
          <a:xfrm flipH="1">
            <a:off x="9491731" y="2531633"/>
            <a:ext cx="1034611" cy="64778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2" name="Connecteur droit 21"/>
          <p:cNvCxnSpPr>
            <a:cxnSpLocks/>
          </p:cNvCxnSpPr>
          <p:nvPr/>
        </p:nvCxnSpPr>
        <p:spPr>
          <a:xfrm flipH="1">
            <a:off x="8950818" y="2538069"/>
            <a:ext cx="1575524" cy="997178"/>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598" name="ZoneTexte 24"/>
          <p:cNvSpPr txBox="1"/>
          <p:nvPr/>
        </p:nvSpPr>
        <p:spPr>
          <a:xfrm>
            <a:off x="10331554" y="2006661"/>
            <a:ext cx="525780" cy="447040"/>
          </a:xfrm>
          <a:prstGeom prst="rect">
            <a:avLst/>
          </a:prstGeom>
          <a:noFill/>
        </p:spPr>
        <p:txBody>
          <a:bodyPr wrap="none" rtlCol="0">
            <a:spAutoFit/>
          </a:bodyPr>
          <a:lstStyle/>
          <a:p>
            <a:r>
              <a:rPr lang="fr-MA" sz="2400" b="1" i="1" dirty="0"/>
              <a:t>M</a:t>
            </a:r>
            <a:endParaRPr lang="fr-MA" b="1" i="1" dirty="0"/>
          </a:p>
        </p:txBody>
      </p:sp>
      <p:sp>
        <p:nvSpPr>
          <p:cNvPr id="1048599" name="ZoneTexte 25"/>
          <p:cNvSpPr txBox="1">
            <a:spLocks noRot="1" noChangeAspect="1" noMove="1" noResize="1" noEditPoints="1" noAdjustHandles="1" noChangeArrowheads="1" noChangeShapeType="1" noTextEdit="1"/>
          </p:cNvSpPr>
          <p:nvPr/>
        </p:nvSpPr>
        <p:spPr>
          <a:xfrm>
            <a:off x="10009036" y="2798154"/>
            <a:ext cx="453201" cy="506421"/>
          </a:xfrm>
          <a:prstGeom prst="rect">
            <a:avLst/>
          </a:prstGeom>
          <a:blipFill rotWithShape="0">
            <a:blip r:embed="rId3"/>
            <a:stretch>
              <a:fillRect/>
            </a:stretch>
          </a:blipFill>
        </p:spPr>
        <p:txBody>
          <a:bodyPr/>
          <a:lstStyle/>
          <a:p>
            <a:r>
              <a:rPr lang="fr-MA">
                <a:noFill/>
              </a:rPr>
              <a:t> </a:t>
            </a:r>
          </a:p>
        </p:txBody>
      </p:sp>
      <p:sp>
        <p:nvSpPr>
          <p:cNvPr id="1048600" name="ZoneTexte 26"/>
          <p:cNvSpPr txBox="1"/>
          <p:nvPr/>
        </p:nvSpPr>
        <p:spPr>
          <a:xfrm>
            <a:off x="8567412" y="3179415"/>
            <a:ext cx="474980" cy="447040"/>
          </a:xfrm>
          <a:prstGeom prst="rect">
            <a:avLst/>
          </a:prstGeom>
          <a:noFill/>
        </p:spPr>
        <p:txBody>
          <a:bodyPr wrap="none" rtlCol="0">
            <a:spAutoFit/>
          </a:bodyPr>
          <a:lstStyle/>
          <a:p>
            <a:r>
              <a:rPr lang="fr-MA" sz="2400" b="1" i="1" dirty="0"/>
              <a:t>O</a:t>
            </a:r>
            <a:endParaRPr lang="fr-MA" b="1" i="1" dirty="0"/>
          </a:p>
        </p:txBody>
      </p:sp>
      <p:sp>
        <p:nvSpPr>
          <p:cNvPr id="1048601" name="ZoneTexte 27"/>
          <p:cNvSpPr txBox="1">
            <a:spLocks noRot="1" noChangeAspect="1" noMove="1" noResize="1" noEditPoints="1" noAdjustHandles="1" noChangeArrowheads="1" noChangeShapeType="1" noTextEdit="1"/>
          </p:cNvSpPr>
          <p:nvPr/>
        </p:nvSpPr>
        <p:spPr>
          <a:xfrm>
            <a:off x="10472979" y="4012616"/>
            <a:ext cx="453201" cy="506421"/>
          </a:xfrm>
          <a:prstGeom prst="rect">
            <a:avLst/>
          </a:prstGeom>
          <a:blipFill rotWithShape="0">
            <a:blip r:embed="rId4"/>
            <a:stretch>
              <a:fillRect/>
            </a:stretch>
          </a:blipFill>
        </p:spPr>
        <p:txBody>
          <a:bodyPr/>
          <a:lstStyle/>
          <a:p>
            <a:r>
              <a:rPr lang="fr-MA">
                <a:noFill/>
              </a:rPr>
              <a:t> </a:t>
            </a:r>
          </a:p>
        </p:txBody>
      </p:sp>
      <p:sp>
        <p:nvSpPr>
          <p:cNvPr id="1048602" name="Rectangle 29"/>
          <p:cNvSpPr>
            <a:spLocks noRot="1" noChangeAspect="1" noMove="1" noResize="1" noEditPoints="1" noAdjustHandles="1" noChangeArrowheads="1" noChangeShapeType="1" noTextEdit="1"/>
          </p:cNvSpPr>
          <p:nvPr/>
        </p:nvSpPr>
        <p:spPr>
          <a:xfrm>
            <a:off x="4500448" y="5889119"/>
            <a:ext cx="1801454" cy="506421"/>
          </a:xfrm>
          <a:prstGeom prst="rect">
            <a:avLst/>
          </a:prstGeom>
          <a:blipFill rotWithShape="0">
            <a:blip r:embed="rId5"/>
            <a:stretch>
              <a:fillRect/>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6">
            <p14:nvContentPartPr>
              <p14:cNvPr id="1048936" name="Encre 1048935"/>
              <p14:cNvContentPartPr/>
              <p14:nvPr/>
            </p14:nvContentPartPr>
            <p14:xfrm>
              <a:off x="10907799" y="2927795"/>
              <a:ext cx="83428" cy="66180"/>
            </p14:xfrm>
          </p:contentPart>
        </mc:Choice>
        <mc:Fallback xmlns="">
          <p:sp>
            <p:nvSpPr>
              <p:cNvPr id="1048936" name=""/>
              <p:cNvSpPr/>
              <p:nvPr/>
            </p:nvSpPr>
            <p:spPr>
              <a:xfrm>
                <a:off x="10907799" y="2927795"/>
                <a:ext cx="83428" cy="66180"/>
              </a:xfrm>
            </p:spPr>
          </p:sp>
        </mc:Fallback>
      </mc:AlternateContent>
      <mc:AlternateContent xmlns:mc="http://schemas.openxmlformats.org/markup-compatibility/2006" xmlns:p14="http://schemas.microsoft.com/office/powerpoint/2010/main">
        <mc:Choice Requires="p14">
          <p:contentPart p14:bwMode="auto" r:id="rId7">
            <p14:nvContentPartPr>
              <p14:cNvPr id="1048937" name="Encre 1048936"/>
              <p14:cNvContentPartPr/>
              <p14:nvPr/>
            </p14:nvContentPartPr>
            <p14:xfrm>
              <a:off x="9627429" y="2968592"/>
              <a:ext cx="1339588" cy="365641"/>
            </p14:xfrm>
          </p:contentPart>
        </mc:Choice>
        <mc:Fallback xmlns="">
          <p:sp>
            <p:nvSpPr>
              <p:cNvPr id="1048937" name=""/>
              <p:cNvSpPr/>
              <p:nvPr/>
            </p:nvSpPr>
            <p:spPr>
              <a:xfrm>
                <a:off x="9627429" y="2968592"/>
                <a:ext cx="1339588" cy="365641"/>
              </a:xfrm>
            </p:spPr>
          </p:sp>
        </mc:Fallback>
      </mc:AlternateContent>
      <mc:AlternateContent xmlns:mc="http://schemas.openxmlformats.org/markup-compatibility/2006" xmlns:p14="http://schemas.microsoft.com/office/powerpoint/2010/main">
        <mc:Choice Requires="p14">
          <p:contentPart p14:bwMode="auto" r:id="rId8">
            <p14:nvContentPartPr>
              <p14:cNvPr id="1048938" name="Encre 1048937"/>
              <p14:cNvContentPartPr/>
              <p14:nvPr/>
            </p14:nvContentPartPr>
            <p14:xfrm>
              <a:off x="9625927" y="3186015"/>
              <a:ext cx="225183" cy="211460"/>
            </p14:xfrm>
          </p:contentPart>
        </mc:Choice>
        <mc:Fallback xmlns="">
          <p:sp>
            <p:nvSpPr>
              <p:cNvPr id="1048938" name=""/>
              <p:cNvSpPr/>
              <p:nvPr/>
            </p:nvSpPr>
            <p:spPr>
              <a:xfrm>
                <a:off x="9625927" y="3186015"/>
                <a:ext cx="225183" cy="211460"/>
              </a:xfrm>
            </p:spPr>
          </p:sp>
        </mc:Fallback>
      </mc:AlternateContent>
      <mc:AlternateContent xmlns:mc="http://schemas.openxmlformats.org/markup-compatibility/2006" xmlns:p14="http://schemas.microsoft.com/office/powerpoint/2010/main">
        <mc:Choice Requires="p14">
          <p:contentPart p14:bwMode="auto" r:id="rId9">
            <p14:nvContentPartPr>
              <p14:cNvPr id="1048939" name="Encre 1048938"/>
              <p14:cNvContentPartPr/>
              <p14:nvPr/>
            </p14:nvContentPartPr>
            <p14:xfrm>
              <a:off x="9505372" y="3396241"/>
              <a:ext cx="66871" cy="19001"/>
            </p14:xfrm>
          </p:contentPart>
        </mc:Choice>
        <mc:Fallback xmlns="">
          <p:sp>
            <p:nvSpPr>
              <p:cNvPr id="1048939" name=""/>
              <p:cNvSpPr/>
              <p:nvPr/>
            </p:nvSpPr>
            <p:spPr>
              <a:xfrm>
                <a:off x="9505372" y="3396241"/>
                <a:ext cx="66871" cy="19001"/>
              </a:xfrm>
            </p:spPr>
          </p:sp>
        </mc:Fallback>
      </mc:AlternateContent>
      <mc:AlternateContent xmlns:mc="http://schemas.openxmlformats.org/markup-compatibility/2006" xmlns:p14="http://schemas.microsoft.com/office/powerpoint/2010/main">
        <mc:Choice Requires="p14">
          <p:contentPart p14:bwMode="auto" r:id="rId10">
            <p14:nvContentPartPr>
              <p14:cNvPr id="1048940" name="Encre 1048939"/>
              <p14:cNvContentPartPr/>
              <p14:nvPr/>
            </p14:nvContentPartPr>
            <p14:xfrm>
              <a:off x="9315088" y="3450100"/>
              <a:ext cx="77127" cy="11072"/>
            </p14:xfrm>
          </p:contentPart>
        </mc:Choice>
        <mc:Fallback xmlns="">
          <p:sp>
            <p:nvSpPr>
              <p:cNvPr id="1048940" name=""/>
              <p:cNvSpPr/>
              <p:nvPr/>
            </p:nvSpPr>
            <p:spPr>
              <a:xfrm>
                <a:off x="9315088" y="3450100"/>
                <a:ext cx="77127" cy="11072"/>
              </a:xfrm>
            </p:spPr>
          </p:sp>
        </mc:Fallback>
      </mc:AlternateContent>
      <mc:AlternateContent xmlns:mc="http://schemas.openxmlformats.org/markup-compatibility/2006" xmlns:p14="http://schemas.microsoft.com/office/powerpoint/2010/main">
        <mc:Choice Requires="p14">
          <p:contentPart p14:bwMode="auto" r:id="rId11">
            <p14:nvContentPartPr>
              <p14:cNvPr id="1048941" name="Encre 1048940"/>
              <p14:cNvContentPartPr/>
              <p14:nvPr/>
            </p14:nvContentPartPr>
            <p14:xfrm>
              <a:off x="9208153" y="3475665"/>
              <a:ext cx="63602" cy="12010"/>
            </p14:xfrm>
          </p:contentPart>
        </mc:Choice>
        <mc:Fallback xmlns="">
          <p:sp>
            <p:nvSpPr>
              <p:cNvPr id="1048941" name=""/>
              <p:cNvSpPr/>
              <p:nvPr/>
            </p:nvSpPr>
            <p:spPr>
              <a:xfrm>
                <a:off x="9208153" y="3475665"/>
                <a:ext cx="63602" cy="12010"/>
              </a:xfrm>
            </p:spPr>
          </p:sp>
        </mc:Fallback>
      </mc:AlternateContent>
      <mc:AlternateContent xmlns:mc="http://schemas.openxmlformats.org/markup-compatibility/2006" xmlns:p14="http://schemas.microsoft.com/office/powerpoint/2010/main">
        <mc:Choice Requires="p14">
          <p:contentPart p14:bwMode="auto" r:id="rId12">
            <p14:nvContentPartPr>
              <p14:cNvPr id="1048942" name="Encre 1048941"/>
              <p14:cNvContentPartPr/>
              <p14:nvPr/>
            </p14:nvContentPartPr>
            <p14:xfrm>
              <a:off x="9066871" y="3511297"/>
              <a:ext cx="68981" cy="605"/>
            </p14:xfrm>
          </p:contentPart>
        </mc:Choice>
        <mc:Fallback xmlns="">
          <p:sp>
            <p:nvSpPr>
              <p:cNvPr id="1048942" name=""/>
              <p:cNvSpPr/>
              <p:nvPr/>
            </p:nvSpPr>
            <p:spPr>
              <a:xfrm>
                <a:off x="9066871" y="3511297"/>
                <a:ext cx="68981" cy="605"/>
              </a:xfrm>
            </p:spPr>
          </p:sp>
        </mc:Fallback>
      </mc:AlternateContent>
      <mc:AlternateContent xmlns:mc="http://schemas.openxmlformats.org/markup-compatibility/2006" xmlns:p14="http://schemas.microsoft.com/office/powerpoint/2010/main">
        <mc:Choice Requires="p14">
          <p:contentPart p14:bwMode="auto" r:id="rId13">
            <p14:nvContentPartPr>
              <p14:cNvPr id="1048943" name="Encre 1048942"/>
              <p14:cNvContentPartPr/>
              <p14:nvPr/>
            </p14:nvContentPartPr>
            <p14:xfrm>
              <a:off x="9839778" y="2293269"/>
              <a:ext cx="73988" cy="57874"/>
            </p14:xfrm>
          </p:contentPart>
        </mc:Choice>
        <mc:Fallback xmlns="">
          <p:sp>
            <p:nvSpPr>
              <p:cNvPr id="1048943" name=""/>
              <p:cNvSpPr/>
              <p:nvPr/>
            </p:nvSpPr>
            <p:spPr>
              <a:xfrm>
                <a:off x="9839778" y="2293269"/>
                <a:ext cx="73988" cy="57874"/>
              </a:xfrm>
            </p:spPr>
          </p:sp>
        </mc:Fallback>
      </mc:AlternateContent>
      <mc:AlternateContent xmlns:mc="http://schemas.openxmlformats.org/markup-compatibility/2006" xmlns:p14="http://schemas.microsoft.com/office/powerpoint/2010/main">
        <mc:Choice Requires="p14">
          <p:contentPart p14:bwMode="auto" r:id="rId14">
            <p14:nvContentPartPr>
              <p14:cNvPr id="1048944" name="Encre 1048943"/>
              <p14:cNvContentPartPr/>
              <p14:nvPr/>
            </p14:nvContentPartPr>
            <p14:xfrm>
              <a:off x="10015694" y="2309373"/>
              <a:ext cx="35741" cy="22089"/>
            </p14:xfrm>
          </p:contentPart>
        </mc:Choice>
        <mc:Fallback xmlns="">
          <p:sp>
            <p:nvSpPr>
              <p:cNvPr id="1048944" name=""/>
              <p:cNvSpPr/>
              <p:nvPr/>
            </p:nvSpPr>
            <p:spPr>
              <a:xfrm>
                <a:off x="10015694" y="2309373"/>
                <a:ext cx="35741" cy="22089"/>
              </a:xfrm>
            </p:spPr>
          </p:sp>
        </mc:Fallback>
      </mc:AlternateContent>
      <mc:AlternateContent xmlns:mc="http://schemas.openxmlformats.org/markup-compatibility/2006" xmlns:p14="http://schemas.microsoft.com/office/powerpoint/2010/main">
        <mc:Choice Requires="p14">
          <p:contentPart p14:bwMode="auto" r:id="rId15">
            <p14:nvContentPartPr>
              <p14:cNvPr id="1048945" name="Encre 1048944"/>
              <p14:cNvContentPartPr/>
              <p14:nvPr/>
            </p14:nvContentPartPr>
            <p14:xfrm>
              <a:off x="9397372" y="2309373"/>
              <a:ext cx="511099" cy="673188"/>
            </p14:xfrm>
          </p:contentPart>
        </mc:Choice>
        <mc:Fallback xmlns="">
          <p:sp>
            <p:nvSpPr>
              <p:cNvPr id="1048945" name=""/>
              <p:cNvSpPr/>
              <p:nvPr/>
            </p:nvSpPr>
            <p:spPr>
              <a:xfrm>
                <a:off x="9397372" y="2309373"/>
                <a:ext cx="511099" cy="673188"/>
              </a:xfrm>
            </p:spPr>
          </p:sp>
        </mc:Fallback>
      </mc:AlternateContent>
      <mc:AlternateContent xmlns:mc="http://schemas.openxmlformats.org/markup-compatibility/2006" xmlns:p14="http://schemas.microsoft.com/office/powerpoint/2010/main">
        <mc:Choice Requires="p14">
          <p:contentPart p14:bwMode="auto" r:id="rId16">
            <p14:nvContentPartPr>
              <p14:cNvPr id="1048946" name="Encre 1048945"/>
              <p14:cNvContentPartPr/>
              <p14:nvPr/>
            </p14:nvContentPartPr>
            <p14:xfrm>
              <a:off x="9382506" y="2765813"/>
              <a:ext cx="146936" cy="204483"/>
            </p14:xfrm>
          </p:contentPart>
        </mc:Choice>
        <mc:Fallback xmlns="">
          <p:sp>
            <p:nvSpPr>
              <p:cNvPr id="1048946" name=""/>
              <p:cNvSpPr/>
              <p:nvPr/>
            </p:nvSpPr>
            <p:spPr>
              <a:xfrm>
                <a:off x="9382506" y="2765813"/>
                <a:ext cx="146936" cy="204483"/>
              </a:xfrm>
            </p:spPr>
          </p:sp>
        </mc:Fallback>
      </mc:AlternateContent>
      <mc:AlternateContent xmlns:mc="http://schemas.openxmlformats.org/markup-compatibility/2006" xmlns:p14="http://schemas.microsoft.com/office/powerpoint/2010/main">
        <mc:Choice Requires="p14">
          <p:contentPart p14:bwMode="auto" r:id="rId17">
            <p14:nvContentPartPr>
              <p14:cNvPr id="1048947" name="Encre 1048946"/>
              <p14:cNvContentPartPr/>
              <p14:nvPr/>
            </p14:nvContentPartPr>
            <p14:xfrm>
              <a:off x="9336177" y="3055462"/>
              <a:ext cx="28681" cy="36485"/>
            </p14:xfrm>
          </p:contentPart>
        </mc:Choice>
        <mc:Fallback xmlns="">
          <p:sp>
            <p:nvSpPr>
              <p:cNvPr id="1048947" name=""/>
              <p:cNvSpPr/>
              <p:nvPr/>
            </p:nvSpPr>
            <p:spPr>
              <a:xfrm>
                <a:off x="9336177" y="3055462"/>
                <a:ext cx="28681" cy="36485"/>
              </a:xfrm>
            </p:spPr>
          </p:sp>
        </mc:Fallback>
      </mc:AlternateContent>
      <mc:AlternateContent xmlns:mc="http://schemas.openxmlformats.org/markup-compatibility/2006" xmlns:p14="http://schemas.microsoft.com/office/powerpoint/2010/main">
        <mc:Choice Requires="p14">
          <p:contentPart p14:bwMode="auto" r:id="rId18">
            <p14:nvContentPartPr>
              <p14:cNvPr id="1048948" name="Encre 1048947"/>
              <p14:cNvContentPartPr/>
              <p14:nvPr/>
            </p14:nvContentPartPr>
            <p14:xfrm>
              <a:off x="9228955" y="3178818"/>
              <a:ext cx="35741" cy="28791"/>
            </p14:xfrm>
          </p:contentPart>
        </mc:Choice>
        <mc:Fallback xmlns="">
          <p:sp>
            <p:nvSpPr>
              <p:cNvPr id="1048948" name=""/>
              <p:cNvSpPr/>
              <p:nvPr/>
            </p:nvSpPr>
            <p:spPr>
              <a:xfrm>
                <a:off x="9228955" y="3178818"/>
                <a:ext cx="35741" cy="28791"/>
              </a:xfrm>
            </p:spPr>
          </p:sp>
        </mc:Fallback>
      </mc:AlternateContent>
      <mc:AlternateContent xmlns:mc="http://schemas.openxmlformats.org/markup-compatibility/2006" xmlns:p14="http://schemas.microsoft.com/office/powerpoint/2010/main">
        <mc:Choice Requires="p14">
          <p:contentPart p14:bwMode="auto" r:id="rId19">
            <p14:nvContentPartPr>
              <p14:cNvPr id="1048949" name="Encre 1048948"/>
              <p14:cNvContentPartPr/>
              <p14:nvPr/>
            </p14:nvContentPartPr>
            <p14:xfrm>
              <a:off x="9050251" y="3366953"/>
              <a:ext cx="28681" cy="36237"/>
            </p14:xfrm>
          </p:contentPart>
        </mc:Choice>
        <mc:Fallback xmlns="">
          <p:sp>
            <p:nvSpPr>
              <p:cNvPr id="1048949" name=""/>
              <p:cNvSpPr/>
              <p:nvPr/>
            </p:nvSpPr>
            <p:spPr>
              <a:xfrm>
                <a:off x="9050251" y="3366953"/>
                <a:ext cx="28681" cy="36237"/>
              </a:xfrm>
            </p:spPr>
          </p:sp>
        </mc:Fallback>
      </mc:AlternateContent>
      <mc:AlternateContent xmlns:mc="http://schemas.openxmlformats.org/markup-compatibility/2006" xmlns:p14="http://schemas.microsoft.com/office/powerpoint/2010/main">
        <mc:Choice Requires="p14">
          <p:contentPart p14:bwMode="auto" r:id="rId20">
            <p14:nvContentPartPr>
              <p14:cNvPr id="1048950" name="Encre 1048949"/>
              <p14:cNvContentPartPr/>
              <p14:nvPr/>
            </p14:nvContentPartPr>
            <p14:xfrm>
              <a:off x="8972779" y="3482863"/>
              <a:ext cx="27170" cy="36218"/>
            </p14:xfrm>
          </p:contentPart>
        </mc:Choice>
        <mc:Fallback xmlns="">
          <p:sp>
            <p:nvSpPr>
              <p:cNvPr id="1048950" name=""/>
              <p:cNvSpPr/>
              <p:nvPr/>
            </p:nvSpPr>
            <p:spPr>
              <a:xfrm>
                <a:off x="8972779" y="3482863"/>
                <a:ext cx="27170" cy="36218"/>
              </a:xfrm>
            </p:spPr>
          </p:sp>
        </mc:Fallback>
      </mc:AlternateContent>
      <mc:AlternateContent xmlns:mc="http://schemas.openxmlformats.org/markup-compatibility/2006" xmlns:p14="http://schemas.microsoft.com/office/powerpoint/2010/main">
        <mc:Choice Requires="p14">
          <p:contentPart p14:bwMode="auto" r:id="rId21">
            <p14:nvContentPartPr>
              <p14:cNvPr id="1048951" name="Encre 1048950"/>
              <p14:cNvContentPartPr/>
              <p14:nvPr/>
            </p14:nvContentPartPr>
            <p14:xfrm>
              <a:off x="9886850" y="2302175"/>
              <a:ext cx="47651" cy="49916"/>
            </p14:xfrm>
          </p:contentPart>
        </mc:Choice>
        <mc:Fallback xmlns="">
          <p:sp>
            <p:nvSpPr>
              <p:cNvPr id="1048951" name=""/>
              <p:cNvSpPr/>
              <p:nvPr/>
            </p:nvSpPr>
            <p:spPr>
              <a:xfrm>
                <a:off x="9886850" y="2302175"/>
                <a:ext cx="47651" cy="49916"/>
              </a:xfrm>
            </p:spPr>
          </p:sp>
        </mc:Fallback>
      </mc:AlternateContent>
      <mc:AlternateContent xmlns:mc="http://schemas.openxmlformats.org/markup-compatibility/2006" xmlns:p14="http://schemas.microsoft.com/office/powerpoint/2010/main">
        <mc:Choice Requires="p14">
          <p:contentPart p14:bwMode="auto" r:id="rId22">
            <p14:nvContentPartPr>
              <p14:cNvPr id="1048952" name="Encre 1048951"/>
              <p14:cNvContentPartPr/>
              <p14:nvPr/>
            </p14:nvContentPartPr>
            <p14:xfrm>
              <a:off x="9364858" y="2599270"/>
              <a:ext cx="28681" cy="166542"/>
            </p14:xfrm>
          </p:contentPart>
        </mc:Choice>
        <mc:Fallback xmlns="">
          <p:sp>
            <p:nvSpPr>
              <p:cNvPr id="1048952" name=""/>
              <p:cNvSpPr/>
              <p:nvPr/>
            </p:nvSpPr>
            <p:spPr>
              <a:xfrm>
                <a:off x="9364858" y="2599270"/>
                <a:ext cx="28681" cy="166542"/>
              </a:xfrm>
            </p:spPr>
          </p:sp>
        </mc:Fallback>
      </mc:AlternateContent>
      <mc:AlternateContent xmlns:mc="http://schemas.openxmlformats.org/markup-compatibility/2006" xmlns:p14="http://schemas.microsoft.com/office/powerpoint/2010/main">
        <mc:Choice Requires="p14">
          <p:contentPart p14:bwMode="auto" r:id="rId23">
            <p14:nvContentPartPr>
              <p14:cNvPr id="1048953" name="Encre 1048952"/>
              <p14:cNvContentPartPr/>
              <p14:nvPr/>
            </p14:nvContentPartPr>
            <p14:xfrm>
              <a:off x="9364858" y="2519598"/>
              <a:ext cx="135903" cy="36485"/>
            </p14:xfrm>
          </p:contentPart>
        </mc:Choice>
        <mc:Fallback xmlns="">
          <p:sp>
            <p:nvSpPr>
              <p:cNvPr id="1048953" name=""/>
              <p:cNvSpPr/>
              <p:nvPr/>
            </p:nvSpPr>
            <p:spPr>
              <a:xfrm>
                <a:off x="9364858" y="2519598"/>
                <a:ext cx="135903" cy="36485"/>
              </a:xfrm>
            </p:spPr>
          </p:sp>
        </mc:Fallback>
      </mc:AlternateContent>
      <mc:AlternateContent xmlns:mc="http://schemas.openxmlformats.org/markup-compatibility/2006" xmlns:p14="http://schemas.microsoft.com/office/powerpoint/2010/main">
        <mc:Choice Requires="p14">
          <p:contentPart p14:bwMode="auto" r:id="rId24">
            <p14:nvContentPartPr>
              <p14:cNvPr id="1048954" name="Encre 1048953"/>
              <p14:cNvContentPartPr/>
              <p14:nvPr/>
            </p14:nvContentPartPr>
            <p14:xfrm>
              <a:off x="9400599" y="2649903"/>
              <a:ext cx="31165" cy="4383"/>
            </p14:xfrm>
          </p:contentPart>
        </mc:Choice>
        <mc:Fallback xmlns="">
          <p:sp>
            <p:nvSpPr>
              <p:cNvPr id="1048954" name=""/>
              <p:cNvSpPr/>
              <p:nvPr/>
            </p:nvSpPr>
            <p:spPr>
              <a:xfrm>
                <a:off x="9400599" y="2649903"/>
                <a:ext cx="31165" cy="4383"/>
              </a:xfrm>
            </p:spPr>
          </p:sp>
        </mc:Fallback>
      </mc:AlternateContent>
      <mc:AlternateContent xmlns:mc="http://schemas.openxmlformats.org/markup-compatibility/2006" xmlns:p14="http://schemas.microsoft.com/office/powerpoint/2010/main">
        <mc:Choice Requires="p14">
          <p:contentPart p14:bwMode="auto" r:id="rId25">
            <p14:nvContentPartPr>
              <p14:cNvPr id="1048955" name="Encre 1048954"/>
              <p14:cNvContentPartPr/>
              <p14:nvPr/>
            </p14:nvContentPartPr>
            <p14:xfrm>
              <a:off x="9322057" y="2400719"/>
              <a:ext cx="161561" cy="46653"/>
            </p14:xfrm>
          </p:contentPart>
        </mc:Choice>
        <mc:Fallback xmlns="">
          <p:sp>
            <p:nvSpPr>
              <p:cNvPr id="1048955" name=""/>
              <p:cNvSpPr/>
              <p:nvPr/>
            </p:nvSpPr>
            <p:spPr>
              <a:xfrm>
                <a:off x="9322057" y="2400719"/>
                <a:ext cx="161561" cy="46653"/>
              </a:xfrm>
            </p:spPr>
          </p:sp>
        </mc:Fallback>
      </mc:AlternateContent>
      <mc:AlternateContent xmlns:mc="http://schemas.openxmlformats.org/markup-compatibility/2006" xmlns:p14="http://schemas.microsoft.com/office/powerpoint/2010/main">
        <mc:Choice Requires="p14">
          <p:contentPart p14:bwMode="auto" r:id="rId26">
            <p14:nvContentPartPr>
              <p14:cNvPr id="1048956" name="Encre 1048955"/>
              <p14:cNvContentPartPr/>
              <p14:nvPr/>
            </p14:nvContentPartPr>
            <p14:xfrm>
              <a:off x="9422220" y="2342576"/>
              <a:ext cx="102583" cy="122772"/>
            </p14:xfrm>
          </p:contentPart>
        </mc:Choice>
        <mc:Fallback xmlns="">
          <p:sp>
            <p:nvSpPr>
              <p:cNvPr id="1048956" name=""/>
              <p:cNvSpPr/>
              <p:nvPr/>
            </p:nvSpPr>
            <p:spPr>
              <a:xfrm>
                <a:off x="9422220" y="2342576"/>
                <a:ext cx="102583" cy="122772"/>
              </a:xfrm>
            </p:spPr>
          </p:sp>
        </mc:Fallback>
      </mc:AlternateContent>
      <mc:AlternateContent xmlns:mc="http://schemas.openxmlformats.org/markup-compatibility/2006" xmlns:p14="http://schemas.microsoft.com/office/powerpoint/2010/main">
        <mc:Choice Requires="p14">
          <p:contentPart p14:bwMode="auto" r:id="rId27">
            <p14:nvContentPartPr>
              <p14:cNvPr id="1048957" name="Encre 1048956"/>
              <p14:cNvContentPartPr/>
              <p14:nvPr/>
            </p14:nvContentPartPr>
            <p14:xfrm>
              <a:off x="10315566" y="3258738"/>
              <a:ext cx="13776" cy="182176"/>
            </p14:xfrm>
          </p:contentPart>
        </mc:Choice>
        <mc:Fallback xmlns="">
          <p:sp>
            <p:nvSpPr>
              <p:cNvPr id="1048957" name=""/>
              <p:cNvSpPr/>
              <p:nvPr/>
            </p:nvSpPr>
            <p:spPr>
              <a:xfrm>
                <a:off x="10315566" y="3258738"/>
                <a:ext cx="13776" cy="182176"/>
              </a:xfrm>
            </p:spPr>
          </p:sp>
        </mc:Fallback>
      </mc:AlternateContent>
      <mc:AlternateContent xmlns:mc="http://schemas.openxmlformats.org/markup-compatibility/2006" xmlns:p14="http://schemas.microsoft.com/office/powerpoint/2010/main">
        <mc:Choice Requires="p14">
          <p:contentPart p14:bwMode="auto" r:id="rId28">
            <p14:nvContentPartPr>
              <p14:cNvPr id="1048958" name="Encre 1048957"/>
              <p14:cNvContentPartPr/>
              <p14:nvPr/>
            </p14:nvContentPartPr>
            <p14:xfrm>
              <a:off x="10330301" y="3260403"/>
              <a:ext cx="138792" cy="5284"/>
            </p14:xfrm>
          </p:contentPart>
        </mc:Choice>
        <mc:Fallback xmlns="">
          <p:sp>
            <p:nvSpPr>
              <p:cNvPr id="1048958" name=""/>
              <p:cNvSpPr/>
              <p:nvPr/>
            </p:nvSpPr>
            <p:spPr>
              <a:xfrm>
                <a:off x="10330301" y="3260403"/>
                <a:ext cx="138792" cy="5284"/>
              </a:xfrm>
            </p:spPr>
          </p:sp>
        </mc:Fallback>
      </mc:AlternateContent>
      <mc:AlternateContent xmlns:mc="http://schemas.openxmlformats.org/markup-compatibility/2006" xmlns:p14="http://schemas.microsoft.com/office/powerpoint/2010/main">
        <mc:Choice Requires="p14">
          <p:contentPart p14:bwMode="auto" r:id="rId29">
            <p14:nvContentPartPr>
              <p14:cNvPr id="1048959" name="Encre 1048958"/>
              <p14:cNvContentPartPr/>
              <p14:nvPr/>
            </p14:nvContentPartPr>
            <p14:xfrm>
              <a:off x="10316181" y="3330716"/>
              <a:ext cx="92662" cy="7694"/>
            </p14:xfrm>
          </p:contentPart>
        </mc:Choice>
        <mc:Fallback xmlns="">
          <p:sp>
            <p:nvSpPr>
              <p:cNvPr id="1048959" name=""/>
              <p:cNvSpPr/>
              <p:nvPr/>
            </p:nvSpPr>
            <p:spPr>
              <a:xfrm>
                <a:off x="10316181" y="3330716"/>
                <a:ext cx="92662" cy="7694"/>
              </a:xfrm>
            </p:spPr>
          </p:sp>
        </mc:Fallback>
      </mc:AlternateContent>
      <mc:AlternateContent xmlns:mc="http://schemas.openxmlformats.org/markup-compatibility/2006" xmlns:p14="http://schemas.microsoft.com/office/powerpoint/2010/main">
        <mc:Choice Requires="p14">
          <p:contentPart p14:bwMode="auto" r:id="rId30">
            <p14:nvContentPartPr>
              <p14:cNvPr id="1048960" name="Encre 1048959"/>
              <p14:cNvContentPartPr/>
              <p14:nvPr/>
            </p14:nvContentPartPr>
            <p14:xfrm>
              <a:off x="10358982" y="3186589"/>
              <a:ext cx="146969" cy="21019"/>
            </p14:xfrm>
          </p:contentPart>
        </mc:Choice>
        <mc:Fallback xmlns="">
          <p:sp>
            <p:nvSpPr>
              <p:cNvPr id="1048960" name=""/>
              <p:cNvSpPr/>
              <p:nvPr/>
            </p:nvSpPr>
            <p:spPr>
              <a:xfrm>
                <a:off x="10358982" y="3186589"/>
                <a:ext cx="146969" cy="21019"/>
              </a:xfrm>
            </p:spPr>
          </p:sp>
        </mc:Fallback>
      </mc:AlternateContent>
      <mc:AlternateContent xmlns:mc="http://schemas.openxmlformats.org/markup-compatibility/2006" xmlns:p14="http://schemas.microsoft.com/office/powerpoint/2010/main">
        <mc:Choice Requires="p14">
          <p:contentPart p14:bwMode="auto" r:id="rId31">
            <p14:nvContentPartPr>
              <p14:cNvPr id="1048961" name="Encre 1048960"/>
              <p14:cNvContentPartPr/>
              <p14:nvPr/>
            </p14:nvContentPartPr>
            <p14:xfrm>
              <a:off x="10480766" y="3156976"/>
              <a:ext cx="64403" cy="117412"/>
            </p14:xfrm>
          </p:contentPart>
        </mc:Choice>
        <mc:Fallback xmlns="">
          <p:sp>
            <p:nvSpPr>
              <p:cNvPr id="1048961" name=""/>
              <p:cNvSpPr/>
              <p:nvPr/>
            </p:nvSpPr>
            <p:spPr>
              <a:xfrm>
                <a:off x="10480766" y="3156976"/>
                <a:ext cx="64403" cy="117412"/>
              </a:xfrm>
            </p:spPr>
          </p:sp>
        </mc:Fallback>
      </mc:AlternateContent>
      <mc:AlternateContent xmlns:mc="http://schemas.openxmlformats.org/markup-compatibility/2006" xmlns:p14="http://schemas.microsoft.com/office/powerpoint/2010/main">
        <mc:Choice Requires="p14">
          <p:contentPart p14:bwMode="auto" r:id="rId32">
            <p14:nvContentPartPr>
              <p14:cNvPr id="1048962" name="Encre 1048961"/>
              <p14:cNvContentPartPr/>
              <p14:nvPr/>
            </p14:nvContentPartPr>
            <p14:xfrm>
              <a:off x="8413535" y="3207609"/>
              <a:ext cx="236319" cy="65148"/>
            </p14:xfrm>
          </p:contentPart>
        </mc:Choice>
        <mc:Fallback xmlns="">
          <p:sp>
            <p:nvSpPr>
              <p:cNvPr id="1048962" name=""/>
              <p:cNvSpPr/>
              <p:nvPr/>
            </p:nvSpPr>
            <p:spPr>
              <a:xfrm>
                <a:off x="8413535" y="3207609"/>
                <a:ext cx="236319" cy="65148"/>
              </a:xfrm>
            </p:spPr>
          </p:sp>
        </mc:Fallback>
      </mc:AlternateContent>
      <mc:AlternateContent xmlns:mc="http://schemas.openxmlformats.org/markup-compatibility/2006" xmlns:p14="http://schemas.microsoft.com/office/powerpoint/2010/main">
        <mc:Choice Requires="p14">
          <p:contentPart p14:bwMode="auto" r:id="rId33">
            <p14:nvContentPartPr>
              <p14:cNvPr id="1048963" name="Encre 1048962"/>
              <p14:cNvContentPartPr/>
              <p14:nvPr/>
            </p14:nvContentPartPr>
            <p14:xfrm>
              <a:off x="8613860" y="3222501"/>
              <a:ext cx="64102" cy="139023"/>
            </p14:xfrm>
          </p:contentPart>
        </mc:Choice>
        <mc:Fallback xmlns="">
          <p:sp>
            <p:nvSpPr>
              <p:cNvPr id="1048963" name=""/>
              <p:cNvSpPr/>
              <p:nvPr/>
            </p:nvSpPr>
            <p:spPr>
              <a:xfrm>
                <a:off x="8613860" y="3222501"/>
                <a:ext cx="64102" cy="139023"/>
              </a:xfrm>
            </p:spPr>
          </p:sp>
        </mc:Fallback>
      </mc:AlternateContent>
      <mc:AlternateContent xmlns:mc="http://schemas.openxmlformats.org/markup-compatibility/2006" xmlns:p14="http://schemas.microsoft.com/office/powerpoint/2010/main">
        <mc:Choice Requires="p14">
          <p:contentPart p14:bwMode="auto" r:id="rId34">
            <p14:nvContentPartPr>
              <p14:cNvPr id="1048964" name="Encre 1048963"/>
              <p14:cNvContentPartPr/>
              <p14:nvPr/>
            </p14:nvContentPartPr>
            <p14:xfrm>
              <a:off x="7667390" y="2947247"/>
              <a:ext cx="440364" cy="271009"/>
            </p14:xfrm>
          </p:contentPart>
        </mc:Choice>
        <mc:Fallback xmlns="">
          <p:sp>
            <p:nvSpPr>
              <p:cNvPr id="1048964" name=""/>
              <p:cNvSpPr/>
              <p:nvPr/>
            </p:nvSpPr>
            <p:spPr>
              <a:xfrm>
                <a:off x="7667390" y="2947247"/>
                <a:ext cx="440364" cy="271009"/>
              </a:xfrm>
            </p:spPr>
          </p:sp>
        </mc:Fallback>
      </mc:AlternateContent>
      <mc:AlternateContent xmlns:mc="http://schemas.openxmlformats.org/markup-compatibility/2006" xmlns:p14="http://schemas.microsoft.com/office/powerpoint/2010/main">
        <mc:Choice Requires="p14">
          <p:contentPart p14:bwMode="auto" r:id="rId35">
            <p14:nvContentPartPr>
              <p14:cNvPr id="1048965" name="Encre 1048964"/>
              <p14:cNvContentPartPr/>
              <p14:nvPr/>
            </p14:nvContentPartPr>
            <p14:xfrm>
              <a:off x="8099527" y="2823643"/>
              <a:ext cx="282576" cy="364387"/>
            </p14:xfrm>
          </p:contentPart>
        </mc:Choice>
        <mc:Fallback xmlns="">
          <p:sp>
            <p:nvSpPr>
              <p:cNvPr id="1048965" name=""/>
              <p:cNvSpPr/>
              <p:nvPr/>
            </p:nvSpPr>
            <p:spPr>
              <a:xfrm>
                <a:off x="8099527" y="2823643"/>
                <a:ext cx="282576" cy="364387"/>
              </a:xfrm>
            </p:spPr>
          </p:sp>
        </mc:Fallback>
      </mc:AlternateContent>
      <mc:AlternateContent xmlns:mc="http://schemas.openxmlformats.org/markup-compatibility/2006" xmlns:p14="http://schemas.microsoft.com/office/powerpoint/2010/main">
        <mc:Choice Requires="p14">
          <p:contentPart p14:bwMode="auto" r:id="rId36">
            <p14:nvContentPartPr>
              <p14:cNvPr id="1048966" name="Encre 1048965"/>
              <p14:cNvContentPartPr/>
              <p14:nvPr/>
            </p14:nvContentPartPr>
            <p14:xfrm>
              <a:off x="8049067" y="2961854"/>
              <a:ext cx="164940" cy="13936"/>
            </p14:xfrm>
          </p:contentPart>
        </mc:Choice>
        <mc:Fallback xmlns="">
          <p:sp>
            <p:nvSpPr>
              <p:cNvPr id="1048966" name=""/>
              <p:cNvSpPr/>
              <p:nvPr/>
            </p:nvSpPr>
            <p:spPr>
              <a:xfrm>
                <a:off x="8049067" y="2961854"/>
                <a:ext cx="164940" cy="13936"/>
              </a:xfrm>
            </p:spPr>
          </p:sp>
        </mc:Fallback>
      </mc:AlternateContent>
      <mc:AlternateContent xmlns:mc="http://schemas.openxmlformats.org/markup-compatibility/2006" xmlns:p14="http://schemas.microsoft.com/office/powerpoint/2010/main">
        <mc:Choice Requires="p14">
          <p:contentPart p14:bwMode="auto" r:id="rId37">
            <p14:nvContentPartPr>
              <p14:cNvPr id="1048967" name="Encre 1048966"/>
              <p14:cNvContentPartPr/>
              <p14:nvPr/>
            </p14:nvContentPartPr>
            <p14:xfrm>
              <a:off x="7500347" y="3272886"/>
              <a:ext cx="226525" cy="338754"/>
            </p14:xfrm>
          </p:contentPart>
        </mc:Choice>
        <mc:Fallback xmlns="">
          <p:sp>
            <p:nvSpPr>
              <p:cNvPr id="1048967" name=""/>
              <p:cNvSpPr/>
              <p:nvPr/>
            </p:nvSpPr>
            <p:spPr>
              <a:xfrm>
                <a:off x="7500347" y="3272886"/>
                <a:ext cx="226525" cy="338754"/>
              </a:xfrm>
            </p:spPr>
          </p:sp>
        </mc:Fallback>
      </mc:AlternateContent>
      <mc:AlternateContent xmlns:mc="http://schemas.openxmlformats.org/markup-compatibility/2006" xmlns:p14="http://schemas.microsoft.com/office/powerpoint/2010/main">
        <mc:Choice Requires="p14">
          <p:contentPart p14:bwMode="auto" r:id="rId38">
            <p14:nvContentPartPr>
              <p14:cNvPr id="1048968" name="Encre 1048967"/>
              <p14:cNvContentPartPr/>
              <p14:nvPr/>
            </p14:nvContentPartPr>
            <p14:xfrm>
              <a:off x="7904830" y="3361603"/>
              <a:ext cx="368576" cy="373455"/>
            </p14:xfrm>
          </p:contentPart>
        </mc:Choice>
        <mc:Fallback xmlns="">
          <p:sp>
            <p:nvSpPr>
              <p:cNvPr id="1048968" name=""/>
              <p:cNvSpPr/>
              <p:nvPr/>
            </p:nvSpPr>
            <p:spPr>
              <a:xfrm>
                <a:off x="7904830" y="3361603"/>
                <a:ext cx="368576" cy="373455"/>
              </a:xfrm>
            </p:spPr>
          </p:sp>
        </mc:Fallback>
      </mc:AlternateContent>
      <mc:AlternateContent xmlns:mc="http://schemas.openxmlformats.org/markup-compatibility/2006" xmlns:p14="http://schemas.microsoft.com/office/powerpoint/2010/main">
        <mc:Choice Requires="p14">
          <p:contentPart p14:bwMode="auto" r:id="rId39">
            <p14:nvContentPartPr>
              <p14:cNvPr id="1048969" name="Encre 1048968"/>
              <p14:cNvContentPartPr/>
              <p14:nvPr/>
            </p14:nvContentPartPr>
            <p14:xfrm>
              <a:off x="8326723" y="3410388"/>
              <a:ext cx="185762" cy="195597"/>
            </p14:xfrm>
          </p:contentPart>
        </mc:Choice>
        <mc:Fallback xmlns="">
          <p:sp>
            <p:nvSpPr>
              <p:cNvPr id="1048969" name=""/>
              <p:cNvSpPr/>
              <p:nvPr/>
            </p:nvSpPr>
            <p:spPr>
              <a:xfrm>
                <a:off x="8326723" y="3410388"/>
                <a:ext cx="185762" cy="195597"/>
              </a:xfrm>
            </p:spPr>
          </p:sp>
        </mc:Fallback>
      </mc:AlternateContent>
      <mc:AlternateContent xmlns:mc="http://schemas.openxmlformats.org/markup-compatibility/2006" xmlns:p14="http://schemas.microsoft.com/office/powerpoint/2010/main">
        <mc:Choice Requires="p14">
          <p:contentPart p14:bwMode="auto" r:id="rId40">
            <p14:nvContentPartPr>
              <p14:cNvPr id="1048970" name="Encre 1048969"/>
              <p14:cNvContentPartPr/>
              <p14:nvPr/>
            </p14:nvContentPartPr>
            <p14:xfrm>
              <a:off x="3142867" y="2834812"/>
              <a:ext cx="1569948" cy="55097"/>
            </p14:xfrm>
          </p:contentPart>
        </mc:Choice>
        <mc:Fallback xmlns="">
          <p:sp>
            <p:nvSpPr>
              <p:cNvPr id="1048970" name=""/>
              <p:cNvSpPr/>
              <p:nvPr/>
            </p:nvSpPr>
            <p:spPr>
              <a:xfrm>
                <a:off x="3142867" y="2834812"/>
                <a:ext cx="1569948" cy="55097"/>
              </a:xfrm>
            </p:spPr>
          </p:sp>
        </mc:Fallback>
      </mc:AlternateContent>
      <mc:AlternateContent xmlns:mc="http://schemas.openxmlformats.org/markup-compatibility/2006" xmlns:p14="http://schemas.microsoft.com/office/powerpoint/2010/main">
        <mc:Choice Requires="p14">
          <p:contentPart p14:bwMode="auto" r:id="rId41">
            <p14:nvContentPartPr>
              <p14:cNvPr id="1048971" name="Encre 1048970"/>
              <p14:cNvContentPartPr/>
              <p14:nvPr/>
            </p14:nvContentPartPr>
            <p14:xfrm>
              <a:off x="4065510" y="3459391"/>
              <a:ext cx="2129191" cy="34772"/>
            </p14:xfrm>
          </p:contentPart>
        </mc:Choice>
        <mc:Fallback xmlns="">
          <p:sp>
            <p:nvSpPr>
              <p:cNvPr id="1048971" name=""/>
              <p:cNvSpPr/>
              <p:nvPr/>
            </p:nvSpPr>
            <p:spPr>
              <a:xfrm>
                <a:off x="4065510" y="3459391"/>
                <a:ext cx="2129191" cy="34772"/>
              </a:xfrm>
            </p:spPr>
          </p:sp>
        </mc:Fallback>
      </mc:AlternateContent>
      <mc:AlternateContent xmlns:mc="http://schemas.openxmlformats.org/markup-compatibility/2006" xmlns:p14="http://schemas.microsoft.com/office/powerpoint/2010/main">
        <mc:Choice Requires="p14">
          <p:contentPart p14:bwMode="auto" r:id="rId42">
            <p14:nvContentPartPr>
              <p14:cNvPr id="1048972" name="Encre 1048971"/>
              <p14:cNvContentPartPr/>
              <p14:nvPr/>
            </p14:nvContentPartPr>
            <p14:xfrm>
              <a:off x="1026217" y="4127686"/>
              <a:ext cx="2517300" cy="72722"/>
            </p14:xfrm>
          </p:contentPart>
        </mc:Choice>
        <mc:Fallback xmlns="">
          <p:sp>
            <p:nvSpPr>
              <p:cNvPr id="1048972" name=""/>
              <p:cNvSpPr/>
              <p:nvPr/>
            </p:nvSpPr>
            <p:spPr>
              <a:xfrm>
                <a:off x="1026217" y="4127686"/>
                <a:ext cx="2517300" cy="72722"/>
              </a:xfrm>
            </p:spPr>
          </p:sp>
        </mc:Fallback>
      </mc:AlternateContent>
      <mc:AlternateContent xmlns:mc="http://schemas.openxmlformats.org/markup-compatibility/2006" xmlns:p14="http://schemas.microsoft.com/office/powerpoint/2010/main">
        <mc:Choice Requires="p14">
          <p:contentPart p14:bwMode="auto" r:id="rId43">
            <p14:nvContentPartPr>
              <p14:cNvPr id="1048973" name="Encre 1048972"/>
              <p14:cNvContentPartPr/>
              <p14:nvPr/>
            </p14:nvContentPartPr>
            <p14:xfrm>
              <a:off x="4215533" y="4105845"/>
              <a:ext cx="1813074" cy="141474"/>
            </p14:xfrm>
          </p:contentPart>
        </mc:Choice>
        <mc:Fallback xmlns="">
          <p:sp>
            <p:nvSpPr>
              <p:cNvPr id="1048973" name=""/>
              <p:cNvSpPr/>
              <p:nvPr/>
            </p:nvSpPr>
            <p:spPr>
              <a:xfrm>
                <a:off x="4215533" y="4105845"/>
                <a:ext cx="1813074" cy="141474"/>
              </a:xfrm>
            </p:spPr>
          </p:sp>
        </mc:Fallback>
      </mc:AlternateContent>
      <mc:AlternateContent xmlns:mc="http://schemas.openxmlformats.org/markup-compatibility/2006" xmlns:p14="http://schemas.microsoft.com/office/powerpoint/2010/main">
        <mc:Choice Requires="p14">
          <p:contentPart p14:bwMode="auto" r:id="rId44">
            <p14:nvContentPartPr>
              <p14:cNvPr id="1048974" name="Encre 1048973"/>
              <p14:cNvContentPartPr/>
              <p14:nvPr/>
            </p14:nvContentPartPr>
            <p14:xfrm>
              <a:off x="2204798" y="3754577"/>
              <a:ext cx="1405940" cy="438634"/>
            </p14:xfrm>
          </p:contentPart>
        </mc:Choice>
        <mc:Fallback xmlns="">
          <p:sp>
            <p:nvSpPr>
              <p:cNvPr id="1048974" name=""/>
              <p:cNvSpPr/>
              <p:nvPr/>
            </p:nvSpPr>
            <p:spPr>
              <a:xfrm>
                <a:off x="2204798" y="3754577"/>
                <a:ext cx="1405940" cy="438634"/>
              </a:xfrm>
            </p:spPr>
          </p:sp>
        </mc:Fallback>
      </mc:AlternateContent>
      <mc:AlternateContent xmlns:mc="http://schemas.openxmlformats.org/markup-compatibility/2006" xmlns:p14="http://schemas.microsoft.com/office/powerpoint/2010/main">
        <mc:Choice Requires="p14">
          <p:contentPart p14:bwMode="auto" r:id="rId45">
            <p14:nvContentPartPr>
              <p14:cNvPr id="1048975" name="Encre 1048974"/>
              <p14:cNvContentPartPr/>
              <p14:nvPr/>
            </p14:nvContentPartPr>
            <p14:xfrm>
              <a:off x="5655270" y="5699786"/>
              <a:ext cx="248023" cy="341975"/>
            </p14:xfrm>
          </p:contentPart>
        </mc:Choice>
        <mc:Fallback xmlns="">
          <p:sp>
            <p:nvSpPr>
              <p:cNvPr id="1048975" name=""/>
              <p:cNvSpPr/>
              <p:nvPr/>
            </p:nvSpPr>
            <p:spPr>
              <a:xfrm>
                <a:off x="5655270" y="5699786"/>
                <a:ext cx="248023" cy="341975"/>
              </a:xfrm>
            </p:spPr>
          </p:sp>
        </mc:Fallback>
      </mc:AlternateContent>
      <mc:AlternateContent xmlns:mc="http://schemas.openxmlformats.org/markup-compatibility/2006" xmlns:p14="http://schemas.microsoft.com/office/powerpoint/2010/main">
        <mc:Choice Requires="p14">
          <p:contentPart p14:bwMode="auto" r:id="rId46">
            <p14:nvContentPartPr>
              <p14:cNvPr id="1048976" name="Encre 1048975"/>
              <p14:cNvContentPartPr/>
              <p14:nvPr/>
            </p14:nvContentPartPr>
            <p14:xfrm>
              <a:off x="5672584" y="5931357"/>
              <a:ext cx="30633" cy="69045"/>
            </p14:xfrm>
          </p:contentPart>
        </mc:Choice>
        <mc:Fallback xmlns="">
          <p:sp>
            <p:nvSpPr>
              <p:cNvPr id="1048976" name=""/>
              <p:cNvSpPr/>
              <p:nvPr/>
            </p:nvSpPr>
            <p:spPr>
              <a:xfrm>
                <a:off x="5672584" y="5931357"/>
                <a:ext cx="30633" cy="69045"/>
              </a:xfrm>
            </p:spPr>
          </p:sp>
        </mc:Fallback>
      </mc:AlternateContent>
      <mc:AlternateContent xmlns:mc="http://schemas.openxmlformats.org/markup-compatibility/2006" xmlns:p14="http://schemas.microsoft.com/office/powerpoint/2010/main">
        <mc:Choice Requires="p14">
          <p:contentPart p14:bwMode="auto" r:id="rId47">
            <p14:nvContentPartPr>
              <p14:cNvPr id="1048977" name="Encre 1048976"/>
              <p14:cNvContentPartPr/>
              <p14:nvPr/>
            </p14:nvContentPartPr>
            <p14:xfrm>
              <a:off x="6050839" y="5554589"/>
              <a:ext cx="2919" cy="270179"/>
            </p14:xfrm>
          </p:contentPart>
        </mc:Choice>
        <mc:Fallback xmlns="">
          <p:sp>
            <p:nvSpPr>
              <p:cNvPr id="1048977" name=""/>
              <p:cNvSpPr/>
              <p:nvPr/>
            </p:nvSpPr>
            <p:spPr>
              <a:xfrm>
                <a:off x="6050839" y="5554589"/>
                <a:ext cx="2919" cy="270179"/>
              </a:xfrm>
            </p:spPr>
          </p:sp>
        </mc:Fallback>
      </mc:AlternateContent>
      <mc:AlternateContent xmlns:mc="http://schemas.openxmlformats.org/markup-compatibility/2006" xmlns:p14="http://schemas.microsoft.com/office/powerpoint/2010/main">
        <mc:Choice Requires="p14">
          <p:contentPart p14:bwMode="auto" r:id="rId48">
            <p14:nvContentPartPr>
              <p14:cNvPr id="1048978" name="Encre 1048977"/>
              <p14:cNvContentPartPr/>
              <p14:nvPr/>
            </p14:nvContentPartPr>
            <p14:xfrm>
              <a:off x="6074938" y="5563877"/>
              <a:ext cx="59569" cy="89846"/>
            </p14:xfrm>
          </p:contentPart>
        </mc:Choice>
        <mc:Fallback xmlns="">
          <p:sp>
            <p:nvSpPr>
              <p:cNvPr id="1048978" name=""/>
              <p:cNvSpPr/>
              <p:nvPr/>
            </p:nvSpPr>
            <p:spPr>
              <a:xfrm>
                <a:off x="6074938" y="5563877"/>
                <a:ext cx="59569" cy="89846"/>
              </a:xfrm>
            </p:spPr>
          </p:sp>
        </mc:Fallback>
      </mc:AlternateContent>
      <mc:AlternateContent xmlns:mc="http://schemas.openxmlformats.org/markup-compatibility/2006" xmlns:p14="http://schemas.microsoft.com/office/powerpoint/2010/main">
        <mc:Choice Requires="p14">
          <p:contentPart p14:bwMode="auto" r:id="rId49">
            <p14:nvContentPartPr>
              <p14:cNvPr id="1048979" name="Encre 1048978"/>
              <p14:cNvContentPartPr/>
              <p14:nvPr/>
            </p14:nvContentPartPr>
            <p14:xfrm>
              <a:off x="6189662" y="5522571"/>
              <a:ext cx="62502" cy="83026"/>
            </p14:xfrm>
          </p:contentPart>
        </mc:Choice>
        <mc:Fallback xmlns="">
          <p:sp>
            <p:nvSpPr>
              <p:cNvPr id="1048979" name=""/>
              <p:cNvSpPr/>
              <p:nvPr/>
            </p:nvSpPr>
            <p:spPr>
              <a:xfrm>
                <a:off x="6189662" y="5522571"/>
                <a:ext cx="62502" cy="83026"/>
              </a:xfrm>
            </p:spPr>
          </p:sp>
        </mc:Fallback>
      </mc:AlternateContent>
      <mc:AlternateContent xmlns:mc="http://schemas.openxmlformats.org/markup-compatibility/2006" xmlns:p14="http://schemas.microsoft.com/office/powerpoint/2010/main">
        <mc:Choice Requires="p14">
          <p:contentPart p14:bwMode="auto" r:id="rId50">
            <p14:nvContentPartPr>
              <p14:cNvPr id="1048980" name="Encre 1048979"/>
              <p14:cNvContentPartPr/>
              <p14:nvPr/>
            </p14:nvContentPartPr>
            <p14:xfrm>
              <a:off x="6326006" y="5424532"/>
              <a:ext cx="125366" cy="175083"/>
            </p14:xfrm>
          </p:contentPart>
        </mc:Choice>
        <mc:Fallback xmlns="">
          <p:sp>
            <p:nvSpPr>
              <p:cNvPr id="1048980" name=""/>
              <p:cNvSpPr/>
              <p:nvPr/>
            </p:nvSpPr>
            <p:spPr>
              <a:xfrm>
                <a:off x="6326006" y="5424532"/>
                <a:ext cx="125366" cy="175083"/>
              </a:xfrm>
            </p:spPr>
          </p:sp>
        </mc:Fallback>
      </mc:AlternateContent>
      <mc:AlternateContent xmlns:mc="http://schemas.openxmlformats.org/markup-compatibility/2006" xmlns:p14="http://schemas.microsoft.com/office/powerpoint/2010/main">
        <mc:Choice Requires="p14">
          <p:contentPart p14:bwMode="auto" r:id="rId51">
            <p14:nvContentPartPr>
              <p14:cNvPr id="1048981" name="Encre 1048980"/>
              <p14:cNvContentPartPr/>
              <p14:nvPr/>
            </p14:nvContentPartPr>
            <p14:xfrm>
              <a:off x="6415886" y="5446374"/>
              <a:ext cx="31021" cy="29172"/>
            </p14:xfrm>
          </p:contentPart>
        </mc:Choice>
        <mc:Fallback xmlns="">
          <p:sp>
            <p:nvSpPr>
              <p:cNvPr id="1048981" name=""/>
              <p:cNvSpPr/>
              <p:nvPr/>
            </p:nvSpPr>
            <p:spPr>
              <a:xfrm>
                <a:off x="6415886" y="5446374"/>
                <a:ext cx="31021" cy="29172"/>
              </a:xfrm>
            </p:spPr>
          </p:sp>
        </mc:Fallback>
      </mc:AlternateContent>
      <mc:AlternateContent xmlns:mc="http://schemas.openxmlformats.org/markup-compatibility/2006" xmlns:p14="http://schemas.microsoft.com/office/powerpoint/2010/main">
        <mc:Choice Requires="p14">
          <p:contentPart p14:bwMode="auto" r:id="rId52">
            <p14:nvContentPartPr>
              <p14:cNvPr id="1048982" name="Encre 1048981"/>
              <p14:cNvContentPartPr/>
              <p14:nvPr/>
            </p14:nvContentPartPr>
            <p14:xfrm>
              <a:off x="6540010" y="5257990"/>
              <a:ext cx="20227" cy="295453"/>
            </p14:xfrm>
          </p:contentPart>
        </mc:Choice>
        <mc:Fallback xmlns="">
          <p:sp>
            <p:nvSpPr>
              <p:cNvPr id="1048982" name=""/>
              <p:cNvSpPr/>
              <p:nvPr/>
            </p:nvSpPr>
            <p:spPr>
              <a:xfrm>
                <a:off x="6540010" y="5257990"/>
                <a:ext cx="20227" cy="295453"/>
              </a:xfrm>
            </p:spPr>
          </p:sp>
        </mc:Fallback>
      </mc:AlternateContent>
      <mc:AlternateContent xmlns:mc="http://schemas.openxmlformats.org/markup-compatibility/2006" xmlns:p14="http://schemas.microsoft.com/office/powerpoint/2010/main">
        <mc:Choice Requires="p14">
          <p:contentPart p14:bwMode="auto" r:id="rId53">
            <p14:nvContentPartPr>
              <p14:cNvPr id="1048983" name="Encre 1048982"/>
              <p14:cNvContentPartPr/>
              <p14:nvPr/>
            </p14:nvContentPartPr>
            <p14:xfrm>
              <a:off x="6532950" y="5455037"/>
              <a:ext cx="165663" cy="59842"/>
            </p14:xfrm>
          </p:contentPart>
        </mc:Choice>
        <mc:Fallback xmlns="">
          <p:sp>
            <p:nvSpPr>
              <p:cNvPr id="1048983" name=""/>
              <p:cNvSpPr/>
              <p:nvPr/>
            </p:nvSpPr>
            <p:spPr>
              <a:xfrm>
                <a:off x="6532950" y="5455037"/>
                <a:ext cx="165663" cy="59842"/>
              </a:xfrm>
            </p:spPr>
          </p:sp>
        </mc:Fallback>
      </mc:AlternateContent>
      <mc:AlternateContent xmlns:mc="http://schemas.openxmlformats.org/markup-compatibility/2006" xmlns:p14="http://schemas.microsoft.com/office/powerpoint/2010/main">
        <mc:Choice Requires="p14">
          <p:contentPart p14:bwMode="auto" r:id="rId54">
            <p14:nvContentPartPr>
              <p14:cNvPr id="1048984" name="Encre 1048983"/>
              <p14:cNvContentPartPr/>
              <p14:nvPr/>
            </p14:nvContentPartPr>
            <p14:xfrm>
              <a:off x="6730832" y="5364361"/>
              <a:ext cx="212939" cy="124425"/>
            </p14:xfrm>
          </p:contentPart>
        </mc:Choice>
        <mc:Fallback xmlns="">
          <p:sp>
            <p:nvSpPr>
              <p:cNvPr id="1048984" name=""/>
              <p:cNvSpPr/>
              <p:nvPr/>
            </p:nvSpPr>
            <p:spPr>
              <a:xfrm>
                <a:off x="6730832" y="5364361"/>
                <a:ext cx="212939" cy="124425"/>
              </a:xfrm>
            </p:spPr>
          </p:sp>
        </mc:Fallback>
      </mc:AlternateContent>
      <mc:AlternateContent xmlns:mc="http://schemas.openxmlformats.org/markup-compatibility/2006" xmlns:p14="http://schemas.microsoft.com/office/powerpoint/2010/main">
        <mc:Choice Requires="p14">
          <p:contentPart p14:bwMode="auto" r:id="rId55">
            <p14:nvContentPartPr>
              <p14:cNvPr id="1048985" name="Encre 1048984"/>
              <p14:cNvContentPartPr/>
              <p14:nvPr/>
            </p14:nvContentPartPr>
            <p14:xfrm>
              <a:off x="7022529" y="5127189"/>
              <a:ext cx="103894" cy="435094"/>
            </p14:xfrm>
          </p:contentPart>
        </mc:Choice>
        <mc:Fallback xmlns="">
          <p:sp>
            <p:nvSpPr>
              <p:cNvPr id="1048985" name=""/>
              <p:cNvSpPr/>
              <p:nvPr/>
            </p:nvSpPr>
            <p:spPr>
              <a:xfrm>
                <a:off x="7022529" y="5127189"/>
                <a:ext cx="103894" cy="435094"/>
              </a:xfrm>
            </p:spPr>
          </p:sp>
        </mc:Fallback>
      </mc:AlternateContent>
      <mc:AlternateContent xmlns:mc="http://schemas.openxmlformats.org/markup-compatibility/2006" xmlns:p14="http://schemas.microsoft.com/office/powerpoint/2010/main">
        <mc:Choice Requires="p14">
          <p:contentPart p14:bwMode="auto" r:id="rId56">
            <p14:nvContentPartPr>
              <p14:cNvPr id="1048986" name="Encre 1048985"/>
              <p14:cNvContentPartPr/>
              <p14:nvPr/>
            </p14:nvContentPartPr>
            <p14:xfrm>
              <a:off x="7238040" y="5127189"/>
              <a:ext cx="352329" cy="347243"/>
            </p14:xfrm>
          </p:contentPart>
        </mc:Choice>
        <mc:Fallback xmlns="">
          <p:sp>
            <p:nvSpPr>
              <p:cNvPr id="1048986" name=""/>
              <p:cNvSpPr/>
              <p:nvPr/>
            </p:nvSpPr>
            <p:spPr>
              <a:xfrm>
                <a:off x="7238040" y="5127189"/>
                <a:ext cx="352329" cy="347243"/>
              </a:xfrm>
            </p:spPr>
          </p:sp>
        </mc:Fallback>
      </mc:AlternateContent>
      <mc:AlternateContent xmlns:mc="http://schemas.openxmlformats.org/markup-compatibility/2006" xmlns:p14="http://schemas.microsoft.com/office/powerpoint/2010/main">
        <mc:Choice Requires="p14">
          <p:contentPart p14:bwMode="auto" r:id="rId57">
            <p14:nvContentPartPr>
              <p14:cNvPr id="1048987" name="Encre 1048986"/>
              <p14:cNvContentPartPr/>
              <p14:nvPr/>
            </p14:nvContentPartPr>
            <p14:xfrm>
              <a:off x="7443076" y="5243098"/>
              <a:ext cx="26636" cy="32803"/>
            </p14:xfrm>
          </p:contentPart>
        </mc:Choice>
        <mc:Fallback xmlns="">
          <p:sp>
            <p:nvSpPr>
              <p:cNvPr id="1048987" name=""/>
              <p:cNvSpPr/>
              <p:nvPr/>
            </p:nvSpPr>
            <p:spPr>
              <a:xfrm>
                <a:off x="7443076" y="5243098"/>
                <a:ext cx="26636" cy="32803"/>
              </a:xfrm>
            </p:spPr>
          </p:sp>
        </mc:Fallback>
      </mc:AlternateContent>
      <mc:AlternateContent xmlns:mc="http://schemas.openxmlformats.org/markup-compatibility/2006" xmlns:p14="http://schemas.microsoft.com/office/powerpoint/2010/main">
        <mc:Choice Requires="p14">
          <p:contentPart p14:bwMode="auto" r:id="rId58">
            <p14:nvContentPartPr>
              <p14:cNvPr id="1048988" name="Encre 1048987"/>
              <p14:cNvContentPartPr/>
              <p14:nvPr/>
            </p14:nvContentPartPr>
            <p14:xfrm>
              <a:off x="7655864" y="5062408"/>
              <a:ext cx="78594" cy="366101"/>
            </p14:xfrm>
          </p:contentPart>
        </mc:Choice>
        <mc:Fallback xmlns="">
          <p:sp>
            <p:nvSpPr>
              <p:cNvPr id="1048988" name=""/>
              <p:cNvSpPr/>
              <p:nvPr/>
            </p:nvSpPr>
            <p:spPr>
              <a:xfrm>
                <a:off x="7655864" y="5062408"/>
                <a:ext cx="78594" cy="366101"/>
              </a:xfrm>
            </p:spPr>
          </p:sp>
        </mc:Fallback>
      </mc:AlternateContent>
      <mc:AlternateContent xmlns:mc="http://schemas.openxmlformats.org/markup-compatibility/2006" xmlns:p14="http://schemas.microsoft.com/office/powerpoint/2010/main">
        <mc:Choice Requires="p14">
          <p:contentPart p14:bwMode="auto" r:id="rId59">
            <p14:nvContentPartPr>
              <p14:cNvPr id="1048989" name="Encre 1048988"/>
              <p14:cNvContentPartPr/>
              <p14:nvPr/>
            </p14:nvContentPartPr>
            <p14:xfrm>
              <a:off x="7776639" y="5283607"/>
              <a:ext cx="295890" cy="98328"/>
            </p14:xfrm>
          </p:contentPart>
        </mc:Choice>
        <mc:Fallback xmlns="">
          <p:sp>
            <p:nvSpPr>
              <p:cNvPr id="1048989" name=""/>
              <p:cNvSpPr/>
              <p:nvPr/>
            </p:nvSpPr>
            <p:spPr>
              <a:xfrm>
                <a:off x="7776639" y="5283607"/>
                <a:ext cx="295890" cy="98328"/>
              </a:xfrm>
            </p:spPr>
          </p:sp>
        </mc:Fallback>
      </mc:AlternateContent>
      <mc:AlternateContent xmlns:mc="http://schemas.openxmlformats.org/markup-compatibility/2006" xmlns:p14="http://schemas.microsoft.com/office/powerpoint/2010/main">
        <mc:Choice Requires="p14">
          <p:contentPart p14:bwMode="auto" r:id="rId60">
            <p14:nvContentPartPr>
              <p14:cNvPr id="1048990" name="Encre 1048989"/>
              <p14:cNvContentPartPr/>
              <p14:nvPr/>
            </p14:nvContentPartPr>
            <p14:xfrm>
              <a:off x="8113312" y="5199663"/>
              <a:ext cx="157258" cy="188335"/>
            </p14:xfrm>
          </p:contentPart>
        </mc:Choice>
        <mc:Fallback xmlns="">
          <p:sp>
            <p:nvSpPr>
              <p:cNvPr id="1048990" name=""/>
              <p:cNvSpPr/>
              <p:nvPr/>
            </p:nvSpPr>
            <p:spPr>
              <a:xfrm>
                <a:off x="8113312" y="5199663"/>
                <a:ext cx="157258" cy="188335"/>
              </a:xfrm>
            </p:spPr>
          </p:sp>
        </mc:Fallback>
      </mc:AlternateContent>
      <mc:AlternateContent xmlns:mc="http://schemas.openxmlformats.org/markup-compatibility/2006" xmlns:p14="http://schemas.microsoft.com/office/powerpoint/2010/main">
        <mc:Choice Requires="p14">
          <p:contentPart p14:bwMode="auto" r:id="rId61">
            <p14:nvContentPartPr>
              <p14:cNvPr id="1048991" name="Encre 1048990"/>
              <p14:cNvContentPartPr/>
              <p14:nvPr/>
            </p14:nvContentPartPr>
            <p14:xfrm>
              <a:off x="8426450" y="5228951"/>
              <a:ext cx="279113" cy="138288"/>
            </p14:xfrm>
          </p:contentPart>
        </mc:Choice>
        <mc:Fallback xmlns="">
          <p:sp>
            <p:nvSpPr>
              <p:cNvPr id="1048991" name=""/>
              <p:cNvSpPr/>
              <p:nvPr/>
            </p:nvSpPr>
            <p:spPr>
              <a:xfrm>
                <a:off x="8426450" y="5228951"/>
                <a:ext cx="279113" cy="138288"/>
              </a:xfrm>
            </p:spPr>
          </p:sp>
        </mc:Fallback>
      </mc:AlternateContent>
      <mc:AlternateContent xmlns:mc="http://schemas.openxmlformats.org/markup-compatibility/2006" xmlns:p14="http://schemas.microsoft.com/office/powerpoint/2010/main">
        <mc:Choice Requires="p14">
          <p:contentPart p14:bwMode="auto" r:id="rId62">
            <p14:nvContentPartPr>
              <p14:cNvPr id="1048992" name="Encre 1048991"/>
              <p14:cNvContentPartPr/>
              <p14:nvPr/>
            </p14:nvContentPartPr>
            <p14:xfrm>
              <a:off x="8795755" y="5235900"/>
              <a:ext cx="162747" cy="217969"/>
            </p14:xfrm>
          </p:contentPart>
        </mc:Choice>
        <mc:Fallback xmlns="">
          <p:sp>
            <p:nvSpPr>
              <p:cNvPr id="1048992" name=""/>
              <p:cNvSpPr/>
              <p:nvPr/>
            </p:nvSpPr>
            <p:spPr>
              <a:xfrm>
                <a:off x="8795755" y="5235900"/>
                <a:ext cx="162747" cy="217969"/>
              </a:xfrm>
            </p:spPr>
          </p:sp>
        </mc:Fallback>
      </mc:AlternateContent>
      <mc:AlternateContent xmlns:mc="http://schemas.openxmlformats.org/markup-compatibility/2006" xmlns:p14="http://schemas.microsoft.com/office/powerpoint/2010/main">
        <mc:Choice Requires="p14">
          <p:contentPart p14:bwMode="auto" r:id="rId63">
            <p14:nvContentPartPr>
              <p14:cNvPr id="1048993" name="Encre 1048992"/>
              <p14:cNvContentPartPr/>
              <p14:nvPr/>
            </p14:nvContentPartPr>
            <p14:xfrm>
              <a:off x="8955044" y="5078293"/>
              <a:ext cx="54612" cy="319287"/>
            </p14:xfrm>
          </p:contentPart>
        </mc:Choice>
        <mc:Fallback xmlns="">
          <p:sp>
            <p:nvSpPr>
              <p:cNvPr id="1048993" name=""/>
              <p:cNvSpPr/>
              <p:nvPr/>
            </p:nvSpPr>
            <p:spPr>
              <a:xfrm>
                <a:off x="8955044" y="5078293"/>
                <a:ext cx="54612" cy="319287"/>
              </a:xfrm>
            </p:spPr>
          </p:sp>
        </mc:Fallback>
      </mc:AlternateContent>
      <mc:AlternateContent xmlns:mc="http://schemas.openxmlformats.org/markup-compatibility/2006" xmlns:p14="http://schemas.microsoft.com/office/powerpoint/2010/main">
        <mc:Choice Requires="p14">
          <p:contentPart p14:bwMode="auto" r:id="rId64">
            <p14:nvContentPartPr>
              <p14:cNvPr id="1048994" name="Encre 1048993"/>
              <p14:cNvContentPartPr/>
              <p14:nvPr/>
            </p14:nvContentPartPr>
            <p14:xfrm>
              <a:off x="8935968" y="5225471"/>
              <a:ext cx="123230" cy="112191"/>
            </p14:xfrm>
          </p:contentPart>
        </mc:Choice>
        <mc:Fallback xmlns="">
          <p:sp>
            <p:nvSpPr>
              <p:cNvPr id="1048994" name=""/>
              <p:cNvSpPr/>
              <p:nvPr/>
            </p:nvSpPr>
            <p:spPr>
              <a:xfrm>
                <a:off x="8935968" y="5225471"/>
                <a:ext cx="123230" cy="112191"/>
              </a:xfrm>
            </p:spPr>
          </p:sp>
        </mc:Fallback>
      </mc:AlternateContent>
      <mc:AlternateContent xmlns:mc="http://schemas.openxmlformats.org/markup-compatibility/2006" xmlns:p14="http://schemas.microsoft.com/office/powerpoint/2010/main">
        <mc:Choice Requires="p14">
          <p:contentPart p14:bwMode="auto" r:id="rId65">
            <p14:nvContentPartPr>
              <p14:cNvPr id="1048995" name="Encre 1048994"/>
              <p14:cNvContentPartPr/>
              <p14:nvPr/>
            </p14:nvContentPartPr>
            <p14:xfrm>
              <a:off x="9150295" y="5178318"/>
              <a:ext cx="123341" cy="179024"/>
            </p14:xfrm>
          </p:contentPart>
        </mc:Choice>
        <mc:Fallback xmlns="">
          <p:sp>
            <p:nvSpPr>
              <p:cNvPr id="1048995" name=""/>
              <p:cNvSpPr/>
              <p:nvPr/>
            </p:nvSpPr>
            <p:spPr>
              <a:xfrm>
                <a:off x="9150295" y="5178318"/>
                <a:ext cx="123341" cy="179024"/>
              </a:xfrm>
            </p:spPr>
          </p:sp>
        </mc:Fallback>
      </mc:AlternateContent>
      <mc:AlternateContent xmlns:mc="http://schemas.openxmlformats.org/markup-compatibility/2006" xmlns:p14="http://schemas.microsoft.com/office/powerpoint/2010/main">
        <mc:Choice Requires="p14">
          <p:contentPart p14:bwMode="auto" r:id="rId66">
            <p14:nvContentPartPr>
              <p14:cNvPr id="1048996" name="Encre 1048995"/>
              <p14:cNvContentPartPr/>
              <p14:nvPr/>
            </p14:nvContentPartPr>
            <p14:xfrm>
              <a:off x="9450901" y="5025923"/>
              <a:ext cx="76607" cy="507321"/>
            </p14:xfrm>
          </p:contentPart>
        </mc:Choice>
        <mc:Fallback xmlns="">
          <p:sp>
            <p:nvSpPr>
              <p:cNvPr id="1048996" name=""/>
              <p:cNvSpPr/>
              <p:nvPr/>
            </p:nvSpPr>
            <p:spPr>
              <a:xfrm>
                <a:off x="9450901" y="5025923"/>
                <a:ext cx="76607" cy="507321"/>
              </a:xfrm>
            </p:spPr>
          </p:sp>
        </mc:Fallback>
      </mc:AlternateContent>
      <mc:AlternateContent xmlns:mc="http://schemas.openxmlformats.org/markup-compatibility/2006" xmlns:p14="http://schemas.microsoft.com/office/powerpoint/2010/main">
        <mc:Choice Requires="p14">
          <p:contentPart p14:bwMode="auto" r:id="rId67">
            <p14:nvContentPartPr>
              <p14:cNvPr id="1048997" name="Encre 1048996"/>
              <p14:cNvContentPartPr/>
              <p14:nvPr/>
            </p14:nvContentPartPr>
            <p14:xfrm>
              <a:off x="5903294" y="6253013"/>
              <a:ext cx="371047" cy="184493"/>
            </p14:xfrm>
          </p:contentPart>
        </mc:Choice>
        <mc:Fallback xmlns="">
          <p:sp>
            <p:nvSpPr>
              <p:cNvPr id="1048997" name=""/>
              <p:cNvSpPr/>
              <p:nvPr/>
            </p:nvSpPr>
            <p:spPr>
              <a:xfrm>
                <a:off x="5903294" y="6253013"/>
                <a:ext cx="371047" cy="184493"/>
              </a:xfrm>
            </p:spPr>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ZoneTexte 3"/>
          <p:cNvSpPr txBox="1"/>
          <p:nvPr/>
        </p:nvSpPr>
        <p:spPr>
          <a:xfrm>
            <a:off x="656822" y="193183"/>
            <a:ext cx="1910080" cy="510540"/>
          </a:xfrm>
          <a:prstGeom prst="rect">
            <a:avLst/>
          </a:prstGeom>
          <a:solidFill>
            <a:schemeClr val="accent2">
              <a:lumMod val="60000"/>
              <a:lumOff val="40000"/>
            </a:schemeClr>
          </a:solidFill>
        </p:spPr>
        <p:txBody>
          <a:bodyPr wrap="none" rtlCol="0">
            <a:spAutoFit/>
          </a:bodyPr>
          <a:lstStyle/>
          <a:p>
            <a:r>
              <a:rPr lang="fr-MA" sz="2800" u="sng" dirty="0">
                <a:effectLst>
                  <a:outerShdw blurRad="38100" dist="38100" dir="2700000" algn="tl">
                    <a:srgbClr val="000000">
                      <a:alpha val="43137"/>
                    </a:srgbClr>
                  </a:outerShdw>
                </a:effectLst>
                <a:latin typeface="AR BLANCA" panose="02000000000000000000" pitchFamily="2" charset="0"/>
              </a:rPr>
              <a:t>Exemples :</a:t>
            </a:r>
          </a:p>
        </p:txBody>
      </p:sp>
      <p:sp>
        <p:nvSpPr>
          <p:cNvPr id="1048604" name="ZoneTexte 4"/>
          <p:cNvSpPr txBox="1"/>
          <p:nvPr/>
        </p:nvSpPr>
        <p:spPr>
          <a:xfrm>
            <a:off x="656822" y="1056068"/>
            <a:ext cx="7167880" cy="396241"/>
          </a:xfrm>
          <a:prstGeom prst="rect">
            <a:avLst/>
          </a:prstGeom>
          <a:noFill/>
        </p:spPr>
        <p:txBody>
          <a:bodyPr wrap="none" rtlCol="0">
            <a:spAutoFit/>
          </a:bodyPr>
          <a:lstStyle/>
          <a:p>
            <a:pPr marL="285750" indent="-285750">
              <a:buFont typeface="Calibri" panose="020F0502020204030204" pitchFamily="34" charset="0"/>
              <a:buChar char="❶"/>
            </a:pPr>
            <a:r>
              <a:rPr lang="fr-MA" sz="2000" dirty="0"/>
              <a:t> Interaction gravitationnelle entre deux masses ponctuelles</a:t>
            </a:r>
          </a:p>
        </p:txBody>
      </p:sp>
      <p:sp>
        <p:nvSpPr>
          <p:cNvPr id="1048605" name="ZoneTexte 5"/>
          <p:cNvSpPr txBox="1">
            <a:spLocks noRot="1" noChangeAspect="1" noMove="1" noResize="1" noEditPoints="1" noAdjustHandles="1" noChangeArrowheads="1" noChangeShapeType="1" noTextEdit="1"/>
          </p:cNvSpPr>
          <p:nvPr/>
        </p:nvSpPr>
        <p:spPr>
          <a:xfrm>
            <a:off x="2202287" y="1584101"/>
            <a:ext cx="2083776" cy="630109"/>
          </a:xfrm>
          <a:prstGeom prst="rect">
            <a:avLst/>
          </a:prstGeom>
          <a:blipFill rotWithShape="0">
            <a:blip r:embed="rId2"/>
            <a:stretch>
              <a:fillRect/>
            </a:stretch>
          </a:blipFill>
        </p:spPr>
        <p:txBody>
          <a:bodyPr/>
          <a:lstStyle/>
          <a:p>
            <a:r>
              <a:rPr lang="fr-MA">
                <a:noFill/>
              </a:rPr>
              <a:t> </a:t>
            </a:r>
          </a:p>
        </p:txBody>
      </p:sp>
      <p:sp>
        <p:nvSpPr>
          <p:cNvPr id="1048606" name="Rectangle 6"/>
          <p:cNvSpPr>
            <a:spLocks noRot="1" noChangeAspect="1" noMove="1" noResize="1" noEditPoints="1" noAdjustHandles="1" noChangeArrowheads="1" noChangeShapeType="1" noTextEdit="1"/>
          </p:cNvSpPr>
          <p:nvPr/>
        </p:nvSpPr>
        <p:spPr>
          <a:xfrm>
            <a:off x="5452735" y="1584101"/>
            <a:ext cx="2543709" cy="744884"/>
          </a:xfrm>
          <a:prstGeom prst="rect">
            <a:avLst/>
          </a:prstGeom>
          <a:blipFill rotWithShape="0">
            <a:blip r:embed="rId3"/>
            <a:stretch>
              <a:fillRect/>
            </a:stretch>
          </a:blipFill>
        </p:spPr>
        <p:txBody>
          <a:bodyPr/>
          <a:lstStyle/>
          <a:p>
            <a:r>
              <a:rPr lang="fr-MA">
                <a:noFill/>
              </a:rPr>
              <a:t> </a:t>
            </a:r>
          </a:p>
        </p:txBody>
      </p:sp>
      <p:sp>
        <p:nvSpPr>
          <p:cNvPr id="1048607" name="ZoneTexte 7"/>
          <p:cNvSpPr txBox="1"/>
          <p:nvPr/>
        </p:nvSpPr>
        <p:spPr>
          <a:xfrm>
            <a:off x="656821" y="2541054"/>
            <a:ext cx="8399780" cy="396240"/>
          </a:xfrm>
          <a:prstGeom prst="rect">
            <a:avLst/>
          </a:prstGeom>
          <a:noFill/>
        </p:spPr>
        <p:txBody>
          <a:bodyPr wrap="none" rtlCol="0">
            <a:spAutoFit/>
          </a:bodyPr>
          <a:lstStyle/>
          <a:p>
            <a:pPr marL="342900" indent="-342900">
              <a:buFont typeface="Calibri" panose="020F0502020204030204" pitchFamily="34" charset="0"/>
              <a:buChar char="❷"/>
            </a:pPr>
            <a:r>
              <a:rPr lang="fr-MA" sz="2000" dirty="0"/>
              <a:t> Interaction coulombienne entre deux charges électriques ponctuelles</a:t>
            </a:r>
          </a:p>
        </p:txBody>
      </p:sp>
      <p:sp>
        <p:nvSpPr>
          <p:cNvPr id="1048608" name="ZoneTexte 8"/>
          <p:cNvSpPr txBox="1">
            <a:spLocks noRot="1" noChangeAspect="1" noMove="1" noResize="1" noEditPoints="1" noAdjustHandles="1" noChangeArrowheads="1" noChangeShapeType="1" noTextEdit="1"/>
          </p:cNvSpPr>
          <p:nvPr/>
        </p:nvSpPr>
        <p:spPr>
          <a:xfrm>
            <a:off x="2084230" y="2984031"/>
            <a:ext cx="2084994" cy="756617"/>
          </a:xfrm>
          <a:prstGeom prst="rect">
            <a:avLst/>
          </a:prstGeom>
          <a:blipFill rotWithShape="0">
            <a:blip r:embed="rId4"/>
            <a:stretch>
              <a:fillRect/>
            </a:stretch>
          </a:blipFill>
        </p:spPr>
        <p:txBody>
          <a:bodyPr/>
          <a:lstStyle/>
          <a:p>
            <a:r>
              <a:rPr lang="fr-MA">
                <a:noFill/>
              </a:rPr>
              <a:t> </a:t>
            </a:r>
          </a:p>
        </p:txBody>
      </p:sp>
      <p:sp>
        <p:nvSpPr>
          <p:cNvPr id="1048609" name="Rectangle 9"/>
          <p:cNvSpPr>
            <a:spLocks noRot="1" noChangeAspect="1" noMove="1" noResize="1" noEditPoints="1" noAdjustHandles="1" noChangeArrowheads="1" noChangeShapeType="1" noTextEdit="1"/>
          </p:cNvSpPr>
          <p:nvPr/>
        </p:nvSpPr>
        <p:spPr>
          <a:xfrm>
            <a:off x="5205890" y="3041419"/>
            <a:ext cx="2544927" cy="848950"/>
          </a:xfrm>
          <a:prstGeom prst="rect">
            <a:avLst/>
          </a:prstGeom>
          <a:blipFill rotWithShape="0">
            <a:blip r:embed="rId5"/>
            <a:stretch>
              <a:fillRect/>
            </a:stretch>
          </a:blipFill>
        </p:spPr>
        <p:txBody>
          <a:bodyPr/>
          <a:lstStyle/>
          <a:p>
            <a:r>
              <a:rPr lang="fr-MA">
                <a:noFill/>
              </a:rPr>
              <a:t> </a:t>
            </a:r>
          </a:p>
        </p:txBody>
      </p:sp>
      <p:sp>
        <p:nvSpPr>
          <p:cNvPr id="1048610" name="ZoneTexte 10"/>
          <p:cNvSpPr txBox="1">
            <a:spLocks noRot="1" noChangeAspect="1" noMove="1" noResize="1" noEditPoints="1" noAdjustHandles="1" noChangeArrowheads="1" noChangeShapeType="1" noTextEdit="1"/>
          </p:cNvSpPr>
          <p:nvPr/>
        </p:nvSpPr>
        <p:spPr>
          <a:xfrm>
            <a:off x="656821" y="4299743"/>
            <a:ext cx="6924460" cy="369332"/>
          </a:xfrm>
          <a:prstGeom prst="rect">
            <a:avLst/>
          </a:prstGeom>
          <a:blipFill rotWithShape="0">
            <a:blip r:embed="rId6"/>
            <a:stretch>
              <a:fillRect l="-792" t="-8197" b="-24590"/>
            </a:stretch>
          </a:blipFill>
        </p:spPr>
        <p:txBody>
          <a:bodyPr/>
          <a:lstStyle/>
          <a:p>
            <a:r>
              <a:rPr lang="fr-MA">
                <a:noFill/>
              </a:rPr>
              <a:t> </a:t>
            </a:r>
          </a:p>
        </p:txBody>
      </p:sp>
      <p:sp>
        <p:nvSpPr>
          <p:cNvPr id="1048611" name="Rectangle 11"/>
          <p:cNvSpPr>
            <a:spLocks noRot="1" noChangeAspect="1" noMove="1" noResize="1" noEditPoints="1" noAdjustHandles="1" noChangeArrowheads="1" noChangeShapeType="1" noTextEdit="1"/>
          </p:cNvSpPr>
          <p:nvPr/>
        </p:nvSpPr>
        <p:spPr>
          <a:xfrm>
            <a:off x="1808866" y="4865628"/>
            <a:ext cx="2635722" cy="783804"/>
          </a:xfrm>
          <a:prstGeom prst="rect">
            <a:avLst/>
          </a:prstGeom>
          <a:blipFill rotWithShape="0">
            <a:blip r:embed="rId7"/>
            <a:stretch>
              <a:fillRect/>
            </a:stretch>
          </a:blipFill>
        </p:spPr>
        <p:txBody>
          <a:bodyPr/>
          <a:lstStyle/>
          <a:p>
            <a:r>
              <a:rPr lang="fr-MA">
                <a:noFill/>
              </a:rPr>
              <a:t> </a:t>
            </a:r>
          </a:p>
        </p:txBody>
      </p:sp>
      <p:sp>
        <p:nvSpPr>
          <p:cNvPr id="1048612" name="Rectangle 12"/>
          <p:cNvSpPr>
            <a:spLocks noRot="1" noChangeAspect="1" noMove="1" noResize="1" noEditPoints="1" noAdjustHandles="1" noChangeArrowheads="1" noChangeShapeType="1" noTextEdit="1"/>
          </p:cNvSpPr>
          <p:nvPr/>
        </p:nvSpPr>
        <p:spPr>
          <a:xfrm>
            <a:off x="5205890" y="5026697"/>
            <a:ext cx="2699457" cy="461665"/>
          </a:xfrm>
          <a:prstGeom prst="rect">
            <a:avLst/>
          </a:prstGeom>
          <a:blipFill rotWithShape="0">
            <a:blip r:embed="rId8"/>
            <a:stretch>
              <a:fillRect r="-226" b="-18667"/>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9">
            <p14:nvContentPartPr>
              <p14:cNvPr id="1048998" name="Encre 1048997"/>
              <p14:cNvContentPartPr/>
              <p14:nvPr/>
            </p14:nvContentPartPr>
            <p14:xfrm>
              <a:off x="1083137" y="1436758"/>
              <a:ext cx="3007877" cy="37133"/>
            </p14:xfrm>
          </p:contentPart>
        </mc:Choice>
        <mc:Fallback xmlns="">
          <p:sp>
            <p:nvSpPr>
              <p:cNvPr id="1048998" name=""/>
              <p:cNvSpPr/>
              <p:nvPr/>
            </p:nvSpPr>
            <p:spPr>
              <a:xfrm>
                <a:off x="1083137" y="1436758"/>
                <a:ext cx="3007877" cy="37133"/>
              </a:xfrm>
            </p:spPr>
          </p:sp>
        </mc:Fallback>
      </mc:AlternateContent>
      <mc:AlternateContent xmlns:mc="http://schemas.openxmlformats.org/markup-compatibility/2006" xmlns:p14="http://schemas.microsoft.com/office/powerpoint/2010/main">
        <mc:Choice Requires="p14">
          <p:contentPart p14:bwMode="auto" r:id="rId10">
            <p14:nvContentPartPr>
              <p14:cNvPr id="1048999" name="Encre 1048998"/>
              <p14:cNvContentPartPr/>
              <p14:nvPr/>
            </p14:nvContentPartPr>
            <p14:xfrm>
              <a:off x="9171128" y="1160145"/>
              <a:ext cx="46344" cy="70425"/>
            </p14:xfrm>
          </p:contentPart>
        </mc:Choice>
        <mc:Fallback xmlns="">
          <p:sp>
            <p:nvSpPr>
              <p:cNvPr id="1048999" name=""/>
              <p:cNvSpPr/>
              <p:nvPr/>
            </p:nvSpPr>
            <p:spPr>
              <a:xfrm>
                <a:off x="9171128" y="1160145"/>
                <a:ext cx="46344" cy="70425"/>
              </a:xfrm>
            </p:spPr>
          </p:sp>
        </mc:Fallback>
      </mc:AlternateContent>
      <mc:AlternateContent xmlns:mc="http://schemas.openxmlformats.org/markup-compatibility/2006" xmlns:p14="http://schemas.microsoft.com/office/powerpoint/2010/main">
        <mc:Choice Requires="p14">
          <p:contentPart p14:bwMode="auto" r:id="rId11">
            <p14:nvContentPartPr>
              <p14:cNvPr id="1049000" name="Encre 1048999"/>
              <p14:cNvContentPartPr/>
              <p14:nvPr/>
            </p14:nvContentPartPr>
            <p14:xfrm>
              <a:off x="8774305" y="932323"/>
              <a:ext cx="225745" cy="271413"/>
            </p14:xfrm>
          </p:contentPart>
        </mc:Choice>
        <mc:Fallback xmlns="">
          <p:sp>
            <p:nvSpPr>
              <p:cNvPr id="1049000" name=""/>
              <p:cNvSpPr/>
              <p:nvPr/>
            </p:nvSpPr>
            <p:spPr>
              <a:xfrm>
                <a:off x="8774305" y="932323"/>
                <a:ext cx="225745" cy="271413"/>
              </a:xfrm>
            </p:spPr>
          </p:sp>
        </mc:Fallback>
      </mc:AlternateContent>
      <mc:AlternateContent xmlns:mc="http://schemas.openxmlformats.org/markup-compatibility/2006" xmlns:p14="http://schemas.microsoft.com/office/powerpoint/2010/main">
        <mc:Choice Requires="p14">
          <p:contentPart p14:bwMode="auto" r:id="rId12">
            <p14:nvContentPartPr>
              <p14:cNvPr id="1049001" name="Encre 1049000"/>
              <p14:cNvContentPartPr/>
              <p14:nvPr/>
            </p14:nvContentPartPr>
            <p14:xfrm>
              <a:off x="9008578" y="1480193"/>
              <a:ext cx="119981" cy="162234"/>
            </p14:xfrm>
          </p:contentPart>
        </mc:Choice>
        <mc:Fallback xmlns="">
          <p:sp>
            <p:nvSpPr>
              <p:cNvPr id="1049001" name=""/>
              <p:cNvSpPr/>
              <p:nvPr/>
            </p:nvSpPr>
            <p:spPr>
              <a:xfrm>
                <a:off x="9008578" y="1480193"/>
                <a:ext cx="119981" cy="162234"/>
              </a:xfrm>
            </p:spPr>
          </p:sp>
        </mc:Fallback>
      </mc:AlternateContent>
      <mc:AlternateContent xmlns:mc="http://schemas.openxmlformats.org/markup-compatibility/2006" xmlns:p14="http://schemas.microsoft.com/office/powerpoint/2010/main">
        <mc:Choice Requires="p14">
          <p:contentPart p14:bwMode="auto" r:id="rId13">
            <p14:nvContentPartPr>
              <p14:cNvPr id="1049002" name="Encre 1049001"/>
              <p14:cNvContentPartPr/>
              <p14:nvPr/>
            </p14:nvContentPartPr>
            <p14:xfrm>
              <a:off x="9200274" y="1608372"/>
              <a:ext cx="73132" cy="183311"/>
            </p14:xfrm>
          </p:contentPart>
        </mc:Choice>
        <mc:Fallback xmlns="">
          <p:sp>
            <p:nvSpPr>
              <p:cNvPr id="1049002" name=""/>
              <p:cNvSpPr/>
              <p:nvPr/>
            </p:nvSpPr>
            <p:spPr>
              <a:xfrm>
                <a:off x="9200274" y="1608372"/>
                <a:ext cx="73132" cy="183311"/>
              </a:xfrm>
            </p:spPr>
          </p:sp>
        </mc:Fallback>
      </mc:AlternateContent>
      <mc:AlternateContent xmlns:mc="http://schemas.openxmlformats.org/markup-compatibility/2006" xmlns:p14="http://schemas.microsoft.com/office/powerpoint/2010/main">
        <mc:Choice Requires="p14">
          <p:contentPart p14:bwMode="auto" r:id="rId14">
            <p14:nvContentPartPr>
              <p14:cNvPr id="1049003" name="Encre 1049002"/>
              <p14:cNvContentPartPr/>
              <p14:nvPr/>
            </p14:nvContentPartPr>
            <p14:xfrm>
              <a:off x="8914347" y="1487391"/>
              <a:ext cx="144729" cy="184707"/>
            </p14:xfrm>
          </p:contentPart>
        </mc:Choice>
        <mc:Fallback xmlns="">
          <p:sp>
            <p:nvSpPr>
              <p:cNvPr id="1049003" name=""/>
              <p:cNvSpPr/>
              <p:nvPr/>
            </p:nvSpPr>
            <p:spPr>
              <a:xfrm>
                <a:off x="8914347" y="1487391"/>
                <a:ext cx="144729" cy="184707"/>
              </a:xfrm>
            </p:spPr>
          </p:sp>
        </mc:Fallback>
      </mc:AlternateContent>
      <mc:AlternateContent xmlns:mc="http://schemas.openxmlformats.org/markup-compatibility/2006" xmlns:p14="http://schemas.microsoft.com/office/powerpoint/2010/main">
        <mc:Choice Requires="p14">
          <p:contentPart p14:bwMode="auto" r:id="rId15">
            <p14:nvContentPartPr>
              <p14:cNvPr id="1049004" name="Encre 1049003"/>
              <p14:cNvContentPartPr/>
              <p14:nvPr/>
            </p14:nvContentPartPr>
            <p14:xfrm>
              <a:off x="10652086" y="547099"/>
              <a:ext cx="82532" cy="119783"/>
            </p14:xfrm>
          </p:contentPart>
        </mc:Choice>
        <mc:Fallback xmlns="">
          <p:sp>
            <p:nvSpPr>
              <p:cNvPr id="1049004" name=""/>
              <p:cNvSpPr/>
              <p:nvPr/>
            </p:nvSpPr>
            <p:spPr>
              <a:xfrm>
                <a:off x="10652086" y="547099"/>
                <a:ext cx="82532" cy="119783"/>
              </a:xfrm>
            </p:spPr>
          </p:sp>
        </mc:Fallback>
      </mc:AlternateContent>
      <mc:AlternateContent xmlns:mc="http://schemas.openxmlformats.org/markup-compatibility/2006" xmlns:p14="http://schemas.microsoft.com/office/powerpoint/2010/main">
        <mc:Choice Requires="p14">
          <p:contentPart p14:bwMode="auto" r:id="rId16">
            <p14:nvContentPartPr>
              <p14:cNvPr id="1049005" name="Encre 1049004"/>
              <p14:cNvContentPartPr/>
              <p14:nvPr/>
            </p14:nvContentPartPr>
            <p14:xfrm>
              <a:off x="10895536" y="738166"/>
              <a:ext cx="178919" cy="191880"/>
            </p14:xfrm>
          </p:contentPart>
        </mc:Choice>
        <mc:Fallback xmlns="">
          <p:sp>
            <p:nvSpPr>
              <p:cNvPr id="1049005" name=""/>
              <p:cNvSpPr/>
              <p:nvPr/>
            </p:nvSpPr>
            <p:spPr>
              <a:xfrm>
                <a:off x="10895536" y="738166"/>
                <a:ext cx="178919" cy="191880"/>
              </a:xfrm>
            </p:spPr>
          </p:sp>
        </mc:Fallback>
      </mc:AlternateContent>
      <mc:AlternateContent xmlns:mc="http://schemas.openxmlformats.org/markup-compatibility/2006" xmlns:p14="http://schemas.microsoft.com/office/powerpoint/2010/main">
        <mc:Choice Requires="p14">
          <p:contentPart p14:bwMode="auto" r:id="rId17">
            <p14:nvContentPartPr>
              <p14:cNvPr id="1049006" name="Encre 1049005"/>
              <p14:cNvContentPartPr/>
              <p14:nvPr/>
            </p14:nvContentPartPr>
            <p14:xfrm>
              <a:off x="11195185" y="804306"/>
              <a:ext cx="71879" cy="172223"/>
            </p14:xfrm>
          </p:contentPart>
        </mc:Choice>
        <mc:Fallback xmlns="">
          <p:sp>
            <p:nvSpPr>
              <p:cNvPr id="1049006" name=""/>
              <p:cNvSpPr/>
              <p:nvPr/>
            </p:nvSpPr>
            <p:spPr>
              <a:xfrm>
                <a:off x="11195185" y="804306"/>
                <a:ext cx="71879" cy="172223"/>
              </a:xfrm>
            </p:spPr>
          </p:sp>
        </mc:Fallback>
      </mc:AlternateContent>
      <mc:AlternateContent xmlns:mc="http://schemas.openxmlformats.org/markup-compatibility/2006" xmlns:p14="http://schemas.microsoft.com/office/powerpoint/2010/main">
        <mc:Choice Requires="p14">
          <p:contentPart p14:bwMode="auto" r:id="rId18">
            <p14:nvContentPartPr>
              <p14:cNvPr id="1049007" name="Encre 1049006"/>
              <p14:cNvContentPartPr/>
              <p14:nvPr/>
            </p14:nvContentPartPr>
            <p14:xfrm>
              <a:off x="10625979" y="246897"/>
              <a:ext cx="47611" cy="144086"/>
            </p14:xfrm>
          </p:contentPart>
        </mc:Choice>
        <mc:Fallback xmlns="">
          <p:sp>
            <p:nvSpPr>
              <p:cNvPr id="1049007" name=""/>
              <p:cNvSpPr/>
              <p:nvPr/>
            </p:nvSpPr>
            <p:spPr>
              <a:xfrm>
                <a:off x="10625979" y="246897"/>
                <a:ext cx="47611" cy="144086"/>
              </a:xfrm>
            </p:spPr>
          </p:sp>
        </mc:Fallback>
      </mc:AlternateContent>
      <mc:AlternateContent xmlns:mc="http://schemas.openxmlformats.org/markup-compatibility/2006" xmlns:p14="http://schemas.microsoft.com/office/powerpoint/2010/main">
        <mc:Choice Requires="p14">
          <p:contentPart p14:bwMode="auto" r:id="rId19">
            <p14:nvContentPartPr>
              <p14:cNvPr id="1049008" name="Encre 1049007"/>
              <p14:cNvContentPartPr/>
              <p14:nvPr/>
            </p14:nvContentPartPr>
            <p14:xfrm>
              <a:off x="10637849" y="165290"/>
              <a:ext cx="157613" cy="166710"/>
            </p14:xfrm>
          </p:contentPart>
        </mc:Choice>
        <mc:Fallback xmlns="">
          <p:sp>
            <p:nvSpPr>
              <p:cNvPr id="1049008" name=""/>
              <p:cNvSpPr/>
              <p:nvPr/>
            </p:nvSpPr>
            <p:spPr>
              <a:xfrm>
                <a:off x="10637849" y="165290"/>
                <a:ext cx="157613" cy="166710"/>
              </a:xfrm>
            </p:spPr>
          </p:sp>
        </mc:Fallback>
      </mc:AlternateContent>
      <mc:AlternateContent xmlns:mc="http://schemas.openxmlformats.org/markup-compatibility/2006" xmlns:p14="http://schemas.microsoft.com/office/powerpoint/2010/main">
        <mc:Choice Requires="p14">
          <p:contentPart p14:bwMode="auto" r:id="rId20">
            <p14:nvContentPartPr>
              <p14:cNvPr id="1049009" name="Encre 1049008"/>
              <p14:cNvContentPartPr/>
              <p14:nvPr/>
            </p14:nvContentPartPr>
            <p14:xfrm>
              <a:off x="2103704" y="1517293"/>
              <a:ext cx="2242226" cy="887196"/>
            </p14:xfrm>
          </p:contentPart>
        </mc:Choice>
        <mc:Fallback xmlns="">
          <p:sp>
            <p:nvSpPr>
              <p:cNvPr id="1049009" name=""/>
              <p:cNvSpPr/>
              <p:nvPr/>
            </p:nvSpPr>
            <p:spPr>
              <a:xfrm>
                <a:off x="2103704" y="1517293"/>
                <a:ext cx="2242226" cy="887196"/>
              </a:xfrm>
            </p:spPr>
          </p:sp>
        </mc:Fallback>
      </mc:AlternateContent>
      <mc:AlternateContent xmlns:mc="http://schemas.openxmlformats.org/markup-compatibility/2006" xmlns:p14="http://schemas.microsoft.com/office/powerpoint/2010/main">
        <mc:Choice Requires="p14">
          <p:contentPart p14:bwMode="auto" r:id="rId21">
            <p14:nvContentPartPr>
              <p14:cNvPr id="1049010" name="Encre 1049009"/>
              <p14:cNvContentPartPr/>
              <p14:nvPr/>
            </p14:nvContentPartPr>
            <p14:xfrm>
              <a:off x="9193214" y="625507"/>
              <a:ext cx="1515371" cy="572482"/>
            </p14:xfrm>
          </p:contentPart>
        </mc:Choice>
        <mc:Fallback xmlns="">
          <p:sp>
            <p:nvSpPr>
              <p:cNvPr id="1049010" name=""/>
              <p:cNvSpPr/>
              <p:nvPr/>
            </p:nvSpPr>
            <p:spPr>
              <a:xfrm>
                <a:off x="9193214" y="625507"/>
                <a:ext cx="1515371" cy="572482"/>
              </a:xfrm>
            </p:spPr>
          </p:sp>
        </mc:Fallback>
      </mc:AlternateContent>
      <mc:AlternateContent xmlns:mc="http://schemas.openxmlformats.org/markup-compatibility/2006" xmlns:p14="http://schemas.microsoft.com/office/powerpoint/2010/main">
        <mc:Choice Requires="p14">
          <p:contentPart p14:bwMode="auto" r:id="rId22">
            <p14:nvContentPartPr>
              <p14:cNvPr id="1049011" name="Encre 1049010"/>
              <p14:cNvContentPartPr/>
              <p14:nvPr/>
            </p14:nvContentPartPr>
            <p14:xfrm>
              <a:off x="9865671" y="1025297"/>
              <a:ext cx="129224" cy="202189"/>
            </p14:xfrm>
          </p:contentPart>
        </mc:Choice>
        <mc:Fallback xmlns="">
          <p:sp>
            <p:nvSpPr>
              <p:cNvPr id="1049011" name=""/>
              <p:cNvSpPr/>
              <p:nvPr/>
            </p:nvSpPr>
            <p:spPr>
              <a:xfrm>
                <a:off x="9865671" y="1025297"/>
                <a:ext cx="129224" cy="202189"/>
              </a:xfrm>
            </p:spPr>
          </p:sp>
        </mc:Fallback>
      </mc:AlternateContent>
      <mc:AlternateContent xmlns:mc="http://schemas.openxmlformats.org/markup-compatibility/2006" xmlns:p14="http://schemas.microsoft.com/office/powerpoint/2010/main">
        <mc:Choice Requires="p14">
          <p:contentPart p14:bwMode="auto" r:id="rId23">
            <p14:nvContentPartPr>
              <p14:cNvPr id="1049012" name="Encre 1049011"/>
              <p14:cNvContentPartPr/>
              <p14:nvPr/>
            </p14:nvContentPartPr>
            <p14:xfrm>
              <a:off x="5462976" y="1648311"/>
              <a:ext cx="765833" cy="691785"/>
            </p14:xfrm>
          </p:contentPart>
        </mc:Choice>
        <mc:Fallback xmlns="">
          <p:sp>
            <p:nvSpPr>
              <p:cNvPr id="1049012" name=""/>
              <p:cNvSpPr/>
              <p:nvPr/>
            </p:nvSpPr>
            <p:spPr>
              <a:xfrm>
                <a:off x="5462976" y="1648311"/>
                <a:ext cx="765833" cy="691785"/>
              </a:xfrm>
            </p:spPr>
          </p:sp>
        </mc:Fallback>
      </mc:AlternateContent>
      <mc:AlternateContent xmlns:mc="http://schemas.openxmlformats.org/markup-compatibility/2006" xmlns:p14="http://schemas.microsoft.com/office/powerpoint/2010/main">
        <mc:Choice Requires="p14">
          <p:contentPart p14:bwMode="auto" r:id="rId24">
            <p14:nvContentPartPr>
              <p14:cNvPr id="1049181" name="Encre 1049180"/>
              <p14:cNvContentPartPr/>
              <p14:nvPr/>
            </p14:nvContentPartPr>
            <p14:xfrm>
              <a:off x="7035015" y="1448341"/>
              <a:ext cx="1135400" cy="967146"/>
            </p14:xfrm>
          </p:contentPart>
        </mc:Choice>
        <mc:Fallback xmlns="">
          <p:sp>
            <p:nvSpPr>
              <p:cNvPr id="1049181" name=""/>
              <p:cNvSpPr/>
              <p:nvPr/>
            </p:nvSpPr>
            <p:spPr>
              <a:xfrm>
                <a:off x="7035015" y="1448341"/>
                <a:ext cx="1135400" cy="967146"/>
              </a:xfrm>
            </p:spPr>
          </p:sp>
        </mc:Fallback>
      </mc:AlternateContent>
      <mc:AlternateContent xmlns:mc="http://schemas.openxmlformats.org/markup-compatibility/2006" xmlns:p14="http://schemas.microsoft.com/office/powerpoint/2010/main">
        <mc:Choice Requires="p14">
          <p:contentPart p14:bwMode="auto" r:id="rId25">
            <p14:nvContentPartPr>
              <p14:cNvPr id="1049182" name="Encre 1049181"/>
              <p14:cNvContentPartPr/>
              <p14:nvPr/>
            </p14:nvContentPartPr>
            <p14:xfrm>
              <a:off x="4438449" y="3056126"/>
              <a:ext cx="1014334" cy="191500"/>
            </p14:xfrm>
          </p:contentPart>
        </mc:Choice>
        <mc:Fallback xmlns="">
          <p:sp>
            <p:nvSpPr>
              <p:cNvPr id="1049182" name=""/>
              <p:cNvSpPr/>
              <p:nvPr/>
            </p:nvSpPr>
            <p:spPr>
              <a:xfrm>
                <a:off x="4438449" y="3056126"/>
                <a:ext cx="1014334" cy="191500"/>
              </a:xfrm>
            </p:spPr>
          </p:sp>
        </mc:Fallback>
      </mc:AlternateContent>
      <mc:AlternateContent xmlns:mc="http://schemas.openxmlformats.org/markup-compatibility/2006" xmlns:p14="http://schemas.microsoft.com/office/powerpoint/2010/main">
        <mc:Choice Requires="p14">
          <p:contentPart p14:bwMode="auto" r:id="rId26">
            <p14:nvContentPartPr>
              <p14:cNvPr id="1049183" name="Encre 1049182"/>
              <p14:cNvContentPartPr/>
              <p14:nvPr/>
            </p14:nvContentPartPr>
            <p14:xfrm>
              <a:off x="4391354" y="3037649"/>
              <a:ext cx="252455" cy="212934"/>
            </p14:xfrm>
          </p:contentPart>
        </mc:Choice>
        <mc:Fallback xmlns="">
          <p:sp>
            <p:nvSpPr>
              <p:cNvPr id="1049183" name=""/>
              <p:cNvSpPr/>
              <p:nvPr/>
            </p:nvSpPr>
            <p:spPr>
              <a:xfrm>
                <a:off x="4391354" y="3037649"/>
                <a:ext cx="252455" cy="212934"/>
              </a:xfrm>
            </p:spPr>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049013" name="Encre 1049012"/>
              <p14:cNvContentPartPr/>
              <p14:nvPr/>
            </p14:nvContentPartPr>
            <p14:xfrm>
              <a:off x="406573" y="299753"/>
              <a:ext cx="232181" cy="370502"/>
            </p14:xfrm>
          </p:contentPart>
        </mc:Choice>
        <mc:Fallback xmlns="">
          <p:sp>
            <p:nvSpPr>
              <p:cNvPr id="1049013" name=""/>
              <p:cNvSpPr/>
              <p:nvPr/>
            </p:nvSpPr>
            <p:spPr>
              <a:xfrm>
                <a:off x="406573" y="299753"/>
                <a:ext cx="232181" cy="370502"/>
              </a:xfrm>
            </p:spPr>
          </p:sp>
        </mc:Fallback>
      </mc:AlternateContent>
      <mc:AlternateContent xmlns:mc="http://schemas.openxmlformats.org/markup-compatibility/2006" xmlns:p14="http://schemas.microsoft.com/office/powerpoint/2010/main">
        <mc:Choice Requires="p14">
          <p:contentPart p14:bwMode="auto" r:id="rId3">
            <p14:nvContentPartPr>
              <p14:cNvPr id="1049014" name="Encre 1049013"/>
              <p14:cNvContentPartPr/>
              <p14:nvPr/>
            </p14:nvContentPartPr>
            <p14:xfrm>
              <a:off x="511284" y="547014"/>
              <a:ext cx="110116" cy="179165"/>
            </p14:xfrm>
          </p:contentPart>
        </mc:Choice>
        <mc:Fallback xmlns="">
          <p:sp>
            <p:nvSpPr>
              <p:cNvPr id="1049014" name=""/>
              <p:cNvSpPr/>
              <p:nvPr/>
            </p:nvSpPr>
            <p:spPr>
              <a:xfrm>
                <a:off x="511284" y="547014"/>
                <a:ext cx="110116" cy="179165"/>
              </a:xfrm>
            </p:spPr>
          </p:sp>
        </mc:Fallback>
      </mc:AlternateContent>
      <mc:AlternateContent xmlns:mc="http://schemas.openxmlformats.org/markup-compatibility/2006" xmlns:p14="http://schemas.microsoft.com/office/powerpoint/2010/main">
        <mc:Choice Requires="p14">
          <p:contentPart p14:bwMode="auto" r:id="rId4">
            <p14:nvContentPartPr>
              <p14:cNvPr id="1049015" name="Encre 1049014"/>
              <p14:cNvContentPartPr/>
              <p14:nvPr/>
            </p14:nvContentPartPr>
            <p14:xfrm>
              <a:off x="718669" y="495335"/>
              <a:ext cx="113156" cy="167345"/>
            </p14:xfrm>
          </p:contentPart>
        </mc:Choice>
        <mc:Fallback xmlns="">
          <p:sp>
            <p:nvSpPr>
              <p:cNvPr id="1049015" name=""/>
              <p:cNvSpPr/>
              <p:nvPr/>
            </p:nvSpPr>
            <p:spPr>
              <a:xfrm>
                <a:off x="718669" y="495335"/>
                <a:ext cx="113156" cy="167345"/>
              </a:xfrm>
            </p:spPr>
          </p:sp>
        </mc:Fallback>
      </mc:AlternateContent>
      <mc:AlternateContent xmlns:mc="http://schemas.openxmlformats.org/markup-compatibility/2006" xmlns:p14="http://schemas.microsoft.com/office/powerpoint/2010/main">
        <mc:Choice Requires="p14">
          <p:contentPart p14:bwMode="auto" r:id="rId5">
            <p14:nvContentPartPr>
              <p14:cNvPr id="1049016" name="Encre 1049015"/>
              <p14:cNvContentPartPr/>
              <p14:nvPr/>
            </p14:nvContentPartPr>
            <p14:xfrm>
              <a:off x="855222" y="480443"/>
              <a:ext cx="362779" cy="174418"/>
            </p14:xfrm>
          </p:contentPart>
        </mc:Choice>
        <mc:Fallback xmlns="">
          <p:sp>
            <p:nvSpPr>
              <p:cNvPr id="1049016" name=""/>
              <p:cNvSpPr/>
              <p:nvPr/>
            </p:nvSpPr>
            <p:spPr>
              <a:xfrm>
                <a:off x="855222" y="480443"/>
                <a:ext cx="362779" cy="174418"/>
              </a:xfrm>
            </p:spPr>
          </p:sp>
        </mc:Fallback>
      </mc:AlternateContent>
      <mc:AlternateContent xmlns:mc="http://schemas.openxmlformats.org/markup-compatibility/2006" xmlns:p14="http://schemas.microsoft.com/office/powerpoint/2010/main">
        <mc:Choice Requires="p14">
          <p:contentPart p14:bwMode="auto" r:id="rId6">
            <p14:nvContentPartPr>
              <p14:cNvPr id="1049017" name="Encre 1049016"/>
              <p14:cNvContentPartPr/>
              <p14:nvPr/>
            </p14:nvContentPartPr>
            <p14:xfrm>
              <a:off x="1132491" y="313901"/>
              <a:ext cx="36689" cy="136434"/>
            </p14:xfrm>
          </p:contentPart>
        </mc:Choice>
        <mc:Fallback xmlns="">
          <p:sp>
            <p:nvSpPr>
              <p:cNvPr id="1049017" name=""/>
              <p:cNvSpPr/>
              <p:nvPr/>
            </p:nvSpPr>
            <p:spPr>
              <a:xfrm>
                <a:off x="1132491" y="313901"/>
                <a:ext cx="36689" cy="136434"/>
              </a:xfrm>
            </p:spPr>
          </p:sp>
        </mc:Fallback>
      </mc:AlternateContent>
      <mc:AlternateContent xmlns:mc="http://schemas.openxmlformats.org/markup-compatibility/2006" xmlns:p14="http://schemas.microsoft.com/office/powerpoint/2010/main">
        <mc:Choice Requires="p14">
          <p:contentPart p14:bwMode="auto" r:id="rId7">
            <p14:nvContentPartPr>
              <p14:cNvPr id="1049018" name="Encre 1049017"/>
              <p14:cNvContentPartPr/>
              <p14:nvPr/>
            </p14:nvContentPartPr>
            <p14:xfrm>
              <a:off x="1295174" y="270466"/>
              <a:ext cx="16969" cy="359210"/>
            </p14:xfrm>
          </p:contentPart>
        </mc:Choice>
        <mc:Fallback xmlns="">
          <p:sp>
            <p:nvSpPr>
              <p:cNvPr id="1049018" name=""/>
              <p:cNvSpPr/>
              <p:nvPr/>
            </p:nvSpPr>
            <p:spPr>
              <a:xfrm>
                <a:off x="1295174" y="270466"/>
                <a:ext cx="16969" cy="359210"/>
              </a:xfrm>
            </p:spPr>
          </p:sp>
        </mc:Fallback>
      </mc:AlternateContent>
      <mc:AlternateContent xmlns:mc="http://schemas.openxmlformats.org/markup-compatibility/2006" xmlns:p14="http://schemas.microsoft.com/office/powerpoint/2010/main">
        <mc:Choice Requires="p14">
          <p:contentPart p14:bwMode="auto" r:id="rId8">
            <p14:nvContentPartPr>
              <p14:cNvPr id="1049019" name="Encre 1049018"/>
              <p14:cNvContentPartPr/>
              <p14:nvPr/>
            </p14:nvContentPartPr>
            <p14:xfrm>
              <a:off x="1261841" y="437008"/>
              <a:ext cx="200325" cy="43435"/>
            </p14:xfrm>
          </p:contentPart>
        </mc:Choice>
        <mc:Fallback xmlns="">
          <p:sp>
            <p:nvSpPr>
              <p:cNvPr id="1049019" name=""/>
              <p:cNvSpPr/>
              <p:nvPr/>
            </p:nvSpPr>
            <p:spPr>
              <a:xfrm>
                <a:off x="1261841" y="437008"/>
                <a:ext cx="200325" cy="43435"/>
              </a:xfrm>
            </p:spPr>
          </p:sp>
        </mc:Fallback>
      </mc:AlternateContent>
      <mc:AlternateContent xmlns:mc="http://schemas.openxmlformats.org/markup-compatibility/2006" xmlns:p14="http://schemas.microsoft.com/office/powerpoint/2010/main">
        <mc:Choice Requires="p14">
          <p:contentPart p14:bwMode="auto" r:id="rId9">
            <p14:nvContentPartPr>
              <p14:cNvPr id="1049020" name="Encre 1049019"/>
              <p14:cNvContentPartPr/>
              <p14:nvPr/>
            </p14:nvContentPartPr>
            <p14:xfrm>
              <a:off x="1432569" y="452840"/>
              <a:ext cx="170944" cy="127666"/>
            </p14:xfrm>
          </p:contentPart>
        </mc:Choice>
        <mc:Fallback xmlns="">
          <p:sp>
            <p:nvSpPr>
              <p:cNvPr id="1049020" name=""/>
              <p:cNvSpPr/>
              <p:nvPr/>
            </p:nvSpPr>
            <p:spPr>
              <a:xfrm>
                <a:off x="1432569" y="452840"/>
                <a:ext cx="170944" cy="127666"/>
              </a:xfrm>
            </p:spPr>
          </p:sp>
        </mc:Fallback>
      </mc:AlternateContent>
      <mc:AlternateContent xmlns:mc="http://schemas.openxmlformats.org/markup-compatibility/2006" xmlns:p14="http://schemas.microsoft.com/office/powerpoint/2010/main">
        <mc:Choice Requires="p14">
          <p:contentPart p14:bwMode="auto" r:id="rId10">
            <p14:nvContentPartPr>
              <p14:cNvPr id="1049021" name="Encre 1049020"/>
              <p14:cNvContentPartPr/>
              <p14:nvPr/>
            </p14:nvContentPartPr>
            <p14:xfrm>
              <a:off x="1664116" y="212883"/>
              <a:ext cx="35355" cy="377573"/>
            </p14:xfrm>
          </p:contentPart>
        </mc:Choice>
        <mc:Fallback xmlns="">
          <p:sp>
            <p:nvSpPr>
              <p:cNvPr id="1049021" name=""/>
              <p:cNvSpPr/>
              <p:nvPr/>
            </p:nvSpPr>
            <p:spPr>
              <a:xfrm>
                <a:off x="1664116" y="212883"/>
                <a:ext cx="35355" cy="377573"/>
              </a:xfrm>
            </p:spPr>
          </p:sp>
        </mc:Fallback>
      </mc:AlternateContent>
      <mc:AlternateContent xmlns:mc="http://schemas.openxmlformats.org/markup-compatibility/2006" xmlns:p14="http://schemas.microsoft.com/office/powerpoint/2010/main">
        <mc:Choice Requires="p14">
          <p:contentPart p14:bwMode="auto" r:id="rId11">
            <p14:nvContentPartPr>
              <p14:cNvPr id="1049022" name="Encre 1049021"/>
              <p14:cNvContentPartPr/>
              <p14:nvPr/>
            </p14:nvContentPartPr>
            <p14:xfrm>
              <a:off x="1655432" y="422616"/>
              <a:ext cx="158827" cy="158121"/>
            </p14:xfrm>
          </p:contentPart>
        </mc:Choice>
        <mc:Fallback xmlns="">
          <p:sp>
            <p:nvSpPr>
              <p:cNvPr id="1049022" name=""/>
              <p:cNvSpPr/>
              <p:nvPr/>
            </p:nvSpPr>
            <p:spPr>
              <a:xfrm>
                <a:off x="1655432" y="422616"/>
                <a:ext cx="158827" cy="158121"/>
              </a:xfrm>
            </p:spPr>
          </p:sp>
        </mc:Fallback>
      </mc:AlternateContent>
      <mc:AlternateContent xmlns:mc="http://schemas.openxmlformats.org/markup-compatibility/2006" xmlns:p14="http://schemas.microsoft.com/office/powerpoint/2010/main">
        <mc:Choice Requires="p14">
          <p:contentPart p14:bwMode="auto" r:id="rId12">
            <p14:nvContentPartPr>
              <p14:cNvPr id="1049023" name="Encre 1049022"/>
              <p14:cNvContentPartPr/>
              <p14:nvPr/>
            </p14:nvContentPartPr>
            <p14:xfrm>
              <a:off x="1805455" y="299753"/>
              <a:ext cx="5980" cy="36558"/>
            </p14:xfrm>
          </p:contentPart>
        </mc:Choice>
        <mc:Fallback xmlns="">
          <p:sp>
            <p:nvSpPr>
              <p:cNvPr id="1049023" name=""/>
              <p:cNvSpPr/>
              <p:nvPr/>
            </p:nvSpPr>
            <p:spPr>
              <a:xfrm>
                <a:off x="1805455" y="299753"/>
                <a:ext cx="5980" cy="36558"/>
              </a:xfrm>
            </p:spPr>
          </p:sp>
        </mc:Fallback>
      </mc:AlternateContent>
      <mc:AlternateContent xmlns:mc="http://schemas.openxmlformats.org/markup-compatibility/2006" xmlns:p14="http://schemas.microsoft.com/office/powerpoint/2010/main">
        <mc:Choice Requires="p14">
          <p:contentPart p14:bwMode="auto" r:id="rId13">
            <p14:nvContentPartPr>
              <p14:cNvPr id="1049024" name="Encre 1049023"/>
              <p14:cNvContentPartPr/>
              <p14:nvPr/>
            </p14:nvContentPartPr>
            <p14:xfrm>
              <a:off x="1891104" y="394560"/>
              <a:ext cx="289917" cy="153865"/>
            </p14:xfrm>
          </p:contentPart>
        </mc:Choice>
        <mc:Fallback xmlns="">
          <p:sp>
            <p:nvSpPr>
              <p:cNvPr id="1049024" name=""/>
              <p:cNvSpPr/>
              <p:nvPr/>
            </p:nvSpPr>
            <p:spPr>
              <a:xfrm>
                <a:off x="1891104" y="394560"/>
                <a:ext cx="289917" cy="153865"/>
              </a:xfrm>
            </p:spPr>
          </p:sp>
        </mc:Fallback>
      </mc:AlternateContent>
      <mc:AlternateContent xmlns:mc="http://schemas.openxmlformats.org/markup-compatibility/2006" xmlns:p14="http://schemas.microsoft.com/office/powerpoint/2010/main">
        <mc:Choice Requires="p14">
          <p:contentPart p14:bwMode="auto" r:id="rId14">
            <p14:nvContentPartPr>
              <p14:cNvPr id="1049025" name="Encre 1049024"/>
              <p14:cNvContentPartPr/>
              <p14:nvPr/>
            </p14:nvContentPartPr>
            <p14:xfrm>
              <a:off x="2347603" y="357336"/>
              <a:ext cx="15584" cy="74332"/>
            </p14:xfrm>
          </p:contentPart>
        </mc:Choice>
        <mc:Fallback xmlns="">
          <p:sp>
            <p:nvSpPr>
              <p:cNvPr id="1049025" name=""/>
              <p:cNvSpPr/>
              <p:nvPr/>
            </p:nvSpPr>
            <p:spPr>
              <a:xfrm>
                <a:off x="2347603" y="357336"/>
                <a:ext cx="15584" cy="74332"/>
              </a:xfrm>
            </p:spPr>
          </p:sp>
        </mc:Fallback>
      </mc:AlternateContent>
      <mc:AlternateContent xmlns:mc="http://schemas.openxmlformats.org/markup-compatibility/2006" xmlns:p14="http://schemas.microsoft.com/office/powerpoint/2010/main">
        <mc:Choice Requires="p14">
          <p:contentPart p14:bwMode="auto" r:id="rId15">
            <p14:nvContentPartPr>
              <p14:cNvPr id="1049026" name="Encre 1049025"/>
              <p14:cNvContentPartPr/>
              <p14:nvPr/>
            </p14:nvContentPartPr>
            <p14:xfrm>
              <a:off x="2353312" y="524374"/>
              <a:ext cx="31496" cy="24017"/>
            </p14:xfrm>
          </p:contentPart>
        </mc:Choice>
        <mc:Fallback xmlns="">
          <p:sp>
            <p:nvSpPr>
              <p:cNvPr id="1049026" name=""/>
              <p:cNvSpPr/>
              <p:nvPr/>
            </p:nvSpPr>
            <p:spPr>
              <a:xfrm>
                <a:off x="2353312" y="524374"/>
                <a:ext cx="31496" cy="24017"/>
              </a:xfrm>
            </p:spPr>
          </p:sp>
        </mc:Fallback>
      </mc:AlternateContent>
      <mc:AlternateContent xmlns:mc="http://schemas.openxmlformats.org/markup-compatibility/2006" xmlns:p14="http://schemas.microsoft.com/office/powerpoint/2010/main">
        <mc:Choice Requires="p14">
          <p:contentPart p14:bwMode="auto" r:id="rId16">
            <p14:nvContentPartPr>
              <p14:cNvPr id="1049027" name="Encre 1049026"/>
              <p14:cNvContentPartPr/>
              <p14:nvPr/>
            </p14:nvContentPartPr>
            <p14:xfrm>
              <a:off x="468042" y="679530"/>
              <a:ext cx="1873965" cy="127295"/>
            </p14:xfrm>
          </p:contentPart>
        </mc:Choice>
        <mc:Fallback xmlns="">
          <p:sp>
            <p:nvSpPr>
              <p:cNvPr id="1049027" name=""/>
              <p:cNvSpPr/>
              <p:nvPr/>
            </p:nvSpPr>
            <p:spPr>
              <a:xfrm>
                <a:off x="468042" y="679530"/>
                <a:ext cx="1873965" cy="127295"/>
              </a:xfrm>
            </p:spPr>
          </p:sp>
        </mc:Fallback>
      </mc:AlternateContent>
      <mc:AlternateContent xmlns:mc="http://schemas.openxmlformats.org/markup-compatibility/2006" xmlns:p14="http://schemas.microsoft.com/office/powerpoint/2010/main">
        <mc:Choice Requires="p14">
          <p:contentPart p14:bwMode="auto" r:id="rId17">
            <p14:nvContentPartPr>
              <p14:cNvPr id="1049028" name="Encre 1049027"/>
              <p14:cNvContentPartPr/>
              <p14:nvPr/>
            </p14:nvContentPartPr>
            <p14:xfrm>
              <a:off x="821502" y="1198734"/>
              <a:ext cx="23664" cy="262296"/>
            </p14:xfrm>
          </p:contentPart>
        </mc:Choice>
        <mc:Fallback xmlns="">
          <p:sp>
            <p:nvSpPr>
              <p:cNvPr id="1049028" name=""/>
              <p:cNvSpPr/>
              <p:nvPr/>
            </p:nvSpPr>
            <p:spPr>
              <a:xfrm>
                <a:off x="821502" y="1198734"/>
                <a:ext cx="23664" cy="262296"/>
              </a:xfrm>
            </p:spPr>
          </p:sp>
        </mc:Fallback>
      </mc:AlternateContent>
      <mc:AlternateContent xmlns:mc="http://schemas.openxmlformats.org/markup-compatibility/2006" xmlns:p14="http://schemas.microsoft.com/office/powerpoint/2010/main">
        <mc:Choice Requires="p14">
          <p:contentPart p14:bwMode="auto" r:id="rId18">
            <p14:nvContentPartPr>
              <p14:cNvPr id="1049029" name="Encre 1049028"/>
              <p14:cNvContentPartPr/>
              <p14:nvPr/>
            </p14:nvContentPartPr>
            <p14:xfrm>
              <a:off x="861633" y="1136437"/>
              <a:ext cx="207384" cy="25067"/>
            </p14:xfrm>
          </p:contentPart>
        </mc:Choice>
        <mc:Fallback xmlns="">
          <p:sp>
            <p:nvSpPr>
              <p:cNvPr id="1049029" name=""/>
              <p:cNvSpPr/>
              <p:nvPr/>
            </p:nvSpPr>
            <p:spPr>
              <a:xfrm>
                <a:off x="861633" y="1136437"/>
                <a:ext cx="207384" cy="25067"/>
              </a:xfrm>
            </p:spPr>
          </p:sp>
        </mc:Fallback>
      </mc:AlternateContent>
      <mc:AlternateContent xmlns:mc="http://schemas.openxmlformats.org/markup-compatibility/2006" xmlns:p14="http://schemas.microsoft.com/office/powerpoint/2010/main">
        <mc:Choice Requires="p14">
          <p:contentPart p14:bwMode="auto" r:id="rId19">
            <p14:nvContentPartPr>
              <p14:cNvPr id="1049030" name="Encre 1049029"/>
              <p14:cNvContentPartPr/>
              <p14:nvPr/>
            </p14:nvContentPartPr>
            <p14:xfrm>
              <a:off x="840012" y="1260251"/>
              <a:ext cx="237164" cy="51749"/>
            </p14:xfrm>
          </p:contentPart>
        </mc:Choice>
        <mc:Fallback xmlns="">
          <p:sp>
            <p:nvSpPr>
              <p:cNvPr id="1049030" name=""/>
              <p:cNvSpPr/>
              <p:nvPr/>
            </p:nvSpPr>
            <p:spPr>
              <a:xfrm>
                <a:off x="840012" y="1260251"/>
                <a:ext cx="237164" cy="51749"/>
              </a:xfrm>
            </p:spPr>
          </p:sp>
        </mc:Fallback>
      </mc:AlternateContent>
      <mc:AlternateContent xmlns:mc="http://schemas.openxmlformats.org/markup-compatibility/2006" xmlns:p14="http://schemas.microsoft.com/office/powerpoint/2010/main">
        <mc:Choice Requires="p14">
          <p:contentPart p14:bwMode="auto" r:id="rId20">
            <p14:nvContentPartPr>
              <p14:cNvPr id="1049031" name="Encre 1049030"/>
              <p14:cNvContentPartPr/>
              <p14:nvPr/>
            </p14:nvContentPartPr>
            <p14:xfrm>
              <a:off x="847072" y="1000432"/>
              <a:ext cx="225464" cy="16122"/>
            </p14:xfrm>
          </p:contentPart>
        </mc:Choice>
        <mc:Fallback xmlns="">
          <p:sp>
            <p:nvSpPr>
              <p:cNvPr id="1049031" name=""/>
              <p:cNvSpPr/>
              <p:nvPr/>
            </p:nvSpPr>
            <p:spPr>
              <a:xfrm>
                <a:off x="847072" y="1000432"/>
                <a:ext cx="225464" cy="16122"/>
              </a:xfrm>
            </p:spPr>
          </p:sp>
        </mc:Fallback>
      </mc:AlternateContent>
      <mc:AlternateContent xmlns:mc="http://schemas.openxmlformats.org/markup-compatibility/2006" xmlns:p14="http://schemas.microsoft.com/office/powerpoint/2010/main">
        <mc:Choice Requires="p14">
          <p:contentPart p14:bwMode="auto" r:id="rId21">
            <p14:nvContentPartPr>
              <p14:cNvPr id="1049032" name="Encre 1049031"/>
              <p14:cNvContentPartPr/>
              <p14:nvPr/>
            </p14:nvContentPartPr>
            <p14:xfrm>
              <a:off x="997536" y="958725"/>
              <a:ext cx="107401" cy="114446"/>
            </p14:xfrm>
          </p:contentPart>
        </mc:Choice>
        <mc:Fallback xmlns="">
          <p:sp>
            <p:nvSpPr>
              <p:cNvPr id="1049032" name=""/>
              <p:cNvSpPr/>
              <p:nvPr/>
            </p:nvSpPr>
            <p:spPr>
              <a:xfrm>
                <a:off x="997536" y="958725"/>
                <a:ext cx="107401" cy="114446"/>
              </a:xfrm>
            </p:spPr>
          </p:sp>
        </mc:Fallback>
      </mc:AlternateContent>
      <mc:AlternateContent xmlns:mc="http://schemas.openxmlformats.org/markup-compatibility/2006" xmlns:p14="http://schemas.microsoft.com/office/powerpoint/2010/main">
        <mc:Choice Requires="p14">
          <p:contentPart p14:bwMode="auto" r:id="rId22">
            <p14:nvContentPartPr>
              <p14:cNvPr id="1049033" name="Encre 1049032"/>
              <p14:cNvContentPartPr/>
              <p14:nvPr/>
            </p14:nvContentPartPr>
            <p14:xfrm>
              <a:off x="1131666" y="1074882"/>
              <a:ext cx="158856" cy="427793"/>
            </p14:xfrm>
          </p:contentPart>
        </mc:Choice>
        <mc:Fallback xmlns="">
          <p:sp>
            <p:nvSpPr>
              <p:cNvPr id="1049033" name=""/>
              <p:cNvSpPr/>
              <p:nvPr/>
            </p:nvSpPr>
            <p:spPr>
              <a:xfrm>
                <a:off x="1131666" y="1074882"/>
                <a:ext cx="158856" cy="427793"/>
              </a:xfrm>
            </p:spPr>
          </p:sp>
        </mc:Fallback>
      </mc:AlternateContent>
      <mc:AlternateContent xmlns:mc="http://schemas.openxmlformats.org/markup-compatibility/2006" xmlns:p14="http://schemas.microsoft.com/office/powerpoint/2010/main">
        <mc:Choice Requires="p14">
          <p:contentPart p14:bwMode="auto" r:id="rId23">
            <p14:nvContentPartPr>
              <p14:cNvPr id="1049034" name="Encre 1049033"/>
              <p14:cNvContentPartPr/>
              <p14:nvPr/>
            </p14:nvContentPartPr>
            <p14:xfrm>
              <a:off x="1267663" y="1202705"/>
              <a:ext cx="55511" cy="232192"/>
            </p14:xfrm>
          </p:contentPart>
        </mc:Choice>
        <mc:Fallback xmlns="">
          <p:sp>
            <p:nvSpPr>
              <p:cNvPr id="1049034" name=""/>
              <p:cNvSpPr/>
              <p:nvPr/>
            </p:nvSpPr>
            <p:spPr>
              <a:xfrm>
                <a:off x="1267663" y="1202705"/>
                <a:ext cx="55511" cy="232192"/>
              </a:xfrm>
            </p:spPr>
          </p:sp>
        </mc:Fallback>
      </mc:AlternateContent>
      <mc:AlternateContent xmlns:mc="http://schemas.openxmlformats.org/markup-compatibility/2006" xmlns:p14="http://schemas.microsoft.com/office/powerpoint/2010/main">
        <mc:Choice Requires="p14">
          <p:contentPart p14:bwMode="auto" r:id="rId24">
            <p14:nvContentPartPr>
              <p14:cNvPr id="1049035" name="Encre 1049034"/>
              <p14:cNvContentPartPr/>
              <p14:nvPr/>
            </p14:nvContentPartPr>
            <p14:xfrm>
              <a:off x="1333764" y="1195248"/>
              <a:ext cx="113370" cy="215796"/>
            </p14:xfrm>
          </p:contentPart>
        </mc:Choice>
        <mc:Fallback xmlns="">
          <p:sp>
            <p:nvSpPr>
              <p:cNvPr id="1049035" name=""/>
              <p:cNvSpPr/>
              <p:nvPr/>
            </p:nvSpPr>
            <p:spPr>
              <a:xfrm>
                <a:off x="1333764" y="1195248"/>
                <a:ext cx="113370" cy="215796"/>
              </a:xfrm>
            </p:spPr>
          </p:sp>
        </mc:Fallback>
      </mc:AlternateContent>
      <mc:AlternateContent xmlns:mc="http://schemas.openxmlformats.org/markup-compatibility/2006" xmlns:p14="http://schemas.microsoft.com/office/powerpoint/2010/main">
        <mc:Choice Requires="p14">
          <p:contentPart p14:bwMode="auto" r:id="rId25">
            <p14:nvContentPartPr>
              <p14:cNvPr id="1049036" name="Encre 1049035"/>
              <p14:cNvContentPartPr/>
              <p14:nvPr/>
            </p14:nvContentPartPr>
            <p14:xfrm>
              <a:off x="1462167" y="1111119"/>
              <a:ext cx="109200" cy="372796"/>
            </p14:xfrm>
          </p:contentPart>
        </mc:Choice>
        <mc:Fallback xmlns="">
          <p:sp>
            <p:nvSpPr>
              <p:cNvPr id="1049036" name=""/>
              <p:cNvSpPr/>
              <p:nvPr/>
            </p:nvSpPr>
            <p:spPr>
              <a:xfrm>
                <a:off x="1462167" y="1111119"/>
                <a:ext cx="109200" cy="372796"/>
              </a:xfrm>
            </p:spPr>
          </p:sp>
        </mc:Fallback>
      </mc:AlternateContent>
      <mc:AlternateContent xmlns:mc="http://schemas.openxmlformats.org/markup-compatibility/2006" xmlns:p14="http://schemas.microsoft.com/office/powerpoint/2010/main">
        <mc:Choice Requires="p14">
          <p:contentPart p14:bwMode="auto" r:id="rId26">
            <p14:nvContentPartPr>
              <p14:cNvPr id="1049037" name="Encre 1049036"/>
              <p14:cNvContentPartPr/>
              <p14:nvPr/>
            </p14:nvContentPartPr>
            <p14:xfrm>
              <a:off x="1719853" y="1248374"/>
              <a:ext cx="135903" cy="14643"/>
            </p14:xfrm>
          </p:contentPart>
        </mc:Choice>
        <mc:Fallback xmlns="">
          <p:sp>
            <p:nvSpPr>
              <p:cNvPr id="1049037" name=""/>
              <p:cNvSpPr/>
              <p:nvPr/>
            </p:nvSpPr>
            <p:spPr>
              <a:xfrm>
                <a:off x="1719853" y="1248374"/>
                <a:ext cx="135903" cy="14643"/>
              </a:xfrm>
            </p:spPr>
          </p:sp>
        </mc:Fallback>
      </mc:AlternateContent>
      <mc:AlternateContent xmlns:mc="http://schemas.openxmlformats.org/markup-compatibility/2006" xmlns:p14="http://schemas.microsoft.com/office/powerpoint/2010/main">
        <mc:Choice Requires="p14">
          <p:contentPart p14:bwMode="auto" r:id="rId27">
            <p14:nvContentPartPr>
              <p14:cNvPr id="1049038" name="Encre 1049037"/>
              <p14:cNvContentPartPr/>
              <p14:nvPr/>
            </p14:nvContentPartPr>
            <p14:xfrm>
              <a:off x="1748534" y="1355606"/>
              <a:ext cx="150324" cy="23073"/>
            </p14:xfrm>
          </p:contentPart>
        </mc:Choice>
        <mc:Fallback xmlns="">
          <p:sp>
            <p:nvSpPr>
              <p:cNvPr id="1049038" name=""/>
              <p:cNvSpPr/>
              <p:nvPr/>
            </p:nvSpPr>
            <p:spPr>
              <a:xfrm>
                <a:off x="1748534" y="1355606"/>
                <a:ext cx="150324" cy="23073"/>
              </a:xfrm>
            </p:spPr>
          </p:sp>
        </mc:Fallback>
      </mc:AlternateContent>
      <mc:AlternateContent xmlns:mc="http://schemas.openxmlformats.org/markup-compatibility/2006" xmlns:p14="http://schemas.microsoft.com/office/powerpoint/2010/main">
        <mc:Choice Requires="p14">
          <p:contentPart p14:bwMode="auto" r:id="rId28">
            <p14:nvContentPartPr>
              <p14:cNvPr id="1049039" name="Encre 1049038"/>
              <p14:cNvContentPartPr/>
              <p14:nvPr/>
            </p14:nvContentPartPr>
            <p14:xfrm>
              <a:off x="2063142" y="1212137"/>
              <a:ext cx="133841" cy="2607"/>
            </p14:xfrm>
          </p:contentPart>
        </mc:Choice>
        <mc:Fallback xmlns="">
          <p:sp>
            <p:nvSpPr>
              <p:cNvPr id="1049039" name=""/>
              <p:cNvSpPr/>
              <p:nvPr/>
            </p:nvSpPr>
            <p:spPr>
              <a:xfrm>
                <a:off x="2063142" y="1212137"/>
                <a:ext cx="133841" cy="2607"/>
              </a:xfrm>
            </p:spPr>
          </p:sp>
        </mc:Fallback>
      </mc:AlternateContent>
      <mc:AlternateContent xmlns:mc="http://schemas.openxmlformats.org/markup-compatibility/2006" xmlns:p14="http://schemas.microsoft.com/office/powerpoint/2010/main">
        <mc:Choice Requires="p14">
          <p:contentPart p14:bwMode="auto" r:id="rId29">
            <p14:nvContentPartPr>
              <p14:cNvPr id="1049040" name="Encre 1049039"/>
              <p14:cNvContentPartPr/>
              <p14:nvPr/>
            </p14:nvContentPartPr>
            <p14:xfrm>
              <a:off x="2299866" y="900646"/>
              <a:ext cx="152625" cy="316057"/>
            </p14:xfrm>
          </p:contentPart>
        </mc:Choice>
        <mc:Fallback xmlns="">
          <p:sp>
            <p:nvSpPr>
              <p:cNvPr id="1049040" name=""/>
              <p:cNvSpPr/>
              <p:nvPr/>
            </p:nvSpPr>
            <p:spPr>
              <a:xfrm>
                <a:off x="2299866" y="900646"/>
                <a:ext cx="152625" cy="316057"/>
              </a:xfrm>
            </p:spPr>
          </p:sp>
        </mc:Fallback>
      </mc:AlternateContent>
      <mc:AlternateContent xmlns:mc="http://schemas.openxmlformats.org/markup-compatibility/2006" xmlns:p14="http://schemas.microsoft.com/office/powerpoint/2010/main">
        <mc:Choice Requires="p14">
          <p:contentPart p14:bwMode="auto" r:id="rId30">
            <p14:nvContentPartPr>
              <p14:cNvPr id="1049041" name="Encre 1049040"/>
              <p14:cNvContentPartPr/>
              <p14:nvPr/>
            </p14:nvContentPartPr>
            <p14:xfrm>
              <a:off x="2532753" y="801417"/>
              <a:ext cx="252124" cy="366080"/>
            </p14:xfrm>
          </p:contentPart>
        </mc:Choice>
        <mc:Fallback xmlns="">
          <p:sp>
            <p:nvSpPr>
              <p:cNvPr id="1049041" name=""/>
              <p:cNvSpPr/>
              <p:nvPr/>
            </p:nvSpPr>
            <p:spPr>
              <a:xfrm>
                <a:off x="2532753" y="801417"/>
                <a:ext cx="252124" cy="366080"/>
              </a:xfrm>
            </p:spPr>
          </p:sp>
        </mc:Fallback>
      </mc:AlternateContent>
      <mc:AlternateContent xmlns:mc="http://schemas.openxmlformats.org/markup-compatibility/2006" xmlns:p14="http://schemas.microsoft.com/office/powerpoint/2010/main">
        <mc:Choice Requires="p14">
          <p:contentPart p14:bwMode="auto" r:id="rId31">
            <p14:nvContentPartPr>
              <p14:cNvPr id="1049042" name="Encre 1049041"/>
              <p14:cNvContentPartPr/>
              <p14:nvPr/>
            </p14:nvContentPartPr>
            <p14:xfrm>
              <a:off x="2912068" y="1003906"/>
              <a:ext cx="242130" cy="175396"/>
            </p14:xfrm>
          </p:contentPart>
        </mc:Choice>
        <mc:Fallback xmlns="">
          <p:sp>
            <p:nvSpPr>
              <p:cNvPr id="1049042" name=""/>
              <p:cNvSpPr/>
              <p:nvPr/>
            </p:nvSpPr>
            <p:spPr>
              <a:xfrm>
                <a:off x="2912068" y="1003906"/>
                <a:ext cx="242130" cy="175396"/>
              </a:xfrm>
            </p:spPr>
          </p:sp>
        </mc:Fallback>
      </mc:AlternateContent>
      <mc:AlternateContent xmlns:mc="http://schemas.openxmlformats.org/markup-compatibility/2006" xmlns:p14="http://schemas.microsoft.com/office/powerpoint/2010/main">
        <mc:Choice Requires="p14">
          <p:contentPart p14:bwMode="auto" r:id="rId32">
            <p14:nvContentPartPr>
              <p14:cNvPr id="1049043" name="Encre 1049042"/>
              <p14:cNvContentPartPr/>
              <p14:nvPr/>
            </p14:nvContentPartPr>
            <p14:xfrm>
              <a:off x="2333220" y="1266558"/>
              <a:ext cx="845387" cy="65285"/>
            </p14:xfrm>
          </p:contentPart>
        </mc:Choice>
        <mc:Fallback xmlns="">
          <p:sp>
            <p:nvSpPr>
              <p:cNvPr id="1049043" name=""/>
              <p:cNvSpPr/>
              <p:nvPr/>
            </p:nvSpPr>
            <p:spPr>
              <a:xfrm>
                <a:off x="2333220" y="1266558"/>
                <a:ext cx="845387" cy="65285"/>
              </a:xfrm>
            </p:spPr>
          </p:sp>
        </mc:Fallback>
      </mc:AlternateContent>
      <mc:AlternateContent xmlns:mc="http://schemas.openxmlformats.org/markup-compatibility/2006" xmlns:p14="http://schemas.microsoft.com/office/powerpoint/2010/main">
        <mc:Choice Requires="p14">
          <p:contentPart p14:bwMode="auto" r:id="rId33">
            <p14:nvContentPartPr>
              <p14:cNvPr id="1049044" name="Encre 1049043"/>
              <p14:cNvContentPartPr/>
              <p14:nvPr/>
            </p14:nvContentPartPr>
            <p14:xfrm>
              <a:off x="2644261" y="1485592"/>
              <a:ext cx="193563" cy="193242"/>
            </p14:xfrm>
          </p:contentPart>
        </mc:Choice>
        <mc:Fallback xmlns="">
          <p:sp>
            <p:nvSpPr>
              <p:cNvPr id="1049044" name=""/>
              <p:cNvSpPr/>
              <p:nvPr/>
            </p:nvSpPr>
            <p:spPr>
              <a:xfrm>
                <a:off x="2644261" y="1485592"/>
                <a:ext cx="193563" cy="193242"/>
              </a:xfrm>
            </p:spPr>
          </p:sp>
        </mc:Fallback>
      </mc:AlternateContent>
      <mc:AlternateContent xmlns:mc="http://schemas.openxmlformats.org/markup-compatibility/2006" xmlns:p14="http://schemas.microsoft.com/office/powerpoint/2010/main">
        <mc:Choice Requires="p14">
          <p:contentPart p14:bwMode="auto" r:id="rId34">
            <p14:nvContentPartPr>
              <p14:cNvPr id="1049045" name="Encre 1049044"/>
              <p14:cNvContentPartPr/>
              <p14:nvPr/>
            </p14:nvContentPartPr>
            <p14:xfrm>
              <a:off x="2892682" y="1420119"/>
              <a:ext cx="109742" cy="154214"/>
            </p14:xfrm>
          </p:contentPart>
        </mc:Choice>
        <mc:Fallback xmlns="">
          <p:sp>
            <p:nvSpPr>
              <p:cNvPr id="1049045" name=""/>
              <p:cNvSpPr/>
              <p:nvPr/>
            </p:nvSpPr>
            <p:spPr>
              <a:xfrm>
                <a:off x="2892682" y="1420119"/>
                <a:ext cx="109742" cy="154214"/>
              </a:xfrm>
            </p:spPr>
          </p:sp>
        </mc:Fallback>
      </mc:AlternateContent>
      <mc:AlternateContent xmlns:mc="http://schemas.openxmlformats.org/markup-compatibility/2006" xmlns:p14="http://schemas.microsoft.com/office/powerpoint/2010/main">
        <mc:Choice Requires="p14">
          <p:contentPart p14:bwMode="auto" r:id="rId35">
            <p14:nvContentPartPr>
              <p14:cNvPr id="1049046" name="Encre 1049045"/>
              <p14:cNvContentPartPr/>
              <p14:nvPr/>
            </p14:nvContentPartPr>
            <p14:xfrm>
              <a:off x="2821200" y="480443"/>
              <a:ext cx="264305" cy="235790"/>
            </p14:xfrm>
          </p:contentPart>
        </mc:Choice>
        <mc:Fallback xmlns="">
          <p:sp>
            <p:nvSpPr>
              <p:cNvPr id="1049046" name=""/>
              <p:cNvSpPr/>
              <p:nvPr/>
            </p:nvSpPr>
            <p:spPr>
              <a:xfrm>
                <a:off x="2821200" y="480443"/>
                <a:ext cx="264305" cy="235790"/>
              </a:xfrm>
            </p:spPr>
          </p:sp>
        </mc:Fallback>
      </mc:AlternateContent>
      <mc:AlternateContent xmlns:mc="http://schemas.openxmlformats.org/markup-compatibility/2006" xmlns:p14="http://schemas.microsoft.com/office/powerpoint/2010/main">
        <mc:Choice Requires="p14">
          <p:contentPart p14:bwMode="auto" r:id="rId36">
            <p14:nvContentPartPr>
              <p14:cNvPr id="1049047" name="Encre 1049046"/>
              <p14:cNvContentPartPr/>
              <p14:nvPr/>
            </p14:nvContentPartPr>
            <p14:xfrm>
              <a:off x="2822005" y="559867"/>
              <a:ext cx="163779" cy="194624"/>
            </p14:xfrm>
          </p:contentPart>
        </mc:Choice>
        <mc:Fallback xmlns="">
          <p:sp>
            <p:nvSpPr>
              <p:cNvPr id="1049047" name=""/>
              <p:cNvSpPr/>
              <p:nvPr/>
            </p:nvSpPr>
            <p:spPr>
              <a:xfrm>
                <a:off x="2822005" y="559867"/>
                <a:ext cx="163779" cy="194624"/>
              </a:xfrm>
            </p:spPr>
          </p:sp>
        </mc:Fallback>
      </mc:AlternateContent>
      <mc:AlternateContent xmlns:mc="http://schemas.openxmlformats.org/markup-compatibility/2006" xmlns:p14="http://schemas.microsoft.com/office/powerpoint/2010/main">
        <mc:Choice Requires="p14">
          <p:contentPart p14:bwMode="auto" r:id="rId37">
            <p14:nvContentPartPr>
              <p14:cNvPr id="1049048" name="Encre 1049047"/>
              <p14:cNvContentPartPr/>
              <p14:nvPr/>
            </p14:nvContentPartPr>
            <p14:xfrm>
              <a:off x="3159391" y="335991"/>
              <a:ext cx="262343" cy="184164"/>
            </p14:xfrm>
          </p:contentPart>
        </mc:Choice>
        <mc:Fallback xmlns="">
          <p:sp>
            <p:nvSpPr>
              <p:cNvPr id="1049048" name=""/>
              <p:cNvSpPr/>
              <p:nvPr/>
            </p:nvSpPr>
            <p:spPr>
              <a:xfrm>
                <a:off x="3159391" y="335991"/>
                <a:ext cx="262343" cy="184164"/>
              </a:xfrm>
            </p:spPr>
          </p:sp>
        </mc:Fallback>
      </mc:AlternateContent>
      <mc:AlternateContent xmlns:mc="http://schemas.openxmlformats.org/markup-compatibility/2006" xmlns:p14="http://schemas.microsoft.com/office/powerpoint/2010/main">
        <mc:Choice Requires="p14">
          <p:contentPart p14:bwMode="auto" r:id="rId38">
            <p14:nvContentPartPr>
              <p14:cNvPr id="1049049" name="Encre 1049048"/>
              <p14:cNvContentPartPr/>
              <p14:nvPr/>
            </p14:nvContentPartPr>
            <p14:xfrm>
              <a:off x="3479149" y="297803"/>
              <a:ext cx="550620" cy="160422"/>
            </p14:xfrm>
          </p:contentPart>
        </mc:Choice>
        <mc:Fallback xmlns="">
          <p:sp>
            <p:nvSpPr>
              <p:cNvPr id="1049049" name=""/>
              <p:cNvSpPr/>
              <p:nvPr/>
            </p:nvSpPr>
            <p:spPr>
              <a:xfrm>
                <a:off x="3479149" y="297803"/>
                <a:ext cx="550620" cy="160422"/>
              </a:xfrm>
            </p:spPr>
          </p:sp>
        </mc:Fallback>
      </mc:AlternateContent>
      <mc:AlternateContent xmlns:mc="http://schemas.openxmlformats.org/markup-compatibility/2006" xmlns:p14="http://schemas.microsoft.com/office/powerpoint/2010/main">
        <mc:Choice Requires="p14">
          <p:contentPart p14:bwMode="auto" r:id="rId39">
            <p14:nvContentPartPr>
              <p14:cNvPr id="1049050" name="Encre 1049049"/>
              <p14:cNvContentPartPr/>
              <p14:nvPr/>
            </p14:nvContentPartPr>
            <p14:xfrm>
              <a:off x="4181622" y="149759"/>
              <a:ext cx="262480" cy="177091"/>
            </p14:xfrm>
          </p:contentPart>
        </mc:Choice>
        <mc:Fallback xmlns="">
          <p:sp>
            <p:nvSpPr>
              <p:cNvPr id="1049050" name=""/>
              <p:cNvSpPr/>
              <p:nvPr/>
            </p:nvSpPr>
            <p:spPr>
              <a:xfrm>
                <a:off x="4181622" y="149759"/>
                <a:ext cx="262480" cy="177091"/>
              </a:xfrm>
            </p:spPr>
          </p:sp>
        </mc:Fallback>
      </mc:AlternateContent>
      <mc:AlternateContent xmlns:mc="http://schemas.openxmlformats.org/markup-compatibility/2006" xmlns:p14="http://schemas.microsoft.com/office/powerpoint/2010/main">
        <mc:Choice Requires="p14">
          <p:contentPart p14:bwMode="auto" r:id="rId40">
            <p14:nvContentPartPr>
              <p14:cNvPr id="1049051" name="Encre 1049050"/>
              <p14:cNvContentPartPr/>
              <p14:nvPr/>
            </p14:nvContentPartPr>
            <p14:xfrm>
              <a:off x="4572443" y="105073"/>
              <a:ext cx="233299" cy="160239"/>
            </p14:xfrm>
          </p:contentPart>
        </mc:Choice>
        <mc:Fallback xmlns="">
          <p:sp>
            <p:nvSpPr>
              <p:cNvPr id="1049051" name=""/>
              <p:cNvSpPr/>
              <p:nvPr/>
            </p:nvSpPr>
            <p:spPr>
              <a:xfrm>
                <a:off x="4572443" y="105073"/>
                <a:ext cx="233299" cy="160239"/>
              </a:xfrm>
            </p:spPr>
          </p:sp>
        </mc:Fallback>
      </mc:AlternateContent>
      <mc:AlternateContent xmlns:mc="http://schemas.openxmlformats.org/markup-compatibility/2006" xmlns:p14="http://schemas.microsoft.com/office/powerpoint/2010/main">
        <mc:Choice Requires="p14">
          <p:contentPart p14:bwMode="auto" r:id="rId41">
            <p14:nvContentPartPr>
              <p14:cNvPr id="1049052" name="Encre 1049051"/>
              <p14:cNvContentPartPr/>
              <p14:nvPr/>
            </p14:nvContentPartPr>
            <p14:xfrm>
              <a:off x="4344041" y="169587"/>
              <a:ext cx="96004" cy="86482"/>
            </p14:xfrm>
          </p:contentPart>
        </mc:Choice>
        <mc:Fallback xmlns="">
          <p:sp>
            <p:nvSpPr>
              <p:cNvPr id="1049052" name=""/>
              <p:cNvSpPr/>
              <p:nvPr/>
            </p:nvSpPr>
            <p:spPr>
              <a:xfrm>
                <a:off x="4344041" y="169587"/>
                <a:ext cx="96004" cy="86482"/>
              </a:xfrm>
            </p:spPr>
          </p:sp>
        </mc:Fallback>
      </mc:AlternateContent>
      <mc:AlternateContent xmlns:mc="http://schemas.openxmlformats.org/markup-compatibility/2006" xmlns:p14="http://schemas.microsoft.com/office/powerpoint/2010/main">
        <mc:Choice Requires="p14">
          <p:contentPart p14:bwMode="auto" r:id="rId42">
            <p14:nvContentPartPr>
              <p14:cNvPr id="1049053" name="Encre 1049052"/>
              <p14:cNvContentPartPr/>
              <p14:nvPr/>
            </p14:nvContentPartPr>
            <p14:xfrm>
              <a:off x="4223034" y="318338"/>
              <a:ext cx="68088" cy="10454"/>
            </p14:xfrm>
          </p:contentPart>
        </mc:Choice>
        <mc:Fallback xmlns="">
          <p:sp>
            <p:nvSpPr>
              <p:cNvPr id="1049053" name=""/>
              <p:cNvSpPr/>
              <p:nvPr/>
            </p:nvSpPr>
            <p:spPr>
              <a:xfrm>
                <a:off x="4223034" y="318338"/>
                <a:ext cx="68088" cy="10454"/>
              </a:xfrm>
            </p:spPr>
          </p:sp>
        </mc:Fallback>
      </mc:AlternateContent>
      <mc:AlternateContent xmlns:mc="http://schemas.openxmlformats.org/markup-compatibility/2006" xmlns:p14="http://schemas.microsoft.com/office/powerpoint/2010/main">
        <mc:Choice Requires="p14">
          <p:contentPart p14:bwMode="auto" r:id="rId43">
            <p14:nvContentPartPr>
              <p14:cNvPr id="1049054" name="Encre 1049053"/>
              <p14:cNvContentPartPr/>
              <p14:nvPr/>
            </p14:nvContentPartPr>
            <p14:xfrm>
              <a:off x="3364813" y="1135316"/>
              <a:ext cx="143213" cy="149294"/>
            </p14:xfrm>
          </p:contentPart>
        </mc:Choice>
        <mc:Fallback xmlns="">
          <p:sp>
            <p:nvSpPr>
              <p:cNvPr id="1049054" name=""/>
              <p:cNvSpPr/>
              <p:nvPr/>
            </p:nvSpPr>
            <p:spPr>
              <a:xfrm>
                <a:off x="3364813" y="1135316"/>
                <a:ext cx="143213" cy="149294"/>
              </a:xfrm>
            </p:spPr>
          </p:sp>
        </mc:Fallback>
      </mc:AlternateContent>
      <mc:AlternateContent xmlns:mc="http://schemas.openxmlformats.org/markup-compatibility/2006" xmlns:p14="http://schemas.microsoft.com/office/powerpoint/2010/main">
        <mc:Choice Requires="p14">
          <p:contentPart p14:bwMode="auto" r:id="rId44">
            <p14:nvContentPartPr>
              <p14:cNvPr id="1049055" name="Encre 1049054"/>
              <p14:cNvContentPartPr/>
              <p14:nvPr/>
            </p14:nvContentPartPr>
            <p14:xfrm>
              <a:off x="3504554" y="1096227"/>
              <a:ext cx="6107" cy="229028"/>
            </p14:xfrm>
          </p:contentPart>
        </mc:Choice>
        <mc:Fallback xmlns="">
          <p:sp>
            <p:nvSpPr>
              <p:cNvPr id="1049055" name=""/>
              <p:cNvSpPr/>
              <p:nvPr/>
            </p:nvSpPr>
            <p:spPr>
              <a:xfrm>
                <a:off x="3504554" y="1096227"/>
                <a:ext cx="6107" cy="229028"/>
              </a:xfrm>
            </p:spPr>
          </p:sp>
        </mc:Fallback>
      </mc:AlternateContent>
      <mc:AlternateContent xmlns:mc="http://schemas.openxmlformats.org/markup-compatibility/2006" xmlns:p14="http://schemas.microsoft.com/office/powerpoint/2010/main">
        <mc:Choice Requires="p14">
          <p:contentPart p14:bwMode="auto" r:id="rId45">
            <p14:nvContentPartPr>
              <p14:cNvPr id="1049056" name="Encre 1049055"/>
              <p14:cNvContentPartPr/>
              <p14:nvPr/>
            </p14:nvContentPartPr>
            <p14:xfrm>
              <a:off x="3586318" y="1184234"/>
              <a:ext cx="107222" cy="211299"/>
            </p14:xfrm>
          </p:contentPart>
        </mc:Choice>
        <mc:Fallback xmlns="">
          <p:sp>
            <p:nvSpPr>
              <p:cNvPr id="1049056" name=""/>
              <p:cNvSpPr/>
              <p:nvPr/>
            </p:nvSpPr>
            <p:spPr>
              <a:xfrm>
                <a:off x="3586318" y="1184234"/>
                <a:ext cx="107222" cy="211299"/>
              </a:xfrm>
            </p:spPr>
          </p:sp>
        </mc:Fallback>
      </mc:AlternateContent>
      <mc:AlternateContent xmlns:mc="http://schemas.openxmlformats.org/markup-compatibility/2006" xmlns:p14="http://schemas.microsoft.com/office/powerpoint/2010/main">
        <mc:Choice Requires="p14">
          <p:contentPart p14:bwMode="auto" r:id="rId46">
            <p14:nvContentPartPr>
              <p14:cNvPr id="1049057" name="Encre 1049056"/>
              <p14:cNvContentPartPr/>
              <p14:nvPr/>
            </p14:nvContentPartPr>
            <p14:xfrm>
              <a:off x="3378933" y="937458"/>
              <a:ext cx="231036" cy="14068"/>
            </p14:xfrm>
          </p:contentPart>
        </mc:Choice>
        <mc:Fallback xmlns="">
          <p:sp>
            <p:nvSpPr>
              <p:cNvPr id="1049057" name=""/>
              <p:cNvSpPr/>
              <p:nvPr/>
            </p:nvSpPr>
            <p:spPr>
              <a:xfrm>
                <a:off x="3378933" y="937458"/>
                <a:ext cx="231036" cy="14068"/>
              </a:xfrm>
            </p:spPr>
          </p:sp>
        </mc:Fallback>
      </mc:AlternateContent>
      <mc:AlternateContent xmlns:mc="http://schemas.openxmlformats.org/markup-compatibility/2006" xmlns:p14="http://schemas.microsoft.com/office/powerpoint/2010/main">
        <mc:Choice Requires="p14">
          <p:contentPart p14:bwMode="auto" r:id="rId47">
            <p14:nvContentPartPr>
              <p14:cNvPr id="1049058" name="Encre 1049057"/>
              <p14:cNvContentPartPr/>
              <p14:nvPr/>
            </p14:nvContentPartPr>
            <p14:xfrm>
              <a:off x="3564697" y="893448"/>
              <a:ext cx="92162" cy="107081"/>
            </p14:xfrm>
          </p:contentPart>
        </mc:Choice>
        <mc:Fallback xmlns="">
          <p:sp>
            <p:nvSpPr>
              <p:cNvPr id="1049058" name=""/>
              <p:cNvSpPr/>
              <p:nvPr/>
            </p:nvSpPr>
            <p:spPr>
              <a:xfrm>
                <a:off x="3564697" y="893448"/>
                <a:ext cx="92162" cy="107081"/>
              </a:xfrm>
            </p:spPr>
          </p:sp>
        </mc:Fallback>
      </mc:AlternateContent>
      <mc:AlternateContent xmlns:mc="http://schemas.openxmlformats.org/markup-compatibility/2006" xmlns:p14="http://schemas.microsoft.com/office/powerpoint/2010/main">
        <mc:Choice Requires="p14">
          <p:contentPart p14:bwMode="auto" r:id="rId48">
            <p14:nvContentPartPr>
              <p14:cNvPr id="1049059" name="Encre 1049058"/>
              <p14:cNvContentPartPr/>
              <p14:nvPr/>
            </p14:nvContentPartPr>
            <p14:xfrm>
              <a:off x="4219783" y="995210"/>
              <a:ext cx="124613" cy="209685"/>
            </p14:xfrm>
          </p:contentPart>
        </mc:Choice>
        <mc:Fallback xmlns="">
          <p:sp>
            <p:nvSpPr>
              <p:cNvPr id="1049059" name=""/>
              <p:cNvSpPr/>
              <p:nvPr/>
            </p:nvSpPr>
            <p:spPr>
              <a:xfrm>
                <a:off x="4219783" y="995210"/>
                <a:ext cx="124613" cy="209685"/>
              </a:xfrm>
            </p:spPr>
          </p:sp>
        </mc:Fallback>
      </mc:AlternateContent>
      <mc:AlternateContent xmlns:mc="http://schemas.openxmlformats.org/markup-compatibility/2006" xmlns:p14="http://schemas.microsoft.com/office/powerpoint/2010/main">
        <mc:Choice Requires="p14">
          <p:contentPart p14:bwMode="auto" r:id="rId49">
            <p14:nvContentPartPr>
              <p14:cNvPr id="1049060" name="Encre 1049059"/>
              <p14:cNvContentPartPr/>
              <p14:nvPr/>
            </p14:nvContentPartPr>
            <p14:xfrm>
              <a:off x="4352184" y="1009357"/>
              <a:ext cx="42494" cy="191313"/>
            </p14:xfrm>
          </p:contentPart>
        </mc:Choice>
        <mc:Fallback xmlns="">
          <p:sp>
            <p:nvSpPr>
              <p:cNvPr id="1049060" name=""/>
              <p:cNvSpPr/>
              <p:nvPr/>
            </p:nvSpPr>
            <p:spPr>
              <a:xfrm>
                <a:off x="4352184" y="1009357"/>
                <a:ext cx="42494" cy="191313"/>
              </a:xfrm>
            </p:spPr>
          </p:sp>
        </mc:Fallback>
      </mc:AlternateContent>
      <mc:AlternateContent xmlns:mc="http://schemas.openxmlformats.org/markup-compatibility/2006" xmlns:p14="http://schemas.microsoft.com/office/powerpoint/2010/main">
        <mc:Choice Requires="p14">
          <p:contentPart p14:bwMode="auto" r:id="rId50">
            <p14:nvContentPartPr>
              <p14:cNvPr id="1049061" name="Encre 1049060"/>
              <p14:cNvContentPartPr/>
              <p14:nvPr/>
            </p14:nvContentPartPr>
            <p14:xfrm>
              <a:off x="4409434" y="1047517"/>
              <a:ext cx="193662" cy="184552"/>
            </p14:xfrm>
          </p:contentPart>
        </mc:Choice>
        <mc:Fallback xmlns="">
          <p:sp>
            <p:nvSpPr>
              <p:cNvPr id="1049061" name=""/>
              <p:cNvSpPr/>
              <p:nvPr/>
            </p:nvSpPr>
            <p:spPr>
              <a:xfrm>
                <a:off x="4409434" y="1047517"/>
                <a:ext cx="193662" cy="184552"/>
              </a:xfrm>
            </p:spPr>
          </p:sp>
        </mc:Fallback>
      </mc:AlternateContent>
      <mc:AlternateContent xmlns:mc="http://schemas.openxmlformats.org/markup-compatibility/2006" xmlns:p14="http://schemas.microsoft.com/office/powerpoint/2010/main">
        <mc:Choice Requires="p14">
          <p:contentPart p14:bwMode="auto" r:id="rId51">
            <p14:nvContentPartPr>
              <p14:cNvPr id="1049062" name="Encre 1049061"/>
              <p14:cNvContentPartPr/>
              <p14:nvPr/>
            </p14:nvContentPartPr>
            <p14:xfrm>
              <a:off x="4237154" y="872000"/>
              <a:ext cx="264012" cy="21447"/>
            </p14:xfrm>
          </p:contentPart>
        </mc:Choice>
        <mc:Fallback xmlns="">
          <p:sp>
            <p:nvSpPr>
              <p:cNvPr id="1049062" name=""/>
              <p:cNvSpPr/>
              <p:nvPr/>
            </p:nvSpPr>
            <p:spPr>
              <a:xfrm>
                <a:off x="4237154" y="872000"/>
                <a:ext cx="264012" cy="21447"/>
              </a:xfrm>
            </p:spPr>
          </p:sp>
        </mc:Fallback>
      </mc:AlternateContent>
      <mc:AlternateContent xmlns:mc="http://schemas.openxmlformats.org/markup-compatibility/2006" xmlns:p14="http://schemas.microsoft.com/office/powerpoint/2010/main">
        <mc:Choice Requires="p14">
          <p:contentPart p14:bwMode="auto" r:id="rId52">
            <p14:nvContentPartPr>
              <p14:cNvPr id="1049063" name="Encre 1049062"/>
              <p14:cNvContentPartPr/>
              <p14:nvPr/>
            </p14:nvContentPartPr>
            <p14:xfrm>
              <a:off x="4408798" y="828171"/>
              <a:ext cx="106677" cy="137134"/>
            </p14:xfrm>
          </p:contentPart>
        </mc:Choice>
        <mc:Fallback xmlns="">
          <p:sp>
            <p:nvSpPr>
              <p:cNvPr id="1049063" name=""/>
              <p:cNvSpPr/>
              <p:nvPr/>
            </p:nvSpPr>
            <p:spPr>
              <a:xfrm>
                <a:off x="4408798" y="828171"/>
                <a:ext cx="106677" cy="137134"/>
              </a:xfrm>
            </p:spPr>
          </p:sp>
        </mc:Fallback>
      </mc:AlternateContent>
      <mc:AlternateContent xmlns:mc="http://schemas.openxmlformats.org/markup-compatibility/2006" xmlns:p14="http://schemas.microsoft.com/office/powerpoint/2010/main">
        <mc:Choice Requires="p14">
          <p:contentPart p14:bwMode="auto" r:id="rId53">
            <p14:nvContentPartPr>
              <p14:cNvPr id="1049064" name="Encre 1049063"/>
              <p14:cNvContentPartPr/>
              <p14:nvPr/>
            </p14:nvContentPartPr>
            <p14:xfrm>
              <a:off x="4658984" y="1002408"/>
              <a:ext cx="152768" cy="26313"/>
            </p14:xfrm>
          </p:contentPart>
        </mc:Choice>
        <mc:Fallback xmlns="">
          <p:sp>
            <p:nvSpPr>
              <p:cNvPr id="1049064" name=""/>
              <p:cNvSpPr/>
              <p:nvPr/>
            </p:nvSpPr>
            <p:spPr>
              <a:xfrm>
                <a:off x="4658984" y="1002408"/>
                <a:ext cx="152768" cy="26313"/>
              </a:xfrm>
            </p:spPr>
          </p:sp>
        </mc:Fallback>
      </mc:AlternateContent>
      <mc:AlternateContent xmlns:mc="http://schemas.openxmlformats.org/markup-compatibility/2006" xmlns:p14="http://schemas.microsoft.com/office/powerpoint/2010/main">
        <mc:Choice Requires="p14">
          <p:contentPart p14:bwMode="auto" r:id="rId54">
            <p14:nvContentPartPr>
              <p14:cNvPr id="1049065" name="Encre 1049064"/>
              <p14:cNvContentPartPr/>
              <p14:nvPr/>
            </p14:nvContentPartPr>
            <p14:xfrm>
              <a:off x="4666044" y="1117014"/>
              <a:ext cx="150870" cy="15450"/>
            </p14:xfrm>
          </p:contentPart>
        </mc:Choice>
        <mc:Fallback xmlns="">
          <p:sp>
            <p:nvSpPr>
              <p:cNvPr id="1049065" name=""/>
              <p:cNvSpPr/>
              <p:nvPr/>
            </p:nvSpPr>
            <p:spPr>
              <a:xfrm>
                <a:off x="4666044" y="1117014"/>
                <a:ext cx="150870" cy="15450"/>
              </a:xfrm>
            </p:spPr>
          </p:sp>
        </mc:Fallback>
      </mc:AlternateContent>
      <mc:AlternateContent xmlns:mc="http://schemas.openxmlformats.org/markup-compatibility/2006" xmlns:p14="http://schemas.microsoft.com/office/powerpoint/2010/main">
        <mc:Choice Requires="p14">
          <p:contentPart p14:bwMode="auto" r:id="rId55">
            <p14:nvContentPartPr>
              <p14:cNvPr id="1049066" name="Encre 1049065"/>
              <p14:cNvContentPartPr/>
              <p14:nvPr/>
            </p14:nvContentPartPr>
            <p14:xfrm>
              <a:off x="4922051" y="903572"/>
              <a:ext cx="155295" cy="132268"/>
            </p14:xfrm>
          </p:contentPart>
        </mc:Choice>
        <mc:Fallback xmlns="">
          <p:sp>
            <p:nvSpPr>
              <p:cNvPr id="1049066" name=""/>
              <p:cNvSpPr/>
              <p:nvPr/>
            </p:nvSpPr>
            <p:spPr>
              <a:xfrm>
                <a:off x="4922051" y="903572"/>
                <a:ext cx="155295" cy="132268"/>
              </a:xfrm>
            </p:spPr>
          </p:sp>
        </mc:Fallback>
      </mc:AlternateContent>
      <mc:AlternateContent xmlns:mc="http://schemas.openxmlformats.org/markup-compatibility/2006" xmlns:p14="http://schemas.microsoft.com/office/powerpoint/2010/main">
        <mc:Choice Requires="p14">
          <p:contentPart p14:bwMode="auto" r:id="rId56">
            <p14:nvContentPartPr>
              <p14:cNvPr id="1049067" name="Encre 1049066"/>
              <p14:cNvContentPartPr/>
              <p14:nvPr/>
            </p14:nvContentPartPr>
            <p14:xfrm>
              <a:off x="5105595" y="856679"/>
              <a:ext cx="216716" cy="169989"/>
            </p14:xfrm>
          </p:contentPart>
        </mc:Choice>
        <mc:Fallback xmlns="">
          <p:sp>
            <p:nvSpPr>
              <p:cNvPr id="1049067" name=""/>
              <p:cNvSpPr/>
              <p:nvPr/>
            </p:nvSpPr>
            <p:spPr>
              <a:xfrm>
                <a:off x="5105595" y="856679"/>
                <a:ext cx="216716" cy="169989"/>
              </a:xfrm>
            </p:spPr>
          </p:sp>
        </mc:Fallback>
      </mc:AlternateContent>
      <mc:AlternateContent xmlns:mc="http://schemas.openxmlformats.org/markup-compatibility/2006" xmlns:p14="http://schemas.microsoft.com/office/powerpoint/2010/main">
        <mc:Choice Requires="p14">
          <p:contentPart p14:bwMode="auto" r:id="rId57">
            <p14:nvContentPartPr>
              <p14:cNvPr id="1049068" name="Encre 1049067"/>
              <p14:cNvContentPartPr/>
              <p14:nvPr/>
            </p14:nvContentPartPr>
            <p14:xfrm>
              <a:off x="4960911" y="719956"/>
              <a:ext cx="348908" cy="65922"/>
            </p14:xfrm>
          </p:contentPart>
        </mc:Choice>
        <mc:Fallback xmlns="">
          <p:sp>
            <p:nvSpPr>
              <p:cNvPr id="1049068" name=""/>
              <p:cNvSpPr/>
              <p:nvPr/>
            </p:nvSpPr>
            <p:spPr>
              <a:xfrm>
                <a:off x="4960911" y="719956"/>
                <a:ext cx="348908" cy="65922"/>
              </a:xfrm>
            </p:spPr>
          </p:sp>
        </mc:Fallback>
      </mc:AlternateContent>
      <mc:AlternateContent xmlns:mc="http://schemas.openxmlformats.org/markup-compatibility/2006" xmlns:p14="http://schemas.microsoft.com/office/powerpoint/2010/main">
        <mc:Choice Requires="p14">
          <p:contentPart p14:bwMode="auto" r:id="rId58">
            <p14:nvContentPartPr>
              <p14:cNvPr id="1049069" name="Encre 1049068"/>
              <p14:cNvContentPartPr/>
              <p14:nvPr/>
            </p14:nvContentPartPr>
            <p14:xfrm>
              <a:off x="5205686" y="660388"/>
              <a:ext cx="119127" cy="165112"/>
            </p14:xfrm>
          </p:contentPart>
        </mc:Choice>
        <mc:Fallback xmlns="">
          <p:sp>
            <p:nvSpPr>
              <p:cNvPr id="1049069" name=""/>
              <p:cNvSpPr/>
              <p:nvPr/>
            </p:nvSpPr>
            <p:spPr>
              <a:xfrm>
                <a:off x="5205686" y="660388"/>
                <a:ext cx="119127" cy="165112"/>
              </a:xfrm>
            </p:spPr>
          </p:sp>
        </mc:Fallback>
      </mc:AlternateContent>
      <mc:AlternateContent xmlns:mc="http://schemas.openxmlformats.org/markup-compatibility/2006" xmlns:p14="http://schemas.microsoft.com/office/powerpoint/2010/main">
        <mc:Choice Requires="p14">
          <p:contentPart p14:bwMode="auto" r:id="rId59">
            <p14:nvContentPartPr>
              <p14:cNvPr id="1049070" name="Encre 1049069"/>
              <p14:cNvContentPartPr/>
              <p14:nvPr/>
            </p14:nvContentPartPr>
            <p14:xfrm>
              <a:off x="4970944" y="1088415"/>
              <a:ext cx="340128" cy="17740"/>
            </p14:xfrm>
          </p:contentPart>
        </mc:Choice>
        <mc:Fallback xmlns="">
          <p:sp>
            <p:nvSpPr>
              <p:cNvPr id="1049070" name=""/>
              <p:cNvSpPr/>
              <p:nvPr/>
            </p:nvSpPr>
            <p:spPr>
              <a:xfrm>
                <a:off x="4970944" y="1088415"/>
                <a:ext cx="340128" cy="17740"/>
              </a:xfrm>
            </p:spPr>
          </p:sp>
        </mc:Fallback>
      </mc:AlternateContent>
      <mc:AlternateContent xmlns:mc="http://schemas.openxmlformats.org/markup-compatibility/2006" xmlns:p14="http://schemas.microsoft.com/office/powerpoint/2010/main">
        <mc:Choice Requires="p14">
          <p:contentPart p14:bwMode="auto" r:id="rId60">
            <p14:nvContentPartPr>
              <p14:cNvPr id="1049071" name="Encre 1049070"/>
              <p14:cNvContentPartPr/>
              <p14:nvPr/>
            </p14:nvContentPartPr>
            <p14:xfrm>
              <a:off x="5029155" y="1213627"/>
              <a:ext cx="147868" cy="197362"/>
            </p14:xfrm>
          </p:contentPart>
        </mc:Choice>
        <mc:Fallback xmlns="">
          <p:sp>
            <p:nvSpPr>
              <p:cNvPr id="1049071" name=""/>
              <p:cNvSpPr/>
              <p:nvPr/>
            </p:nvSpPr>
            <p:spPr>
              <a:xfrm>
                <a:off x="5029155" y="1213627"/>
                <a:ext cx="147868" cy="197362"/>
              </a:xfrm>
            </p:spPr>
          </p:sp>
        </mc:Fallback>
      </mc:AlternateContent>
      <mc:AlternateContent xmlns:mc="http://schemas.openxmlformats.org/markup-compatibility/2006" xmlns:p14="http://schemas.microsoft.com/office/powerpoint/2010/main">
        <mc:Choice Requires="p14">
          <p:contentPart p14:bwMode="auto" r:id="rId61">
            <p14:nvContentPartPr>
              <p14:cNvPr id="1049072" name="Encre 1049071"/>
              <p14:cNvContentPartPr/>
              <p14:nvPr/>
            </p14:nvContentPartPr>
            <p14:xfrm>
              <a:off x="569835" y="2059988"/>
              <a:ext cx="405483" cy="520287"/>
            </p14:xfrm>
          </p:contentPart>
        </mc:Choice>
        <mc:Fallback xmlns="">
          <p:sp>
            <p:nvSpPr>
              <p:cNvPr id="1049072" name=""/>
              <p:cNvSpPr/>
              <p:nvPr/>
            </p:nvSpPr>
            <p:spPr>
              <a:xfrm>
                <a:off x="569835" y="2059988"/>
                <a:ext cx="405483" cy="520287"/>
              </a:xfrm>
            </p:spPr>
          </p:sp>
        </mc:Fallback>
      </mc:AlternateContent>
      <mc:AlternateContent xmlns:mc="http://schemas.openxmlformats.org/markup-compatibility/2006" xmlns:p14="http://schemas.microsoft.com/office/powerpoint/2010/main">
        <mc:Choice Requires="p14">
          <p:contentPart p14:bwMode="auto" r:id="rId62">
            <p14:nvContentPartPr>
              <p14:cNvPr id="1049073" name="Encre 1049072"/>
              <p14:cNvContentPartPr/>
              <p14:nvPr/>
            </p14:nvContentPartPr>
            <p14:xfrm>
              <a:off x="1012218" y="2132463"/>
              <a:ext cx="135340" cy="476823"/>
            </p14:xfrm>
          </p:contentPart>
        </mc:Choice>
        <mc:Fallback xmlns="">
          <p:sp>
            <p:nvSpPr>
              <p:cNvPr id="1049073" name=""/>
              <p:cNvSpPr/>
              <p:nvPr/>
            </p:nvSpPr>
            <p:spPr>
              <a:xfrm>
                <a:off x="1012218" y="2132463"/>
                <a:ext cx="135340" cy="476823"/>
              </a:xfrm>
            </p:spPr>
          </p:sp>
        </mc:Fallback>
      </mc:AlternateContent>
      <mc:AlternateContent xmlns:mc="http://schemas.openxmlformats.org/markup-compatibility/2006" xmlns:p14="http://schemas.microsoft.com/office/powerpoint/2010/main">
        <mc:Choice Requires="p14">
          <p:contentPart p14:bwMode="auto" r:id="rId63">
            <p14:nvContentPartPr>
              <p14:cNvPr id="1049074" name="Encre 1049073"/>
              <p14:cNvContentPartPr/>
              <p14:nvPr/>
            </p14:nvContentPartPr>
            <p14:xfrm>
              <a:off x="1202188" y="2382400"/>
              <a:ext cx="30531" cy="241815"/>
            </p14:xfrm>
          </p:contentPart>
        </mc:Choice>
        <mc:Fallback xmlns="">
          <p:sp>
            <p:nvSpPr>
              <p:cNvPr id="1049074" name=""/>
              <p:cNvSpPr/>
              <p:nvPr/>
            </p:nvSpPr>
            <p:spPr>
              <a:xfrm>
                <a:off x="1202188" y="2382400"/>
                <a:ext cx="30531" cy="241815"/>
              </a:xfrm>
            </p:spPr>
          </p:sp>
        </mc:Fallback>
      </mc:AlternateContent>
      <mc:AlternateContent xmlns:mc="http://schemas.openxmlformats.org/markup-compatibility/2006" xmlns:p14="http://schemas.microsoft.com/office/powerpoint/2010/main">
        <mc:Choice Requires="p14">
          <p:contentPart p14:bwMode="auto" r:id="rId64">
            <p14:nvContentPartPr>
              <p14:cNvPr id="1049075" name="Encre 1049074"/>
              <p14:cNvContentPartPr/>
              <p14:nvPr/>
            </p14:nvContentPartPr>
            <p14:xfrm>
              <a:off x="1240662" y="2328045"/>
              <a:ext cx="214445" cy="21345"/>
            </p14:xfrm>
          </p:contentPart>
        </mc:Choice>
        <mc:Fallback xmlns="">
          <p:sp>
            <p:nvSpPr>
              <p:cNvPr id="1049075" name=""/>
              <p:cNvSpPr/>
              <p:nvPr/>
            </p:nvSpPr>
            <p:spPr>
              <a:xfrm>
                <a:off x="1240662" y="2328045"/>
                <a:ext cx="214445" cy="21345"/>
              </a:xfrm>
            </p:spPr>
          </p:sp>
        </mc:Fallback>
      </mc:AlternateContent>
      <mc:AlternateContent xmlns:mc="http://schemas.openxmlformats.org/markup-compatibility/2006" xmlns:p14="http://schemas.microsoft.com/office/powerpoint/2010/main">
        <mc:Choice Requires="p14">
          <p:contentPart p14:bwMode="auto" r:id="rId65">
            <p14:nvContentPartPr>
              <p14:cNvPr id="1049076" name="Encre 1049075"/>
              <p14:cNvContentPartPr/>
              <p14:nvPr/>
            </p14:nvContentPartPr>
            <p14:xfrm>
              <a:off x="1219041" y="2500636"/>
              <a:ext cx="226647" cy="19392"/>
            </p14:xfrm>
          </p:contentPart>
        </mc:Choice>
        <mc:Fallback xmlns="">
          <p:sp>
            <p:nvSpPr>
              <p:cNvPr id="1049076" name=""/>
              <p:cNvSpPr/>
              <p:nvPr/>
            </p:nvSpPr>
            <p:spPr>
              <a:xfrm>
                <a:off x="1219041" y="2500636"/>
                <a:ext cx="226647" cy="19392"/>
              </a:xfrm>
            </p:spPr>
          </p:sp>
        </mc:Fallback>
      </mc:AlternateContent>
      <mc:AlternateContent xmlns:mc="http://schemas.openxmlformats.org/markup-compatibility/2006" xmlns:p14="http://schemas.microsoft.com/office/powerpoint/2010/main">
        <mc:Choice Requires="p14">
          <p:contentPart p14:bwMode="auto" r:id="rId66">
            <p14:nvContentPartPr>
              <p14:cNvPr id="1049077" name="Encre 1049076"/>
              <p14:cNvContentPartPr/>
              <p14:nvPr/>
            </p14:nvContentPartPr>
            <p14:xfrm>
              <a:off x="1254782" y="2248372"/>
              <a:ext cx="200325" cy="4687"/>
            </p14:xfrm>
          </p:contentPart>
        </mc:Choice>
        <mc:Fallback xmlns="">
          <p:sp>
            <p:nvSpPr>
              <p:cNvPr id="1049077" name=""/>
              <p:cNvSpPr/>
              <p:nvPr/>
            </p:nvSpPr>
            <p:spPr>
              <a:xfrm>
                <a:off x="1254782" y="2248372"/>
                <a:ext cx="200325" cy="4687"/>
              </a:xfrm>
            </p:spPr>
          </p:sp>
        </mc:Fallback>
      </mc:AlternateContent>
      <mc:AlternateContent xmlns:mc="http://schemas.openxmlformats.org/markup-compatibility/2006" xmlns:p14="http://schemas.microsoft.com/office/powerpoint/2010/main">
        <mc:Choice Requires="p14">
          <p:contentPart p14:bwMode="auto" r:id="rId67">
            <p14:nvContentPartPr>
              <p14:cNvPr id="1049078" name="Encre 1049077"/>
              <p14:cNvContentPartPr/>
              <p14:nvPr/>
            </p14:nvContentPartPr>
            <p14:xfrm>
              <a:off x="1369505" y="2190045"/>
              <a:ext cx="99699" cy="130409"/>
            </p14:xfrm>
          </p:contentPart>
        </mc:Choice>
        <mc:Fallback xmlns="">
          <p:sp>
            <p:nvSpPr>
              <p:cNvPr id="1049078" name=""/>
              <p:cNvSpPr/>
              <p:nvPr/>
            </p:nvSpPr>
            <p:spPr>
              <a:xfrm>
                <a:off x="1369505" y="2190045"/>
                <a:ext cx="99699" cy="130409"/>
              </a:xfrm>
            </p:spPr>
          </p:sp>
        </mc:Fallback>
      </mc:AlternateContent>
      <mc:AlternateContent xmlns:mc="http://schemas.openxmlformats.org/markup-compatibility/2006" xmlns:p14="http://schemas.microsoft.com/office/powerpoint/2010/main">
        <mc:Choice Requires="p14">
          <p:contentPart p14:bwMode="auto" r:id="rId68">
            <p14:nvContentPartPr>
              <p14:cNvPr id="1049079" name="Encre 1049078"/>
              <p14:cNvContentPartPr/>
              <p14:nvPr/>
            </p14:nvContentPartPr>
            <p14:xfrm>
              <a:off x="1534062" y="2213624"/>
              <a:ext cx="147529" cy="425440"/>
            </p14:xfrm>
          </p:contentPart>
        </mc:Choice>
        <mc:Fallback xmlns="">
          <p:sp>
            <p:nvSpPr>
              <p:cNvPr id="1049079" name=""/>
              <p:cNvSpPr/>
              <p:nvPr/>
            </p:nvSpPr>
            <p:spPr>
              <a:xfrm>
                <a:off x="1534062" y="2213624"/>
                <a:ext cx="147529" cy="425440"/>
              </a:xfrm>
            </p:spPr>
          </p:sp>
        </mc:Fallback>
      </mc:AlternateContent>
      <mc:AlternateContent xmlns:mc="http://schemas.openxmlformats.org/markup-compatibility/2006" xmlns:p14="http://schemas.microsoft.com/office/powerpoint/2010/main">
        <mc:Choice Requires="p14">
          <p:contentPart p14:bwMode="auto" r:id="rId69">
            <p14:nvContentPartPr>
              <p14:cNvPr id="1049080" name="Encre 1049079"/>
              <p14:cNvContentPartPr/>
              <p14:nvPr/>
            </p14:nvContentPartPr>
            <p14:xfrm>
              <a:off x="1762654" y="2415108"/>
              <a:ext cx="157267" cy="13954"/>
            </p14:xfrm>
          </p:contentPart>
        </mc:Choice>
        <mc:Fallback xmlns="">
          <p:sp>
            <p:nvSpPr>
              <p:cNvPr id="1049080" name=""/>
              <p:cNvSpPr/>
              <p:nvPr/>
            </p:nvSpPr>
            <p:spPr>
              <a:xfrm>
                <a:off x="1762654" y="2415108"/>
                <a:ext cx="157267" cy="13954"/>
              </a:xfrm>
            </p:spPr>
          </p:sp>
        </mc:Fallback>
      </mc:AlternateContent>
      <mc:AlternateContent xmlns:mc="http://schemas.openxmlformats.org/markup-compatibility/2006" xmlns:p14="http://schemas.microsoft.com/office/powerpoint/2010/main">
        <mc:Choice Requires="p14">
          <p:contentPart p14:bwMode="auto" r:id="rId70">
            <p14:nvContentPartPr>
              <p14:cNvPr id="1049081" name="Encre 1049080"/>
              <p14:cNvContentPartPr/>
              <p14:nvPr/>
            </p14:nvContentPartPr>
            <p14:xfrm>
              <a:off x="1762654" y="2506808"/>
              <a:ext cx="166720" cy="38163"/>
            </p14:xfrm>
          </p:contentPart>
        </mc:Choice>
        <mc:Fallback xmlns="">
          <p:sp>
            <p:nvSpPr>
              <p:cNvPr id="1049081" name=""/>
              <p:cNvSpPr/>
              <p:nvPr/>
            </p:nvSpPr>
            <p:spPr>
              <a:xfrm>
                <a:off x="1762654" y="2506808"/>
                <a:ext cx="166720" cy="38163"/>
              </a:xfrm>
            </p:spPr>
          </p:sp>
        </mc:Fallback>
      </mc:AlternateContent>
      <mc:AlternateContent xmlns:mc="http://schemas.openxmlformats.org/markup-compatibility/2006" xmlns:p14="http://schemas.microsoft.com/office/powerpoint/2010/main">
        <mc:Choice Requires="p14">
          <p:contentPart p14:bwMode="auto" r:id="rId71">
            <p14:nvContentPartPr>
              <p14:cNvPr id="1049082" name="Encre 1049081"/>
              <p14:cNvContentPartPr/>
              <p14:nvPr/>
            </p14:nvContentPartPr>
            <p14:xfrm>
              <a:off x="2116238" y="2251057"/>
              <a:ext cx="246950" cy="299335"/>
            </p14:xfrm>
          </p:contentPart>
        </mc:Choice>
        <mc:Fallback xmlns="">
          <p:sp>
            <p:nvSpPr>
              <p:cNvPr id="1049082" name=""/>
              <p:cNvSpPr/>
              <p:nvPr/>
            </p:nvSpPr>
            <p:spPr>
              <a:xfrm>
                <a:off x="2116238" y="2251057"/>
                <a:ext cx="246950" cy="299335"/>
              </a:xfrm>
            </p:spPr>
          </p:sp>
        </mc:Fallback>
      </mc:AlternateContent>
      <mc:AlternateContent xmlns:mc="http://schemas.openxmlformats.org/markup-compatibility/2006" xmlns:p14="http://schemas.microsoft.com/office/powerpoint/2010/main">
        <mc:Choice Requires="p14">
          <p:contentPart p14:bwMode="auto" r:id="rId72">
            <p14:nvContentPartPr>
              <p14:cNvPr id="1049083" name="Encre 1049082"/>
              <p14:cNvContentPartPr/>
              <p14:nvPr/>
            </p14:nvContentPartPr>
            <p14:xfrm>
              <a:off x="2120062" y="2378429"/>
              <a:ext cx="214886" cy="21841"/>
            </p14:xfrm>
          </p:contentPart>
        </mc:Choice>
        <mc:Fallback xmlns="">
          <p:sp>
            <p:nvSpPr>
              <p:cNvPr id="1049083" name=""/>
              <p:cNvSpPr/>
              <p:nvPr/>
            </p:nvSpPr>
            <p:spPr>
              <a:xfrm>
                <a:off x="2120062" y="2378429"/>
                <a:ext cx="214886" cy="21841"/>
              </a:xfrm>
            </p:spPr>
          </p:sp>
        </mc:Fallback>
      </mc:AlternateContent>
      <mc:AlternateContent xmlns:mc="http://schemas.openxmlformats.org/markup-compatibility/2006" xmlns:p14="http://schemas.microsoft.com/office/powerpoint/2010/main">
        <mc:Choice Requires="p14">
          <p:contentPart p14:bwMode="auto" r:id="rId73">
            <p14:nvContentPartPr>
              <p14:cNvPr id="1049084" name="Encre 1049083"/>
              <p14:cNvContentPartPr/>
              <p14:nvPr/>
            </p14:nvContentPartPr>
            <p14:xfrm>
              <a:off x="2084321" y="2146610"/>
              <a:ext cx="271806" cy="8048"/>
            </p14:xfrm>
          </p:contentPart>
        </mc:Choice>
        <mc:Fallback xmlns="">
          <p:sp>
            <p:nvSpPr>
              <p:cNvPr id="1049084" name=""/>
              <p:cNvSpPr/>
              <p:nvPr/>
            </p:nvSpPr>
            <p:spPr>
              <a:xfrm>
                <a:off x="2084321" y="2146610"/>
                <a:ext cx="271806" cy="8048"/>
              </a:xfrm>
            </p:spPr>
          </p:sp>
        </mc:Fallback>
      </mc:AlternateContent>
      <mc:AlternateContent xmlns:mc="http://schemas.openxmlformats.org/markup-compatibility/2006" xmlns:p14="http://schemas.microsoft.com/office/powerpoint/2010/main">
        <mc:Choice Requires="p14">
          <p:contentPart p14:bwMode="auto" r:id="rId74">
            <p14:nvContentPartPr>
              <p14:cNvPr id="1049085" name="Encre 1049084"/>
              <p14:cNvContentPartPr/>
              <p14:nvPr/>
            </p14:nvContentPartPr>
            <p14:xfrm>
              <a:off x="2227726" y="2095977"/>
              <a:ext cx="170838" cy="124335"/>
            </p14:xfrm>
          </p:contentPart>
        </mc:Choice>
        <mc:Fallback xmlns="">
          <p:sp>
            <p:nvSpPr>
              <p:cNvPr id="1049085" name=""/>
              <p:cNvSpPr/>
              <p:nvPr/>
            </p:nvSpPr>
            <p:spPr>
              <a:xfrm>
                <a:off x="2227726" y="2095977"/>
                <a:ext cx="170838" cy="124335"/>
              </a:xfrm>
            </p:spPr>
          </p:sp>
        </mc:Fallback>
      </mc:AlternateContent>
      <mc:AlternateContent xmlns:mc="http://schemas.openxmlformats.org/markup-compatibility/2006" xmlns:p14="http://schemas.microsoft.com/office/powerpoint/2010/main">
        <mc:Choice Requires="p14">
          <p:contentPart p14:bwMode="auto" r:id="rId75">
            <p14:nvContentPartPr>
              <p14:cNvPr id="1049086" name="Encre 1049085"/>
              <p14:cNvContentPartPr/>
              <p14:nvPr/>
            </p14:nvContentPartPr>
            <p14:xfrm>
              <a:off x="2470852" y="2458101"/>
              <a:ext cx="11960" cy="30671"/>
            </p14:xfrm>
          </p:contentPart>
        </mc:Choice>
        <mc:Fallback xmlns="">
          <p:sp>
            <p:nvSpPr>
              <p:cNvPr id="1049086" name=""/>
              <p:cNvSpPr/>
              <p:nvPr/>
            </p:nvSpPr>
            <p:spPr>
              <a:xfrm>
                <a:off x="2470852" y="2458101"/>
                <a:ext cx="11960" cy="30671"/>
              </a:xfrm>
            </p:spPr>
          </p:sp>
        </mc:Fallback>
      </mc:AlternateContent>
      <mc:AlternateContent xmlns:mc="http://schemas.openxmlformats.org/markup-compatibility/2006" xmlns:p14="http://schemas.microsoft.com/office/powerpoint/2010/main">
        <mc:Choice Requires="p14">
          <p:contentPart p14:bwMode="auto" r:id="rId76">
            <p14:nvContentPartPr>
              <p14:cNvPr id="1049087" name="Encre 1049086"/>
              <p14:cNvContentPartPr/>
              <p14:nvPr/>
            </p14:nvContentPartPr>
            <p14:xfrm>
              <a:off x="2595226" y="2400271"/>
              <a:ext cx="118751" cy="57265"/>
            </p14:xfrm>
          </p:contentPart>
        </mc:Choice>
        <mc:Fallback xmlns="">
          <p:sp>
            <p:nvSpPr>
              <p:cNvPr id="1049087" name=""/>
              <p:cNvSpPr/>
              <p:nvPr/>
            </p:nvSpPr>
            <p:spPr>
              <a:xfrm>
                <a:off x="2595226" y="2400271"/>
                <a:ext cx="118751" cy="57265"/>
              </a:xfrm>
            </p:spPr>
          </p:sp>
        </mc:Fallback>
      </mc:AlternateContent>
      <mc:AlternateContent xmlns:mc="http://schemas.openxmlformats.org/markup-compatibility/2006" xmlns:p14="http://schemas.microsoft.com/office/powerpoint/2010/main">
        <mc:Choice Requires="p14">
          <p:contentPart p14:bwMode="auto" r:id="rId77">
            <p14:nvContentPartPr>
              <p14:cNvPr id="1049088" name="Encre 1049087"/>
              <p14:cNvContentPartPr/>
              <p14:nvPr/>
            </p14:nvContentPartPr>
            <p14:xfrm>
              <a:off x="2666001" y="2233480"/>
              <a:ext cx="62096" cy="257721"/>
            </p14:xfrm>
          </p:contentPart>
        </mc:Choice>
        <mc:Fallback xmlns="">
          <p:sp>
            <p:nvSpPr>
              <p:cNvPr id="1049088" name=""/>
              <p:cNvSpPr/>
              <p:nvPr/>
            </p:nvSpPr>
            <p:spPr>
              <a:xfrm>
                <a:off x="2666001" y="2233480"/>
                <a:ext cx="62096" cy="257721"/>
              </a:xfrm>
            </p:spPr>
          </p:sp>
        </mc:Fallback>
      </mc:AlternateContent>
      <mc:AlternateContent xmlns:mc="http://schemas.openxmlformats.org/markup-compatibility/2006" xmlns:p14="http://schemas.microsoft.com/office/powerpoint/2010/main">
        <mc:Choice Requires="p14">
          <p:contentPart p14:bwMode="auto" r:id="rId78">
            <p14:nvContentPartPr>
              <p14:cNvPr id="1049089" name="Encre 1049088"/>
              <p14:cNvContentPartPr/>
              <p14:nvPr/>
            </p14:nvContentPartPr>
            <p14:xfrm>
              <a:off x="2767955" y="2340983"/>
              <a:ext cx="145289" cy="101586"/>
            </p14:xfrm>
          </p:contentPart>
        </mc:Choice>
        <mc:Fallback xmlns="">
          <p:sp>
            <p:nvSpPr>
              <p:cNvPr id="1049089" name=""/>
              <p:cNvSpPr/>
              <p:nvPr/>
            </p:nvSpPr>
            <p:spPr>
              <a:xfrm>
                <a:off x="2767955" y="2340983"/>
                <a:ext cx="145289" cy="101586"/>
              </a:xfrm>
            </p:spPr>
          </p:sp>
        </mc:Fallback>
      </mc:AlternateContent>
      <mc:AlternateContent xmlns:mc="http://schemas.openxmlformats.org/markup-compatibility/2006" xmlns:p14="http://schemas.microsoft.com/office/powerpoint/2010/main">
        <mc:Choice Requires="p14">
          <p:contentPart p14:bwMode="auto" r:id="rId79">
            <p14:nvContentPartPr>
              <p14:cNvPr id="1049090" name="Encre 1049089"/>
              <p14:cNvContentPartPr/>
              <p14:nvPr/>
            </p14:nvContentPartPr>
            <p14:xfrm>
              <a:off x="2971748" y="2261325"/>
              <a:ext cx="225259" cy="197618"/>
            </p14:xfrm>
          </p:contentPart>
        </mc:Choice>
        <mc:Fallback xmlns="">
          <p:sp>
            <p:nvSpPr>
              <p:cNvPr id="1049090" name=""/>
              <p:cNvSpPr/>
              <p:nvPr/>
            </p:nvSpPr>
            <p:spPr>
              <a:xfrm>
                <a:off x="2971748" y="2261325"/>
                <a:ext cx="225259" cy="197618"/>
              </a:xfrm>
            </p:spPr>
          </p:sp>
        </mc:Fallback>
      </mc:AlternateContent>
      <mc:AlternateContent xmlns:mc="http://schemas.openxmlformats.org/markup-compatibility/2006" xmlns:p14="http://schemas.microsoft.com/office/powerpoint/2010/main">
        <mc:Choice Requires="p14">
          <p:contentPart p14:bwMode="auto" r:id="rId80">
            <p14:nvContentPartPr>
              <p14:cNvPr id="1049091" name="Encre 1049090"/>
              <p14:cNvContentPartPr/>
              <p14:nvPr/>
            </p14:nvContentPartPr>
            <p14:xfrm>
              <a:off x="2913861" y="2125017"/>
              <a:ext cx="262099" cy="28791"/>
            </p14:xfrm>
          </p:contentPart>
        </mc:Choice>
        <mc:Fallback xmlns="">
          <p:sp>
            <p:nvSpPr>
              <p:cNvPr id="1049091" name=""/>
              <p:cNvSpPr/>
              <p:nvPr/>
            </p:nvSpPr>
            <p:spPr>
              <a:xfrm>
                <a:off x="2913861" y="2125017"/>
                <a:ext cx="262099" cy="28791"/>
              </a:xfrm>
            </p:spPr>
          </p:sp>
        </mc:Fallback>
      </mc:AlternateContent>
      <mc:AlternateContent xmlns:mc="http://schemas.openxmlformats.org/markup-compatibility/2006" xmlns:p14="http://schemas.microsoft.com/office/powerpoint/2010/main">
        <mc:Choice Requires="p14">
          <p:contentPart p14:bwMode="auto" r:id="rId81">
            <p14:nvContentPartPr>
              <p14:cNvPr id="1049092" name="Encre 1049091"/>
              <p14:cNvContentPartPr/>
              <p14:nvPr/>
            </p14:nvContentPartPr>
            <p14:xfrm>
              <a:off x="3140661" y="2084808"/>
              <a:ext cx="61770" cy="155891"/>
            </p14:xfrm>
          </p:contentPart>
        </mc:Choice>
        <mc:Fallback xmlns="">
          <p:sp>
            <p:nvSpPr>
              <p:cNvPr id="1049092" name=""/>
              <p:cNvSpPr/>
              <p:nvPr/>
            </p:nvSpPr>
            <p:spPr>
              <a:xfrm>
                <a:off x="3140661" y="2084808"/>
                <a:ext cx="61770" cy="155891"/>
              </a:xfrm>
            </p:spPr>
          </p:sp>
        </mc:Fallback>
      </mc:AlternateContent>
      <mc:AlternateContent xmlns:mc="http://schemas.openxmlformats.org/markup-compatibility/2006" xmlns:p14="http://schemas.microsoft.com/office/powerpoint/2010/main">
        <mc:Choice Requires="p14">
          <p:contentPart p14:bwMode="auto" r:id="rId82">
            <p14:nvContentPartPr>
              <p14:cNvPr id="1049093" name="Encre 1049092"/>
              <p14:cNvContentPartPr/>
              <p14:nvPr/>
            </p14:nvContentPartPr>
            <p14:xfrm>
              <a:off x="3378933" y="2327994"/>
              <a:ext cx="168225" cy="7248"/>
            </p14:xfrm>
          </p:contentPart>
        </mc:Choice>
        <mc:Fallback xmlns="">
          <p:sp>
            <p:nvSpPr>
              <p:cNvPr id="1049093" name=""/>
              <p:cNvSpPr/>
              <p:nvPr/>
            </p:nvSpPr>
            <p:spPr>
              <a:xfrm>
                <a:off x="3378933" y="2327994"/>
                <a:ext cx="168225" cy="7248"/>
              </a:xfrm>
            </p:spPr>
          </p:sp>
        </mc:Fallback>
      </mc:AlternateContent>
      <mc:AlternateContent xmlns:mc="http://schemas.openxmlformats.org/markup-compatibility/2006" xmlns:p14="http://schemas.microsoft.com/office/powerpoint/2010/main">
        <mc:Choice Requires="p14">
          <p:contentPart p14:bwMode="auto" r:id="rId83">
            <p14:nvContentPartPr>
              <p14:cNvPr id="1049094" name="Encre 1049093"/>
              <p14:cNvContentPartPr/>
              <p14:nvPr/>
            </p14:nvContentPartPr>
            <p14:xfrm>
              <a:off x="3400554" y="2443954"/>
              <a:ext cx="164194" cy="948"/>
            </p14:xfrm>
          </p:contentPart>
        </mc:Choice>
        <mc:Fallback xmlns="">
          <p:sp>
            <p:nvSpPr>
              <p:cNvPr id="1049094" name=""/>
              <p:cNvSpPr/>
              <p:nvPr/>
            </p:nvSpPr>
            <p:spPr>
              <a:xfrm>
                <a:off x="3400554" y="2443954"/>
                <a:ext cx="164194" cy="948"/>
              </a:xfrm>
            </p:spPr>
          </p:sp>
        </mc:Fallback>
      </mc:AlternateContent>
      <mc:AlternateContent xmlns:mc="http://schemas.openxmlformats.org/markup-compatibility/2006" xmlns:p14="http://schemas.microsoft.com/office/powerpoint/2010/main">
        <mc:Choice Requires="p14">
          <p:contentPart p14:bwMode="auto" r:id="rId84">
            <p14:nvContentPartPr>
              <p14:cNvPr id="1049095" name="Encre 1049094"/>
              <p14:cNvContentPartPr/>
              <p14:nvPr/>
            </p14:nvContentPartPr>
            <p14:xfrm>
              <a:off x="3708102" y="2319322"/>
              <a:ext cx="166476" cy="22870"/>
            </p14:xfrm>
          </p:contentPart>
        </mc:Choice>
        <mc:Fallback xmlns="">
          <p:sp>
            <p:nvSpPr>
              <p:cNvPr id="1049095" name=""/>
              <p:cNvSpPr/>
              <p:nvPr/>
            </p:nvSpPr>
            <p:spPr>
              <a:xfrm>
                <a:off x="3708102" y="2319322"/>
                <a:ext cx="166476" cy="22870"/>
              </a:xfrm>
            </p:spPr>
          </p:sp>
        </mc:Fallback>
      </mc:AlternateContent>
      <mc:AlternateContent xmlns:mc="http://schemas.openxmlformats.org/markup-compatibility/2006" xmlns:p14="http://schemas.microsoft.com/office/powerpoint/2010/main">
        <mc:Choice Requires="p14">
          <p:contentPart p14:bwMode="auto" r:id="rId85">
            <p14:nvContentPartPr>
              <p14:cNvPr id="1049096" name="Encre 1049095"/>
              <p14:cNvContentPartPr/>
              <p14:nvPr/>
            </p14:nvContentPartPr>
            <p14:xfrm>
              <a:off x="3871295" y="2074136"/>
              <a:ext cx="189044" cy="297423"/>
            </p14:xfrm>
          </p:contentPart>
        </mc:Choice>
        <mc:Fallback xmlns="">
          <p:sp>
            <p:nvSpPr>
              <p:cNvPr id="1049096" name=""/>
              <p:cNvSpPr/>
              <p:nvPr/>
            </p:nvSpPr>
            <p:spPr>
              <a:xfrm>
                <a:off x="3871295" y="2074136"/>
                <a:ext cx="189044" cy="297423"/>
              </a:xfrm>
            </p:spPr>
          </p:sp>
        </mc:Fallback>
      </mc:AlternateContent>
      <mc:AlternateContent xmlns:mc="http://schemas.openxmlformats.org/markup-compatibility/2006" xmlns:p14="http://schemas.microsoft.com/office/powerpoint/2010/main">
        <mc:Choice Requires="p14">
          <p:contentPart p14:bwMode="auto" r:id="rId86">
            <p14:nvContentPartPr>
              <p14:cNvPr id="1049097" name="Encre 1049096"/>
              <p14:cNvContentPartPr/>
              <p14:nvPr/>
            </p14:nvContentPartPr>
            <p14:xfrm>
              <a:off x="4149905" y="2110373"/>
              <a:ext cx="22827" cy="182049"/>
            </p14:xfrm>
          </p:contentPart>
        </mc:Choice>
        <mc:Fallback xmlns="">
          <p:sp>
            <p:nvSpPr>
              <p:cNvPr id="1049097" name=""/>
              <p:cNvSpPr/>
              <p:nvPr/>
            </p:nvSpPr>
            <p:spPr>
              <a:xfrm>
                <a:off x="4149905" y="2110373"/>
                <a:ext cx="22827" cy="182049"/>
              </a:xfrm>
            </p:spPr>
          </p:sp>
        </mc:Fallback>
      </mc:AlternateContent>
      <mc:AlternateContent xmlns:mc="http://schemas.openxmlformats.org/markup-compatibility/2006" xmlns:p14="http://schemas.microsoft.com/office/powerpoint/2010/main">
        <mc:Choice Requires="p14">
          <p:contentPart p14:bwMode="auto" r:id="rId87">
            <p14:nvContentPartPr>
              <p14:cNvPr id="1049098" name="Encre 1049097"/>
              <p14:cNvContentPartPr/>
              <p14:nvPr/>
            </p14:nvContentPartPr>
            <p14:xfrm>
              <a:off x="4144051" y="1992642"/>
              <a:ext cx="173189" cy="245151"/>
            </p14:xfrm>
          </p:contentPart>
        </mc:Choice>
        <mc:Fallback xmlns="">
          <p:sp>
            <p:nvSpPr>
              <p:cNvPr id="1049098" name=""/>
              <p:cNvSpPr/>
              <p:nvPr/>
            </p:nvSpPr>
            <p:spPr>
              <a:xfrm>
                <a:off x="4144051" y="1992642"/>
                <a:ext cx="173189" cy="245151"/>
              </a:xfrm>
            </p:spPr>
          </p:sp>
        </mc:Fallback>
      </mc:AlternateContent>
      <mc:AlternateContent xmlns:mc="http://schemas.openxmlformats.org/markup-compatibility/2006" xmlns:p14="http://schemas.microsoft.com/office/powerpoint/2010/main">
        <mc:Choice Requires="p14">
          <p:contentPart p14:bwMode="auto" r:id="rId88">
            <p14:nvContentPartPr>
              <p14:cNvPr id="1049099" name="Encre 1049098"/>
              <p14:cNvContentPartPr/>
              <p14:nvPr/>
            </p14:nvContentPartPr>
            <p14:xfrm>
              <a:off x="4326494" y="2153808"/>
              <a:ext cx="171033" cy="98672"/>
            </p14:xfrm>
          </p:contentPart>
        </mc:Choice>
        <mc:Fallback xmlns="">
          <p:sp>
            <p:nvSpPr>
              <p:cNvPr id="1049099" name=""/>
              <p:cNvSpPr/>
              <p:nvPr/>
            </p:nvSpPr>
            <p:spPr>
              <a:xfrm>
                <a:off x="4326494" y="2153808"/>
                <a:ext cx="171033" cy="98672"/>
              </a:xfrm>
            </p:spPr>
          </p:sp>
        </mc:Fallback>
      </mc:AlternateContent>
      <mc:AlternateContent xmlns:mc="http://schemas.openxmlformats.org/markup-compatibility/2006" xmlns:p14="http://schemas.microsoft.com/office/powerpoint/2010/main">
        <mc:Choice Requires="p14">
          <p:contentPart p14:bwMode="auto" r:id="rId89">
            <p14:nvContentPartPr>
              <p14:cNvPr id="1049100" name="Encre 1049099"/>
              <p14:cNvContentPartPr/>
              <p14:nvPr/>
            </p14:nvContentPartPr>
            <p14:xfrm>
              <a:off x="3949517" y="2346660"/>
              <a:ext cx="472959" cy="60360"/>
            </p14:xfrm>
          </p:contentPart>
        </mc:Choice>
        <mc:Fallback xmlns="">
          <p:sp>
            <p:nvSpPr>
              <p:cNvPr id="1049100" name=""/>
              <p:cNvSpPr/>
              <p:nvPr/>
            </p:nvSpPr>
            <p:spPr>
              <a:xfrm>
                <a:off x="3949517" y="2346660"/>
                <a:ext cx="472959" cy="60360"/>
              </a:xfrm>
            </p:spPr>
          </p:sp>
        </mc:Fallback>
      </mc:AlternateContent>
      <mc:AlternateContent xmlns:mc="http://schemas.openxmlformats.org/markup-compatibility/2006" xmlns:p14="http://schemas.microsoft.com/office/powerpoint/2010/main">
        <mc:Choice Requires="p14">
          <p:contentPart p14:bwMode="auto" r:id="rId90">
            <p14:nvContentPartPr>
              <p14:cNvPr id="1049101" name="Encre 1049100"/>
              <p14:cNvContentPartPr/>
              <p14:nvPr/>
            </p14:nvContentPartPr>
            <p14:xfrm>
              <a:off x="4135230" y="2487141"/>
              <a:ext cx="104398" cy="161948"/>
            </p14:xfrm>
          </p:contentPart>
        </mc:Choice>
        <mc:Fallback xmlns="">
          <p:sp>
            <p:nvSpPr>
              <p:cNvPr id="1049101" name=""/>
              <p:cNvSpPr/>
              <p:nvPr/>
            </p:nvSpPr>
            <p:spPr>
              <a:xfrm>
                <a:off x="4135230" y="2487141"/>
                <a:ext cx="104398" cy="161948"/>
              </a:xfrm>
            </p:spPr>
          </p:sp>
        </mc:Fallback>
      </mc:AlternateContent>
      <mc:AlternateContent xmlns:mc="http://schemas.openxmlformats.org/markup-compatibility/2006" xmlns:p14="http://schemas.microsoft.com/office/powerpoint/2010/main">
        <mc:Choice Requires="p14">
          <p:contentPart p14:bwMode="auto" r:id="rId91">
            <p14:nvContentPartPr>
              <p14:cNvPr id="1049102" name="Encre 1049101"/>
              <p14:cNvContentPartPr/>
              <p14:nvPr/>
            </p14:nvContentPartPr>
            <p14:xfrm>
              <a:off x="4330257" y="2477682"/>
              <a:ext cx="97650" cy="104222"/>
            </p14:xfrm>
          </p:contentPart>
        </mc:Choice>
        <mc:Fallback xmlns="">
          <p:sp>
            <p:nvSpPr>
              <p:cNvPr id="1049102" name=""/>
              <p:cNvSpPr/>
              <p:nvPr/>
            </p:nvSpPr>
            <p:spPr>
              <a:xfrm>
                <a:off x="4330257" y="2477682"/>
                <a:ext cx="97650" cy="104222"/>
              </a:xfrm>
            </p:spPr>
          </p:sp>
        </mc:Fallback>
      </mc:AlternateContent>
      <mc:AlternateContent xmlns:mc="http://schemas.openxmlformats.org/markup-compatibility/2006" xmlns:p14="http://schemas.microsoft.com/office/powerpoint/2010/main">
        <mc:Choice Requires="p14">
          <p:contentPart p14:bwMode="auto" r:id="rId92">
            <p14:nvContentPartPr>
              <p14:cNvPr id="1049103" name="Encre 1049102"/>
              <p14:cNvContentPartPr/>
              <p14:nvPr/>
            </p14:nvContentPartPr>
            <p14:xfrm>
              <a:off x="4029769" y="2204689"/>
              <a:ext cx="1664" cy="71587"/>
            </p14:xfrm>
          </p:contentPart>
        </mc:Choice>
        <mc:Fallback xmlns="">
          <p:sp>
            <p:nvSpPr>
              <p:cNvPr id="1049103" name=""/>
              <p:cNvSpPr/>
              <p:nvPr/>
            </p:nvSpPr>
            <p:spPr>
              <a:xfrm>
                <a:off x="4029769" y="2204689"/>
                <a:ext cx="1664" cy="71587"/>
              </a:xfrm>
            </p:spPr>
          </p:sp>
        </mc:Fallback>
      </mc:AlternateContent>
      <mc:AlternateContent xmlns:mc="http://schemas.openxmlformats.org/markup-compatibility/2006" xmlns:p14="http://schemas.microsoft.com/office/powerpoint/2010/main">
        <mc:Choice Requires="p14">
          <p:contentPart p14:bwMode="auto" r:id="rId93">
            <p14:nvContentPartPr>
              <p14:cNvPr id="1049104" name="Encre 1049103"/>
              <p14:cNvContentPartPr/>
              <p14:nvPr/>
            </p14:nvContentPartPr>
            <p14:xfrm>
              <a:off x="4701785" y="2182848"/>
              <a:ext cx="146756" cy="114257"/>
            </p14:xfrm>
          </p:contentPart>
        </mc:Choice>
        <mc:Fallback xmlns="">
          <p:sp>
            <p:nvSpPr>
              <p:cNvPr id="1049104" name=""/>
              <p:cNvSpPr/>
              <p:nvPr/>
            </p:nvSpPr>
            <p:spPr>
              <a:xfrm>
                <a:off x="4701785" y="2182848"/>
                <a:ext cx="146756" cy="114257"/>
              </a:xfrm>
            </p:spPr>
          </p:sp>
        </mc:Fallback>
      </mc:AlternateContent>
      <mc:AlternateContent xmlns:mc="http://schemas.openxmlformats.org/markup-compatibility/2006" xmlns:p14="http://schemas.microsoft.com/office/powerpoint/2010/main">
        <mc:Choice Requires="p14">
          <p:contentPart p14:bwMode="auto" r:id="rId94">
            <p14:nvContentPartPr>
              <p14:cNvPr id="1049105" name="Encre 1049104"/>
              <p14:cNvContentPartPr/>
              <p14:nvPr/>
            </p14:nvContentPartPr>
            <p14:xfrm>
              <a:off x="4790834" y="2001661"/>
              <a:ext cx="54355" cy="354039"/>
            </p14:xfrm>
          </p:contentPart>
        </mc:Choice>
        <mc:Fallback xmlns="">
          <p:sp>
            <p:nvSpPr>
              <p:cNvPr id="1049105" name=""/>
              <p:cNvSpPr/>
              <p:nvPr/>
            </p:nvSpPr>
            <p:spPr>
              <a:xfrm>
                <a:off x="4790834" y="2001661"/>
                <a:ext cx="54355" cy="354039"/>
              </a:xfrm>
            </p:spPr>
          </p:sp>
        </mc:Fallback>
      </mc:AlternateContent>
      <mc:AlternateContent xmlns:mc="http://schemas.openxmlformats.org/markup-compatibility/2006" xmlns:p14="http://schemas.microsoft.com/office/powerpoint/2010/main">
        <mc:Choice Requires="p14">
          <p:contentPart p14:bwMode="auto" r:id="rId95">
            <p14:nvContentPartPr>
              <p14:cNvPr id="1049106" name="Encre 1049105"/>
              <p14:cNvContentPartPr/>
              <p14:nvPr/>
            </p14:nvContentPartPr>
            <p14:xfrm>
              <a:off x="4854882" y="2144781"/>
              <a:ext cx="122070" cy="99955"/>
            </p14:xfrm>
          </p:contentPart>
        </mc:Choice>
        <mc:Fallback xmlns="">
          <p:sp>
            <p:nvSpPr>
              <p:cNvPr id="1049106" name=""/>
              <p:cNvSpPr/>
              <p:nvPr/>
            </p:nvSpPr>
            <p:spPr>
              <a:xfrm>
                <a:off x="4854882" y="2144781"/>
                <a:ext cx="122070" cy="99955"/>
              </a:xfrm>
            </p:spPr>
          </p:sp>
        </mc:Fallback>
      </mc:AlternateContent>
      <mc:AlternateContent xmlns:mc="http://schemas.openxmlformats.org/markup-compatibility/2006" xmlns:p14="http://schemas.microsoft.com/office/powerpoint/2010/main">
        <mc:Choice Requires="p14">
          <p:contentPart p14:bwMode="auto" r:id="rId96">
            <p14:nvContentPartPr>
              <p14:cNvPr id="1049107" name="Encre 1049106"/>
              <p14:cNvContentPartPr/>
              <p14:nvPr/>
            </p14:nvContentPartPr>
            <p14:xfrm>
              <a:off x="5006219" y="2148055"/>
              <a:ext cx="142617" cy="124273"/>
            </p14:xfrm>
          </p:contentPart>
        </mc:Choice>
        <mc:Fallback xmlns="">
          <p:sp>
            <p:nvSpPr>
              <p:cNvPr id="1049107" name=""/>
              <p:cNvSpPr/>
              <p:nvPr/>
            </p:nvSpPr>
            <p:spPr>
              <a:xfrm>
                <a:off x="5006219" y="2148055"/>
                <a:ext cx="142617" cy="124273"/>
              </a:xfrm>
            </p:spPr>
          </p:sp>
        </mc:Fallback>
      </mc:AlternateContent>
      <mc:AlternateContent xmlns:mc="http://schemas.openxmlformats.org/markup-compatibility/2006" xmlns:p14="http://schemas.microsoft.com/office/powerpoint/2010/main">
        <mc:Choice Requires="p14">
          <p:contentPart p14:bwMode="auto" r:id="rId97">
            <p14:nvContentPartPr>
              <p14:cNvPr id="1049108" name="Encre 1049107"/>
              <p14:cNvContentPartPr/>
              <p14:nvPr/>
            </p14:nvContentPartPr>
            <p14:xfrm>
              <a:off x="4987717" y="2029642"/>
              <a:ext cx="167667" cy="14205"/>
            </p14:xfrm>
          </p:contentPart>
        </mc:Choice>
        <mc:Fallback xmlns="">
          <p:sp>
            <p:nvSpPr>
              <p:cNvPr id="1049108" name=""/>
              <p:cNvSpPr/>
              <p:nvPr/>
            </p:nvSpPr>
            <p:spPr>
              <a:xfrm>
                <a:off x="4987717" y="2029642"/>
                <a:ext cx="167667" cy="14205"/>
              </a:xfrm>
            </p:spPr>
          </p:sp>
        </mc:Fallback>
      </mc:AlternateContent>
      <mc:AlternateContent xmlns:mc="http://schemas.openxmlformats.org/markup-compatibility/2006" xmlns:p14="http://schemas.microsoft.com/office/powerpoint/2010/main">
        <mc:Choice Requires="p14">
          <p:contentPart p14:bwMode="auto" r:id="rId98">
            <p14:nvContentPartPr>
              <p14:cNvPr id="1049109" name="Encre 1049108"/>
              <p14:cNvContentPartPr/>
              <p14:nvPr/>
            </p14:nvContentPartPr>
            <p14:xfrm>
              <a:off x="5124056" y="1958226"/>
              <a:ext cx="76211" cy="115909"/>
            </p14:xfrm>
          </p:contentPart>
        </mc:Choice>
        <mc:Fallback xmlns="">
          <p:sp>
            <p:nvSpPr>
              <p:cNvPr id="1049109" name=""/>
              <p:cNvSpPr/>
              <p:nvPr/>
            </p:nvSpPr>
            <p:spPr>
              <a:xfrm>
                <a:off x="5124056" y="1958226"/>
                <a:ext cx="76211" cy="115909"/>
              </a:xfrm>
            </p:spPr>
          </p:sp>
        </mc:Fallback>
      </mc:AlternateContent>
      <mc:AlternateContent xmlns:mc="http://schemas.openxmlformats.org/markup-compatibility/2006" xmlns:p14="http://schemas.microsoft.com/office/powerpoint/2010/main">
        <mc:Choice Requires="p14">
          <p:contentPart p14:bwMode="auto" r:id="rId99">
            <p14:nvContentPartPr>
              <p14:cNvPr id="1049110" name="Encre 1049109"/>
              <p14:cNvContentPartPr/>
              <p14:nvPr/>
            </p14:nvContentPartPr>
            <p14:xfrm>
              <a:off x="5265836" y="2211887"/>
              <a:ext cx="8242" cy="75048"/>
            </p14:xfrm>
          </p:contentPart>
        </mc:Choice>
        <mc:Fallback xmlns="">
          <p:sp>
            <p:nvSpPr>
              <p:cNvPr id="1049110" name=""/>
              <p:cNvSpPr/>
              <p:nvPr/>
            </p:nvSpPr>
            <p:spPr>
              <a:xfrm>
                <a:off x="5265836" y="2211887"/>
                <a:ext cx="8242" cy="75048"/>
              </a:xfrm>
            </p:spPr>
          </p:sp>
        </mc:Fallback>
      </mc:AlternateContent>
      <mc:AlternateContent xmlns:mc="http://schemas.openxmlformats.org/markup-compatibility/2006" xmlns:p14="http://schemas.microsoft.com/office/powerpoint/2010/main">
        <mc:Choice Requires="p14">
          <p:contentPart p14:bwMode="auto" r:id="rId100">
            <p14:nvContentPartPr>
              <p14:cNvPr id="1049111" name="Encre 1049110"/>
              <p14:cNvContentPartPr/>
              <p14:nvPr/>
            </p14:nvContentPartPr>
            <p14:xfrm>
              <a:off x="5370552" y="2117571"/>
              <a:ext cx="123903" cy="142877"/>
            </p14:xfrm>
          </p:contentPart>
        </mc:Choice>
        <mc:Fallback xmlns="">
          <p:sp>
            <p:nvSpPr>
              <p:cNvPr id="1049111" name=""/>
              <p:cNvSpPr/>
              <p:nvPr/>
            </p:nvSpPr>
            <p:spPr>
              <a:xfrm>
                <a:off x="5370552" y="2117571"/>
                <a:ext cx="123903" cy="142877"/>
              </a:xfrm>
            </p:spPr>
          </p:sp>
        </mc:Fallback>
      </mc:AlternateContent>
      <mc:AlternateContent xmlns:mc="http://schemas.openxmlformats.org/markup-compatibility/2006" xmlns:p14="http://schemas.microsoft.com/office/powerpoint/2010/main">
        <mc:Choice Requires="p14">
          <p:contentPart p14:bwMode="auto" r:id="rId101">
            <p14:nvContentPartPr>
              <p14:cNvPr id="1049112" name="Encre 1049111"/>
              <p14:cNvContentPartPr/>
              <p14:nvPr/>
            </p14:nvContentPartPr>
            <p14:xfrm>
              <a:off x="5544205" y="2204689"/>
              <a:ext cx="118695" cy="118655"/>
            </p14:xfrm>
          </p:contentPart>
        </mc:Choice>
        <mc:Fallback xmlns="">
          <p:sp>
            <p:nvSpPr>
              <p:cNvPr id="1049112" name=""/>
              <p:cNvSpPr/>
              <p:nvPr/>
            </p:nvSpPr>
            <p:spPr>
              <a:xfrm>
                <a:off x="5544205" y="2204689"/>
                <a:ext cx="118695" cy="118655"/>
              </a:xfrm>
            </p:spPr>
          </p:sp>
        </mc:Fallback>
      </mc:AlternateContent>
      <mc:AlternateContent xmlns:mc="http://schemas.openxmlformats.org/markup-compatibility/2006" xmlns:p14="http://schemas.microsoft.com/office/powerpoint/2010/main">
        <mc:Choice Requires="p14">
          <p:contentPart p14:bwMode="auto" r:id="rId102">
            <p14:nvContentPartPr>
              <p14:cNvPr id="1049113" name="Encre 1049112"/>
              <p14:cNvContentPartPr/>
              <p14:nvPr/>
            </p14:nvContentPartPr>
            <p14:xfrm>
              <a:off x="5431603" y="2034960"/>
              <a:ext cx="200952" cy="17830"/>
            </p14:xfrm>
          </p:contentPart>
        </mc:Choice>
        <mc:Fallback xmlns="">
          <p:sp>
            <p:nvSpPr>
              <p:cNvPr id="1049113" name=""/>
              <p:cNvSpPr/>
              <p:nvPr/>
            </p:nvSpPr>
            <p:spPr>
              <a:xfrm>
                <a:off x="5431603" y="2034960"/>
                <a:ext cx="200952" cy="17830"/>
              </a:xfrm>
            </p:spPr>
          </p:sp>
        </mc:Fallback>
      </mc:AlternateContent>
      <mc:AlternateContent xmlns:mc="http://schemas.openxmlformats.org/markup-compatibility/2006" xmlns:p14="http://schemas.microsoft.com/office/powerpoint/2010/main">
        <mc:Choice Requires="p14">
          <p:contentPart p14:bwMode="auto" r:id="rId103">
            <p14:nvContentPartPr>
              <p14:cNvPr id="1049114" name="Encre 1049113"/>
              <p14:cNvContentPartPr/>
              <p14:nvPr/>
            </p14:nvContentPartPr>
            <p14:xfrm>
              <a:off x="5560005" y="1980068"/>
              <a:ext cx="68283" cy="160540"/>
            </p14:xfrm>
          </p:contentPart>
        </mc:Choice>
        <mc:Fallback xmlns="">
          <p:sp>
            <p:nvSpPr>
              <p:cNvPr id="1049114" name=""/>
              <p:cNvSpPr/>
              <p:nvPr/>
            </p:nvSpPr>
            <p:spPr>
              <a:xfrm>
                <a:off x="5560005" y="1980068"/>
                <a:ext cx="68283" cy="160540"/>
              </a:xfrm>
            </p:spPr>
          </p:sp>
        </mc:Fallback>
      </mc:AlternateContent>
      <mc:AlternateContent xmlns:mc="http://schemas.openxmlformats.org/markup-compatibility/2006" xmlns:p14="http://schemas.microsoft.com/office/powerpoint/2010/main">
        <mc:Choice Requires="p14">
          <p:contentPart p14:bwMode="auto" r:id="rId104">
            <p14:nvContentPartPr>
              <p14:cNvPr id="1049115" name="Encre 1049114"/>
              <p14:cNvContentPartPr/>
              <p14:nvPr/>
            </p14:nvContentPartPr>
            <p14:xfrm>
              <a:off x="4732119" y="1806111"/>
              <a:ext cx="985410" cy="181961"/>
            </p14:xfrm>
          </p:contentPart>
        </mc:Choice>
        <mc:Fallback xmlns="">
          <p:sp>
            <p:nvSpPr>
              <p:cNvPr id="1049115" name=""/>
              <p:cNvSpPr/>
              <p:nvPr/>
            </p:nvSpPr>
            <p:spPr>
              <a:xfrm>
                <a:off x="4732119" y="1806111"/>
                <a:ext cx="985410" cy="181961"/>
              </a:xfrm>
            </p:spPr>
          </p:sp>
        </mc:Fallback>
      </mc:AlternateContent>
      <mc:AlternateContent xmlns:mc="http://schemas.openxmlformats.org/markup-compatibility/2006" xmlns:p14="http://schemas.microsoft.com/office/powerpoint/2010/main">
        <mc:Choice Requires="p14">
          <p:contentPart p14:bwMode="auto" r:id="rId105">
            <p14:nvContentPartPr>
              <p14:cNvPr id="1049116" name="Encre 1049115"/>
              <p14:cNvContentPartPr/>
              <p14:nvPr/>
            </p14:nvContentPartPr>
            <p14:xfrm>
              <a:off x="5107983" y="1664614"/>
              <a:ext cx="137053" cy="85241"/>
            </p14:xfrm>
          </p:contentPart>
        </mc:Choice>
        <mc:Fallback xmlns="">
          <p:sp>
            <p:nvSpPr>
              <p:cNvPr id="1049116" name=""/>
              <p:cNvSpPr/>
              <p:nvPr/>
            </p:nvSpPr>
            <p:spPr>
              <a:xfrm>
                <a:off x="5107983" y="1664614"/>
                <a:ext cx="137053" cy="85241"/>
              </a:xfrm>
            </p:spPr>
          </p:sp>
        </mc:Fallback>
      </mc:AlternateContent>
      <mc:AlternateContent xmlns:mc="http://schemas.openxmlformats.org/markup-compatibility/2006" xmlns:p14="http://schemas.microsoft.com/office/powerpoint/2010/main">
        <mc:Choice Requires="p14">
          <p:contentPart p14:bwMode="auto" r:id="rId106">
            <p14:nvContentPartPr>
              <p14:cNvPr id="1049117" name="Encre 1049116"/>
              <p14:cNvContentPartPr/>
              <p14:nvPr/>
            </p14:nvContentPartPr>
            <p14:xfrm>
              <a:off x="5189936" y="1509232"/>
              <a:ext cx="55462" cy="227818"/>
            </p14:xfrm>
          </p:contentPart>
        </mc:Choice>
        <mc:Fallback xmlns="">
          <p:sp>
            <p:nvSpPr>
              <p:cNvPr id="1049117" name=""/>
              <p:cNvSpPr/>
              <p:nvPr/>
            </p:nvSpPr>
            <p:spPr>
              <a:xfrm>
                <a:off x="5189936" y="1509232"/>
                <a:ext cx="55462" cy="227818"/>
              </a:xfrm>
            </p:spPr>
          </p:sp>
        </mc:Fallback>
      </mc:AlternateContent>
      <mc:AlternateContent xmlns:mc="http://schemas.openxmlformats.org/markup-compatibility/2006" xmlns:p14="http://schemas.microsoft.com/office/powerpoint/2010/main">
        <mc:Choice Requires="p14">
          <p:contentPart p14:bwMode="auto" r:id="rId107">
            <p14:nvContentPartPr>
              <p14:cNvPr id="1049118" name="Encre 1049117"/>
              <p14:cNvContentPartPr/>
              <p14:nvPr/>
            </p14:nvContentPartPr>
            <p14:xfrm>
              <a:off x="5274079" y="1614460"/>
              <a:ext cx="155136" cy="87977"/>
            </p14:xfrm>
          </p:contentPart>
        </mc:Choice>
        <mc:Fallback xmlns="">
          <p:sp>
            <p:nvSpPr>
              <p:cNvPr id="1049118" name=""/>
              <p:cNvSpPr/>
              <p:nvPr/>
            </p:nvSpPr>
            <p:spPr>
              <a:xfrm>
                <a:off x="5274079" y="1614460"/>
                <a:ext cx="155136" cy="87977"/>
              </a:xfrm>
            </p:spPr>
          </p:sp>
        </mc:Fallback>
      </mc:AlternateContent>
      <mc:AlternateContent xmlns:mc="http://schemas.openxmlformats.org/markup-compatibility/2006" xmlns:p14="http://schemas.microsoft.com/office/powerpoint/2010/main">
        <mc:Choice Requires="p14">
          <p:contentPart p14:bwMode="auto" r:id="rId108">
            <p14:nvContentPartPr>
              <p14:cNvPr id="1049119" name="Encre 1049118"/>
              <p14:cNvContentPartPr/>
              <p14:nvPr/>
            </p14:nvContentPartPr>
            <p14:xfrm>
              <a:off x="1820016" y="3241516"/>
              <a:ext cx="159780" cy="6109"/>
            </p14:xfrm>
          </p:contentPart>
        </mc:Choice>
        <mc:Fallback xmlns="">
          <p:sp>
            <p:nvSpPr>
              <p:cNvPr id="1049119" name=""/>
              <p:cNvSpPr/>
              <p:nvPr/>
            </p:nvSpPr>
            <p:spPr>
              <a:xfrm>
                <a:off x="1820016" y="3241516"/>
                <a:ext cx="159780" cy="6109"/>
              </a:xfrm>
            </p:spPr>
          </p:sp>
        </mc:Fallback>
      </mc:AlternateContent>
      <mc:AlternateContent xmlns:mc="http://schemas.openxmlformats.org/markup-compatibility/2006" xmlns:p14="http://schemas.microsoft.com/office/powerpoint/2010/main">
        <mc:Choice Requires="p14">
          <p:contentPart p14:bwMode="auto" r:id="rId109">
            <p14:nvContentPartPr>
              <p14:cNvPr id="1049120" name="Encre 1049119"/>
              <p14:cNvContentPartPr/>
              <p14:nvPr/>
            </p14:nvContentPartPr>
            <p14:xfrm>
              <a:off x="1855757" y="3398423"/>
              <a:ext cx="152431" cy="18764"/>
            </p14:xfrm>
          </p:contentPart>
        </mc:Choice>
        <mc:Fallback xmlns="">
          <p:sp>
            <p:nvSpPr>
              <p:cNvPr id="1049120" name=""/>
              <p:cNvSpPr/>
              <p:nvPr/>
            </p:nvSpPr>
            <p:spPr>
              <a:xfrm>
                <a:off x="1855757" y="3398423"/>
                <a:ext cx="152431" cy="18764"/>
              </a:xfrm>
            </p:spPr>
          </p:sp>
        </mc:Fallback>
      </mc:AlternateContent>
      <mc:AlternateContent xmlns:mc="http://schemas.openxmlformats.org/markup-compatibility/2006" xmlns:p14="http://schemas.microsoft.com/office/powerpoint/2010/main">
        <mc:Choice Requires="p14">
          <p:contentPart p14:bwMode="auto" r:id="rId110">
            <p14:nvContentPartPr>
              <p14:cNvPr id="1049121" name="Encre 1049120"/>
              <p14:cNvContentPartPr/>
              <p14:nvPr/>
            </p14:nvContentPartPr>
            <p14:xfrm>
              <a:off x="2113002" y="3356641"/>
              <a:ext cx="165617" cy="6894"/>
            </p14:xfrm>
          </p:contentPart>
        </mc:Choice>
        <mc:Fallback xmlns="">
          <p:sp>
            <p:nvSpPr>
              <p:cNvPr id="1049121" name=""/>
              <p:cNvSpPr/>
              <p:nvPr/>
            </p:nvSpPr>
            <p:spPr>
              <a:xfrm>
                <a:off x="2113002" y="3356641"/>
                <a:ext cx="165617" cy="6894"/>
              </a:xfrm>
            </p:spPr>
          </p:sp>
        </mc:Fallback>
      </mc:AlternateContent>
      <mc:AlternateContent xmlns:mc="http://schemas.openxmlformats.org/markup-compatibility/2006" xmlns:p14="http://schemas.microsoft.com/office/powerpoint/2010/main">
        <mc:Choice Requires="p14">
          <p:contentPart p14:bwMode="auto" r:id="rId111">
            <p14:nvContentPartPr>
              <p14:cNvPr id="1049122" name="Encre 1049121"/>
              <p14:cNvContentPartPr/>
              <p14:nvPr/>
            </p14:nvContentPartPr>
            <p14:xfrm>
              <a:off x="2417295" y="3247564"/>
              <a:ext cx="174898" cy="137754"/>
            </p14:xfrm>
          </p:contentPart>
        </mc:Choice>
        <mc:Fallback xmlns="">
          <p:sp>
            <p:nvSpPr>
              <p:cNvPr id="1049122" name=""/>
              <p:cNvSpPr/>
              <p:nvPr/>
            </p:nvSpPr>
            <p:spPr>
              <a:xfrm>
                <a:off x="2417295" y="3247564"/>
                <a:ext cx="174898" cy="137754"/>
              </a:xfrm>
            </p:spPr>
          </p:sp>
        </mc:Fallback>
      </mc:AlternateContent>
      <mc:AlternateContent xmlns:mc="http://schemas.openxmlformats.org/markup-compatibility/2006" xmlns:p14="http://schemas.microsoft.com/office/powerpoint/2010/main">
        <mc:Choice Requires="p14">
          <p:contentPart p14:bwMode="auto" r:id="rId112">
            <p14:nvContentPartPr>
              <p14:cNvPr id="1049123" name="Encre 1049122"/>
              <p14:cNvContentPartPr/>
              <p14:nvPr/>
            </p14:nvContentPartPr>
            <p14:xfrm>
              <a:off x="2563513" y="2994214"/>
              <a:ext cx="48233" cy="370746"/>
            </p14:xfrm>
          </p:contentPart>
        </mc:Choice>
        <mc:Fallback xmlns="">
          <p:sp>
            <p:nvSpPr>
              <p:cNvPr id="1049123" name=""/>
              <p:cNvSpPr/>
              <p:nvPr/>
            </p:nvSpPr>
            <p:spPr>
              <a:xfrm>
                <a:off x="2563513" y="2994214"/>
                <a:ext cx="48233" cy="370746"/>
              </a:xfrm>
            </p:spPr>
          </p:sp>
        </mc:Fallback>
      </mc:AlternateContent>
      <mc:AlternateContent xmlns:mc="http://schemas.openxmlformats.org/markup-compatibility/2006" xmlns:p14="http://schemas.microsoft.com/office/powerpoint/2010/main">
        <mc:Choice Requires="p14">
          <p:contentPart p14:bwMode="auto" r:id="rId113">
            <p14:nvContentPartPr>
              <p14:cNvPr id="1049124" name="Encre 1049123"/>
              <p14:cNvContentPartPr/>
              <p14:nvPr/>
            </p14:nvContentPartPr>
            <p14:xfrm>
              <a:off x="2899526" y="3049015"/>
              <a:ext cx="253822" cy="255656"/>
            </p14:xfrm>
          </p:contentPart>
        </mc:Choice>
        <mc:Fallback xmlns="">
          <p:sp>
            <p:nvSpPr>
              <p:cNvPr id="1049124" name=""/>
              <p:cNvSpPr/>
              <p:nvPr/>
            </p:nvSpPr>
            <p:spPr>
              <a:xfrm>
                <a:off x="2899526" y="3049015"/>
                <a:ext cx="253822" cy="255656"/>
              </a:xfrm>
            </p:spPr>
          </p:sp>
        </mc:Fallback>
      </mc:AlternateContent>
      <mc:AlternateContent xmlns:mc="http://schemas.openxmlformats.org/markup-compatibility/2006" xmlns:p14="http://schemas.microsoft.com/office/powerpoint/2010/main">
        <mc:Choice Requires="p14">
          <p:contentPart p14:bwMode="auto" r:id="rId114">
            <p14:nvContentPartPr>
              <p14:cNvPr id="1049125" name="Encre 1049124"/>
              <p14:cNvContentPartPr/>
              <p14:nvPr/>
            </p14:nvContentPartPr>
            <p14:xfrm>
              <a:off x="3176030" y="3027996"/>
              <a:ext cx="153042" cy="220126"/>
            </p14:xfrm>
          </p:contentPart>
        </mc:Choice>
        <mc:Fallback xmlns="">
          <p:sp>
            <p:nvSpPr>
              <p:cNvPr id="1049125" name=""/>
              <p:cNvSpPr/>
              <p:nvPr/>
            </p:nvSpPr>
            <p:spPr>
              <a:xfrm>
                <a:off x="3176030" y="3027996"/>
                <a:ext cx="153042" cy="220126"/>
              </a:xfrm>
            </p:spPr>
          </p:sp>
        </mc:Fallback>
      </mc:AlternateContent>
      <mc:AlternateContent xmlns:mc="http://schemas.openxmlformats.org/markup-compatibility/2006" xmlns:p14="http://schemas.microsoft.com/office/powerpoint/2010/main">
        <mc:Choice Requires="p14">
          <p:contentPart p14:bwMode="auto" r:id="rId115">
            <p14:nvContentPartPr>
              <p14:cNvPr id="1049126" name="Encre 1049125"/>
              <p14:cNvContentPartPr/>
              <p14:nvPr/>
            </p14:nvContentPartPr>
            <p14:xfrm>
              <a:off x="3385993" y="3152195"/>
              <a:ext cx="218620" cy="88261"/>
            </p14:xfrm>
          </p:contentPart>
        </mc:Choice>
        <mc:Fallback xmlns="">
          <p:sp>
            <p:nvSpPr>
              <p:cNvPr id="1049126" name=""/>
              <p:cNvSpPr/>
              <p:nvPr/>
            </p:nvSpPr>
            <p:spPr>
              <a:xfrm>
                <a:off x="3385993" y="3152195"/>
                <a:ext cx="218620" cy="88261"/>
              </a:xfrm>
            </p:spPr>
          </p:sp>
        </mc:Fallback>
      </mc:AlternateContent>
      <mc:AlternateContent xmlns:mc="http://schemas.openxmlformats.org/markup-compatibility/2006" xmlns:p14="http://schemas.microsoft.com/office/powerpoint/2010/main">
        <mc:Choice Requires="p14">
          <p:contentPart p14:bwMode="auto" r:id="rId116">
            <p14:nvContentPartPr>
              <p14:cNvPr id="1049127" name="Encre 1049126"/>
              <p14:cNvContentPartPr/>
              <p14:nvPr/>
            </p14:nvContentPartPr>
            <p14:xfrm>
              <a:off x="2799579" y="3276666"/>
              <a:ext cx="134593" cy="2764"/>
            </p14:xfrm>
          </p:contentPart>
        </mc:Choice>
        <mc:Fallback xmlns="">
          <p:sp>
            <p:nvSpPr>
              <p:cNvPr id="1049127" name=""/>
              <p:cNvSpPr/>
              <p:nvPr/>
            </p:nvSpPr>
            <p:spPr>
              <a:xfrm>
                <a:off x="2799579" y="3276666"/>
                <a:ext cx="134593" cy="2764"/>
              </a:xfrm>
            </p:spPr>
          </p:sp>
        </mc:Fallback>
      </mc:AlternateContent>
      <mc:AlternateContent xmlns:mc="http://schemas.openxmlformats.org/markup-compatibility/2006" xmlns:p14="http://schemas.microsoft.com/office/powerpoint/2010/main">
        <mc:Choice Requires="p14">
          <p:contentPart p14:bwMode="auto" r:id="rId117">
            <p14:nvContentPartPr>
              <p14:cNvPr id="1049128" name="Encre 1049127"/>
              <p14:cNvContentPartPr/>
              <p14:nvPr/>
            </p14:nvContentPartPr>
            <p14:xfrm>
              <a:off x="2921363" y="3353686"/>
              <a:ext cx="637162" cy="46086"/>
            </p14:xfrm>
          </p:contentPart>
        </mc:Choice>
        <mc:Fallback xmlns="">
          <p:sp>
            <p:nvSpPr>
              <p:cNvPr id="1049128" name=""/>
              <p:cNvSpPr/>
              <p:nvPr/>
            </p:nvSpPr>
            <p:spPr>
              <a:xfrm>
                <a:off x="2921363" y="3353686"/>
                <a:ext cx="637162" cy="46086"/>
              </a:xfrm>
            </p:spPr>
          </p:sp>
        </mc:Fallback>
      </mc:AlternateContent>
      <mc:AlternateContent xmlns:mc="http://schemas.openxmlformats.org/markup-compatibility/2006" xmlns:p14="http://schemas.microsoft.com/office/powerpoint/2010/main">
        <mc:Choice Requires="p14">
          <p:contentPart p14:bwMode="auto" r:id="rId118">
            <p14:nvContentPartPr>
              <p14:cNvPr id="1049129" name="Encre 1049128"/>
              <p14:cNvContentPartPr/>
              <p14:nvPr/>
            </p14:nvContentPartPr>
            <p14:xfrm>
              <a:off x="3193169" y="3514954"/>
              <a:ext cx="144334" cy="151942"/>
            </p14:xfrm>
          </p:contentPart>
        </mc:Choice>
        <mc:Fallback xmlns="">
          <p:sp>
            <p:nvSpPr>
              <p:cNvPr id="1049129" name=""/>
              <p:cNvSpPr/>
              <p:nvPr/>
            </p:nvSpPr>
            <p:spPr>
              <a:xfrm>
                <a:off x="3193169" y="3514954"/>
                <a:ext cx="144334" cy="151942"/>
              </a:xfrm>
            </p:spPr>
          </p:sp>
        </mc:Fallback>
      </mc:AlternateContent>
      <mc:AlternateContent xmlns:mc="http://schemas.openxmlformats.org/markup-compatibility/2006" xmlns:p14="http://schemas.microsoft.com/office/powerpoint/2010/main">
        <mc:Choice Requires="p14">
          <p:contentPart p14:bwMode="auto" r:id="rId119">
            <p14:nvContentPartPr>
              <p14:cNvPr id="1049130" name="Encre 1049129"/>
              <p14:cNvContentPartPr/>
              <p14:nvPr/>
            </p14:nvContentPartPr>
            <p14:xfrm>
              <a:off x="2735814" y="2951027"/>
              <a:ext cx="139625" cy="742736"/>
            </p14:xfrm>
          </p:contentPart>
        </mc:Choice>
        <mc:Fallback xmlns="">
          <p:sp>
            <p:nvSpPr>
              <p:cNvPr id="1049130" name=""/>
              <p:cNvSpPr/>
              <p:nvPr/>
            </p:nvSpPr>
            <p:spPr>
              <a:xfrm>
                <a:off x="2735814" y="2951027"/>
                <a:ext cx="139625" cy="742736"/>
              </a:xfrm>
            </p:spPr>
          </p:sp>
        </mc:Fallback>
      </mc:AlternateContent>
      <mc:AlternateContent xmlns:mc="http://schemas.openxmlformats.org/markup-compatibility/2006" xmlns:p14="http://schemas.microsoft.com/office/powerpoint/2010/main">
        <mc:Choice Requires="p14">
          <p:contentPart p14:bwMode="auto" r:id="rId120">
            <p14:nvContentPartPr>
              <p14:cNvPr id="1049131" name="Encre 1049130"/>
              <p14:cNvContentPartPr/>
              <p14:nvPr/>
            </p14:nvContentPartPr>
            <p14:xfrm>
              <a:off x="3557637" y="2952764"/>
              <a:ext cx="208127" cy="903448"/>
            </p14:xfrm>
          </p:contentPart>
        </mc:Choice>
        <mc:Fallback xmlns="">
          <p:sp>
            <p:nvSpPr>
              <p:cNvPr id="1049131" name=""/>
              <p:cNvSpPr/>
              <p:nvPr/>
            </p:nvSpPr>
            <p:spPr>
              <a:xfrm>
                <a:off x="3557637" y="2952764"/>
                <a:ext cx="208127" cy="903448"/>
              </a:xfrm>
            </p:spPr>
          </p:sp>
        </mc:Fallback>
      </mc:AlternateContent>
      <mc:AlternateContent xmlns:mc="http://schemas.openxmlformats.org/markup-compatibility/2006" xmlns:p14="http://schemas.microsoft.com/office/powerpoint/2010/main">
        <mc:Choice Requires="p14">
          <p:contentPart p14:bwMode="auto" r:id="rId121">
            <p14:nvContentPartPr>
              <p14:cNvPr id="1049132" name="Encre 1049131"/>
              <p14:cNvContentPartPr/>
              <p14:nvPr/>
            </p14:nvContentPartPr>
            <p14:xfrm>
              <a:off x="1927238" y="3991016"/>
              <a:ext cx="200630" cy="3196"/>
            </p14:xfrm>
          </p:contentPart>
        </mc:Choice>
        <mc:Fallback xmlns="">
          <p:sp>
            <p:nvSpPr>
              <p:cNvPr id="1049132" name=""/>
              <p:cNvSpPr/>
              <p:nvPr/>
            </p:nvSpPr>
            <p:spPr>
              <a:xfrm>
                <a:off x="1927238" y="3991016"/>
                <a:ext cx="200630" cy="3196"/>
              </a:xfrm>
            </p:spPr>
          </p:sp>
        </mc:Fallback>
      </mc:AlternateContent>
      <mc:AlternateContent xmlns:mc="http://schemas.openxmlformats.org/markup-compatibility/2006" xmlns:p14="http://schemas.microsoft.com/office/powerpoint/2010/main">
        <mc:Choice Requires="p14">
          <p:contentPart p14:bwMode="auto" r:id="rId122">
            <p14:nvContentPartPr>
              <p14:cNvPr id="1049133" name="Encre 1049132"/>
              <p14:cNvContentPartPr/>
              <p14:nvPr/>
            </p14:nvContentPartPr>
            <p14:xfrm>
              <a:off x="1920178" y="4078316"/>
              <a:ext cx="186121" cy="13981"/>
            </p14:xfrm>
          </p:contentPart>
        </mc:Choice>
        <mc:Fallback xmlns="">
          <p:sp>
            <p:nvSpPr>
              <p:cNvPr id="1049133" name=""/>
              <p:cNvSpPr/>
              <p:nvPr/>
            </p:nvSpPr>
            <p:spPr>
              <a:xfrm>
                <a:off x="1920178" y="4078316"/>
                <a:ext cx="186121" cy="13981"/>
              </a:xfrm>
            </p:spPr>
          </p:sp>
        </mc:Fallback>
      </mc:AlternateContent>
      <mc:AlternateContent xmlns:mc="http://schemas.openxmlformats.org/markup-compatibility/2006" xmlns:p14="http://schemas.microsoft.com/office/powerpoint/2010/main">
        <mc:Choice Requires="p14">
          <p:contentPart p14:bwMode="auto" r:id="rId123">
            <p14:nvContentPartPr>
              <p14:cNvPr id="1049134" name="Encre 1049133"/>
              <p14:cNvContentPartPr/>
              <p14:nvPr/>
            </p14:nvContentPartPr>
            <p14:xfrm>
              <a:off x="2248906" y="4089037"/>
              <a:ext cx="157905" cy="6192"/>
            </p14:xfrm>
          </p:contentPart>
        </mc:Choice>
        <mc:Fallback xmlns="">
          <p:sp>
            <p:nvSpPr>
              <p:cNvPr id="1049134" name=""/>
              <p:cNvSpPr/>
              <p:nvPr/>
            </p:nvSpPr>
            <p:spPr>
              <a:xfrm>
                <a:off x="2248906" y="4089037"/>
                <a:ext cx="157905" cy="6192"/>
              </a:xfrm>
            </p:spPr>
          </p:sp>
        </mc:Fallback>
      </mc:AlternateContent>
      <mc:AlternateContent xmlns:mc="http://schemas.openxmlformats.org/markup-compatibility/2006" xmlns:p14="http://schemas.microsoft.com/office/powerpoint/2010/main">
        <mc:Choice Requires="p14">
          <p:contentPart p14:bwMode="auto" r:id="rId124">
            <p14:nvContentPartPr>
              <p14:cNvPr id="1049135" name="Encre 1049134"/>
              <p14:cNvContentPartPr/>
              <p14:nvPr/>
            </p14:nvContentPartPr>
            <p14:xfrm>
              <a:off x="2517162" y="4058967"/>
              <a:ext cx="123082" cy="122376"/>
            </p14:xfrm>
          </p:contentPart>
        </mc:Choice>
        <mc:Fallback xmlns="">
          <p:sp>
            <p:nvSpPr>
              <p:cNvPr id="1049135" name=""/>
              <p:cNvSpPr/>
              <p:nvPr/>
            </p:nvSpPr>
            <p:spPr>
              <a:xfrm>
                <a:off x="2517162" y="4058967"/>
                <a:ext cx="123082" cy="122376"/>
              </a:xfrm>
            </p:spPr>
          </p:sp>
        </mc:Fallback>
      </mc:AlternateContent>
      <mc:AlternateContent xmlns:mc="http://schemas.openxmlformats.org/markup-compatibility/2006" xmlns:p14="http://schemas.microsoft.com/office/powerpoint/2010/main">
        <mc:Choice Requires="p14">
          <p:contentPart p14:bwMode="auto" r:id="rId125">
            <p14:nvContentPartPr>
              <p14:cNvPr id="1049136" name="Encre 1049135"/>
              <p14:cNvContentPartPr/>
              <p14:nvPr/>
            </p14:nvContentPartPr>
            <p14:xfrm>
              <a:off x="2645273" y="3852738"/>
              <a:ext cx="25462" cy="322164"/>
            </p14:xfrm>
          </p:contentPart>
        </mc:Choice>
        <mc:Fallback xmlns="">
          <p:sp>
            <p:nvSpPr>
              <p:cNvPr id="1049136" name=""/>
              <p:cNvSpPr/>
              <p:nvPr/>
            </p:nvSpPr>
            <p:spPr>
              <a:xfrm>
                <a:off x="2645273" y="3852738"/>
                <a:ext cx="25462" cy="322164"/>
              </a:xfrm>
            </p:spPr>
          </p:sp>
        </mc:Fallback>
      </mc:AlternateContent>
      <mc:AlternateContent xmlns:mc="http://schemas.openxmlformats.org/markup-compatibility/2006" xmlns:p14="http://schemas.microsoft.com/office/powerpoint/2010/main">
        <mc:Choice Requires="p14">
          <p:contentPart p14:bwMode="auto" r:id="rId126">
            <p14:nvContentPartPr>
              <p14:cNvPr id="1049137" name="Encre 1049136"/>
              <p14:cNvContentPartPr/>
              <p14:nvPr/>
            </p14:nvContentPartPr>
            <p14:xfrm>
              <a:off x="2849881" y="3906846"/>
              <a:ext cx="172587" cy="295905"/>
            </p14:xfrm>
          </p:contentPart>
        </mc:Choice>
        <mc:Fallback xmlns="">
          <p:sp>
            <p:nvSpPr>
              <p:cNvPr id="1049137" name=""/>
              <p:cNvSpPr/>
              <p:nvPr/>
            </p:nvSpPr>
            <p:spPr>
              <a:xfrm>
                <a:off x="2849881" y="3906846"/>
                <a:ext cx="172587" cy="295905"/>
              </a:xfrm>
            </p:spPr>
          </p:sp>
        </mc:Fallback>
      </mc:AlternateContent>
      <mc:AlternateContent xmlns:mc="http://schemas.openxmlformats.org/markup-compatibility/2006" xmlns:p14="http://schemas.microsoft.com/office/powerpoint/2010/main">
        <mc:Choice Requires="p14">
          <p:contentPart p14:bwMode="auto" r:id="rId127">
            <p14:nvContentPartPr>
              <p14:cNvPr id="1049138" name="Encre 1049137"/>
              <p14:cNvContentPartPr/>
              <p14:nvPr/>
            </p14:nvContentPartPr>
            <p14:xfrm>
              <a:off x="2812632" y="3906846"/>
              <a:ext cx="208893" cy="7132"/>
            </p14:xfrm>
          </p:contentPart>
        </mc:Choice>
        <mc:Fallback xmlns="">
          <p:sp>
            <p:nvSpPr>
              <p:cNvPr id="1049138" name=""/>
              <p:cNvSpPr/>
              <p:nvPr/>
            </p:nvSpPr>
            <p:spPr>
              <a:xfrm>
                <a:off x="2812632" y="3906846"/>
                <a:ext cx="208893" cy="7132"/>
              </a:xfrm>
            </p:spPr>
          </p:sp>
        </mc:Fallback>
      </mc:AlternateContent>
      <mc:AlternateContent xmlns:mc="http://schemas.openxmlformats.org/markup-compatibility/2006" xmlns:p14="http://schemas.microsoft.com/office/powerpoint/2010/main">
        <mc:Choice Requires="p14">
          <p:contentPart p14:bwMode="auto" r:id="rId128">
            <p14:nvContentPartPr>
              <p14:cNvPr id="1049139" name="Encre 1049138"/>
              <p14:cNvContentPartPr/>
              <p14:nvPr/>
            </p14:nvContentPartPr>
            <p14:xfrm>
              <a:off x="2874784" y="4022755"/>
              <a:ext cx="118059" cy="19826"/>
            </p14:xfrm>
          </p:contentPart>
        </mc:Choice>
        <mc:Fallback xmlns="">
          <p:sp>
            <p:nvSpPr>
              <p:cNvPr id="1049139" name=""/>
              <p:cNvSpPr/>
              <p:nvPr/>
            </p:nvSpPr>
            <p:spPr>
              <a:xfrm>
                <a:off x="2874784" y="4022755"/>
                <a:ext cx="118059" cy="19826"/>
              </a:xfrm>
            </p:spPr>
          </p:sp>
        </mc:Fallback>
      </mc:AlternateContent>
      <mc:AlternateContent xmlns:mc="http://schemas.openxmlformats.org/markup-compatibility/2006" xmlns:p14="http://schemas.microsoft.com/office/powerpoint/2010/main">
        <mc:Choice Requires="p14">
          <p:contentPart p14:bwMode="auto" r:id="rId129">
            <p14:nvContentPartPr>
              <p14:cNvPr id="1049140" name="Encre 1049139"/>
              <p14:cNvContentPartPr/>
              <p14:nvPr/>
            </p14:nvContentPartPr>
            <p14:xfrm>
              <a:off x="3071386" y="4140281"/>
              <a:ext cx="128358" cy="271825"/>
            </p14:xfrm>
          </p:contentPart>
        </mc:Choice>
        <mc:Fallback xmlns="">
          <p:sp>
            <p:nvSpPr>
              <p:cNvPr id="1049140" name=""/>
              <p:cNvSpPr/>
              <p:nvPr/>
            </p:nvSpPr>
            <p:spPr>
              <a:xfrm>
                <a:off x="3071386" y="4140281"/>
                <a:ext cx="128358" cy="271825"/>
              </a:xfrm>
            </p:spPr>
          </p:sp>
        </mc:Fallback>
      </mc:AlternateContent>
      <mc:AlternateContent xmlns:mc="http://schemas.openxmlformats.org/markup-compatibility/2006" xmlns:p14="http://schemas.microsoft.com/office/powerpoint/2010/main">
        <mc:Choice Requires="p14">
          <p:contentPart p14:bwMode="auto" r:id="rId130">
            <p14:nvContentPartPr>
              <p14:cNvPr id="1049141" name="Encre 1049140"/>
              <p14:cNvContentPartPr/>
              <p14:nvPr/>
            </p14:nvContentPartPr>
            <p14:xfrm>
              <a:off x="3325476" y="4247626"/>
              <a:ext cx="31836" cy="21840"/>
            </p14:xfrm>
          </p:contentPart>
        </mc:Choice>
        <mc:Fallback xmlns="">
          <p:sp>
            <p:nvSpPr>
              <p:cNvPr id="1049141" name=""/>
              <p:cNvSpPr/>
              <p:nvPr/>
            </p:nvSpPr>
            <p:spPr>
              <a:xfrm>
                <a:off x="3325476" y="4247626"/>
                <a:ext cx="31836" cy="21840"/>
              </a:xfrm>
            </p:spPr>
          </p:sp>
        </mc:Fallback>
      </mc:AlternateContent>
      <mc:AlternateContent xmlns:mc="http://schemas.openxmlformats.org/markup-compatibility/2006" xmlns:p14="http://schemas.microsoft.com/office/powerpoint/2010/main">
        <mc:Choice Requires="p14">
          <p:contentPart p14:bwMode="auto" r:id="rId131">
            <p14:nvContentPartPr>
              <p14:cNvPr id="1049142" name="Encre 1049141"/>
              <p14:cNvContentPartPr/>
              <p14:nvPr/>
            </p14:nvContentPartPr>
            <p14:xfrm>
              <a:off x="728330" y="4575000"/>
              <a:ext cx="226657" cy="331110"/>
            </p14:xfrm>
          </p:contentPart>
        </mc:Choice>
        <mc:Fallback xmlns="">
          <p:sp>
            <p:nvSpPr>
              <p:cNvPr id="1049142" name=""/>
              <p:cNvSpPr/>
              <p:nvPr/>
            </p:nvSpPr>
            <p:spPr>
              <a:xfrm>
                <a:off x="728330" y="4575000"/>
                <a:ext cx="226657" cy="331110"/>
              </a:xfrm>
            </p:spPr>
          </p:sp>
        </mc:Fallback>
      </mc:AlternateContent>
      <mc:AlternateContent xmlns:mc="http://schemas.openxmlformats.org/markup-compatibility/2006" xmlns:p14="http://schemas.microsoft.com/office/powerpoint/2010/main">
        <mc:Choice Requires="p14">
          <p:contentPart p14:bwMode="auto" r:id="rId132">
            <p14:nvContentPartPr>
              <p14:cNvPr id="1049143" name="Encre 1049142"/>
              <p14:cNvContentPartPr/>
              <p14:nvPr/>
            </p14:nvContentPartPr>
            <p14:xfrm>
              <a:off x="711168" y="4754697"/>
              <a:ext cx="219717" cy="14742"/>
            </p14:xfrm>
          </p:contentPart>
        </mc:Choice>
        <mc:Fallback xmlns="">
          <p:sp>
            <p:nvSpPr>
              <p:cNvPr id="1049143" name=""/>
              <p:cNvSpPr/>
              <p:nvPr/>
            </p:nvSpPr>
            <p:spPr>
              <a:xfrm>
                <a:off x="711168" y="4754697"/>
                <a:ext cx="219717" cy="14742"/>
              </a:xfrm>
            </p:spPr>
          </p:sp>
        </mc:Fallback>
      </mc:AlternateContent>
      <mc:AlternateContent xmlns:mc="http://schemas.openxmlformats.org/markup-compatibility/2006" xmlns:p14="http://schemas.microsoft.com/office/powerpoint/2010/main">
        <mc:Choice Requires="p14">
          <p:contentPart p14:bwMode="auto" r:id="rId133">
            <p14:nvContentPartPr>
              <p14:cNvPr id="1049144" name="Encre 1049143"/>
              <p14:cNvContentPartPr/>
              <p14:nvPr/>
            </p14:nvContentPartPr>
            <p14:xfrm>
              <a:off x="963830" y="4922481"/>
              <a:ext cx="67128" cy="249549"/>
            </p14:xfrm>
          </p:contentPart>
        </mc:Choice>
        <mc:Fallback xmlns="">
          <p:sp>
            <p:nvSpPr>
              <p:cNvPr id="1049144" name=""/>
              <p:cNvSpPr/>
              <p:nvPr/>
            </p:nvSpPr>
            <p:spPr>
              <a:xfrm>
                <a:off x="963830" y="4922481"/>
                <a:ext cx="67128" cy="249549"/>
              </a:xfrm>
            </p:spPr>
          </p:sp>
        </mc:Fallback>
      </mc:AlternateContent>
      <mc:AlternateContent xmlns:mc="http://schemas.openxmlformats.org/markup-compatibility/2006" xmlns:p14="http://schemas.microsoft.com/office/powerpoint/2010/main">
        <mc:Choice Requires="p14">
          <p:contentPart p14:bwMode="auto" r:id="rId134">
            <p14:nvContentPartPr>
              <p14:cNvPr id="1049145" name="Encre 1049144"/>
              <p14:cNvContentPartPr/>
              <p14:nvPr/>
            </p14:nvContentPartPr>
            <p14:xfrm>
              <a:off x="1106014" y="4652935"/>
              <a:ext cx="84346" cy="358326"/>
            </p14:xfrm>
          </p:contentPart>
        </mc:Choice>
        <mc:Fallback xmlns="">
          <p:sp>
            <p:nvSpPr>
              <p:cNvPr id="1049145" name=""/>
              <p:cNvSpPr/>
              <p:nvPr/>
            </p:nvSpPr>
            <p:spPr>
              <a:xfrm>
                <a:off x="1106014" y="4652935"/>
                <a:ext cx="84346" cy="358326"/>
              </a:xfrm>
            </p:spPr>
          </p:sp>
        </mc:Fallback>
      </mc:AlternateContent>
      <mc:AlternateContent xmlns:mc="http://schemas.openxmlformats.org/markup-compatibility/2006" xmlns:p14="http://schemas.microsoft.com/office/powerpoint/2010/main">
        <mc:Choice Requires="p14">
          <p:contentPart p14:bwMode="auto" r:id="rId135">
            <p14:nvContentPartPr>
              <p14:cNvPr id="1049146" name="Encre 1049145"/>
              <p14:cNvContentPartPr/>
              <p14:nvPr/>
            </p14:nvContentPartPr>
            <p14:xfrm>
              <a:off x="1233602" y="4794925"/>
              <a:ext cx="136245" cy="135225"/>
            </p14:xfrm>
          </p:contentPart>
        </mc:Choice>
        <mc:Fallback xmlns="">
          <p:sp>
            <p:nvSpPr>
              <p:cNvPr id="1049146" name=""/>
              <p:cNvSpPr/>
              <p:nvPr/>
            </p:nvSpPr>
            <p:spPr>
              <a:xfrm>
                <a:off x="1233602" y="4794925"/>
                <a:ext cx="136245" cy="135225"/>
              </a:xfrm>
            </p:spPr>
          </p:sp>
        </mc:Fallback>
      </mc:AlternateContent>
      <mc:AlternateContent xmlns:mc="http://schemas.openxmlformats.org/markup-compatibility/2006" xmlns:p14="http://schemas.microsoft.com/office/powerpoint/2010/main">
        <mc:Choice Requires="p14">
          <p:contentPart p14:bwMode="auto" r:id="rId136">
            <p14:nvContentPartPr>
              <p14:cNvPr id="1049147" name="Encre 1049146"/>
              <p14:cNvContentPartPr/>
              <p14:nvPr/>
            </p14:nvContentPartPr>
            <p14:xfrm>
              <a:off x="1340824" y="4660629"/>
              <a:ext cx="102268" cy="340034"/>
            </p14:xfrm>
          </p:contentPart>
        </mc:Choice>
        <mc:Fallback xmlns="">
          <p:sp>
            <p:nvSpPr>
              <p:cNvPr id="1049147" name=""/>
              <p:cNvSpPr/>
              <p:nvPr/>
            </p:nvSpPr>
            <p:spPr>
              <a:xfrm>
                <a:off x="1340824" y="4660629"/>
                <a:ext cx="102268" cy="340034"/>
              </a:xfrm>
            </p:spPr>
          </p:sp>
        </mc:Fallback>
      </mc:AlternateContent>
      <mc:AlternateContent xmlns:mc="http://schemas.openxmlformats.org/markup-compatibility/2006" xmlns:p14="http://schemas.microsoft.com/office/powerpoint/2010/main">
        <mc:Choice Requires="p14">
          <p:contentPart p14:bwMode="auto" r:id="rId137">
            <p14:nvContentPartPr>
              <p14:cNvPr id="1049148" name="Encre 1049147"/>
              <p14:cNvContentPartPr/>
              <p14:nvPr/>
            </p14:nvContentPartPr>
            <p14:xfrm>
              <a:off x="1562329" y="4837844"/>
              <a:ext cx="135903" cy="10672"/>
            </p14:xfrm>
          </p:contentPart>
        </mc:Choice>
        <mc:Fallback xmlns="">
          <p:sp>
            <p:nvSpPr>
              <p:cNvPr id="1049148" name=""/>
              <p:cNvSpPr/>
              <p:nvPr/>
            </p:nvSpPr>
            <p:spPr>
              <a:xfrm>
                <a:off x="1562329" y="4837844"/>
                <a:ext cx="135903" cy="10672"/>
              </a:xfrm>
            </p:spPr>
          </p:sp>
        </mc:Fallback>
      </mc:AlternateContent>
      <mc:AlternateContent xmlns:mc="http://schemas.openxmlformats.org/markup-compatibility/2006" xmlns:p14="http://schemas.microsoft.com/office/powerpoint/2010/main">
        <mc:Choice Requires="p14">
          <p:contentPart p14:bwMode="auto" r:id="rId138">
            <p14:nvContentPartPr>
              <p14:cNvPr id="1049149" name="Encre 1049148"/>
              <p14:cNvContentPartPr/>
              <p14:nvPr/>
            </p14:nvContentPartPr>
            <p14:xfrm>
              <a:off x="1591010" y="4957229"/>
              <a:ext cx="143097" cy="8357"/>
            </p14:xfrm>
          </p:contentPart>
        </mc:Choice>
        <mc:Fallback xmlns="">
          <p:sp>
            <p:nvSpPr>
              <p:cNvPr id="1049149" name=""/>
              <p:cNvSpPr/>
              <p:nvPr/>
            </p:nvSpPr>
            <p:spPr>
              <a:xfrm>
                <a:off x="1591010" y="4957229"/>
                <a:ext cx="143097" cy="8357"/>
              </a:xfrm>
            </p:spPr>
          </p:sp>
        </mc:Fallback>
      </mc:AlternateContent>
      <mc:AlternateContent xmlns:mc="http://schemas.openxmlformats.org/markup-compatibility/2006" xmlns:p14="http://schemas.microsoft.com/office/powerpoint/2010/main">
        <mc:Choice Requires="p14">
          <p:contentPart p14:bwMode="auto" r:id="rId139">
            <p14:nvContentPartPr>
              <p14:cNvPr id="1049150" name="Encre 1049149"/>
              <p14:cNvContentPartPr/>
              <p14:nvPr/>
            </p14:nvContentPartPr>
            <p14:xfrm>
              <a:off x="1869877" y="4855375"/>
              <a:ext cx="183438" cy="18762"/>
            </p14:xfrm>
          </p:contentPart>
        </mc:Choice>
        <mc:Fallback xmlns="">
          <p:sp>
            <p:nvSpPr>
              <p:cNvPr id="1049150" name=""/>
              <p:cNvSpPr/>
              <p:nvPr/>
            </p:nvSpPr>
            <p:spPr>
              <a:xfrm>
                <a:off x="1869877" y="4855375"/>
                <a:ext cx="183438" cy="18762"/>
              </a:xfrm>
            </p:spPr>
          </p:sp>
        </mc:Fallback>
      </mc:AlternateContent>
      <mc:AlternateContent xmlns:mc="http://schemas.openxmlformats.org/markup-compatibility/2006" xmlns:p14="http://schemas.microsoft.com/office/powerpoint/2010/main">
        <mc:Choice Requires="p14">
          <p:contentPart p14:bwMode="auto" r:id="rId140">
            <p14:nvContentPartPr>
              <p14:cNvPr id="1049151" name="Encre 1049150"/>
              <p14:cNvContentPartPr/>
              <p14:nvPr/>
            </p14:nvContentPartPr>
            <p14:xfrm>
              <a:off x="2152032" y="4652126"/>
              <a:ext cx="176042" cy="276701"/>
            </p14:xfrm>
          </p:contentPart>
        </mc:Choice>
        <mc:Fallback xmlns="">
          <p:sp>
            <p:nvSpPr>
              <p:cNvPr id="1049151" name=""/>
              <p:cNvSpPr/>
              <p:nvPr/>
            </p:nvSpPr>
            <p:spPr>
              <a:xfrm>
                <a:off x="2152032" y="4652126"/>
                <a:ext cx="176042" cy="276701"/>
              </a:xfrm>
            </p:spPr>
          </p:sp>
        </mc:Fallback>
      </mc:AlternateContent>
      <mc:AlternateContent xmlns:mc="http://schemas.openxmlformats.org/markup-compatibility/2006" xmlns:p14="http://schemas.microsoft.com/office/powerpoint/2010/main">
        <mc:Choice Requires="p14">
          <p:contentPart p14:bwMode="auto" r:id="rId141">
            <p14:nvContentPartPr>
              <p14:cNvPr id="1049152" name="Encre 1049151"/>
              <p14:cNvContentPartPr/>
              <p14:nvPr/>
            </p14:nvContentPartPr>
            <p14:xfrm>
              <a:off x="2406430" y="4681975"/>
              <a:ext cx="17706" cy="249177"/>
            </p14:xfrm>
          </p:contentPart>
        </mc:Choice>
        <mc:Fallback xmlns="">
          <p:sp>
            <p:nvSpPr>
              <p:cNvPr id="1049152" name=""/>
              <p:cNvSpPr/>
              <p:nvPr/>
            </p:nvSpPr>
            <p:spPr>
              <a:xfrm>
                <a:off x="2406430" y="4681975"/>
                <a:ext cx="17706" cy="249177"/>
              </a:xfrm>
            </p:spPr>
          </p:sp>
        </mc:Fallback>
      </mc:AlternateContent>
      <mc:AlternateContent xmlns:mc="http://schemas.openxmlformats.org/markup-compatibility/2006" xmlns:p14="http://schemas.microsoft.com/office/powerpoint/2010/main">
        <mc:Choice Requires="p14">
          <p:contentPart p14:bwMode="auto" r:id="rId142">
            <p14:nvContentPartPr>
              <p14:cNvPr id="1049153" name="Encre 1049152"/>
              <p14:cNvContentPartPr/>
              <p14:nvPr/>
            </p14:nvContentPartPr>
            <p14:xfrm>
              <a:off x="2377749" y="4627361"/>
              <a:ext cx="176976" cy="237735"/>
            </p14:xfrm>
          </p:contentPart>
        </mc:Choice>
        <mc:Fallback xmlns="">
          <p:sp>
            <p:nvSpPr>
              <p:cNvPr id="1049153" name=""/>
              <p:cNvSpPr/>
              <p:nvPr/>
            </p:nvSpPr>
            <p:spPr>
              <a:xfrm>
                <a:off x="2377749" y="4627361"/>
                <a:ext cx="176976" cy="237735"/>
              </a:xfrm>
            </p:spPr>
          </p:sp>
        </mc:Fallback>
      </mc:AlternateContent>
      <mc:AlternateContent xmlns:mc="http://schemas.openxmlformats.org/markup-compatibility/2006" xmlns:p14="http://schemas.microsoft.com/office/powerpoint/2010/main">
        <mc:Choice Requires="p14">
          <p:contentPart p14:bwMode="auto" r:id="rId143">
            <p14:nvContentPartPr>
              <p14:cNvPr id="1049154" name="Encre 1049153"/>
              <p14:cNvContentPartPr/>
              <p14:nvPr/>
            </p14:nvContentPartPr>
            <p14:xfrm>
              <a:off x="2627935" y="4776539"/>
              <a:ext cx="200775" cy="146576"/>
            </p14:xfrm>
          </p:contentPart>
        </mc:Choice>
        <mc:Fallback xmlns="">
          <p:sp>
            <p:nvSpPr>
              <p:cNvPr id="1049154" name=""/>
              <p:cNvSpPr/>
              <p:nvPr/>
            </p:nvSpPr>
            <p:spPr>
              <a:xfrm>
                <a:off x="2627935" y="4776539"/>
                <a:ext cx="200775" cy="146576"/>
              </a:xfrm>
            </p:spPr>
          </p:sp>
        </mc:Fallback>
      </mc:AlternateContent>
      <mc:AlternateContent xmlns:mc="http://schemas.openxmlformats.org/markup-compatibility/2006" xmlns:p14="http://schemas.microsoft.com/office/powerpoint/2010/main">
        <mc:Choice Requires="p14">
          <p:contentPart p14:bwMode="auto" r:id="rId144">
            <p14:nvContentPartPr>
              <p14:cNvPr id="1049155" name="Encre 1049154"/>
              <p14:cNvContentPartPr/>
              <p14:nvPr/>
            </p14:nvContentPartPr>
            <p14:xfrm>
              <a:off x="2294081" y="4960190"/>
              <a:ext cx="548299" cy="48167"/>
            </p14:xfrm>
          </p:contentPart>
        </mc:Choice>
        <mc:Fallback xmlns="">
          <p:sp>
            <p:nvSpPr>
              <p:cNvPr id="1049155" name=""/>
              <p:cNvSpPr/>
              <p:nvPr/>
            </p:nvSpPr>
            <p:spPr>
              <a:xfrm>
                <a:off x="2294081" y="4960190"/>
                <a:ext cx="548299" cy="48167"/>
              </a:xfrm>
            </p:spPr>
          </p:sp>
        </mc:Fallback>
      </mc:AlternateContent>
      <mc:AlternateContent xmlns:mc="http://schemas.openxmlformats.org/markup-compatibility/2006" xmlns:p14="http://schemas.microsoft.com/office/powerpoint/2010/main">
        <mc:Choice Requires="p14">
          <p:contentPart p14:bwMode="auto" r:id="rId145">
            <p14:nvContentPartPr>
              <p14:cNvPr id="1049156" name="Encre 1049155"/>
              <p14:cNvContentPartPr/>
              <p14:nvPr/>
            </p14:nvContentPartPr>
            <p14:xfrm>
              <a:off x="2499091" y="5109375"/>
              <a:ext cx="179145" cy="214702"/>
            </p14:xfrm>
          </p:contentPart>
        </mc:Choice>
        <mc:Fallback xmlns="">
          <p:sp>
            <p:nvSpPr>
              <p:cNvPr id="1049156" name=""/>
              <p:cNvSpPr/>
              <p:nvPr/>
            </p:nvSpPr>
            <p:spPr>
              <a:xfrm>
                <a:off x="2499091" y="5109375"/>
                <a:ext cx="179145" cy="214702"/>
              </a:xfrm>
            </p:spPr>
          </p:sp>
        </mc:Fallback>
      </mc:AlternateContent>
      <mc:AlternateContent xmlns:mc="http://schemas.openxmlformats.org/markup-compatibility/2006" xmlns:p14="http://schemas.microsoft.com/office/powerpoint/2010/main">
        <mc:Choice Requires="p14">
          <p:contentPart p14:bwMode="auto" r:id="rId146">
            <p14:nvContentPartPr>
              <p14:cNvPr id="1049157" name="Encre 1049156"/>
              <p14:cNvContentPartPr/>
              <p14:nvPr/>
            </p14:nvContentPartPr>
            <p14:xfrm>
              <a:off x="2985784" y="5008358"/>
              <a:ext cx="169457" cy="14131"/>
            </p14:xfrm>
          </p:contentPart>
        </mc:Choice>
        <mc:Fallback xmlns="">
          <p:sp>
            <p:nvSpPr>
              <p:cNvPr id="1049157" name=""/>
              <p:cNvSpPr/>
              <p:nvPr/>
            </p:nvSpPr>
            <p:spPr>
              <a:xfrm>
                <a:off x="2985784" y="5008358"/>
                <a:ext cx="169457" cy="14131"/>
              </a:xfrm>
            </p:spPr>
          </p:sp>
        </mc:Fallback>
      </mc:AlternateContent>
      <mc:AlternateContent xmlns:mc="http://schemas.openxmlformats.org/markup-compatibility/2006" xmlns:p14="http://schemas.microsoft.com/office/powerpoint/2010/main">
        <mc:Choice Requires="p14">
          <p:contentPart p14:bwMode="auto" r:id="rId147">
            <p14:nvContentPartPr>
              <p14:cNvPr id="1049158" name="Encre 1049157"/>
              <p14:cNvContentPartPr/>
              <p14:nvPr/>
            </p14:nvContentPartPr>
            <p14:xfrm>
              <a:off x="3078446" y="4943081"/>
              <a:ext cx="35148" cy="209600"/>
            </p14:xfrm>
          </p:contentPart>
        </mc:Choice>
        <mc:Fallback xmlns="">
          <p:sp>
            <p:nvSpPr>
              <p:cNvPr id="1049158" name=""/>
              <p:cNvSpPr/>
              <p:nvPr/>
            </p:nvSpPr>
            <p:spPr>
              <a:xfrm>
                <a:off x="3078446" y="4943081"/>
                <a:ext cx="35148" cy="209600"/>
              </a:xfrm>
            </p:spPr>
          </p:sp>
        </mc:Fallback>
      </mc:AlternateContent>
      <mc:AlternateContent xmlns:mc="http://schemas.openxmlformats.org/markup-compatibility/2006" xmlns:p14="http://schemas.microsoft.com/office/powerpoint/2010/main">
        <mc:Choice Requires="p14">
          <p:contentPart p14:bwMode="auto" r:id="rId148">
            <p14:nvContentPartPr>
              <p14:cNvPr id="1049159" name="Encre 1049158"/>
              <p14:cNvContentPartPr/>
              <p14:nvPr/>
            </p14:nvContentPartPr>
            <p14:xfrm>
              <a:off x="3264173" y="4875484"/>
              <a:ext cx="263867" cy="268491"/>
            </p14:xfrm>
          </p:contentPart>
        </mc:Choice>
        <mc:Fallback xmlns="">
          <p:sp>
            <p:nvSpPr>
              <p:cNvPr id="1049159" name=""/>
              <p:cNvSpPr/>
              <p:nvPr/>
            </p:nvSpPr>
            <p:spPr>
              <a:xfrm>
                <a:off x="3264173" y="4875484"/>
                <a:ext cx="263867" cy="268491"/>
              </a:xfrm>
            </p:spPr>
          </p:sp>
        </mc:Fallback>
      </mc:AlternateContent>
      <mc:AlternateContent xmlns:mc="http://schemas.openxmlformats.org/markup-compatibility/2006" xmlns:p14="http://schemas.microsoft.com/office/powerpoint/2010/main">
        <mc:Choice Requires="p14">
          <p:contentPart p14:bwMode="auto" r:id="rId149">
            <p14:nvContentPartPr>
              <p14:cNvPr id="1049160" name="Encre 1049159"/>
              <p14:cNvContentPartPr/>
              <p14:nvPr/>
            </p14:nvContentPartPr>
            <p14:xfrm>
              <a:off x="3128748" y="4754697"/>
              <a:ext cx="435949" cy="499875"/>
            </p14:xfrm>
          </p:contentPart>
        </mc:Choice>
        <mc:Fallback xmlns="">
          <p:sp>
            <p:nvSpPr>
              <p:cNvPr id="1049160" name=""/>
              <p:cNvSpPr/>
              <p:nvPr/>
            </p:nvSpPr>
            <p:spPr>
              <a:xfrm>
                <a:off x="3128748" y="4754697"/>
                <a:ext cx="435949" cy="499875"/>
              </a:xfrm>
            </p:spPr>
          </p:sp>
        </mc:Fallback>
      </mc:AlternateContent>
      <mc:AlternateContent xmlns:mc="http://schemas.openxmlformats.org/markup-compatibility/2006" xmlns:p14="http://schemas.microsoft.com/office/powerpoint/2010/main">
        <mc:Choice Requires="p14">
          <p:contentPart p14:bwMode="auto" r:id="rId150">
            <p14:nvContentPartPr>
              <p14:cNvPr id="1049161" name="Encre 1049160"/>
              <p14:cNvContentPartPr/>
              <p14:nvPr/>
            </p14:nvContentPartPr>
            <p14:xfrm>
              <a:off x="3407614" y="4683509"/>
              <a:ext cx="206440" cy="150860"/>
            </p14:xfrm>
          </p:contentPart>
        </mc:Choice>
        <mc:Fallback xmlns="">
          <p:sp>
            <p:nvSpPr>
              <p:cNvPr id="1049161" name=""/>
              <p:cNvSpPr/>
              <p:nvPr/>
            </p:nvSpPr>
            <p:spPr>
              <a:xfrm>
                <a:off x="3407614" y="4683509"/>
                <a:ext cx="206440" cy="150860"/>
              </a:xfrm>
            </p:spPr>
          </p:sp>
        </mc:Fallback>
      </mc:AlternateContent>
      <mc:AlternateContent xmlns:mc="http://schemas.openxmlformats.org/markup-compatibility/2006" xmlns:p14="http://schemas.microsoft.com/office/powerpoint/2010/main">
        <mc:Choice Requires="p14">
          <p:contentPart p14:bwMode="auto" r:id="rId151">
            <p14:nvContentPartPr>
              <p14:cNvPr id="1049162" name="Encre 1049161"/>
              <p14:cNvContentPartPr/>
              <p14:nvPr/>
            </p14:nvContentPartPr>
            <p14:xfrm>
              <a:off x="3651484" y="4542639"/>
              <a:ext cx="140328" cy="163341"/>
            </p14:xfrm>
          </p:contentPart>
        </mc:Choice>
        <mc:Fallback xmlns="">
          <p:sp>
            <p:nvSpPr>
              <p:cNvPr id="1049162" name=""/>
              <p:cNvSpPr/>
              <p:nvPr/>
            </p:nvSpPr>
            <p:spPr>
              <a:xfrm>
                <a:off x="3651484" y="4542639"/>
                <a:ext cx="140328" cy="163341"/>
              </a:xfrm>
            </p:spPr>
          </p:sp>
        </mc:Fallback>
      </mc:AlternateContent>
      <mc:AlternateContent xmlns:mc="http://schemas.openxmlformats.org/markup-compatibility/2006" xmlns:p14="http://schemas.microsoft.com/office/powerpoint/2010/main">
        <mc:Choice Requires="p14">
          <p:contentPart p14:bwMode="auto" r:id="rId152">
            <p14:nvContentPartPr>
              <p14:cNvPr id="1049163" name="Encre 1049162"/>
              <p14:cNvContentPartPr/>
              <p14:nvPr/>
            </p14:nvContentPartPr>
            <p14:xfrm>
              <a:off x="3890330" y="4218337"/>
              <a:ext cx="154402" cy="638693"/>
            </p14:xfrm>
          </p:contentPart>
        </mc:Choice>
        <mc:Fallback xmlns="">
          <p:sp>
            <p:nvSpPr>
              <p:cNvPr id="1049163" name=""/>
              <p:cNvSpPr/>
              <p:nvPr/>
            </p:nvSpPr>
            <p:spPr>
              <a:xfrm>
                <a:off x="3890330" y="4218337"/>
                <a:ext cx="154402" cy="638693"/>
              </a:xfrm>
            </p:spPr>
          </p:sp>
        </mc:Fallback>
      </mc:AlternateContent>
      <mc:AlternateContent xmlns:mc="http://schemas.openxmlformats.org/markup-compatibility/2006" xmlns:p14="http://schemas.microsoft.com/office/powerpoint/2010/main">
        <mc:Choice Requires="p14">
          <p:contentPart p14:bwMode="auto" r:id="rId153">
            <p14:nvContentPartPr>
              <p14:cNvPr id="1049164" name="Encre 1049163"/>
              <p14:cNvContentPartPr/>
              <p14:nvPr/>
            </p14:nvContentPartPr>
            <p14:xfrm>
              <a:off x="4151309" y="4331980"/>
              <a:ext cx="164386" cy="335847"/>
            </p14:xfrm>
          </p:contentPart>
        </mc:Choice>
        <mc:Fallback xmlns="">
          <p:sp>
            <p:nvSpPr>
              <p:cNvPr id="1049164" name=""/>
              <p:cNvSpPr/>
              <p:nvPr/>
            </p:nvSpPr>
            <p:spPr>
              <a:xfrm>
                <a:off x="4151309" y="4331980"/>
                <a:ext cx="164386" cy="335847"/>
              </a:xfrm>
            </p:spPr>
          </p:sp>
        </mc:Fallback>
      </mc:AlternateContent>
      <mc:AlternateContent xmlns:mc="http://schemas.openxmlformats.org/markup-compatibility/2006" xmlns:p14="http://schemas.microsoft.com/office/powerpoint/2010/main">
        <mc:Choice Requires="p14">
          <p:contentPart p14:bwMode="auto" r:id="rId154">
            <p14:nvContentPartPr>
              <p14:cNvPr id="1049165" name="Encre 1049164"/>
              <p14:cNvContentPartPr/>
              <p14:nvPr/>
            </p14:nvContentPartPr>
            <p14:xfrm>
              <a:off x="4152365" y="4504717"/>
              <a:ext cx="106410" cy="10715"/>
            </p14:xfrm>
          </p:contentPart>
        </mc:Choice>
        <mc:Fallback xmlns="">
          <p:sp>
            <p:nvSpPr>
              <p:cNvPr id="1049165" name=""/>
              <p:cNvSpPr/>
              <p:nvPr/>
            </p:nvSpPr>
            <p:spPr>
              <a:xfrm>
                <a:off x="4152365" y="4504717"/>
                <a:ext cx="106410" cy="10715"/>
              </a:xfrm>
            </p:spPr>
          </p:sp>
        </mc:Fallback>
      </mc:AlternateContent>
      <mc:AlternateContent xmlns:mc="http://schemas.openxmlformats.org/markup-compatibility/2006" xmlns:p14="http://schemas.microsoft.com/office/powerpoint/2010/main">
        <mc:Choice Requires="p14">
          <p:contentPart p14:bwMode="auto" r:id="rId155">
            <p14:nvContentPartPr>
              <p14:cNvPr id="1049166" name="Encre 1049165"/>
              <p14:cNvContentPartPr/>
              <p14:nvPr/>
            </p14:nvContentPartPr>
            <p14:xfrm>
              <a:off x="4304460" y="4671903"/>
              <a:ext cx="86608" cy="191817"/>
            </p14:xfrm>
          </p:contentPart>
        </mc:Choice>
        <mc:Fallback xmlns="">
          <p:sp>
            <p:nvSpPr>
              <p:cNvPr id="1049166" name=""/>
              <p:cNvSpPr/>
              <p:nvPr/>
            </p:nvSpPr>
            <p:spPr>
              <a:xfrm>
                <a:off x="4304460" y="4671903"/>
                <a:ext cx="86608" cy="191817"/>
              </a:xfrm>
            </p:spPr>
          </p:sp>
        </mc:Fallback>
      </mc:AlternateContent>
      <mc:AlternateContent xmlns:mc="http://schemas.openxmlformats.org/markup-compatibility/2006" xmlns:p14="http://schemas.microsoft.com/office/powerpoint/2010/main">
        <mc:Choice Requires="p14">
          <p:contentPart p14:bwMode="auto" r:id="rId156">
            <p14:nvContentPartPr>
              <p14:cNvPr id="1049167" name="Encre 1049166"/>
              <p14:cNvContentPartPr/>
              <p14:nvPr/>
            </p14:nvContentPartPr>
            <p14:xfrm>
              <a:off x="4462466" y="4435760"/>
              <a:ext cx="89295" cy="266728"/>
            </p14:xfrm>
          </p:contentPart>
        </mc:Choice>
        <mc:Fallback xmlns="">
          <p:sp>
            <p:nvSpPr>
              <p:cNvPr id="1049167" name=""/>
              <p:cNvSpPr/>
              <p:nvPr/>
            </p:nvSpPr>
            <p:spPr>
              <a:xfrm>
                <a:off x="4462466" y="4435760"/>
                <a:ext cx="89295" cy="266728"/>
              </a:xfrm>
            </p:spPr>
          </p:sp>
        </mc:Fallback>
      </mc:AlternateContent>
      <mc:AlternateContent xmlns:mc="http://schemas.openxmlformats.org/markup-compatibility/2006" xmlns:p14="http://schemas.microsoft.com/office/powerpoint/2010/main">
        <mc:Choice Requires="p14">
          <p:contentPart p14:bwMode="auto" r:id="rId157">
            <p14:nvContentPartPr>
              <p14:cNvPr id="1049168" name="Encre 1049167"/>
              <p14:cNvContentPartPr/>
              <p14:nvPr/>
            </p14:nvContentPartPr>
            <p14:xfrm>
              <a:off x="4594562" y="4557216"/>
              <a:ext cx="126467" cy="89983"/>
            </p14:xfrm>
          </p:contentPart>
        </mc:Choice>
        <mc:Fallback xmlns="">
          <p:sp>
            <p:nvSpPr>
              <p:cNvPr id="1049168" name=""/>
              <p:cNvSpPr/>
              <p:nvPr/>
            </p:nvSpPr>
            <p:spPr>
              <a:xfrm>
                <a:off x="4594562" y="4557216"/>
                <a:ext cx="126467" cy="89983"/>
              </a:xfrm>
            </p:spPr>
          </p:sp>
        </mc:Fallback>
      </mc:AlternateContent>
      <mc:AlternateContent xmlns:mc="http://schemas.openxmlformats.org/markup-compatibility/2006" xmlns:p14="http://schemas.microsoft.com/office/powerpoint/2010/main">
        <mc:Choice Requires="p14">
          <p:contentPart p14:bwMode="auto" r:id="rId158">
            <p14:nvContentPartPr>
              <p14:cNvPr id="1049169" name="Encre 1049168"/>
              <p14:cNvContentPartPr/>
              <p14:nvPr/>
            </p14:nvContentPartPr>
            <p14:xfrm>
              <a:off x="4745027" y="4413919"/>
              <a:ext cx="71224" cy="295015"/>
            </p14:xfrm>
          </p:contentPart>
        </mc:Choice>
        <mc:Fallback xmlns="">
          <p:sp>
            <p:nvSpPr>
              <p:cNvPr id="1049169" name=""/>
              <p:cNvSpPr/>
              <p:nvPr/>
            </p:nvSpPr>
            <p:spPr>
              <a:xfrm>
                <a:off x="4745027" y="4413919"/>
                <a:ext cx="71224" cy="295015"/>
              </a:xfrm>
            </p:spPr>
          </p:sp>
        </mc:Fallback>
      </mc:AlternateContent>
      <mc:AlternateContent xmlns:mc="http://schemas.openxmlformats.org/markup-compatibility/2006" xmlns:p14="http://schemas.microsoft.com/office/powerpoint/2010/main">
        <mc:Choice Requires="p14">
          <p:contentPart p14:bwMode="auto" r:id="rId159">
            <p14:nvContentPartPr>
              <p14:cNvPr id="1049170" name="Encre 1049169"/>
              <p14:cNvContentPartPr/>
              <p14:nvPr/>
            </p14:nvContentPartPr>
            <p14:xfrm>
              <a:off x="4944910" y="4549576"/>
              <a:ext cx="351235" cy="22446"/>
            </p14:xfrm>
          </p:contentPart>
        </mc:Choice>
        <mc:Fallback xmlns="">
          <p:sp>
            <p:nvSpPr>
              <p:cNvPr id="1049170" name=""/>
              <p:cNvSpPr/>
              <p:nvPr/>
            </p:nvSpPr>
            <p:spPr>
              <a:xfrm>
                <a:off x="4944910" y="4549576"/>
                <a:ext cx="351235" cy="22446"/>
              </a:xfrm>
            </p:spPr>
          </p:sp>
        </mc:Fallback>
      </mc:AlternateContent>
      <mc:AlternateContent xmlns:mc="http://schemas.openxmlformats.org/markup-compatibility/2006" xmlns:p14="http://schemas.microsoft.com/office/powerpoint/2010/main">
        <mc:Choice Requires="p14">
          <p:contentPart p14:bwMode="auto" r:id="rId160">
            <p14:nvContentPartPr>
              <p14:cNvPr id="1049171" name="Encre 1049170"/>
              <p14:cNvContentPartPr/>
              <p14:nvPr/>
            </p14:nvContentPartPr>
            <p14:xfrm>
              <a:off x="5173916" y="4421116"/>
              <a:ext cx="133049" cy="188384"/>
            </p14:xfrm>
          </p:contentPart>
        </mc:Choice>
        <mc:Fallback xmlns="">
          <p:sp>
            <p:nvSpPr>
              <p:cNvPr id="1049171" name=""/>
              <p:cNvSpPr/>
              <p:nvPr/>
            </p:nvSpPr>
            <p:spPr>
              <a:xfrm>
                <a:off x="5173916" y="4421116"/>
                <a:ext cx="133049" cy="188384"/>
              </a:xfrm>
            </p:spPr>
          </p:sp>
        </mc:Fallback>
      </mc:AlternateContent>
      <mc:AlternateContent xmlns:mc="http://schemas.openxmlformats.org/markup-compatibility/2006" xmlns:p14="http://schemas.microsoft.com/office/powerpoint/2010/main">
        <mc:Choice Requires="p14">
          <p:contentPart p14:bwMode="auto" r:id="rId161">
            <p14:nvContentPartPr>
              <p14:cNvPr id="1049172" name="Encre 1049171"/>
              <p14:cNvContentPartPr/>
              <p14:nvPr/>
            </p14:nvContentPartPr>
            <p14:xfrm>
              <a:off x="5443541" y="4472246"/>
              <a:ext cx="137151" cy="162879"/>
            </p14:xfrm>
          </p:contentPart>
        </mc:Choice>
        <mc:Fallback xmlns="">
          <p:sp>
            <p:nvSpPr>
              <p:cNvPr id="1049172" name=""/>
              <p:cNvSpPr/>
              <p:nvPr/>
            </p:nvSpPr>
            <p:spPr>
              <a:xfrm>
                <a:off x="5443541" y="4472246"/>
                <a:ext cx="137151" cy="162879"/>
              </a:xfrm>
            </p:spPr>
          </p:sp>
        </mc:Fallback>
      </mc:AlternateContent>
      <mc:AlternateContent xmlns:mc="http://schemas.openxmlformats.org/markup-compatibility/2006" xmlns:p14="http://schemas.microsoft.com/office/powerpoint/2010/main">
        <mc:Choice Requires="p14">
          <p:contentPart p14:bwMode="auto" r:id="rId162">
            <p14:nvContentPartPr>
              <p14:cNvPr id="1049173" name="Encre 1049172"/>
              <p14:cNvContentPartPr/>
              <p14:nvPr/>
            </p14:nvContentPartPr>
            <p14:xfrm>
              <a:off x="4873429" y="4834370"/>
              <a:ext cx="191723" cy="179155"/>
            </p14:xfrm>
          </p:contentPart>
        </mc:Choice>
        <mc:Fallback xmlns="">
          <p:sp>
            <p:nvSpPr>
              <p:cNvPr id="1049173" name=""/>
              <p:cNvSpPr/>
              <p:nvPr/>
            </p:nvSpPr>
            <p:spPr>
              <a:xfrm>
                <a:off x="4873429" y="4834370"/>
                <a:ext cx="191723" cy="179155"/>
              </a:xfrm>
            </p:spPr>
          </p:sp>
        </mc:Fallback>
      </mc:AlternateContent>
      <mc:AlternateContent xmlns:mc="http://schemas.openxmlformats.org/markup-compatibility/2006" xmlns:p14="http://schemas.microsoft.com/office/powerpoint/2010/main">
        <mc:Choice Requires="p14">
          <p:contentPart p14:bwMode="auto" r:id="rId163">
            <p14:nvContentPartPr>
              <p14:cNvPr id="1049174" name="Encre 1049173"/>
              <p14:cNvContentPartPr/>
              <p14:nvPr/>
            </p14:nvContentPartPr>
            <p14:xfrm>
              <a:off x="5081255" y="4928189"/>
              <a:ext cx="163826" cy="5269"/>
            </p14:xfrm>
          </p:contentPart>
        </mc:Choice>
        <mc:Fallback xmlns="">
          <p:sp>
            <p:nvSpPr>
              <p:cNvPr id="1049174" name=""/>
              <p:cNvSpPr/>
              <p:nvPr/>
            </p:nvSpPr>
            <p:spPr>
              <a:xfrm>
                <a:off x="5081255" y="4928189"/>
                <a:ext cx="163826" cy="5269"/>
              </a:xfrm>
            </p:spPr>
          </p:sp>
        </mc:Fallback>
      </mc:AlternateContent>
      <mc:AlternateContent xmlns:mc="http://schemas.openxmlformats.org/markup-compatibility/2006" xmlns:p14="http://schemas.microsoft.com/office/powerpoint/2010/main">
        <mc:Choice Requires="p14">
          <p:contentPart p14:bwMode="auto" r:id="rId164">
            <p14:nvContentPartPr>
              <p14:cNvPr id="1049175" name="Encre 1049174"/>
              <p14:cNvContentPartPr/>
              <p14:nvPr/>
            </p14:nvContentPartPr>
            <p14:xfrm>
              <a:off x="5202597" y="4826924"/>
              <a:ext cx="63949" cy="209464"/>
            </p14:xfrm>
          </p:contentPart>
        </mc:Choice>
        <mc:Fallback xmlns="">
          <p:sp>
            <p:nvSpPr>
              <p:cNvPr id="1049175" name=""/>
              <p:cNvSpPr/>
              <p:nvPr/>
            </p:nvSpPr>
            <p:spPr>
              <a:xfrm>
                <a:off x="5202597" y="4826924"/>
                <a:ext cx="63949" cy="209464"/>
              </a:xfrm>
            </p:spPr>
          </p:sp>
        </mc:Fallback>
      </mc:AlternateContent>
      <mc:AlternateContent xmlns:mc="http://schemas.openxmlformats.org/markup-compatibility/2006" xmlns:p14="http://schemas.microsoft.com/office/powerpoint/2010/main">
        <mc:Choice Requires="p14">
          <p:contentPart p14:bwMode="auto" r:id="rId165">
            <p14:nvContentPartPr>
              <p14:cNvPr id="1049176" name="Encre 1049175"/>
              <p14:cNvContentPartPr/>
              <p14:nvPr/>
            </p14:nvContentPartPr>
            <p14:xfrm>
              <a:off x="5352621" y="4928189"/>
              <a:ext cx="30048" cy="115356"/>
            </p14:xfrm>
          </p:contentPart>
        </mc:Choice>
        <mc:Fallback xmlns="">
          <p:sp>
            <p:nvSpPr>
              <p:cNvPr id="1049176" name=""/>
              <p:cNvSpPr/>
              <p:nvPr/>
            </p:nvSpPr>
            <p:spPr>
              <a:xfrm>
                <a:off x="5352621" y="4928189"/>
                <a:ext cx="30048" cy="115356"/>
              </a:xfrm>
            </p:spPr>
          </p:sp>
        </mc:Fallback>
      </mc:AlternateContent>
      <mc:AlternateContent xmlns:mc="http://schemas.openxmlformats.org/markup-compatibility/2006" xmlns:p14="http://schemas.microsoft.com/office/powerpoint/2010/main">
        <mc:Choice Requires="p14">
          <p:contentPart p14:bwMode="auto" r:id="rId166">
            <p14:nvContentPartPr>
              <p14:cNvPr id="1049177" name="Encre 1049176"/>
              <p14:cNvContentPartPr/>
              <p14:nvPr/>
            </p14:nvContentPartPr>
            <p14:xfrm>
              <a:off x="5309820" y="4964426"/>
              <a:ext cx="146067" cy="16713"/>
            </p14:xfrm>
          </p:contentPart>
        </mc:Choice>
        <mc:Fallback xmlns="">
          <p:sp>
            <p:nvSpPr>
              <p:cNvPr id="1049177" name=""/>
              <p:cNvSpPr/>
              <p:nvPr/>
            </p:nvSpPr>
            <p:spPr>
              <a:xfrm>
                <a:off x="5309820" y="4964426"/>
                <a:ext cx="146067" cy="16713"/>
              </a:xfrm>
            </p:spPr>
          </p:sp>
        </mc:Fallback>
      </mc:AlternateContent>
      <mc:AlternateContent xmlns:mc="http://schemas.openxmlformats.org/markup-compatibility/2006" xmlns:p14="http://schemas.microsoft.com/office/powerpoint/2010/main">
        <mc:Choice Requires="p14">
          <p:contentPart p14:bwMode="auto" r:id="rId167">
            <p14:nvContentPartPr>
              <p14:cNvPr id="1049178" name="Encre 1049177"/>
              <p14:cNvContentPartPr/>
              <p14:nvPr/>
            </p14:nvContentPartPr>
            <p14:xfrm>
              <a:off x="5441304" y="4935883"/>
              <a:ext cx="176037" cy="116068"/>
            </p14:xfrm>
          </p:contentPart>
        </mc:Choice>
        <mc:Fallback xmlns="">
          <p:sp>
            <p:nvSpPr>
              <p:cNvPr id="1049178" name=""/>
              <p:cNvSpPr/>
              <p:nvPr/>
            </p:nvSpPr>
            <p:spPr>
              <a:xfrm>
                <a:off x="5441304" y="4935883"/>
                <a:ext cx="176037" cy="116068"/>
              </a:xfrm>
            </p:spPr>
          </p:sp>
        </mc:Fallback>
      </mc:AlternateContent>
      <mc:AlternateContent xmlns:mc="http://schemas.openxmlformats.org/markup-compatibility/2006" xmlns:p14="http://schemas.microsoft.com/office/powerpoint/2010/main">
        <mc:Choice Requires="p14">
          <p:contentPart p14:bwMode="auto" r:id="rId168">
            <p14:nvContentPartPr>
              <p14:cNvPr id="1049179" name="Encre 1049178"/>
              <p14:cNvContentPartPr/>
              <p14:nvPr/>
            </p14:nvContentPartPr>
            <p14:xfrm>
              <a:off x="5588686" y="4405480"/>
              <a:ext cx="169354" cy="805409"/>
            </p14:xfrm>
          </p:contentPart>
        </mc:Choice>
        <mc:Fallback xmlns="">
          <p:sp>
            <p:nvSpPr>
              <p:cNvPr id="1049179" name=""/>
              <p:cNvSpPr/>
              <p:nvPr/>
            </p:nvSpPr>
            <p:spPr>
              <a:xfrm>
                <a:off x="5588686" y="4405480"/>
                <a:ext cx="169354" cy="805409"/>
              </a:xfrm>
            </p:spPr>
          </p:sp>
        </mc:Fallback>
      </mc:AlternateContent>
      <mc:AlternateContent xmlns:mc="http://schemas.openxmlformats.org/markup-compatibility/2006" xmlns:p14="http://schemas.microsoft.com/office/powerpoint/2010/main">
        <mc:Choice Requires="p14">
          <p:contentPart p14:bwMode="auto" r:id="rId169">
            <p14:nvContentPartPr>
              <p14:cNvPr id="1049180" name="Encre 1049179"/>
              <p14:cNvContentPartPr/>
              <p14:nvPr/>
            </p14:nvContentPartPr>
            <p14:xfrm>
              <a:off x="470427" y="4222226"/>
              <a:ext cx="2487397" cy="1360532"/>
            </p14:xfrm>
          </p:contentPart>
        </mc:Choice>
        <mc:Fallback xmlns="">
          <p:sp>
            <p:nvSpPr>
              <p:cNvPr id="1049180" name=""/>
              <p:cNvSpPr/>
              <p:nvPr/>
            </p:nvSpPr>
            <p:spPr>
              <a:xfrm>
                <a:off x="470427" y="4222226"/>
                <a:ext cx="2487397" cy="1360532"/>
              </a:xfrm>
            </p:spPr>
          </p:sp>
        </mc:Fallback>
      </mc:AlternateContent>
      <mc:AlternateContent xmlns:mc="http://schemas.openxmlformats.org/markup-compatibility/2006" xmlns:p14="http://schemas.microsoft.com/office/powerpoint/2010/main">
        <mc:Choice Requires="p14">
          <p:contentPart p14:bwMode="auto" r:id="rId170">
            <p14:nvContentPartPr>
              <p14:cNvPr id="1049184" name="Encre 1049183"/>
              <p14:cNvContentPartPr/>
              <p14:nvPr/>
            </p14:nvContentPartPr>
            <p14:xfrm>
              <a:off x="6332625" y="292307"/>
              <a:ext cx="257245" cy="6434835"/>
            </p14:xfrm>
          </p:contentPart>
        </mc:Choice>
        <mc:Fallback xmlns="">
          <p:sp>
            <p:nvSpPr>
              <p:cNvPr id="1049184" name=""/>
              <p:cNvSpPr/>
              <p:nvPr/>
            </p:nvSpPr>
            <p:spPr>
              <a:xfrm>
                <a:off x="6332625" y="292307"/>
                <a:ext cx="257245" cy="6434835"/>
              </a:xfrm>
            </p:spPr>
          </p:sp>
        </mc:Fallback>
      </mc:AlternateContent>
      <mc:AlternateContent xmlns:mc="http://schemas.openxmlformats.org/markup-compatibility/2006" xmlns:p14="http://schemas.microsoft.com/office/powerpoint/2010/main">
        <mc:Choice Requires="p14">
          <p:contentPart p14:bwMode="auto" r:id="rId171">
            <p14:nvContentPartPr>
              <p14:cNvPr id="1049185" name="Encre 1049184"/>
              <p14:cNvContentPartPr/>
              <p14:nvPr/>
            </p14:nvContentPartPr>
            <p14:xfrm>
              <a:off x="8887590" y="806826"/>
              <a:ext cx="108154" cy="3267057"/>
            </p14:xfrm>
          </p:contentPart>
        </mc:Choice>
        <mc:Fallback xmlns="">
          <p:sp>
            <p:nvSpPr>
              <p:cNvPr id="1049185" name=""/>
              <p:cNvSpPr/>
              <p:nvPr/>
            </p:nvSpPr>
            <p:spPr>
              <a:xfrm>
                <a:off x="8887590" y="806826"/>
                <a:ext cx="108154" cy="3267057"/>
              </a:xfrm>
            </p:spPr>
          </p:sp>
        </mc:Fallback>
      </mc:AlternateContent>
      <mc:AlternateContent xmlns:mc="http://schemas.openxmlformats.org/markup-compatibility/2006" xmlns:p14="http://schemas.microsoft.com/office/powerpoint/2010/main">
        <mc:Choice Requires="p14">
          <p:contentPart p14:bwMode="auto" r:id="rId172">
            <p14:nvContentPartPr>
              <p14:cNvPr id="1049186" name="Encre 1049185"/>
              <p14:cNvContentPartPr/>
              <p14:nvPr/>
            </p14:nvContentPartPr>
            <p14:xfrm>
              <a:off x="7419852" y="2581209"/>
              <a:ext cx="3368020" cy="79672"/>
            </p14:xfrm>
          </p:contentPart>
        </mc:Choice>
        <mc:Fallback xmlns="">
          <p:sp>
            <p:nvSpPr>
              <p:cNvPr id="1049186" name=""/>
              <p:cNvSpPr/>
              <p:nvPr/>
            </p:nvSpPr>
            <p:spPr>
              <a:xfrm>
                <a:off x="7419852" y="2581209"/>
                <a:ext cx="3368020" cy="79672"/>
              </a:xfrm>
            </p:spPr>
          </p:sp>
        </mc:Fallback>
      </mc:AlternateContent>
      <mc:AlternateContent xmlns:mc="http://schemas.openxmlformats.org/markup-compatibility/2006" xmlns:p14="http://schemas.microsoft.com/office/powerpoint/2010/main">
        <mc:Choice Requires="p14">
          <p:contentPart p14:bwMode="auto" r:id="rId173">
            <p14:nvContentPartPr>
              <p14:cNvPr id="1049187" name="Encre 1049186"/>
              <p14:cNvContentPartPr/>
              <p14:nvPr/>
            </p14:nvContentPartPr>
            <p14:xfrm>
              <a:off x="10719041" y="2566813"/>
              <a:ext cx="136180" cy="202592"/>
            </p14:xfrm>
          </p:contentPart>
        </mc:Choice>
        <mc:Fallback xmlns="">
          <p:sp>
            <p:nvSpPr>
              <p:cNvPr id="1049187" name=""/>
              <p:cNvSpPr/>
              <p:nvPr/>
            </p:nvSpPr>
            <p:spPr>
              <a:xfrm>
                <a:off x="10719041" y="2566813"/>
                <a:ext cx="136180" cy="202592"/>
              </a:xfrm>
            </p:spPr>
          </p:sp>
        </mc:Fallback>
      </mc:AlternateContent>
      <mc:AlternateContent xmlns:mc="http://schemas.openxmlformats.org/markup-compatibility/2006" xmlns:p14="http://schemas.microsoft.com/office/powerpoint/2010/main">
        <mc:Choice Requires="p14">
          <p:contentPart p14:bwMode="auto" r:id="rId174">
            <p14:nvContentPartPr>
              <p14:cNvPr id="1049188" name="Encre 1049187"/>
              <p14:cNvContentPartPr/>
              <p14:nvPr/>
            </p14:nvContentPartPr>
            <p14:xfrm>
              <a:off x="8909228" y="2579295"/>
              <a:ext cx="51824" cy="34282"/>
            </p14:xfrm>
          </p:contentPart>
        </mc:Choice>
        <mc:Fallback xmlns="">
          <p:sp>
            <p:nvSpPr>
              <p:cNvPr id="1049188" name=""/>
              <p:cNvSpPr/>
              <p:nvPr/>
            </p:nvSpPr>
            <p:spPr>
              <a:xfrm>
                <a:off x="8909228" y="2579295"/>
                <a:ext cx="51824" cy="34282"/>
              </a:xfrm>
            </p:spPr>
          </p:sp>
        </mc:Fallback>
      </mc:AlternateContent>
      <mc:AlternateContent xmlns:mc="http://schemas.openxmlformats.org/markup-compatibility/2006" xmlns:p14="http://schemas.microsoft.com/office/powerpoint/2010/main">
        <mc:Choice Requires="p14">
          <p:contentPart p14:bwMode="auto" r:id="rId175">
            <p14:nvContentPartPr>
              <p14:cNvPr id="1049189" name="Encre 1049188"/>
              <p14:cNvContentPartPr/>
              <p14:nvPr/>
            </p14:nvContentPartPr>
            <p14:xfrm>
              <a:off x="8955064" y="2755445"/>
              <a:ext cx="183986" cy="209746"/>
            </p14:xfrm>
          </p:contentPart>
        </mc:Choice>
        <mc:Fallback xmlns="">
          <p:sp>
            <p:nvSpPr>
              <p:cNvPr id="1049189" name=""/>
              <p:cNvSpPr/>
              <p:nvPr/>
            </p:nvSpPr>
            <p:spPr>
              <a:xfrm>
                <a:off x="8955064" y="2755445"/>
                <a:ext cx="183986" cy="209746"/>
              </a:xfrm>
            </p:spPr>
          </p:sp>
        </mc:Fallback>
      </mc:AlternateContent>
      <mc:AlternateContent xmlns:mc="http://schemas.openxmlformats.org/markup-compatibility/2006" xmlns:p14="http://schemas.microsoft.com/office/powerpoint/2010/main">
        <mc:Choice Requires="p14">
          <p:contentPart p14:bwMode="auto" r:id="rId176">
            <p14:nvContentPartPr>
              <p14:cNvPr id="1049190" name="Encre 1049189"/>
              <p14:cNvContentPartPr/>
              <p14:nvPr/>
            </p14:nvContentPartPr>
            <p14:xfrm>
              <a:off x="8935553" y="1767042"/>
              <a:ext cx="1343593" cy="836008"/>
            </p14:xfrm>
          </p:contentPart>
        </mc:Choice>
        <mc:Fallback xmlns="">
          <p:sp>
            <p:nvSpPr>
              <p:cNvPr id="1049190" name=""/>
              <p:cNvSpPr/>
              <p:nvPr/>
            </p:nvSpPr>
            <p:spPr>
              <a:xfrm>
                <a:off x="8935553" y="1767042"/>
                <a:ext cx="1343593" cy="836008"/>
              </a:xfrm>
            </p:spPr>
          </p:sp>
        </mc:Fallback>
      </mc:AlternateContent>
      <mc:AlternateContent xmlns:mc="http://schemas.openxmlformats.org/markup-compatibility/2006" xmlns:p14="http://schemas.microsoft.com/office/powerpoint/2010/main">
        <mc:Choice Requires="p14">
          <p:contentPart p14:bwMode="auto" r:id="rId177">
            <p14:nvContentPartPr>
              <p14:cNvPr id="1049191" name="Encre 1049190"/>
              <p14:cNvContentPartPr/>
              <p14:nvPr/>
            </p14:nvContentPartPr>
            <p14:xfrm>
              <a:off x="10310081" y="1704814"/>
              <a:ext cx="97463" cy="104978"/>
            </p14:xfrm>
          </p:contentPart>
        </mc:Choice>
        <mc:Fallback xmlns="">
          <p:sp>
            <p:nvSpPr>
              <p:cNvPr id="1049191" name=""/>
              <p:cNvSpPr/>
              <p:nvPr/>
            </p:nvSpPr>
            <p:spPr>
              <a:xfrm>
                <a:off x="10310081" y="1704814"/>
                <a:ext cx="97463" cy="104978"/>
              </a:xfrm>
            </p:spPr>
          </p:sp>
        </mc:Fallback>
      </mc:AlternateContent>
      <mc:AlternateContent xmlns:mc="http://schemas.openxmlformats.org/markup-compatibility/2006" xmlns:p14="http://schemas.microsoft.com/office/powerpoint/2010/main">
        <mc:Choice Requires="p14">
          <p:contentPart p14:bwMode="auto" r:id="rId178">
            <p14:nvContentPartPr>
              <p14:cNvPr id="1049192" name="Encre 1049191"/>
              <p14:cNvContentPartPr/>
              <p14:nvPr/>
            </p14:nvContentPartPr>
            <p14:xfrm>
              <a:off x="10459145" y="1415493"/>
              <a:ext cx="299951" cy="205271"/>
            </p14:xfrm>
          </p:contentPart>
        </mc:Choice>
        <mc:Fallback xmlns="">
          <p:sp>
            <p:nvSpPr>
              <p:cNvPr id="1049192" name=""/>
              <p:cNvSpPr/>
              <p:nvPr/>
            </p:nvSpPr>
            <p:spPr>
              <a:xfrm>
                <a:off x="10459145" y="1415493"/>
                <a:ext cx="299951" cy="205271"/>
              </a:xfrm>
            </p:spPr>
          </p:sp>
        </mc:Fallback>
      </mc:AlternateContent>
      <mc:AlternateContent xmlns:mc="http://schemas.openxmlformats.org/markup-compatibility/2006" xmlns:p14="http://schemas.microsoft.com/office/powerpoint/2010/main">
        <mc:Choice Requires="p14">
          <p:contentPart p14:bwMode="auto" r:id="rId179">
            <p14:nvContentPartPr>
              <p14:cNvPr id="1049193" name="Encre 1049192"/>
              <p14:cNvContentPartPr/>
              <p14:nvPr/>
            </p14:nvContentPartPr>
            <p14:xfrm>
              <a:off x="8871547" y="779364"/>
              <a:ext cx="179064" cy="179360"/>
            </p14:xfrm>
          </p:contentPart>
        </mc:Choice>
        <mc:Fallback xmlns="">
          <p:sp>
            <p:nvSpPr>
              <p:cNvPr id="1049193" name=""/>
              <p:cNvSpPr/>
              <p:nvPr/>
            </p:nvSpPr>
            <p:spPr>
              <a:xfrm>
                <a:off x="8871547" y="779364"/>
                <a:ext cx="179064" cy="179360"/>
              </a:xfrm>
            </p:spPr>
          </p:sp>
        </mc:Fallback>
      </mc:AlternateContent>
      <mc:AlternateContent xmlns:mc="http://schemas.openxmlformats.org/markup-compatibility/2006" xmlns:p14="http://schemas.microsoft.com/office/powerpoint/2010/main">
        <mc:Choice Requires="p14">
          <p:contentPart p14:bwMode="auto" r:id="rId180">
            <p14:nvContentPartPr>
              <p14:cNvPr id="1049194" name="Encre 1049193"/>
              <p14:cNvContentPartPr/>
              <p14:nvPr/>
            </p14:nvContentPartPr>
            <p14:xfrm>
              <a:off x="9057311" y="524374"/>
              <a:ext cx="157676" cy="67888"/>
            </p14:xfrm>
          </p:contentPart>
        </mc:Choice>
        <mc:Fallback xmlns="">
          <p:sp>
            <p:nvSpPr>
              <p:cNvPr id="1049194" name=""/>
              <p:cNvSpPr/>
              <p:nvPr/>
            </p:nvSpPr>
            <p:spPr>
              <a:xfrm>
                <a:off x="9057311" y="524374"/>
                <a:ext cx="157676" cy="67888"/>
              </a:xfrm>
            </p:spPr>
          </p:sp>
        </mc:Fallback>
      </mc:AlternateContent>
      <mc:AlternateContent xmlns:mc="http://schemas.openxmlformats.org/markup-compatibility/2006" xmlns:p14="http://schemas.microsoft.com/office/powerpoint/2010/main">
        <mc:Choice Requires="p14">
          <p:contentPart p14:bwMode="auto" r:id="rId181">
            <p14:nvContentPartPr>
              <p14:cNvPr id="1049195" name="Encre 1049194"/>
              <p14:cNvContentPartPr/>
              <p14:nvPr/>
            </p14:nvContentPartPr>
            <p14:xfrm>
              <a:off x="9164533" y="456616"/>
              <a:ext cx="91779" cy="291883"/>
            </p14:xfrm>
          </p:contentPart>
        </mc:Choice>
        <mc:Fallback xmlns="">
          <p:sp>
            <p:nvSpPr>
              <p:cNvPr id="1049195" name=""/>
              <p:cNvSpPr/>
              <p:nvPr/>
            </p:nvSpPr>
            <p:spPr>
              <a:xfrm>
                <a:off x="9164533" y="456616"/>
                <a:ext cx="91779" cy="291883"/>
              </a:xfrm>
            </p:spPr>
          </p:sp>
        </mc:Fallback>
      </mc:AlternateContent>
      <mc:AlternateContent xmlns:mc="http://schemas.openxmlformats.org/markup-compatibility/2006" xmlns:p14="http://schemas.microsoft.com/office/powerpoint/2010/main">
        <mc:Choice Requires="p14">
          <p:contentPart p14:bwMode="auto" r:id="rId182">
            <p14:nvContentPartPr>
              <p14:cNvPr id="1049196" name="Encre 1049195"/>
              <p14:cNvContentPartPr/>
              <p14:nvPr/>
            </p14:nvContentPartPr>
            <p14:xfrm>
              <a:off x="10873915" y="2668575"/>
              <a:ext cx="168866" cy="189929"/>
            </p14:xfrm>
          </p:contentPart>
        </mc:Choice>
        <mc:Fallback xmlns="">
          <p:sp>
            <p:nvSpPr>
              <p:cNvPr id="1049196" name=""/>
              <p:cNvSpPr/>
              <p:nvPr/>
            </p:nvSpPr>
            <p:spPr>
              <a:xfrm>
                <a:off x="10873915" y="2668575"/>
                <a:ext cx="168866" cy="189929"/>
              </a:xfrm>
            </p:spPr>
          </p:sp>
        </mc:Fallback>
      </mc:AlternateContent>
      <mc:AlternateContent xmlns:mc="http://schemas.openxmlformats.org/markup-compatibility/2006" xmlns:p14="http://schemas.microsoft.com/office/powerpoint/2010/main">
        <mc:Choice Requires="p14">
          <p:contentPart p14:bwMode="auto" r:id="rId183">
            <p14:nvContentPartPr>
              <p14:cNvPr id="1049197" name="Encre 1049196"/>
              <p14:cNvContentPartPr/>
              <p14:nvPr/>
            </p14:nvContentPartPr>
            <p14:xfrm>
              <a:off x="11034591" y="2726406"/>
              <a:ext cx="120369" cy="167370"/>
            </p14:xfrm>
          </p:contentPart>
        </mc:Choice>
        <mc:Fallback xmlns="">
          <p:sp>
            <p:nvSpPr>
              <p:cNvPr id="1049197" name=""/>
              <p:cNvSpPr/>
              <p:nvPr/>
            </p:nvSpPr>
            <p:spPr>
              <a:xfrm>
                <a:off x="11034591" y="2726406"/>
                <a:ext cx="120369" cy="167370"/>
              </a:xfrm>
            </p:spPr>
          </p:sp>
        </mc:Fallback>
      </mc:AlternateContent>
      <mc:AlternateContent xmlns:mc="http://schemas.openxmlformats.org/markup-compatibility/2006" xmlns:p14="http://schemas.microsoft.com/office/powerpoint/2010/main">
        <mc:Choice Requires="p14">
          <p:contentPart p14:bwMode="auto" r:id="rId184">
            <p14:nvContentPartPr>
              <p14:cNvPr id="1049198" name="Encre 1049197"/>
              <p14:cNvContentPartPr/>
              <p14:nvPr/>
            </p14:nvContentPartPr>
            <p14:xfrm>
              <a:off x="9621635" y="1755447"/>
              <a:ext cx="708666" cy="350706"/>
            </p14:xfrm>
          </p:contentPart>
        </mc:Choice>
        <mc:Fallback xmlns="">
          <p:sp>
            <p:nvSpPr>
              <p:cNvPr id="1049198" name=""/>
              <p:cNvSpPr/>
              <p:nvPr/>
            </p:nvSpPr>
            <p:spPr>
              <a:xfrm>
                <a:off x="9621635" y="1755447"/>
                <a:ext cx="708666" cy="350706"/>
              </a:xfrm>
            </p:spPr>
          </p:sp>
        </mc:Fallback>
      </mc:AlternateContent>
      <mc:AlternateContent xmlns:mc="http://schemas.openxmlformats.org/markup-compatibility/2006" xmlns:p14="http://schemas.microsoft.com/office/powerpoint/2010/main">
        <mc:Choice Requires="p14">
          <p:contentPart p14:bwMode="auto" r:id="rId185">
            <p14:nvContentPartPr>
              <p14:cNvPr id="1049199" name="Encre 1049198"/>
              <p14:cNvContentPartPr/>
              <p14:nvPr/>
            </p14:nvContentPartPr>
            <p14:xfrm>
              <a:off x="9598691" y="1965921"/>
              <a:ext cx="268313" cy="202626"/>
            </p14:xfrm>
          </p:contentPart>
        </mc:Choice>
        <mc:Fallback xmlns="">
          <p:sp>
            <p:nvSpPr>
              <p:cNvPr id="1049199" name=""/>
              <p:cNvSpPr/>
              <p:nvPr/>
            </p:nvSpPr>
            <p:spPr>
              <a:xfrm>
                <a:off x="9598691" y="1965921"/>
                <a:ext cx="268313" cy="202626"/>
              </a:xfrm>
            </p:spPr>
          </p:sp>
        </mc:Fallback>
      </mc:AlternateContent>
      <mc:AlternateContent xmlns:mc="http://schemas.openxmlformats.org/markup-compatibility/2006" xmlns:p14="http://schemas.microsoft.com/office/powerpoint/2010/main">
        <mc:Choice Requires="p14">
          <p:contentPart p14:bwMode="auto" r:id="rId186">
            <p14:nvContentPartPr>
              <p14:cNvPr id="1049200" name="Encre 1049199"/>
              <p14:cNvContentPartPr/>
              <p14:nvPr/>
            </p14:nvContentPartPr>
            <p14:xfrm>
              <a:off x="9673958" y="1733853"/>
              <a:ext cx="20069" cy="231105"/>
            </p14:xfrm>
          </p:contentPart>
        </mc:Choice>
        <mc:Fallback xmlns="">
          <p:sp>
            <p:nvSpPr>
              <p:cNvPr id="1049200" name=""/>
              <p:cNvSpPr/>
              <p:nvPr/>
            </p:nvSpPr>
            <p:spPr>
              <a:xfrm>
                <a:off x="9673958" y="1733853"/>
                <a:ext cx="20069" cy="231105"/>
              </a:xfrm>
            </p:spPr>
          </p:sp>
        </mc:Fallback>
      </mc:AlternateContent>
      <mc:AlternateContent xmlns:mc="http://schemas.openxmlformats.org/markup-compatibility/2006" xmlns:p14="http://schemas.microsoft.com/office/powerpoint/2010/main">
        <mc:Choice Requires="p14">
          <p:contentPart p14:bwMode="auto" r:id="rId187">
            <p14:nvContentPartPr>
              <p14:cNvPr id="1049201" name="Encre 1049200"/>
              <p14:cNvContentPartPr/>
              <p14:nvPr/>
            </p14:nvContentPartPr>
            <p14:xfrm>
              <a:off x="9636665" y="1647013"/>
              <a:ext cx="188633" cy="79146"/>
            </p14:xfrm>
          </p:contentPart>
        </mc:Choice>
        <mc:Fallback xmlns="">
          <p:sp>
            <p:nvSpPr>
              <p:cNvPr id="1049201" name=""/>
              <p:cNvSpPr/>
              <p:nvPr/>
            </p:nvSpPr>
            <p:spPr>
              <a:xfrm>
                <a:off x="9636665" y="1647013"/>
                <a:ext cx="188633" cy="79146"/>
              </a:xfrm>
            </p:spPr>
          </p:sp>
        </mc:Fallback>
      </mc:AlternateContent>
      <mc:AlternateContent xmlns:mc="http://schemas.openxmlformats.org/markup-compatibility/2006" xmlns:p14="http://schemas.microsoft.com/office/powerpoint/2010/main">
        <mc:Choice Requires="p14">
          <p:contentPart p14:bwMode="auto" r:id="rId188">
            <p14:nvContentPartPr>
              <p14:cNvPr id="1049202" name="Encre 1049201"/>
              <p14:cNvContentPartPr/>
              <p14:nvPr/>
            </p14:nvContentPartPr>
            <p14:xfrm>
              <a:off x="9672406" y="1744945"/>
              <a:ext cx="200147" cy="90422"/>
            </p14:xfrm>
          </p:contentPart>
        </mc:Choice>
        <mc:Fallback xmlns="">
          <p:sp>
            <p:nvSpPr>
              <p:cNvPr id="1049202" name=""/>
              <p:cNvSpPr/>
              <p:nvPr/>
            </p:nvSpPr>
            <p:spPr>
              <a:xfrm>
                <a:off x="9672406" y="1744945"/>
                <a:ext cx="200147" cy="90422"/>
              </a:xfrm>
            </p:spPr>
          </p:sp>
        </mc:Fallback>
      </mc:AlternateContent>
      <mc:AlternateContent xmlns:mc="http://schemas.openxmlformats.org/markup-compatibility/2006" xmlns:p14="http://schemas.microsoft.com/office/powerpoint/2010/main">
        <mc:Choice Requires="p14">
          <p:contentPart p14:bwMode="auto" r:id="rId189">
            <p14:nvContentPartPr>
              <p14:cNvPr id="1049203" name="Encre 1049202"/>
              <p14:cNvContentPartPr/>
              <p14:nvPr/>
            </p14:nvContentPartPr>
            <p14:xfrm>
              <a:off x="9586831" y="1516430"/>
              <a:ext cx="264279" cy="58206"/>
            </p14:xfrm>
          </p:contentPart>
        </mc:Choice>
        <mc:Fallback xmlns="">
          <p:sp>
            <p:nvSpPr>
              <p:cNvPr id="1049203" name=""/>
              <p:cNvSpPr/>
              <p:nvPr/>
            </p:nvSpPr>
            <p:spPr>
              <a:xfrm>
                <a:off x="9586831" y="1516430"/>
                <a:ext cx="264279" cy="58206"/>
              </a:xfrm>
            </p:spPr>
          </p:sp>
        </mc:Fallback>
      </mc:AlternateContent>
      <mc:AlternateContent xmlns:mc="http://schemas.openxmlformats.org/markup-compatibility/2006" xmlns:p14="http://schemas.microsoft.com/office/powerpoint/2010/main">
        <mc:Choice Requires="p14">
          <p:contentPart p14:bwMode="auto" r:id="rId190">
            <p14:nvContentPartPr>
              <p14:cNvPr id="1049204" name="Encre 1049203"/>
              <p14:cNvContentPartPr/>
              <p14:nvPr/>
            </p14:nvContentPartPr>
            <p14:xfrm>
              <a:off x="9770362" y="1445693"/>
              <a:ext cx="86487" cy="156303"/>
            </p14:xfrm>
          </p:contentPart>
        </mc:Choice>
        <mc:Fallback xmlns="">
          <p:sp>
            <p:nvSpPr>
              <p:cNvPr id="1049204" name=""/>
              <p:cNvSpPr/>
              <p:nvPr/>
            </p:nvSpPr>
            <p:spPr>
              <a:xfrm>
                <a:off x="9770362" y="1445693"/>
                <a:ext cx="86487" cy="156303"/>
              </a:xfrm>
            </p:spPr>
          </p:sp>
        </mc:Fallback>
      </mc:AlternateContent>
      <mc:AlternateContent xmlns:mc="http://schemas.openxmlformats.org/markup-compatibility/2006" xmlns:p14="http://schemas.microsoft.com/office/powerpoint/2010/main">
        <mc:Choice Requires="p14">
          <p:contentPart p14:bwMode="auto" r:id="rId191">
            <p14:nvContentPartPr>
              <p14:cNvPr id="1049205" name="Encre 1049204"/>
              <p14:cNvContentPartPr/>
              <p14:nvPr/>
            </p14:nvContentPartPr>
            <p14:xfrm>
              <a:off x="8898072" y="2594857"/>
              <a:ext cx="63055" cy="44678"/>
            </p14:xfrm>
          </p:contentPart>
        </mc:Choice>
        <mc:Fallback xmlns="">
          <p:sp>
            <p:nvSpPr>
              <p:cNvPr id="1049205" name=""/>
              <p:cNvSpPr/>
              <p:nvPr/>
            </p:nvSpPr>
            <p:spPr>
              <a:xfrm>
                <a:off x="8898072" y="2594857"/>
                <a:ext cx="63055" cy="44678"/>
              </a:xfrm>
            </p:spPr>
          </p:sp>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Rectangle 3"/>
          <p:cNvSpPr/>
          <p:nvPr/>
        </p:nvSpPr>
        <p:spPr>
          <a:xfrm>
            <a:off x="442632" y="333709"/>
            <a:ext cx="6278880" cy="510540"/>
          </a:xfrm>
          <a:prstGeom prst="rect">
            <a:avLst/>
          </a:prstGeom>
          <a:solidFill>
            <a:srgbClr val="92D05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1.2 Conservation du moment cinétique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14" name="Rectangle 4"/>
          <p:cNvSpPr/>
          <p:nvPr/>
        </p:nvSpPr>
        <p:spPr>
          <a:xfrm>
            <a:off x="441532" y="1001063"/>
            <a:ext cx="10373433" cy="461665"/>
          </a:xfrm>
          <a:prstGeom prst="rect">
            <a:avLst/>
          </a:prstGeom>
        </p:spPr>
        <p:txBody>
          <a:bodyPr wrap="square">
            <a:spAutoFit/>
          </a:bodyPr>
          <a:lstStyle/>
          <a:p>
            <a:pPr marL="285750" indent="-285750" algn="just">
              <a:buFont typeface="Wingdings" panose="05000000000000000000" pitchFamily="2" charset="2"/>
              <a:buChar char="Ø"/>
            </a:pPr>
            <a:r>
              <a:rPr lang="fr-FR" sz="2400" b="0" i="0" u="none" strike="noStrike" baseline="0" dirty="0"/>
              <a:t>On applique le théorème du moment cinétique en </a:t>
            </a:r>
            <a:r>
              <a:rPr lang="fr-FR" sz="2400" b="0" i="1" u="none" strike="noStrike" baseline="0" dirty="0"/>
              <a:t>O </a:t>
            </a:r>
            <a:r>
              <a:rPr lang="fr-FR" sz="2400" b="0" i="0" u="none" strike="noStrike" baseline="0" dirty="0"/>
              <a:t>(qui est un point fixe) :</a:t>
            </a:r>
            <a:endParaRPr lang="fr-MA" sz="2400" dirty="0"/>
          </a:p>
        </p:txBody>
      </p:sp>
      <p:sp>
        <p:nvSpPr>
          <p:cNvPr id="1048615" name="ZoneTexte 5"/>
          <p:cNvSpPr txBox="1">
            <a:spLocks noRot="1" noChangeAspect="1" noMove="1" noResize="1" noEditPoints="1" noAdjustHandles="1" noChangeArrowheads="1" noChangeShapeType="1" noTextEdit="1"/>
          </p:cNvSpPr>
          <p:nvPr/>
        </p:nvSpPr>
        <p:spPr>
          <a:xfrm>
            <a:off x="1738648" y="1602833"/>
            <a:ext cx="2745110" cy="879280"/>
          </a:xfrm>
          <a:prstGeom prst="rect">
            <a:avLst/>
          </a:prstGeom>
          <a:blipFill rotWithShape="0">
            <a:blip r:embed="rId2"/>
            <a:stretch>
              <a:fillRect/>
            </a:stretch>
          </a:blipFill>
        </p:spPr>
        <p:txBody>
          <a:bodyPr/>
          <a:lstStyle/>
          <a:p>
            <a:r>
              <a:rPr lang="fr-MA">
                <a:noFill/>
              </a:rPr>
              <a:t> </a:t>
            </a:r>
          </a:p>
        </p:txBody>
      </p:sp>
      <p:sp>
        <p:nvSpPr>
          <p:cNvPr id="1048616" name="Rectangle 6"/>
          <p:cNvSpPr/>
          <p:nvPr/>
        </p:nvSpPr>
        <p:spPr>
          <a:xfrm>
            <a:off x="442632" y="2590570"/>
            <a:ext cx="11625321" cy="802639"/>
          </a:xfrm>
          <a:prstGeom prst="rect">
            <a:avLst/>
          </a:prstGeom>
        </p:spPr>
        <p:txBody>
          <a:bodyPr wrap="square">
            <a:spAutoFit/>
          </a:bodyPr>
          <a:lstStyle/>
          <a:p>
            <a:pPr marL="285750" indent="-285750" algn="just">
              <a:buFont typeface="Wingdings" panose="05000000000000000000" pitchFamily="2" charset="2"/>
              <a:buChar char="Ø"/>
            </a:pPr>
            <a:r>
              <a:rPr lang="fr-FR" sz="2400" b="0" i="0" u="none" strike="noStrike" baseline="0" dirty="0"/>
              <a:t>Le moment cinétique par rapport au point fixe </a:t>
            </a:r>
            <a:r>
              <a:rPr lang="fr-FR" sz="2400" b="0" i="1" u="none" strike="noStrike" baseline="0" dirty="0"/>
              <a:t>O </a:t>
            </a:r>
            <a:r>
              <a:rPr lang="fr-FR" sz="2400" b="0" i="0" u="none" strike="noStrike" baseline="0" dirty="0"/>
              <a:t>vers lequel est dirigée la force </a:t>
            </a:r>
            <a:r>
              <a:rPr lang="fr-MA" sz="2400" b="0" i="0" u="none" strike="noStrike" baseline="0" dirty="0"/>
              <a:t>centrale :</a:t>
            </a:r>
            <a:endParaRPr lang="fr-MA" sz="2400" dirty="0"/>
          </a:p>
        </p:txBody>
      </p:sp>
      <p:sp>
        <p:nvSpPr>
          <p:cNvPr id="1048617" name="Rectangle 7"/>
          <p:cNvSpPr>
            <a:spLocks noRot="1" noChangeAspect="1" noMove="1" noResize="1" noEditPoints="1" noAdjustHandles="1" noChangeArrowheads="1" noChangeShapeType="1" noTextEdit="1"/>
          </p:cNvSpPr>
          <p:nvPr/>
        </p:nvSpPr>
        <p:spPr>
          <a:xfrm>
            <a:off x="1255507" y="3258795"/>
            <a:ext cx="2061590" cy="474232"/>
          </a:xfrm>
          <a:prstGeom prst="rect">
            <a:avLst/>
          </a:prstGeom>
          <a:blipFill rotWithShape="0">
            <a:blip r:embed="rId3"/>
            <a:stretch>
              <a:fillRect/>
            </a:stretch>
          </a:blipFill>
        </p:spPr>
        <p:txBody>
          <a:bodyPr/>
          <a:lstStyle/>
          <a:p>
            <a:r>
              <a:rPr lang="fr-MA">
                <a:noFill/>
              </a:rPr>
              <a:t> </a:t>
            </a:r>
          </a:p>
        </p:txBody>
      </p:sp>
      <p:sp>
        <p:nvSpPr>
          <p:cNvPr id="1048618" name="ZoneTexte 8"/>
          <p:cNvSpPr txBox="1"/>
          <p:nvPr/>
        </p:nvSpPr>
        <p:spPr>
          <a:xfrm>
            <a:off x="3780244" y="3333275"/>
            <a:ext cx="5288280" cy="447040"/>
          </a:xfrm>
          <a:prstGeom prst="rect">
            <a:avLst/>
          </a:prstGeom>
          <a:noFill/>
        </p:spPr>
        <p:txBody>
          <a:bodyPr wrap="none" rtlCol="0">
            <a:spAutoFit/>
          </a:bodyPr>
          <a:lstStyle/>
          <a:p>
            <a:r>
              <a:rPr lang="fr-MA" sz="2400" dirty="0"/>
              <a:t>Se conserve au cours du mouvement.</a:t>
            </a:r>
          </a:p>
        </p:txBody>
      </p:sp>
      <p:sp>
        <p:nvSpPr>
          <p:cNvPr id="1048619" name="Rectangle 9"/>
          <p:cNvSpPr/>
          <p:nvPr/>
        </p:nvSpPr>
        <p:spPr>
          <a:xfrm>
            <a:off x="442632" y="3952449"/>
            <a:ext cx="3408680" cy="510540"/>
          </a:xfrm>
          <a:prstGeom prst="rect">
            <a:avLst/>
          </a:prstGeom>
          <a:solidFill>
            <a:srgbClr val="92D050"/>
          </a:solidFill>
        </p:spPr>
        <p:txBody>
          <a:bodyPr wrap="none">
            <a:spAutoFit/>
          </a:bodyPr>
          <a:lstStyle/>
          <a:p>
            <a:r>
              <a:rPr lang="fr-MA" sz="2800" i="0" u="none" strike="noStrike" baseline="0" dirty="0">
                <a:effectLst>
                  <a:outerShdw blurRad="38100" dist="38100" dir="2700000" algn="tl">
                    <a:srgbClr val="000000">
                      <a:alpha val="43137"/>
                    </a:srgbClr>
                  </a:outerShdw>
                </a:effectLst>
                <a:latin typeface="AR BLANCA" panose="02000000000000000000" pitchFamily="2" charset="0"/>
              </a:rPr>
              <a:t>1.3 Mouvement plan</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20" name="Rectangle 10"/>
          <p:cNvSpPr>
            <a:spLocks noRot="1" noChangeAspect="1" noMove="1" noResize="1" noEditPoints="1" noAdjustHandles="1" noChangeArrowheads="1" noChangeShapeType="1" noTextEdit="1"/>
          </p:cNvSpPr>
          <p:nvPr/>
        </p:nvSpPr>
        <p:spPr>
          <a:xfrm>
            <a:off x="652529" y="4695091"/>
            <a:ext cx="11080126" cy="1742528"/>
          </a:xfrm>
          <a:prstGeom prst="rect">
            <a:avLst/>
          </a:prstGeom>
          <a:blipFill rotWithShape="0">
            <a:blip r:embed="rId4"/>
            <a:stretch>
              <a:fillRect l="-495" t="-1399" r="-605" b="-3497"/>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5">
            <p14:nvContentPartPr>
              <p14:cNvPr id="1049206" name="Encre 1049205"/>
              <p14:cNvContentPartPr/>
              <p14:nvPr/>
            </p14:nvContentPartPr>
            <p14:xfrm>
              <a:off x="6850042" y="1857209"/>
              <a:ext cx="27998" cy="272527"/>
            </p14:xfrm>
          </p:contentPart>
        </mc:Choice>
        <mc:Fallback xmlns="">
          <p:sp>
            <p:nvSpPr>
              <p:cNvPr id="1049206" name=""/>
              <p:cNvSpPr/>
              <p:nvPr/>
            </p:nvSpPr>
            <p:spPr>
              <a:xfrm>
                <a:off x="6850042" y="1857209"/>
                <a:ext cx="27998" cy="272527"/>
              </a:xfrm>
            </p:spPr>
          </p:sp>
        </mc:Fallback>
      </mc:AlternateContent>
      <mc:AlternateContent xmlns:mc="http://schemas.openxmlformats.org/markup-compatibility/2006" xmlns:p14="http://schemas.microsoft.com/office/powerpoint/2010/main">
        <mc:Choice Requires="p14">
          <p:contentPart p14:bwMode="auto" r:id="rId6">
            <p14:nvContentPartPr>
              <p14:cNvPr id="1049207" name="Encre 1049206"/>
              <p14:cNvContentPartPr/>
              <p14:nvPr/>
            </p14:nvContentPartPr>
            <p14:xfrm>
              <a:off x="6869178" y="1805827"/>
              <a:ext cx="249139" cy="44184"/>
            </p14:xfrm>
          </p:contentPart>
        </mc:Choice>
        <mc:Fallback xmlns="">
          <p:sp>
            <p:nvSpPr>
              <p:cNvPr id="1049207" name=""/>
              <p:cNvSpPr/>
              <p:nvPr/>
            </p:nvSpPr>
            <p:spPr>
              <a:xfrm>
                <a:off x="6869178" y="1805827"/>
                <a:ext cx="249139" cy="44184"/>
              </a:xfrm>
            </p:spPr>
          </p:sp>
        </mc:Fallback>
      </mc:AlternateContent>
      <mc:AlternateContent xmlns:mc="http://schemas.openxmlformats.org/markup-compatibility/2006" xmlns:p14="http://schemas.microsoft.com/office/powerpoint/2010/main">
        <mc:Choice Requires="p14">
          <p:contentPart p14:bwMode="auto" r:id="rId7">
            <p14:nvContentPartPr>
              <p14:cNvPr id="1049208" name="Encre 1049207"/>
              <p14:cNvContentPartPr/>
              <p14:nvPr/>
            </p14:nvContentPartPr>
            <p14:xfrm>
              <a:off x="6840497" y="1957705"/>
              <a:ext cx="240203" cy="36758"/>
            </p14:xfrm>
          </p:contentPart>
        </mc:Choice>
        <mc:Fallback xmlns="">
          <p:sp>
            <p:nvSpPr>
              <p:cNvPr id="1049208" name=""/>
              <p:cNvSpPr/>
              <p:nvPr/>
            </p:nvSpPr>
            <p:spPr>
              <a:xfrm>
                <a:off x="6840497" y="1957705"/>
                <a:ext cx="240203" cy="36758"/>
              </a:xfrm>
            </p:spPr>
          </p:sp>
        </mc:Fallback>
      </mc:AlternateContent>
      <mc:AlternateContent xmlns:mc="http://schemas.openxmlformats.org/markup-compatibility/2006" xmlns:p14="http://schemas.microsoft.com/office/powerpoint/2010/main">
        <mc:Choice Requires="p14">
          <p:contentPart p14:bwMode="auto" r:id="rId8">
            <p14:nvContentPartPr>
              <p14:cNvPr id="1049209" name="Encre 1049208"/>
              <p14:cNvContentPartPr/>
              <p14:nvPr/>
            </p14:nvContentPartPr>
            <p14:xfrm>
              <a:off x="6861677" y="1669397"/>
              <a:ext cx="317541" cy="42614"/>
            </p14:xfrm>
          </p:contentPart>
        </mc:Choice>
        <mc:Fallback xmlns="">
          <p:sp>
            <p:nvSpPr>
              <p:cNvPr id="1049209" name=""/>
              <p:cNvSpPr/>
              <p:nvPr/>
            </p:nvSpPr>
            <p:spPr>
              <a:xfrm>
                <a:off x="6861677" y="1669397"/>
                <a:ext cx="317541" cy="42614"/>
              </a:xfrm>
            </p:spPr>
          </p:sp>
        </mc:Fallback>
      </mc:AlternateContent>
      <mc:AlternateContent xmlns:mc="http://schemas.openxmlformats.org/markup-compatibility/2006" xmlns:p14="http://schemas.microsoft.com/office/powerpoint/2010/main">
        <mc:Choice Requires="p14">
          <p:contentPart p14:bwMode="auto" r:id="rId9">
            <p14:nvContentPartPr>
              <p14:cNvPr id="1049210" name="Encre 1049209"/>
              <p14:cNvContentPartPr/>
              <p14:nvPr/>
            </p14:nvContentPartPr>
            <p14:xfrm>
              <a:off x="7069062" y="1617944"/>
              <a:ext cx="104802" cy="171870"/>
            </p14:xfrm>
          </p:contentPart>
        </mc:Choice>
        <mc:Fallback xmlns="">
          <p:sp>
            <p:nvSpPr>
              <p:cNvPr id="1049210" name=""/>
              <p:cNvSpPr/>
              <p:nvPr/>
            </p:nvSpPr>
            <p:spPr>
              <a:xfrm>
                <a:off x="7069062" y="1617944"/>
                <a:ext cx="104802" cy="171870"/>
              </a:xfrm>
            </p:spPr>
          </p:sp>
        </mc:Fallback>
      </mc:AlternateContent>
      <mc:AlternateContent xmlns:mc="http://schemas.openxmlformats.org/markup-compatibility/2006" xmlns:p14="http://schemas.microsoft.com/office/powerpoint/2010/main">
        <mc:Choice Requires="p14">
          <p:contentPart p14:bwMode="auto" r:id="rId10">
            <p14:nvContentPartPr>
              <p14:cNvPr id="1049211" name="Encre 1049210"/>
              <p14:cNvContentPartPr/>
              <p14:nvPr/>
            </p14:nvContentPartPr>
            <p14:xfrm>
              <a:off x="7162165" y="1749738"/>
              <a:ext cx="207826" cy="382724"/>
            </p14:xfrm>
          </p:contentPart>
        </mc:Choice>
        <mc:Fallback xmlns="">
          <p:sp>
            <p:nvSpPr>
              <p:cNvPr id="1049211" name=""/>
              <p:cNvSpPr/>
              <p:nvPr/>
            </p:nvSpPr>
            <p:spPr>
              <a:xfrm>
                <a:off x="7162165" y="1749738"/>
                <a:ext cx="207826" cy="382724"/>
              </a:xfrm>
            </p:spPr>
          </p:sp>
        </mc:Fallback>
      </mc:AlternateContent>
      <mc:AlternateContent xmlns:mc="http://schemas.openxmlformats.org/markup-compatibility/2006" xmlns:p14="http://schemas.microsoft.com/office/powerpoint/2010/main">
        <mc:Choice Requires="p14">
          <p:contentPart p14:bwMode="auto" r:id="rId11">
            <p14:nvContentPartPr>
              <p14:cNvPr id="1049212" name="Encre 1049211"/>
              <p14:cNvContentPartPr/>
              <p14:nvPr/>
            </p14:nvContentPartPr>
            <p14:xfrm>
              <a:off x="7262391" y="1784486"/>
              <a:ext cx="164520" cy="313615"/>
            </p14:xfrm>
          </p:contentPart>
        </mc:Choice>
        <mc:Fallback xmlns="">
          <p:sp>
            <p:nvSpPr>
              <p:cNvPr id="1049212" name=""/>
              <p:cNvSpPr/>
              <p:nvPr/>
            </p:nvSpPr>
            <p:spPr>
              <a:xfrm>
                <a:off x="7262391" y="1784486"/>
                <a:ext cx="164520" cy="313615"/>
              </a:xfrm>
            </p:spPr>
          </p:sp>
        </mc:Fallback>
      </mc:AlternateContent>
      <mc:AlternateContent xmlns:mc="http://schemas.openxmlformats.org/markup-compatibility/2006" xmlns:p14="http://schemas.microsoft.com/office/powerpoint/2010/main">
        <mc:Choice Requires="p14">
          <p:contentPart p14:bwMode="auto" r:id="rId12">
            <p14:nvContentPartPr>
              <p14:cNvPr id="1049213" name="Encre 1049212"/>
              <p14:cNvContentPartPr/>
              <p14:nvPr/>
            </p14:nvContentPartPr>
            <p14:xfrm>
              <a:off x="7449145" y="1864407"/>
              <a:ext cx="168220" cy="190820"/>
            </p14:xfrm>
          </p:contentPart>
        </mc:Choice>
        <mc:Fallback xmlns="">
          <p:sp>
            <p:nvSpPr>
              <p:cNvPr id="1049213" name=""/>
              <p:cNvSpPr/>
              <p:nvPr/>
            </p:nvSpPr>
            <p:spPr>
              <a:xfrm>
                <a:off x="7449145" y="1864407"/>
                <a:ext cx="168220" cy="190820"/>
              </a:xfrm>
            </p:spPr>
          </p:sp>
        </mc:Fallback>
      </mc:AlternateContent>
      <mc:AlternateContent xmlns:mc="http://schemas.openxmlformats.org/markup-compatibility/2006" xmlns:p14="http://schemas.microsoft.com/office/powerpoint/2010/main">
        <mc:Choice Requires="p14">
          <p:contentPart p14:bwMode="auto" r:id="rId13">
            <p14:nvContentPartPr>
              <p14:cNvPr id="1049214" name="Encre 1049213"/>
              <p14:cNvContentPartPr/>
              <p14:nvPr/>
            </p14:nvContentPartPr>
            <p14:xfrm>
              <a:off x="7673738" y="1873167"/>
              <a:ext cx="236370" cy="191043"/>
            </p14:xfrm>
          </p:contentPart>
        </mc:Choice>
        <mc:Fallback xmlns="">
          <p:sp>
            <p:nvSpPr>
              <p:cNvPr id="1049214" name=""/>
              <p:cNvSpPr/>
              <p:nvPr/>
            </p:nvSpPr>
            <p:spPr>
              <a:xfrm>
                <a:off x="7673738" y="1873167"/>
                <a:ext cx="236370" cy="191043"/>
              </a:xfrm>
            </p:spPr>
          </p:sp>
        </mc:Fallback>
      </mc:AlternateContent>
      <mc:AlternateContent xmlns:mc="http://schemas.openxmlformats.org/markup-compatibility/2006" xmlns:p14="http://schemas.microsoft.com/office/powerpoint/2010/main">
        <mc:Choice Requires="p14">
          <p:contentPart p14:bwMode="auto" r:id="rId14">
            <p14:nvContentPartPr>
              <p14:cNvPr id="1049215" name="Encre 1049214"/>
              <p14:cNvContentPartPr/>
              <p14:nvPr/>
            </p14:nvContentPartPr>
            <p14:xfrm>
              <a:off x="7575087" y="1697865"/>
              <a:ext cx="345136" cy="42605"/>
            </p14:xfrm>
          </p:contentPart>
        </mc:Choice>
        <mc:Fallback xmlns="">
          <p:sp>
            <p:nvSpPr>
              <p:cNvPr id="1049215" name=""/>
              <p:cNvSpPr/>
              <p:nvPr/>
            </p:nvSpPr>
            <p:spPr>
              <a:xfrm>
                <a:off x="7575087" y="1697865"/>
                <a:ext cx="345136" cy="42605"/>
              </a:xfrm>
            </p:spPr>
          </p:sp>
        </mc:Fallback>
      </mc:AlternateContent>
      <mc:AlternateContent xmlns:mc="http://schemas.openxmlformats.org/markup-compatibility/2006" xmlns:p14="http://schemas.microsoft.com/office/powerpoint/2010/main">
        <mc:Choice Requires="p14">
          <p:contentPart p14:bwMode="auto" r:id="rId15">
            <p14:nvContentPartPr>
              <p14:cNvPr id="1049216" name="Encre 1049215"/>
              <p14:cNvContentPartPr/>
              <p14:nvPr/>
            </p14:nvContentPartPr>
            <p14:xfrm>
              <a:off x="7798881" y="1639537"/>
              <a:ext cx="211779" cy="158736"/>
            </p14:xfrm>
          </p:contentPart>
        </mc:Choice>
        <mc:Fallback xmlns="">
          <p:sp>
            <p:nvSpPr>
              <p:cNvPr id="1049216" name=""/>
              <p:cNvSpPr/>
              <p:nvPr/>
            </p:nvSpPr>
            <p:spPr>
              <a:xfrm>
                <a:off x="7798881" y="1639537"/>
                <a:ext cx="211779" cy="158736"/>
              </a:xfrm>
            </p:spPr>
          </p:sp>
        </mc:Fallback>
      </mc:AlternateContent>
      <mc:AlternateContent xmlns:mc="http://schemas.openxmlformats.org/markup-compatibility/2006" xmlns:p14="http://schemas.microsoft.com/office/powerpoint/2010/main">
        <mc:Choice Requires="p14">
          <p:contentPart p14:bwMode="auto" r:id="rId16">
            <p14:nvContentPartPr>
              <p14:cNvPr id="1049217" name="Encre 1049216"/>
              <p14:cNvContentPartPr/>
              <p14:nvPr/>
            </p14:nvContentPartPr>
            <p14:xfrm>
              <a:off x="2770898" y="2291559"/>
              <a:ext cx="937644" cy="122209"/>
            </p14:xfrm>
          </p:contentPart>
        </mc:Choice>
        <mc:Fallback xmlns="">
          <p:sp>
            <p:nvSpPr>
              <p:cNvPr id="1049217" name=""/>
              <p:cNvSpPr/>
              <p:nvPr/>
            </p:nvSpPr>
            <p:spPr>
              <a:xfrm>
                <a:off x="2770898" y="2291559"/>
                <a:ext cx="937644" cy="122209"/>
              </a:xfrm>
            </p:spPr>
          </p:sp>
        </mc:Fallback>
      </mc:AlternateContent>
      <mc:AlternateContent xmlns:mc="http://schemas.openxmlformats.org/markup-compatibility/2006" xmlns:p14="http://schemas.microsoft.com/office/powerpoint/2010/main">
        <mc:Choice Requires="p14">
          <p:contentPart p14:bwMode="auto" r:id="rId17">
            <p14:nvContentPartPr>
              <p14:cNvPr id="1049218" name="Encre 1049217"/>
              <p14:cNvContentPartPr/>
              <p14:nvPr/>
            </p14:nvContentPartPr>
            <p14:xfrm>
              <a:off x="4737967" y="2006538"/>
              <a:ext cx="195005" cy="403793"/>
            </p14:xfrm>
          </p:contentPart>
        </mc:Choice>
        <mc:Fallback xmlns="">
          <p:sp>
            <p:nvSpPr>
              <p:cNvPr id="1049218" name=""/>
              <p:cNvSpPr/>
              <p:nvPr/>
            </p:nvSpPr>
            <p:spPr>
              <a:xfrm>
                <a:off x="4737967" y="2006538"/>
                <a:ext cx="195005" cy="403793"/>
              </a:xfrm>
            </p:spPr>
          </p:sp>
        </mc:Fallback>
      </mc:AlternateContent>
      <mc:AlternateContent xmlns:mc="http://schemas.openxmlformats.org/markup-compatibility/2006" xmlns:p14="http://schemas.microsoft.com/office/powerpoint/2010/main">
        <mc:Choice Requires="p14">
          <p:contentPart p14:bwMode="auto" r:id="rId18">
            <p14:nvContentPartPr>
              <p14:cNvPr id="1049219" name="Encre 1049218"/>
              <p14:cNvContentPartPr/>
              <p14:nvPr/>
            </p14:nvContentPartPr>
            <p14:xfrm>
              <a:off x="4773708" y="2142851"/>
              <a:ext cx="139714" cy="39996"/>
            </p14:xfrm>
          </p:contentPart>
        </mc:Choice>
        <mc:Fallback xmlns="">
          <p:sp>
            <p:nvSpPr>
              <p:cNvPr id="1049219" name=""/>
              <p:cNvSpPr/>
              <p:nvPr/>
            </p:nvSpPr>
            <p:spPr>
              <a:xfrm>
                <a:off x="4773708" y="2142851"/>
                <a:ext cx="139714" cy="39996"/>
              </a:xfrm>
            </p:spPr>
          </p:sp>
        </mc:Fallback>
      </mc:AlternateContent>
      <mc:AlternateContent xmlns:mc="http://schemas.openxmlformats.org/markup-compatibility/2006" xmlns:p14="http://schemas.microsoft.com/office/powerpoint/2010/main">
        <mc:Choice Requires="p14">
          <p:contentPart p14:bwMode="auto" r:id="rId19">
            <p14:nvContentPartPr>
              <p14:cNvPr id="1049220" name="Encre 1049219"/>
              <p14:cNvContentPartPr/>
              <p14:nvPr/>
            </p14:nvContentPartPr>
            <p14:xfrm>
              <a:off x="5027577" y="2108139"/>
              <a:ext cx="147955" cy="273412"/>
            </p14:xfrm>
          </p:contentPart>
        </mc:Choice>
        <mc:Fallback xmlns="">
          <p:sp>
            <p:nvSpPr>
              <p:cNvPr id="1049220" name=""/>
              <p:cNvSpPr/>
              <p:nvPr/>
            </p:nvSpPr>
            <p:spPr>
              <a:xfrm>
                <a:off x="5027577" y="2108139"/>
                <a:ext cx="147955" cy="273412"/>
              </a:xfrm>
            </p:spPr>
          </p:sp>
        </mc:Fallback>
      </mc:AlternateContent>
      <mc:AlternateContent xmlns:mc="http://schemas.openxmlformats.org/markup-compatibility/2006" xmlns:p14="http://schemas.microsoft.com/office/powerpoint/2010/main">
        <mc:Choice Requires="p14">
          <p:contentPart p14:bwMode="auto" r:id="rId20">
            <p14:nvContentPartPr>
              <p14:cNvPr id="1049221" name="Encre 1049220"/>
              <p14:cNvContentPartPr/>
              <p14:nvPr/>
            </p14:nvContentPartPr>
            <p14:xfrm>
              <a:off x="4995212" y="2182848"/>
              <a:ext cx="193265" cy="43683"/>
            </p14:xfrm>
          </p:contentPart>
        </mc:Choice>
        <mc:Fallback xmlns="">
          <p:sp>
            <p:nvSpPr>
              <p:cNvPr id="1049221" name=""/>
              <p:cNvSpPr/>
              <p:nvPr/>
            </p:nvSpPr>
            <p:spPr>
              <a:xfrm>
                <a:off x="4995212" y="2182848"/>
                <a:ext cx="193265" cy="43683"/>
              </a:xfrm>
            </p:spPr>
          </p:sp>
        </mc:Fallback>
      </mc:AlternateContent>
      <mc:AlternateContent xmlns:mc="http://schemas.openxmlformats.org/markup-compatibility/2006" xmlns:p14="http://schemas.microsoft.com/office/powerpoint/2010/main">
        <mc:Choice Requires="p14">
          <p:contentPart p14:bwMode="auto" r:id="rId21">
            <p14:nvContentPartPr>
              <p14:cNvPr id="1049222" name="Encre 1049221"/>
              <p14:cNvContentPartPr/>
              <p14:nvPr/>
            </p14:nvContentPartPr>
            <p14:xfrm>
              <a:off x="5038882" y="2390095"/>
              <a:ext cx="247110" cy="119585"/>
            </p14:xfrm>
          </p:contentPart>
        </mc:Choice>
        <mc:Fallback xmlns="">
          <p:sp>
            <p:nvSpPr>
              <p:cNvPr id="1049222" name=""/>
              <p:cNvSpPr/>
              <p:nvPr/>
            </p:nvSpPr>
            <p:spPr>
              <a:xfrm>
                <a:off x="5038882" y="2390095"/>
                <a:ext cx="247110" cy="119585"/>
              </a:xfrm>
            </p:spPr>
          </p:sp>
        </mc:Fallback>
      </mc:AlternateContent>
      <mc:AlternateContent xmlns:mc="http://schemas.openxmlformats.org/markup-compatibility/2006" xmlns:p14="http://schemas.microsoft.com/office/powerpoint/2010/main">
        <mc:Choice Requires="p14">
          <p:contentPart p14:bwMode="auto" r:id="rId22">
            <p14:nvContentPartPr>
              <p14:cNvPr id="1049223" name="Encre 1049222"/>
              <p14:cNvContentPartPr/>
              <p14:nvPr/>
            </p14:nvContentPartPr>
            <p14:xfrm>
              <a:off x="5088572" y="2454627"/>
              <a:ext cx="324057" cy="123684"/>
            </p14:xfrm>
          </p:contentPart>
        </mc:Choice>
        <mc:Fallback xmlns="">
          <p:sp>
            <p:nvSpPr>
              <p:cNvPr id="1049223" name=""/>
              <p:cNvSpPr/>
              <p:nvPr/>
            </p:nvSpPr>
            <p:spPr>
              <a:xfrm>
                <a:off x="5088572" y="2454627"/>
                <a:ext cx="324057" cy="123684"/>
              </a:xfrm>
            </p:spPr>
          </p:sp>
        </mc:Fallback>
      </mc:AlternateContent>
      <mc:AlternateContent xmlns:mc="http://schemas.openxmlformats.org/markup-compatibility/2006" xmlns:p14="http://schemas.microsoft.com/office/powerpoint/2010/main">
        <mc:Choice Requires="p14">
          <p:contentPart p14:bwMode="auto" r:id="rId23">
            <p14:nvContentPartPr>
              <p14:cNvPr id="1049224" name="Encre 1049223"/>
              <p14:cNvContentPartPr/>
              <p14:nvPr/>
            </p14:nvContentPartPr>
            <p14:xfrm>
              <a:off x="1018716" y="3674152"/>
              <a:ext cx="2318825" cy="81049"/>
            </p14:xfrm>
          </p:contentPart>
        </mc:Choice>
        <mc:Fallback xmlns="">
          <p:sp>
            <p:nvSpPr>
              <p:cNvPr id="1049224" name=""/>
              <p:cNvSpPr/>
              <p:nvPr/>
            </p:nvSpPr>
            <p:spPr>
              <a:xfrm>
                <a:off x="1018716" y="3674152"/>
                <a:ext cx="2318825" cy="81049"/>
              </a:xfrm>
            </p:spPr>
          </p:sp>
        </mc:Fallback>
      </mc:AlternateContent>
      <mc:AlternateContent xmlns:mc="http://schemas.openxmlformats.org/markup-compatibility/2006" xmlns:p14="http://schemas.microsoft.com/office/powerpoint/2010/main">
        <mc:Choice Requires="p14">
          <p:contentPart p14:bwMode="auto" r:id="rId24">
            <p14:nvContentPartPr>
              <p14:cNvPr id="1049225" name="Encre 1049224"/>
              <p14:cNvContentPartPr/>
              <p14:nvPr/>
            </p14:nvContentPartPr>
            <p14:xfrm>
              <a:off x="4201413" y="3754699"/>
              <a:ext cx="1289299" cy="34312"/>
            </p14:xfrm>
          </p:contentPart>
        </mc:Choice>
        <mc:Fallback xmlns="">
          <p:sp>
            <p:nvSpPr>
              <p:cNvPr id="1049225" name=""/>
              <p:cNvSpPr/>
              <p:nvPr/>
            </p:nvSpPr>
            <p:spPr>
              <a:xfrm>
                <a:off x="4201413" y="3754699"/>
                <a:ext cx="1289299" cy="34312"/>
              </a:xfrm>
            </p:spPr>
          </p:sp>
        </mc:Fallback>
      </mc:AlternateContent>
      <mc:AlternateContent xmlns:mc="http://schemas.openxmlformats.org/markup-compatibility/2006" xmlns:p14="http://schemas.microsoft.com/office/powerpoint/2010/main">
        <mc:Choice Requires="p14">
          <p:contentPart p14:bwMode="auto" r:id="rId25">
            <p14:nvContentPartPr>
              <p14:cNvPr id="1049226" name="Encre 1049225"/>
              <p14:cNvContentPartPr/>
              <p14:nvPr/>
            </p14:nvContentPartPr>
            <p14:xfrm>
              <a:off x="3329073" y="3515682"/>
              <a:ext cx="152033" cy="7417"/>
            </p14:xfrm>
          </p:contentPart>
        </mc:Choice>
        <mc:Fallback xmlns="">
          <p:sp>
            <p:nvSpPr>
              <p:cNvPr id="1049226" name=""/>
              <p:cNvSpPr/>
              <p:nvPr/>
            </p:nvSpPr>
            <p:spPr>
              <a:xfrm>
                <a:off x="3329073" y="3515682"/>
                <a:ext cx="152033" cy="7417"/>
              </a:xfrm>
            </p:spPr>
          </p:sp>
        </mc:Fallback>
      </mc:AlternateContent>
      <mc:AlternateContent xmlns:mc="http://schemas.openxmlformats.org/markup-compatibility/2006" xmlns:p14="http://schemas.microsoft.com/office/powerpoint/2010/main">
        <mc:Choice Requires="p14">
          <p:contentPart p14:bwMode="auto" r:id="rId26">
            <p14:nvContentPartPr>
              <p14:cNvPr id="1049227" name="Encre 1049226"/>
              <p14:cNvContentPartPr/>
              <p14:nvPr/>
            </p14:nvContentPartPr>
            <p14:xfrm>
              <a:off x="3314512" y="3591418"/>
              <a:ext cx="162565" cy="18828"/>
            </p14:xfrm>
          </p:contentPart>
        </mc:Choice>
        <mc:Fallback xmlns="">
          <p:sp>
            <p:nvSpPr>
              <p:cNvPr id="1049227" name=""/>
              <p:cNvSpPr/>
              <p:nvPr/>
            </p:nvSpPr>
            <p:spPr>
              <a:xfrm>
                <a:off x="3314512" y="3591418"/>
                <a:ext cx="162565" cy="18828"/>
              </a:xfrm>
            </p:spPr>
          </p:sp>
        </mc:Fallback>
      </mc:AlternateContent>
      <mc:AlternateContent xmlns:mc="http://schemas.openxmlformats.org/markup-compatibility/2006" xmlns:p14="http://schemas.microsoft.com/office/powerpoint/2010/main">
        <mc:Choice Requires="p14">
          <p:contentPart p14:bwMode="auto" r:id="rId27">
            <p14:nvContentPartPr>
              <p14:cNvPr id="1049228" name="Encre 1049227"/>
              <p14:cNvContentPartPr/>
              <p14:nvPr/>
            </p14:nvContentPartPr>
            <p14:xfrm>
              <a:off x="3583374" y="3285810"/>
              <a:ext cx="79687" cy="348514"/>
            </p14:xfrm>
          </p:contentPart>
        </mc:Choice>
        <mc:Fallback xmlns="">
          <p:sp>
            <p:nvSpPr>
              <p:cNvPr id="1049228" name=""/>
              <p:cNvSpPr/>
              <p:nvPr/>
            </p:nvSpPr>
            <p:spPr>
              <a:xfrm>
                <a:off x="3583374" y="3285810"/>
                <a:ext cx="79687" cy="348514"/>
              </a:xfrm>
            </p:spPr>
          </p:sp>
        </mc:Fallback>
      </mc:AlternateContent>
      <mc:AlternateContent xmlns:mc="http://schemas.openxmlformats.org/markup-compatibility/2006" xmlns:p14="http://schemas.microsoft.com/office/powerpoint/2010/main">
        <mc:Choice Requires="p14">
          <p:contentPart p14:bwMode="auto" r:id="rId28">
            <p14:nvContentPartPr>
              <p14:cNvPr id="1049229" name="Encre 1049228"/>
              <p14:cNvContentPartPr/>
              <p14:nvPr/>
            </p14:nvContentPartPr>
            <p14:xfrm>
              <a:off x="3622059" y="3436010"/>
              <a:ext cx="118286" cy="10849"/>
            </p14:xfrm>
          </p:contentPart>
        </mc:Choice>
        <mc:Fallback xmlns="">
          <p:sp>
            <p:nvSpPr>
              <p:cNvPr id="1049229" name=""/>
              <p:cNvSpPr/>
              <p:nvPr/>
            </p:nvSpPr>
            <p:spPr>
              <a:xfrm>
                <a:off x="3622059" y="3436010"/>
                <a:ext cx="118286" cy="10849"/>
              </a:xfrm>
            </p:spPr>
          </p:sp>
        </mc:Fallback>
      </mc:AlternateContent>
      <mc:AlternateContent xmlns:mc="http://schemas.openxmlformats.org/markup-compatibility/2006" xmlns:p14="http://schemas.microsoft.com/office/powerpoint/2010/main">
        <mc:Choice Requires="p14">
          <p:contentPart p14:bwMode="auto" r:id="rId29">
            <p14:nvContentPartPr>
              <p14:cNvPr id="1049230" name="Encre 1049229"/>
              <p14:cNvContentPartPr/>
              <p14:nvPr/>
            </p14:nvContentPartPr>
            <p14:xfrm>
              <a:off x="3679421" y="3514134"/>
              <a:ext cx="111778" cy="172478"/>
            </p14:xfrm>
          </p:contentPart>
        </mc:Choice>
        <mc:Fallback xmlns="">
          <p:sp>
            <p:nvSpPr>
              <p:cNvPr id="1049230" name=""/>
              <p:cNvSpPr/>
              <p:nvPr/>
            </p:nvSpPr>
            <p:spPr>
              <a:xfrm>
                <a:off x="3679421" y="3514134"/>
                <a:ext cx="111778" cy="172478"/>
              </a:xfrm>
            </p:spPr>
          </p:sp>
        </mc:Fallback>
      </mc:AlternateContent>
      <mc:AlternateContent xmlns:mc="http://schemas.openxmlformats.org/markup-compatibility/2006" xmlns:p14="http://schemas.microsoft.com/office/powerpoint/2010/main">
        <mc:Choice Requires="p14">
          <p:contentPart p14:bwMode="auto" r:id="rId30">
            <p14:nvContentPartPr>
              <p14:cNvPr id="1049231" name="Encre 1049230"/>
              <p14:cNvContentPartPr/>
              <p14:nvPr/>
            </p14:nvContentPartPr>
            <p14:xfrm>
              <a:off x="3500717" y="3204191"/>
              <a:ext cx="226465" cy="40010"/>
            </p14:xfrm>
          </p:contentPart>
        </mc:Choice>
        <mc:Fallback xmlns="">
          <p:sp>
            <p:nvSpPr>
              <p:cNvPr id="1049231" name=""/>
              <p:cNvSpPr/>
              <p:nvPr/>
            </p:nvSpPr>
            <p:spPr>
              <a:xfrm>
                <a:off x="3500717" y="3204191"/>
                <a:ext cx="226465" cy="40010"/>
              </a:xfrm>
            </p:spPr>
          </p:sp>
        </mc:Fallback>
      </mc:AlternateContent>
      <mc:AlternateContent xmlns:mc="http://schemas.openxmlformats.org/markup-compatibility/2006" xmlns:p14="http://schemas.microsoft.com/office/powerpoint/2010/main">
        <mc:Choice Requires="p14">
          <p:contentPart p14:bwMode="auto" r:id="rId31">
            <p14:nvContentPartPr>
              <p14:cNvPr id="1049232" name="Encre 1049231"/>
              <p14:cNvContentPartPr/>
              <p14:nvPr/>
            </p14:nvContentPartPr>
            <p14:xfrm>
              <a:off x="3636179" y="3153558"/>
              <a:ext cx="139102" cy="183121"/>
            </p14:xfrm>
          </p:contentPart>
        </mc:Choice>
        <mc:Fallback xmlns="">
          <p:sp>
            <p:nvSpPr>
              <p:cNvPr id="1049232" name=""/>
              <p:cNvSpPr/>
              <p:nvPr/>
            </p:nvSpPr>
            <p:spPr>
              <a:xfrm>
                <a:off x="3636179" y="3153558"/>
                <a:ext cx="139102" cy="183121"/>
              </a:xfrm>
            </p:spPr>
          </p:sp>
        </mc:Fallback>
      </mc:AlternateContent>
      <mc:AlternateContent xmlns:mc="http://schemas.openxmlformats.org/markup-compatibility/2006" xmlns:p14="http://schemas.microsoft.com/office/powerpoint/2010/main">
        <mc:Choice Requires="p14">
          <p:contentPart p14:bwMode="auto" r:id="rId32">
            <p14:nvContentPartPr>
              <p14:cNvPr id="1049233" name="Encre 1049232"/>
              <p14:cNvContentPartPr/>
              <p14:nvPr/>
            </p14:nvContentPartPr>
            <p14:xfrm>
              <a:off x="1220897" y="3247626"/>
              <a:ext cx="474545" cy="566586"/>
            </p14:xfrm>
          </p:contentPart>
        </mc:Choice>
        <mc:Fallback xmlns="">
          <p:sp>
            <p:nvSpPr>
              <p:cNvPr id="1049233" name=""/>
              <p:cNvSpPr/>
              <p:nvPr/>
            </p:nvSpPr>
            <p:spPr>
              <a:xfrm>
                <a:off x="1220897" y="3247626"/>
                <a:ext cx="474545" cy="566586"/>
              </a:xfrm>
            </p:spPr>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Rectangle 3"/>
          <p:cNvSpPr>
            <a:spLocks noRot="1" noChangeAspect="1" noMove="1" noResize="1" noEditPoints="1" noAdjustHandles="1" noChangeArrowheads="1" noChangeShapeType="1" noTextEdit="1"/>
          </p:cNvSpPr>
          <p:nvPr/>
        </p:nvSpPr>
        <p:spPr>
          <a:xfrm>
            <a:off x="716923" y="301408"/>
            <a:ext cx="10912700" cy="400110"/>
          </a:xfrm>
          <a:prstGeom prst="rect">
            <a:avLst/>
          </a:prstGeom>
          <a:blipFill rotWithShape="0">
            <a:blip r:embed="rId2"/>
            <a:stretch>
              <a:fillRect l="-503" t="-18182" b="-25758"/>
            </a:stretch>
          </a:blipFill>
        </p:spPr>
        <p:txBody>
          <a:bodyPr/>
          <a:lstStyle/>
          <a:p>
            <a:r>
              <a:rPr lang="fr-MA">
                <a:noFill/>
              </a:rPr>
              <a:t> </a:t>
            </a:r>
          </a:p>
        </p:txBody>
      </p:sp>
      <p:cxnSp>
        <p:nvCxnSpPr>
          <p:cNvPr id="3145733" name="Connecteur droit avec flèche 5"/>
          <p:cNvCxnSpPr>
            <a:cxnSpLocks/>
          </p:cNvCxnSpPr>
          <p:nvPr/>
        </p:nvCxnSpPr>
        <p:spPr>
          <a:xfrm flipH="1">
            <a:off x="8397026" y="1876233"/>
            <a:ext cx="850006" cy="61818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34" name="Connecteur droit avec flèche 6"/>
          <p:cNvCxnSpPr>
            <a:cxnSpLocks/>
          </p:cNvCxnSpPr>
          <p:nvPr/>
        </p:nvCxnSpPr>
        <p:spPr>
          <a:xfrm>
            <a:off x="9247032" y="1876233"/>
            <a:ext cx="1725769"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22" name="ZoneTexte 7"/>
          <p:cNvSpPr txBox="1"/>
          <p:nvPr/>
        </p:nvSpPr>
        <p:spPr>
          <a:xfrm>
            <a:off x="8863626" y="1526836"/>
            <a:ext cx="474979" cy="447041"/>
          </a:xfrm>
          <a:prstGeom prst="rect">
            <a:avLst/>
          </a:prstGeom>
          <a:noFill/>
        </p:spPr>
        <p:txBody>
          <a:bodyPr wrap="none" rtlCol="0">
            <a:spAutoFit/>
          </a:bodyPr>
          <a:lstStyle/>
          <a:p>
            <a:r>
              <a:rPr lang="fr-MA" sz="2400" b="1" i="1" dirty="0"/>
              <a:t>O</a:t>
            </a:r>
            <a:endParaRPr lang="fr-MA" b="1" i="1" dirty="0"/>
          </a:p>
        </p:txBody>
      </p:sp>
      <p:cxnSp>
        <p:nvCxnSpPr>
          <p:cNvPr id="3145735" name="Connecteur droit avec flèche 9"/>
          <p:cNvCxnSpPr>
            <a:cxnSpLocks/>
          </p:cNvCxnSpPr>
          <p:nvPr/>
        </p:nvCxnSpPr>
        <p:spPr>
          <a:xfrm flipV="1">
            <a:off x="9247032" y="991673"/>
            <a:ext cx="6444" cy="884561"/>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36" name="Connecteur droit avec flèche 4"/>
          <p:cNvCxnSpPr>
            <a:cxnSpLocks/>
          </p:cNvCxnSpPr>
          <p:nvPr/>
        </p:nvCxnSpPr>
        <p:spPr>
          <a:xfrm flipV="1">
            <a:off x="9247032" y="701518"/>
            <a:ext cx="0" cy="117471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23" name="Rectangle 11"/>
          <p:cNvSpPr>
            <a:spLocks noRot="1" noChangeAspect="1" noMove="1" noResize="1" noEditPoints="1" noAdjustHandles="1" noChangeArrowheads="1" noChangeShapeType="1" noTextEdit="1"/>
          </p:cNvSpPr>
          <p:nvPr/>
        </p:nvSpPr>
        <p:spPr>
          <a:xfrm>
            <a:off x="8545719" y="733179"/>
            <a:ext cx="694870" cy="575479"/>
          </a:xfrm>
          <a:prstGeom prst="rect">
            <a:avLst/>
          </a:prstGeom>
          <a:blipFill rotWithShape="0">
            <a:blip r:embed="rId3"/>
            <a:stretch>
              <a:fillRect/>
            </a:stretch>
          </a:blipFill>
        </p:spPr>
        <p:txBody>
          <a:bodyPr/>
          <a:lstStyle/>
          <a:p>
            <a:r>
              <a:rPr lang="fr-MA">
                <a:noFill/>
              </a:rPr>
              <a:t> </a:t>
            </a:r>
          </a:p>
        </p:txBody>
      </p:sp>
      <p:sp>
        <p:nvSpPr>
          <p:cNvPr id="1048624" name="Forme libre 12"/>
          <p:cNvSpPr/>
          <p:nvPr/>
        </p:nvSpPr>
        <p:spPr>
          <a:xfrm rot="811895">
            <a:off x="9278431" y="2094228"/>
            <a:ext cx="1365161" cy="485418"/>
          </a:xfrm>
          <a:custGeom>
            <a:avLst/>
            <a:gdLst>
              <a:gd name="connsiteX0" fmla="*/ 0 w 1365161"/>
              <a:gd name="connsiteY0" fmla="*/ 425003 h 485418"/>
              <a:gd name="connsiteX1" fmla="*/ 463639 w 1365161"/>
              <a:gd name="connsiteY1" fmla="*/ 463640 h 485418"/>
              <a:gd name="connsiteX2" fmla="*/ 978794 w 1365161"/>
              <a:gd name="connsiteY2" fmla="*/ 128789 h 485418"/>
              <a:gd name="connsiteX3" fmla="*/ 1365161 w 1365161"/>
              <a:gd name="connsiteY3" fmla="*/ 0 h 485418"/>
            </a:gdLst>
            <a:ahLst/>
            <a:cxnLst>
              <a:cxn ang="0">
                <a:pos x="connsiteX0" y="connsiteY0"/>
              </a:cxn>
              <a:cxn ang="0">
                <a:pos x="connsiteX1" y="connsiteY1"/>
              </a:cxn>
              <a:cxn ang="0">
                <a:pos x="connsiteX2" y="connsiteY2"/>
              </a:cxn>
              <a:cxn ang="0">
                <a:pos x="connsiteX3" y="connsiteY3"/>
              </a:cxn>
            </a:cxnLst>
            <a:rect l="l" t="t" r="r" b="b"/>
            <a:pathLst>
              <a:path w="1365161" h="485418">
                <a:moveTo>
                  <a:pt x="0" y="425003"/>
                </a:moveTo>
                <a:cubicBezTo>
                  <a:pt x="150253" y="469006"/>
                  <a:pt x="300507" y="513009"/>
                  <a:pt x="463639" y="463640"/>
                </a:cubicBezTo>
                <a:cubicBezTo>
                  <a:pt x="626771" y="414271"/>
                  <a:pt x="828540" y="206062"/>
                  <a:pt x="978794" y="128789"/>
                </a:cubicBezTo>
                <a:cubicBezTo>
                  <a:pt x="1129048" y="51516"/>
                  <a:pt x="1247104" y="25758"/>
                  <a:pt x="1365161"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37" name="Connecteur droit avec flèche 14"/>
          <p:cNvCxnSpPr>
            <a:cxnSpLocks/>
          </p:cNvCxnSpPr>
          <p:nvPr/>
        </p:nvCxnSpPr>
        <p:spPr>
          <a:xfrm flipV="1">
            <a:off x="9723688" y="2388802"/>
            <a:ext cx="695320" cy="129605"/>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45738" name="Connecteur droit avec flèche 16"/>
          <p:cNvCxnSpPr>
            <a:cxnSpLocks/>
          </p:cNvCxnSpPr>
          <p:nvPr/>
        </p:nvCxnSpPr>
        <p:spPr>
          <a:xfrm>
            <a:off x="9253475" y="1889480"/>
            <a:ext cx="487227" cy="611223"/>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8625" name="ZoneTexte 17"/>
          <p:cNvSpPr txBox="1">
            <a:spLocks noRot="1" noChangeAspect="1" noMove="1" noResize="1" noEditPoints="1" noAdjustHandles="1" noChangeArrowheads="1" noChangeShapeType="1" noTextEdit="1"/>
          </p:cNvSpPr>
          <p:nvPr/>
        </p:nvSpPr>
        <p:spPr>
          <a:xfrm>
            <a:off x="9116418" y="1970794"/>
            <a:ext cx="274114" cy="430887"/>
          </a:xfrm>
          <a:prstGeom prst="rect">
            <a:avLst/>
          </a:prstGeom>
          <a:blipFill rotWithShape="0">
            <a:blip r:embed="rId4"/>
            <a:stretch>
              <a:fillRect/>
            </a:stretch>
          </a:blipFill>
          <a:ln>
            <a:noFill/>
          </a:ln>
        </p:spPr>
        <p:txBody>
          <a:bodyPr/>
          <a:lstStyle/>
          <a:p>
            <a:r>
              <a:rPr lang="fr-MA">
                <a:noFill/>
              </a:rPr>
              <a:t> </a:t>
            </a:r>
          </a:p>
        </p:txBody>
      </p:sp>
      <p:sp>
        <p:nvSpPr>
          <p:cNvPr id="1048626" name="Rectangle 23"/>
          <p:cNvSpPr>
            <a:spLocks noRot="1" noChangeAspect="1" noMove="1" noResize="1" noEditPoints="1" noAdjustHandles="1" noChangeArrowheads="1" noChangeShapeType="1" noTextEdit="1"/>
          </p:cNvSpPr>
          <p:nvPr/>
        </p:nvSpPr>
        <p:spPr>
          <a:xfrm>
            <a:off x="10015125" y="2388802"/>
            <a:ext cx="437940" cy="461665"/>
          </a:xfrm>
          <a:prstGeom prst="rect">
            <a:avLst/>
          </a:prstGeom>
          <a:blipFill rotWithShape="0">
            <a:blip r:embed="rId5"/>
            <a:stretch>
              <a:fillRect/>
            </a:stretch>
          </a:blipFill>
        </p:spPr>
        <p:txBody>
          <a:bodyPr/>
          <a:lstStyle/>
          <a:p>
            <a:r>
              <a:rPr lang="fr-MA">
                <a:noFill/>
              </a:rPr>
              <a:t> </a:t>
            </a:r>
          </a:p>
        </p:txBody>
      </p:sp>
      <p:sp>
        <p:nvSpPr>
          <p:cNvPr id="1048627" name="ZoneTexte 24"/>
          <p:cNvSpPr txBox="1"/>
          <p:nvPr/>
        </p:nvSpPr>
        <p:spPr>
          <a:xfrm>
            <a:off x="9462646" y="2513949"/>
            <a:ext cx="525780" cy="447041"/>
          </a:xfrm>
          <a:prstGeom prst="rect">
            <a:avLst/>
          </a:prstGeom>
          <a:noFill/>
        </p:spPr>
        <p:txBody>
          <a:bodyPr wrap="none" rtlCol="0">
            <a:spAutoFit/>
          </a:bodyPr>
          <a:lstStyle/>
          <a:p>
            <a:r>
              <a:rPr lang="fr-MA" sz="2400" b="1" i="1" dirty="0"/>
              <a:t>M</a:t>
            </a:r>
            <a:endParaRPr lang="fr-MA" b="1" i="1" dirty="0"/>
          </a:p>
        </p:txBody>
      </p:sp>
      <p:sp>
        <p:nvSpPr>
          <p:cNvPr id="1048628" name="ZoneTexte 25"/>
          <p:cNvSpPr txBox="1"/>
          <p:nvPr/>
        </p:nvSpPr>
        <p:spPr>
          <a:xfrm>
            <a:off x="8114861" y="2290281"/>
            <a:ext cx="303288" cy="400110"/>
          </a:xfrm>
          <a:prstGeom prst="rect">
            <a:avLst/>
          </a:prstGeom>
          <a:noFill/>
        </p:spPr>
        <p:txBody>
          <a:bodyPr wrap="none" rtlCol="0">
            <a:spAutoFit/>
          </a:bodyPr>
          <a:lstStyle/>
          <a:p>
            <a:r>
              <a:rPr lang="fr-MA" sz="2000" b="1" dirty="0"/>
              <a:t>x</a:t>
            </a:r>
          </a:p>
        </p:txBody>
      </p:sp>
      <p:sp>
        <p:nvSpPr>
          <p:cNvPr id="1048629" name="ZoneTexte 26"/>
          <p:cNvSpPr txBox="1"/>
          <p:nvPr/>
        </p:nvSpPr>
        <p:spPr>
          <a:xfrm>
            <a:off x="9238888" y="408726"/>
            <a:ext cx="287258" cy="400110"/>
          </a:xfrm>
          <a:prstGeom prst="rect">
            <a:avLst/>
          </a:prstGeom>
          <a:noFill/>
        </p:spPr>
        <p:txBody>
          <a:bodyPr wrap="none" rtlCol="0">
            <a:spAutoFit/>
          </a:bodyPr>
          <a:lstStyle/>
          <a:p>
            <a:r>
              <a:rPr lang="fr-MA" sz="2000" b="1" dirty="0"/>
              <a:t>z</a:t>
            </a:r>
          </a:p>
        </p:txBody>
      </p:sp>
      <p:sp>
        <p:nvSpPr>
          <p:cNvPr id="1048630" name="ZoneTexte 27"/>
          <p:cNvSpPr txBox="1"/>
          <p:nvPr/>
        </p:nvSpPr>
        <p:spPr>
          <a:xfrm>
            <a:off x="10913196" y="1757668"/>
            <a:ext cx="306494" cy="400110"/>
          </a:xfrm>
          <a:prstGeom prst="rect">
            <a:avLst/>
          </a:prstGeom>
          <a:noFill/>
        </p:spPr>
        <p:txBody>
          <a:bodyPr wrap="none" rtlCol="0">
            <a:spAutoFit/>
          </a:bodyPr>
          <a:lstStyle/>
          <a:p>
            <a:r>
              <a:rPr lang="fr-MA" sz="2000" b="1" dirty="0"/>
              <a:t>y</a:t>
            </a:r>
          </a:p>
        </p:txBody>
      </p:sp>
      <p:sp>
        <p:nvSpPr>
          <p:cNvPr id="1048631" name="Rectangle 29"/>
          <p:cNvSpPr>
            <a:spLocks noRot="1" noChangeAspect="1" noMove="1" noResize="1" noEditPoints="1" noAdjustHandles="1" noChangeArrowheads="1" noChangeShapeType="1" noTextEdit="1"/>
          </p:cNvSpPr>
          <p:nvPr/>
        </p:nvSpPr>
        <p:spPr>
          <a:xfrm>
            <a:off x="754723" y="1142957"/>
            <a:ext cx="7360138" cy="1389355"/>
          </a:xfrm>
          <a:prstGeom prst="rect">
            <a:avLst/>
          </a:prstGeom>
          <a:blipFill rotWithShape="0">
            <a:blip r:embed="rId6"/>
            <a:stretch>
              <a:fillRect l="-746" t="-1754" r="-829" b="-4825"/>
            </a:stretch>
          </a:blipFill>
        </p:spPr>
        <p:txBody>
          <a:bodyPr/>
          <a:lstStyle/>
          <a:p>
            <a:r>
              <a:rPr lang="fr-MA">
                <a:noFill/>
              </a:rPr>
              <a:t> </a:t>
            </a:r>
          </a:p>
        </p:txBody>
      </p:sp>
      <p:cxnSp>
        <p:nvCxnSpPr>
          <p:cNvPr id="3145739" name="Connecteur droit avec flèche 31"/>
          <p:cNvCxnSpPr>
            <a:cxnSpLocks/>
          </p:cNvCxnSpPr>
          <p:nvPr/>
        </p:nvCxnSpPr>
        <p:spPr>
          <a:xfrm flipV="1">
            <a:off x="8545719" y="2975614"/>
            <a:ext cx="0" cy="16350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40" name="Connecteur droit avec flèche 32"/>
          <p:cNvCxnSpPr>
            <a:cxnSpLocks/>
          </p:cNvCxnSpPr>
          <p:nvPr/>
        </p:nvCxnSpPr>
        <p:spPr>
          <a:xfrm>
            <a:off x="8541155" y="4610637"/>
            <a:ext cx="2635289" cy="2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32" name="Forme libre 34"/>
          <p:cNvSpPr/>
          <p:nvPr/>
        </p:nvSpPr>
        <p:spPr>
          <a:xfrm rot="13534792">
            <a:off x="8805951" y="3404408"/>
            <a:ext cx="1365161" cy="485418"/>
          </a:xfrm>
          <a:custGeom>
            <a:avLst/>
            <a:gdLst>
              <a:gd name="connsiteX0" fmla="*/ 0 w 1365161"/>
              <a:gd name="connsiteY0" fmla="*/ 425003 h 485418"/>
              <a:gd name="connsiteX1" fmla="*/ 463639 w 1365161"/>
              <a:gd name="connsiteY1" fmla="*/ 463640 h 485418"/>
              <a:gd name="connsiteX2" fmla="*/ 978794 w 1365161"/>
              <a:gd name="connsiteY2" fmla="*/ 128789 h 485418"/>
              <a:gd name="connsiteX3" fmla="*/ 1365161 w 1365161"/>
              <a:gd name="connsiteY3" fmla="*/ 0 h 485418"/>
            </a:gdLst>
            <a:ahLst/>
            <a:cxnLst>
              <a:cxn ang="0">
                <a:pos x="connsiteX0" y="connsiteY0"/>
              </a:cxn>
              <a:cxn ang="0">
                <a:pos x="connsiteX1" y="connsiteY1"/>
              </a:cxn>
              <a:cxn ang="0">
                <a:pos x="connsiteX2" y="connsiteY2"/>
              </a:cxn>
              <a:cxn ang="0">
                <a:pos x="connsiteX3" y="connsiteY3"/>
              </a:cxn>
            </a:cxnLst>
            <a:rect l="l" t="t" r="r" b="b"/>
            <a:pathLst>
              <a:path w="1365161" h="485418">
                <a:moveTo>
                  <a:pt x="0" y="425003"/>
                </a:moveTo>
                <a:cubicBezTo>
                  <a:pt x="150253" y="469006"/>
                  <a:pt x="300507" y="513009"/>
                  <a:pt x="463639" y="463640"/>
                </a:cubicBezTo>
                <a:cubicBezTo>
                  <a:pt x="626771" y="414271"/>
                  <a:pt x="828540" y="206062"/>
                  <a:pt x="978794" y="128789"/>
                </a:cubicBezTo>
                <a:cubicBezTo>
                  <a:pt x="1129048" y="51516"/>
                  <a:pt x="1247104" y="25758"/>
                  <a:pt x="1365161"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633" name="ZoneTexte 35"/>
          <p:cNvSpPr txBox="1"/>
          <p:nvPr/>
        </p:nvSpPr>
        <p:spPr>
          <a:xfrm>
            <a:off x="11170657" y="4610637"/>
            <a:ext cx="303288" cy="400110"/>
          </a:xfrm>
          <a:prstGeom prst="rect">
            <a:avLst/>
          </a:prstGeom>
          <a:noFill/>
        </p:spPr>
        <p:txBody>
          <a:bodyPr wrap="none" rtlCol="0">
            <a:spAutoFit/>
          </a:bodyPr>
          <a:lstStyle/>
          <a:p>
            <a:r>
              <a:rPr lang="fr-MA" sz="2000" b="1" dirty="0"/>
              <a:t>x</a:t>
            </a:r>
          </a:p>
        </p:txBody>
      </p:sp>
      <p:sp>
        <p:nvSpPr>
          <p:cNvPr id="1048634" name="ZoneTexte 36"/>
          <p:cNvSpPr txBox="1"/>
          <p:nvPr/>
        </p:nvSpPr>
        <p:spPr>
          <a:xfrm>
            <a:off x="8100758" y="2839733"/>
            <a:ext cx="306494" cy="400110"/>
          </a:xfrm>
          <a:prstGeom prst="rect">
            <a:avLst/>
          </a:prstGeom>
          <a:noFill/>
        </p:spPr>
        <p:txBody>
          <a:bodyPr wrap="none" rtlCol="0">
            <a:spAutoFit/>
          </a:bodyPr>
          <a:lstStyle/>
          <a:p>
            <a:r>
              <a:rPr lang="fr-MA" sz="2000" b="1" dirty="0"/>
              <a:t>y</a:t>
            </a:r>
          </a:p>
        </p:txBody>
      </p:sp>
      <p:sp>
        <p:nvSpPr>
          <p:cNvPr id="1048635" name="ZoneTexte 37"/>
          <p:cNvSpPr txBox="1"/>
          <p:nvPr/>
        </p:nvSpPr>
        <p:spPr>
          <a:xfrm>
            <a:off x="9871817" y="3345773"/>
            <a:ext cx="525780" cy="447040"/>
          </a:xfrm>
          <a:prstGeom prst="rect">
            <a:avLst/>
          </a:prstGeom>
          <a:noFill/>
        </p:spPr>
        <p:txBody>
          <a:bodyPr wrap="none" rtlCol="0">
            <a:spAutoFit/>
          </a:bodyPr>
          <a:lstStyle/>
          <a:p>
            <a:r>
              <a:rPr lang="fr-MA" sz="2400" b="1" i="1" dirty="0"/>
              <a:t>M</a:t>
            </a:r>
            <a:endParaRPr lang="fr-MA" b="1" i="1" dirty="0"/>
          </a:p>
        </p:txBody>
      </p:sp>
      <p:cxnSp>
        <p:nvCxnSpPr>
          <p:cNvPr id="3145741" name="Connecteur droit avec flèche 38"/>
          <p:cNvCxnSpPr>
            <a:cxnSpLocks/>
          </p:cNvCxnSpPr>
          <p:nvPr/>
        </p:nvCxnSpPr>
        <p:spPr>
          <a:xfrm flipV="1">
            <a:off x="8541155" y="3623524"/>
            <a:ext cx="1148476" cy="987112"/>
          </a:xfrm>
          <a:prstGeom prst="straightConnector1">
            <a:avLst/>
          </a:prstGeom>
          <a:ln w="3810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48636" name="ZoneTexte 41"/>
          <p:cNvSpPr txBox="1">
            <a:spLocks noRot="1" noChangeAspect="1" noMove="1" noResize="1" noEditPoints="1" noAdjustHandles="1" noChangeArrowheads="1" noChangeShapeType="1" noTextEdit="1"/>
          </p:cNvSpPr>
          <p:nvPr/>
        </p:nvSpPr>
        <p:spPr>
          <a:xfrm>
            <a:off x="8921494" y="3747692"/>
            <a:ext cx="274114" cy="430887"/>
          </a:xfrm>
          <a:prstGeom prst="rect">
            <a:avLst/>
          </a:prstGeom>
          <a:blipFill rotWithShape="0">
            <a:blip r:embed="rId7"/>
            <a:stretch>
              <a:fillRect/>
            </a:stretch>
          </a:blipFill>
          <a:ln>
            <a:noFill/>
          </a:ln>
        </p:spPr>
        <p:txBody>
          <a:bodyPr/>
          <a:lstStyle/>
          <a:p>
            <a:r>
              <a:rPr lang="fr-MA">
                <a:noFill/>
              </a:rPr>
              <a:t> </a:t>
            </a:r>
          </a:p>
        </p:txBody>
      </p:sp>
      <p:sp>
        <p:nvSpPr>
          <p:cNvPr id="1048637" name="Rectangle 46"/>
          <p:cNvSpPr>
            <a:spLocks noRot="1" noChangeAspect="1" noMove="1" noResize="1" noEditPoints="1" noAdjustHandles="1" noChangeArrowheads="1" noChangeShapeType="1" noTextEdit="1"/>
          </p:cNvSpPr>
          <p:nvPr/>
        </p:nvSpPr>
        <p:spPr>
          <a:xfrm>
            <a:off x="8621323" y="3454776"/>
            <a:ext cx="437940" cy="461665"/>
          </a:xfrm>
          <a:prstGeom prst="rect">
            <a:avLst/>
          </a:prstGeom>
          <a:blipFill rotWithShape="0">
            <a:blip r:embed="rId8"/>
            <a:stretch>
              <a:fillRect/>
            </a:stretch>
          </a:blipFill>
        </p:spPr>
        <p:txBody>
          <a:bodyPr/>
          <a:lstStyle/>
          <a:p>
            <a:r>
              <a:rPr lang="fr-MA">
                <a:noFill/>
              </a:rPr>
              <a:t> </a:t>
            </a:r>
          </a:p>
        </p:txBody>
      </p:sp>
      <p:cxnSp>
        <p:nvCxnSpPr>
          <p:cNvPr id="3145742" name="Connecteur droit avec flèche 48"/>
          <p:cNvCxnSpPr>
            <a:cxnSpLocks/>
          </p:cNvCxnSpPr>
          <p:nvPr/>
        </p:nvCxnSpPr>
        <p:spPr>
          <a:xfrm flipH="1" flipV="1">
            <a:off x="9115393" y="3068828"/>
            <a:ext cx="570436" cy="52065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45743" name="Connecteur droit avec flèche 49"/>
          <p:cNvCxnSpPr>
            <a:cxnSpLocks/>
          </p:cNvCxnSpPr>
          <p:nvPr/>
        </p:nvCxnSpPr>
        <p:spPr>
          <a:xfrm flipV="1">
            <a:off x="9685066" y="3154377"/>
            <a:ext cx="538011" cy="45828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638" name="ZoneTexte 54"/>
          <p:cNvSpPr txBox="1">
            <a:spLocks noRot="1" noChangeAspect="1" noMove="1" noResize="1" noEditPoints="1" noAdjustHandles="1" noChangeArrowheads="1" noChangeShapeType="1" noTextEdit="1"/>
          </p:cNvSpPr>
          <p:nvPr/>
        </p:nvSpPr>
        <p:spPr>
          <a:xfrm>
            <a:off x="10302032" y="3051553"/>
            <a:ext cx="400686" cy="369332"/>
          </a:xfrm>
          <a:prstGeom prst="rect">
            <a:avLst/>
          </a:prstGeom>
          <a:blipFill rotWithShape="0">
            <a:blip r:embed="rId9"/>
            <a:stretch>
              <a:fillRect l="-10606" r="-1515" b="-10000"/>
            </a:stretch>
          </a:blipFill>
        </p:spPr>
        <p:txBody>
          <a:bodyPr/>
          <a:lstStyle/>
          <a:p>
            <a:r>
              <a:rPr lang="fr-MA">
                <a:noFill/>
              </a:rPr>
              <a:t> </a:t>
            </a:r>
          </a:p>
        </p:txBody>
      </p:sp>
      <p:sp>
        <p:nvSpPr>
          <p:cNvPr id="1048639" name="ZoneTexte 55"/>
          <p:cNvSpPr txBox="1">
            <a:spLocks noRot="1" noChangeAspect="1" noMove="1" noResize="1" noEditPoints="1" noAdjustHandles="1" noChangeArrowheads="1" noChangeShapeType="1" noTextEdit="1"/>
          </p:cNvSpPr>
          <p:nvPr/>
        </p:nvSpPr>
        <p:spPr>
          <a:xfrm>
            <a:off x="8921494" y="2689639"/>
            <a:ext cx="419922" cy="369332"/>
          </a:xfrm>
          <a:prstGeom prst="rect">
            <a:avLst/>
          </a:prstGeom>
          <a:blipFill rotWithShape="0">
            <a:blip r:embed="rId10"/>
            <a:stretch>
              <a:fillRect l="-8696" r="-7246" b="-14754"/>
            </a:stretch>
          </a:blipFill>
        </p:spPr>
        <p:txBody>
          <a:bodyPr/>
          <a:lstStyle/>
          <a:p>
            <a:r>
              <a:rPr lang="fr-MA">
                <a:noFill/>
              </a:rPr>
              <a:t> </a:t>
            </a:r>
          </a:p>
        </p:txBody>
      </p:sp>
      <p:sp>
        <p:nvSpPr>
          <p:cNvPr id="1048640" name="Arc 56"/>
          <p:cNvSpPr/>
          <p:nvPr/>
        </p:nvSpPr>
        <p:spPr>
          <a:xfrm>
            <a:off x="8651276" y="4257518"/>
            <a:ext cx="507047" cy="832168"/>
          </a:xfrm>
          <a:prstGeom prst="arc">
            <a:avLst>
              <a:gd name="adj1" fmla="val 16727849"/>
              <a:gd name="adj2" fmla="val 20380753"/>
            </a:avLst>
          </a:prstGeom>
          <a:ln w="38100">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MA" sz="2000"/>
          </a:p>
        </p:txBody>
      </p:sp>
      <p:sp>
        <p:nvSpPr>
          <p:cNvPr id="1048641" name="Rectangle 57"/>
          <p:cNvSpPr>
            <a:spLocks noRot="1" noChangeAspect="1" noMove="1" noResize="1" noEditPoints="1" noAdjustHandles="1" noChangeArrowheads="1" noChangeShapeType="1" noTextEdit="1"/>
          </p:cNvSpPr>
          <p:nvPr/>
        </p:nvSpPr>
        <p:spPr>
          <a:xfrm>
            <a:off x="9058500" y="4146729"/>
            <a:ext cx="445955" cy="461665"/>
          </a:xfrm>
          <a:prstGeom prst="rect">
            <a:avLst/>
          </a:prstGeom>
          <a:blipFill rotWithShape="0">
            <a:blip r:embed="rId11"/>
            <a:stretch>
              <a:fillRect/>
            </a:stretch>
          </a:blipFill>
        </p:spPr>
        <p:txBody>
          <a:bodyPr/>
          <a:lstStyle/>
          <a:p>
            <a:r>
              <a:rPr lang="fr-MA">
                <a:noFill/>
              </a:rPr>
              <a:t> </a:t>
            </a:r>
          </a:p>
        </p:txBody>
      </p:sp>
      <p:sp>
        <p:nvSpPr>
          <p:cNvPr id="1048642" name="ZoneTexte 58"/>
          <p:cNvSpPr txBox="1">
            <a:spLocks noRot="1" noChangeAspect="1" noMove="1" noResize="1" noEditPoints="1" noAdjustHandles="1" noChangeArrowheads="1" noChangeShapeType="1" noTextEdit="1"/>
          </p:cNvSpPr>
          <p:nvPr/>
        </p:nvSpPr>
        <p:spPr>
          <a:xfrm>
            <a:off x="1184855" y="2732620"/>
            <a:ext cx="1472519" cy="416524"/>
          </a:xfrm>
          <a:prstGeom prst="rect">
            <a:avLst/>
          </a:prstGeom>
          <a:blipFill rotWithShape="0">
            <a:blip r:embed="rId12"/>
            <a:stretch>
              <a:fillRect/>
            </a:stretch>
          </a:blipFill>
        </p:spPr>
        <p:txBody>
          <a:bodyPr/>
          <a:lstStyle/>
          <a:p>
            <a:r>
              <a:rPr lang="fr-MA">
                <a:noFill/>
              </a:rPr>
              <a:t> </a:t>
            </a:r>
          </a:p>
        </p:txBody>
      </p:sp>
      <p:sp>
        <p:nvSpPr>
          <p:cNvPr id="1048643" name="ZoneTexte 59"/>
          <p:cNvSpPr txBox="1">
            <a:spLocks noRot="1" noChangeAspect="1" noMove="1" noResize="1" noEditPoints="1" noAdjustHandles="1" noChangeArrowheads="1" noChangeShapeType="1" noTextEdit="1"/>
          </p:cNvSpPr>
          <p:nvPr/>
        </p:nvSpPr>
        <p:spPr>
          <a:xfrm>
            <a:off x="3604957" y="2796498"/>
            <a:ext cx="2205604" cy="386452"/>
          </a:xfrm>
          <a:prstGeom prst="rect">
            <a:avLst/>
          </a:prstGeom>
          <a:blipFill rotWithShape="0">
            <a:blip r:embed="rId13"/>
            <a:stretch>
              <a:fillRect l="-1657" t="-15873" r="-1105" b="-15873"/>
            </a:stretch>
          </a:blipFill>
        </p:spPr>
        <p:txBody>
          <a:bodyPr/>
          <a:lstStyle/>
          <a:p>
            <a:r>
              <a:rPr lang="fr-MA">
                <a:noFill/>
              </a:rPr>
              <a:t> </a:t>
            </a:r>
          </a:p>
        </p:txBody>
      </p:sp>
      <p:sp>
        <p:nvSpPr>
          <p:cNvPr id="1048644" name="Rectangle 60"/>
          <p:cNvSpPr>
            <a:spLocks noRot="1" noChangeAspect="1" noMove="1" noResize="1" noEditPoints="1" noAdjustHandles="1" noChangeArrowheads="1" noChangeShapeType="1" noTextEdit="1"/>
          </p:cNvSpPr>
          <p:nvPr/>
        </p:nvSpPr>
        <p:spPr>
          <a:xfrm>
            <a:off x="1300765" y="3406526"/>
            <a:ext cx="3817905" cy="508857"/>
          </a:xfrm>
          <a:prstGeom prst="rect">
            <a:avLst/>
          </a:prstGeom>
          <a:blipFill rotWithShape="0">
            <a:blip r:embed="rId14"/>
            <a:stretch>
              <a:fillRect/>
            </a:stretch>
          </a:blipFill>
        </p:spPr>
        <p:txBody>
          <a:bodyPr/>
          <a:lstStyle/>
          <a:p>
            <a:r>
              <a:rPr lang="fr-MA">
                <a:noFill/>
              </a:rPr>
              <a:t> </a:t>
            </a:r>
          </a:p>
        </p:txBody>
      </p:sp>
      <p:sp>
        <p:nvSpPr>
          <p:cNvPr id="1048645" name="Rectangle 62"/>
          <p:cNvSpPr/>
          <p:nvPr/>
        </p:nvSpPr>
        <p:spPr>
          <a:xfrm>
            <a:off x="385420" y="4350547"/>
            <a:ext cx="3878580" cy="510540"/>
          </a:xfrm>
          <a:prstGeom prst="rect">
            <a:avLst/>
          </a:prstGeom>
          <a:solidFill>
            <a:srgbClr val="92D050"/>
          </a:solidFill>
        </p:spPr>
        <p:txBody>
          <a:bodyPr wrap="none">
            <a:spAutoFit/>
          </a:bodyPr>
          <a:lstStyle/>
          <a:p>
            <a:r>
              <a:rPr lang="fr-MA" sz="2800" i="0" u="none" strike="noStrike" baseline="0" dirty="0">
                <a:effectLst>
                  <a:outerShdw blurRad="38100" dist="38100" dir="2700000" algn="tl">
                    <a:srgbClr val="000000">
                      <a:alpha val="43137"/>
                    </a:srgbClr>
                  </a:outerShdw>
                </a:effectLst>
                <a:latin typeface="AR BLANCA" panose="02000000000000000000" pitchFamily="2" charset="0"/>
              </a:rPr>
              <a:t>1.4 Constante des aires</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46" name="Rectangle 63"/>
          <p:cNvSpPr>
            <a:spLocks noRot="1" noChangeAspect="1" noMove="1" noResize="1" noEditPoints="1" noAdjustHandles="1" noChangeArrowheads="1" noChangeShapeType="1" noTextEdit="1"/>
          </p:cNvSpPr>
          <p:nvPr/>
        </p:nvSpPr>
        <p:spPr>
          <a:xfrm>
            <a:off x="714177" y="4997189"/>
            <a:ext cx="10915446" cy="1053045"/>
          </a:xfrm>
          <a:prstGeom prst="rect">
            <a:avLst/>
          </a:prstGeom>
          <a:blipFill rotWithShape="0">
            <a:blip r:embed="rId15"/>
            <a:stretch>
              <a:fillRect l="-503" b="-10465"/>
            </a:stretch>
          </a:blipFill>
        </p:spPr>
        <p:txBody>
          <a:bodyPr/>
          <a:lstStyle/>
          <a:p>
            <a:r>
              <a:rPr lang="fr-MA">
                <a:noFill/>
              </a:rPr>
              <a:t> </a:t>
            </a:r>
          </a:p>
        </p:txBody>
      </p:sp>
      <p:sp>
        <p:nvSpPr>
          <p:cNvPr id="1048647" name="Rectangle 64"/>
          <p:cNvSpPr>
            <a:spLocks noRot="1" noChangeAspect="1" noMove="1" noResize="1" noEditPoints="1" noAdjustHandles="1" noChangeArrowheads="1" noChangeShapeType="1" noTextEdit="1"/>
          </p:cNvSpPr>
          <p:nvPr/>
        </p:nvSpPr>
        <p:spPr>
          <a:xfrm>
            <a:off x="6902994" y="5571449"/>
            <a:ext cx="1351011" cy="478785"/>
          </a:xfrm>
          <a:prstGeom prst="rect">
            <a:avLst/>
          </a:prstGeom>
          <a:blipFill rotWithShape="0">
            <a:blip r:embed="rId16"/>
            <a:stretch>
              <a:fillRect t="-2564" r="-901"/>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17">
            <p14:nvContentPartPr>
              <p14:cNvPr id="1048648" name="Encre 1048647"/>
              <p14:cNvContentPartPr/>
              <p14:nvPr/>
            </p14:nvContentPartPr>
            <p14:xfrm>
              <a:off x="9309452" y="1737446"/>
              <a:ext cx="22817" cy="30689"/>
            </p14:xfrm>
          </p:contentPart>
        </mc:Choice>
        <mc:Fallback xmlns="">
          <p:sp>
            <p:nvSpPr>
              <p:cNvPr id="1048648" name=""/>
              <p:cNvSpPr/>
              <p:nvPr/>
            </p:nvSpPr>
            <p:spPr>
              <a:xfrm>
                <a:off x="9309452" y="1737446"/>
                <a:ext cx="22817" cy="30689"/>
              </a:xfrm>
            </p:spPr>
          </p:sp>
        </mc:Fallback>
      </mc:AlternateContent>
      <mc:AlternateContent xmlns:mc="http://schemas.openxmlformats.org/markup-compatibility/2006" xmlns:p14="http://schemas.microsoft.com/office/powerpoint/2010/main">
        <mc:Choice Requires="p14">
          <p:contentPart p14:bwMode="auto" r:id="rId18">
            <p14:nvContentPartPr>
              <p14:cNvPr id="1048649" name="Encre 1048648"/>
              <p14:cNvContentPartPr/>
              <p14:nvPr/>
            </p14:nvContentPartPr>
            <p14:xfrm>
              <a:off x="9704455" y="2443607"/>
              <a:ext cx="80841" cy="62168"/>
            </p14:xfrm>
          </p:contentPart>
        </mc:Choice>
        <mc:Fallback xmlns="">
          <p:sp>
            <p:nvSpPr>
              <p:cNvPr id="1048649" name=""/>
              <p:cNvSpPr/>
              <p:nvPr/>
            </p:nvSpPr>
            <p:spPr>
              <a:xfrm>
                <a:off x="9704455" y="2443607"/>
                <a:ext cx="80841" cy="62168"/>
              </a:xfrm>
            </p:spPr>
          </p:sp>
        </mc:Fallback>
      </mc:AlternateContent>
      <mc:AlternateContent xmlns:mc="http://schemas.openxmlformats.org/markup-compatibility/2006" xmlns:p14="http://schemas.microsoft.com/office/powerpoint/2010/main">
        <mc:Choice Requires="p14">
          <p:contentPart p14:bwMode="auto" r:id="rId19">
            <p14:nvContentPartPr>
              <p14:cNvPr id="1048650" name="Encre 1048649"/>
              <p14:cNvContentPartPr/>
              <p14:nvPr/>
            </p14:nvContentPartPr>
            <p14:xfrm>
              <a:off x="9666985" y="2458127"/>
              <a:ext cx="120722" cy="95090"/>
            </p14:xfrm>
          </p:contentPart>
        </mc:Choice>
        <mc:Fallback xmlns="">
          <p:sp>
            <p:nvSpPr>
              <p:cNvPr id="1048650" name=""/>
              <p:cNvSpPr/>
              <p:nvPr/>
            </p:nvSpPr>
            <p:spPr>
              <a:xfrm>
                <a:off x="9666985" y="2458127"/>
                <a:ext cx="120722" cy="95090"/>
              </a:xfrm>
            </p:spPr>
          </p:sp>
        </mc:Fallback>
      </mc:AlternateContent>
      <mc:AlternateContent xmlns:mc="http://schemas.openxmlformats.org/markup-compatibility/2006" xmlns:p14="http://schemas.microsoft.com/office/powerpoint/2010/main">
        <mc:Choice Requires="p14">
          <p:contentPart p14:bwMode="auto" r:id="rId20">
            <p14:nvContentPartPr>
              <p14:cNvPr id="1048651" name="Encre 1048650"/>
              <p14:cNvContentPartPr/>
              <p14:nvPr/>
            </p14:nvContentPartPr>
            <p14:xfrm>
              <a:off x="7091082" y="5975137"/>
              <a:ext cx="16492" cy="33781"/>
            </p14:xfrm>
          </p:contentPart>
        </mc:Choice>
        <mc:Fallback xmlns="">
          <p:sp>
            <p:nvSpPr>
              <p:cNvPr id="1048651" name=""/>
              <p:cNvSpPr/>
              <p:nvPr/>
            </p:nvSpPr>
            <p:spPr>
              <a:xfrm>
                <a:off x="7091082" y="5975137"/>
                <a:ext cx="16492" cy="33781"/>
              </a:xfrm>
            </p:spPr>
          </p:sp>
        </mc:Fallback>
      </mc:AlternateContent>
      <mc:AlternateContent xmlns:mc="http://schemas.openxmlformats.org/markup-compatibility/2006" xmlns:p14="http://schemas.microsoft.com/office/powerpoint/2010/main">
        <mc:Choice Requires="p14">
          <p:contentPart p14:bwMode="auto" r:id="rId21">
            <p14:nvContentPartPr>
              <p14:cNvPr id="1049234" name="Encre 1049233"/>
              <p14:cNvContentPartPr/>
              <p14:nvPr/>
            </p14:nvContentPartPr>
            <p14:xfrm>
              <a:off x="3443355" y="778035"/>
              <a:ext cx="2162531" cy="31997"/>
            </p14:xfrm>
          </p:contentPart>
        </mc:Choice>
        <mc:Fallback xmlns="">
          <p:sp>
            <p:nvSpPr>
              <p:cNvPr id="1049234" name=""/>
              <p:cNvSpPr/>
              <p:nvPr/>
            </p:nvSpPr>
            <p:spPr>
              <a:xfrm>
                <a:off x="3443355" y="778035"/>
                <a:ext cx="2162531" cy="31997"/>
              </a:xfrm>
            </p:spPr>
          </p:sp>
        </mc:Fallback>
      </mc:AlternateContent>
      <mc:AlternateContent xmlns:mc="http://schemas.openxmlformats.org/markup-compatibility/2006" xmlns:p14="http://schemas.microsoft.com/office/powerpoint/2010/main">
        <mc:Choice Requires="p14">
          <p:contentPart p14:bwMode="auto" r:id="rId22">
            <p14:nvContentPartPr>
              <p14:cNvPr id="1049235" name="Encre 1049234"/>
              <p14:cNvContentPartPr/>
              <p14:nvPr/>
            </p14:nvContentPartPr>
            <p14:xfrm>
              <a:off x="6439847" y="691807"/>
              <a:ext cx="1845285" cy="36302"/>
            </p14:xfrm>
          </p:contentPart>
        </mc:Choice>
        <mc:Fallback xmlns="">
          <p:sp>
            <p:nvSpPr>
              <p:cNvPr id="1049235" name=""/>
              <p:cNvSpPr/>
              <p:nvPr/>
            </p:nvSpPr>
            <p:spPr>
              <a:xfrm>
                <a:off x="6439847" y="691807"/>
                <a:ext cx="1845285" cy="36302"/>
              </a:xfrm>
            </p:spPr>
          </p:sp>
        </mc:Fallback>
      </mc:AlternateContent>
      <mc:AlternateContent xmlns:mc="http://schemas.openxmlformats.org/markup-compatibility/2006" xmlns:p14="http://schemas.microsoft.com/office/powerpoint/2010/main">
        <mc:Choice Requires="p14">
          <p:contentPart p14:bwMode="auto" r:id="rId23">
            <p14:nvContentPartPr>
              <p14:cNvPr id="1049236" name="Encre 1049235"/>
              <p14:cNvContentPartPr/>
              <p14:nvPr/>
            </p14:nvContentPartPr>
            <p14:xfrm>
              <a:off x="4745027" y="1523628"/>
              <a:ext cx="2309915" cy="50265"/>
            </p14:xfrm>
          </p:contentPart>
        </mc:Choice>
        <mc:Fallback xmlns="">
          <p:sp>
            <p:nvSpPr>
              <p:cNvPr id="1049236" name=""/>
              <p:cNvSpPr/>
              <p:nvPr/>
            </p:nvSpPr>
            <p:spPr>
              <a:xfrm>
                <a:off x="4745027" y="1523628"/>
                <a:ext cx="2309915" cy="50265"/>
              </a:xfrm>
            </p:spPr>
          </p:sp>
        </mc:Fallback>
      </mc:AlternateContent>
      <mc:AlternateContent xmlns:mc="http://schemas.openxmlformats.org/markup-compatibility/2006" xmlns:p14="http://schemas.microsoft.com/office/powerpoint/2010/main">
        <mc:Choice Requires="p14">
          <p:contentPart p14:bwMode="auto" r:id="rId24">
            <p14:nvContentPartPr>
              <p14:cNvPr id="1049237" name="Encre 1049236"/>
              <p14:cNvContentPartPr/>
              <p14:nvPr/>
            </p14:nvContentPartPr>
            <p14:xfrm>
              <a:off x="3578664" y="2766783"/>
              <a:ext cx="2283964" cy="458796"/>
            </p14:xfrm>
          </p:contentPart>
        </mc:Choice>
        <mc:Fallback xmlns="">
          <p:sp>
            <p:nvSpPr>
              <p:cNvPr id="1049237" name=""/>
              <p:cNvSpPr/>
              <p:nvPr/>
            </p:nvSpPr>
            <p:spPr>
              <a:xfrm>
                <a:off x="3578664" y="2766783"/>
                <a:ext cx="2283964" cy="458796"/>
              </a:xfrm>
            </p:spPr>
          </p:sp>
        </mc:Fallback>
      </mc:AlternateContent>
      <mc:AlternateContent xmlns:mc="http://schemas.openxmlformats.org/markup-compatibility/2006" xmlns:p14="http://schemas.microsoft.com/office/powerpoint/2010/main">
        <mc:Choice Requires="p14">
          <p:contentPart p14:bwMode="auto" r:id="rId25">
            <p14:nvContentPartPr>
              <p14:cNvPr id="1049238" name="Encre 1049237"/>
              <p14:cNvContentPartPr/>
              <p14:nvPr/>
            </p14:nvContentPartPr>
            <p14:xfrm>
              <a:off x="5831812" y="3392823"/>
              <a:ext cx="92045" cy="1036146"/>
            </p14:xfrm>
          </p:contentPart>
        </mc:Choice>
        <mc:Fallback xmlns="">
          <p:sp>
            <p:nvSpPr>
              <p:cNvPr id="1049238" name=""/>
              <p:cNvSpPr/>
              <p:nvPr/>
            </p:nvSpPr>
            <p:spPr>
              <a:xfrm>
                <a:off x="5831812" y="3392823"/>
                <a:ext cx="92045" cy="1036146"/>
              </a:xfrm>
            </p:spPr>
          </p:sp>
        </mc:Fallback>
      </mc:AlternateContent>
      <mc:AlternateContent xmlns:mc="http://schemas.openxmlformats.org/markup-compatibility/2006" xmlns:p14="http://schemas.microsoft.com/office/powerpoint/2010/main">
        <mc:Choice Requires="p14">
          <p:contentPart p14:bwMode="auto" r:id="rId26">
            <p14:nvContentPartPr>
              <p14:cNvPr id="1049239" name="Encre 1049238"/>
              <p14:cNvContentPartPr/>
              <p14:nvPr/>
            </p14:nvContentPartPr>
            <p14:xfrm>
              <a:off x="5418534" y="3763976"/>
              <a:ext cx="138425" cy="226102"/>
            </p14:xfrm>
          </p:contentPart>
        </mc:Choice>
        <mc:Fallback xmlns="">
          <p:sp>
            <p:nvSpPr>
              <p:cNvPr id="1049239" name=""/>
              <p:cNvSpPr/>
              <p:nvPr/>
            </p:nvSpPr>
            <p:spPr>
              <a:xfrm>
                <a:off x="5418534" y="3763976"/>
                <a:ext cx="138425" cy="226102"/>
              </a:xfrm>
            </p:spPr>
          </p:sp>
        </mc:Fallback>
      </mc:AlternateContent>
      <mc:AlternateContent xmlns:mc="http://schemas.openxmlformats.org/markup-compatibility/2006" xmlns:p14="http://schemas.microsoft.com/office/powerpoint/2010/main">
        <mc:Choice Requires="p14">
          <p:contentPart p14:bwMode="auto" r:id="rId27">
            <p14:nvContentPartPr>
              <p14:cNvPr id="1049240" name="Encre 1049239"/>
              <p14:cNvContentPartPr/>
              <p14:nvPr/>
            </p14:nvContentPartPr>
            <p14:xfrm>
              <a:off x="5574567" y="3823745"/>
              <a:ext cx="147211" cy="197228"/>
            </p14:xfrm>
          </p:contentPart>
        </mc:Choice>
        <mc:Fallback xmlns="">
          <p:sp>
            <p:nvSpPr>
              <p:cNvPr id="1049240" name=""/>
              <p:cNvSpPr/>
              <p:nvPr/>
            </p:nvSpPr>
            <p:spPr>
              <a:xfrm>
                <a:off x="5574567" y="3823745"/>
                <a:ext cx="147211" cy="197228"/>
              </a:xfrm>
            </p:spPr>
          </p:sp>
        </mc:Fallback>
      </mc:AlternateContent>
      <mc:AlternateContent xmlns:mc="http://schemas.openxmlformats.org/markup-compatibility/2006" xmlns:p14="http://schemas.microsoft.com/office/powerpoint/2010/main">
        <mc:Choice Requires="p14">
          <p:contentPart p14:bwMode="auto" r:id="rId28">
            <p14:nvContentPartPr>
              <p14:cNvPr id="1049241" name="Encre 1049240"/>
              <p14:cNvContentPartPr/>
              <p14:nvPr/>
            </p14:nvContentPartPr>
            <p14:xfrm>
              <a:off x="5403114" y="3689919"/>
              <a:ext cx="249994" cy="27793"/>
            </p14:xfrm>
          </p:contentPart>
        </mc:Choice>
        <mc:Fallback xmlns="">
          <p:sp>
            <p:nvSpPr>
              <p:cNvPr id="1049241" name=""/>
              <p:cNvSpPr/>
              <p:nvPr/>
            </p:nvSpPr>
            <p:spPr>
              <a:xfrm>
                <a:off x="5403114" y="3689919"/>
                <a:ext cx="249994" cy="27793"/>
              </a:xfrm>
            </p:spPr>
          </p:sp>
        </mc:Fallback>
      </mc:AlternateContent>
      <mc:AlternateContent xmlns:mc="http://schemas.openxmlformats.org/markup-compatibility/2006" xmlns:p14="http://schemas.microsoft.com/office/powerpoint/2010/main">
        <mc:Choice Requires="p14">
          <p:contentPart p14:bwMode="auto" r:id="rId29">
            <p14:nvContentPartPr>
              <p14:cNvPr id="1049242" name="Encre 1049241"/>
              <p14:cNvContentPartPr/>
              <p14:nvPr/>
            </p14:nvContentPartPr>
            <p14:xfrm>
              <a:off x="5524265" y="3638790"/>
              <a:ext cx="137938" cy="142482"/>
            </p14:xfrm>
          </p:contentPart>
        </mc:Choice>
        <mc:Fallback xmlns="">
          <p:sp>
            <p:nvSpPr>
              <p:cNvPr id="1049242" name=""/>
              <p:cNvSpPr/>
              <p:nvPr/>
            </p:nvSpPr>
            <p:spPr>
              <a:xfrm>
                <a:off x="5524265" y="3638790"/>
                <a:ext cx="137938" cy="142482"/>
              </a:xfrm>
            </p:spPr>
          </p:sp>
        </mc:Fallback>
      </mc:AlternateContent>
      <mc:AlternateContent xmlns:mc="http://schemas.openxmlformats.org/markup-compatibility/2006" xmlns:p14="http://schemas.microsoft.com/office/powerpoint/2010/main">
        <mc:Choice Requires="p14">
          <p:contentPart p14:bwMode="auto" r:id="rId30">
            <p14:nvContentPartPr>
              <p14:cNvPr id="1049243" name="Encre 1049242"/>
              <p14:cNvContentPartPr/>
              <p14:nvPr/>
            </p14:nvContentPartPr>
            <p14:xfrm>
              <a:off x="5953596" y="3399773"/>
              <a:ext cx="215601" cy="175321"/>
            </p14:xfrm>
          </p:contentPart>
        </mc:Choice>
        <mc:Fallback xmlns="">
          <p:sp>
            <p:nvSpPr>
              <p:cNvPr id="1049243" name=""/>
              <p:cNvSpPr/>
              <p:nvPr/>
            </p:nvSpPr>
            <p:spPr>
              <a:xfrm>
                <a:off x="5953596" y="3399773"/>
                <a:ext cx="215601" cy="175321"/>
              </a:xfrm>
            </p:spPr>
          </p:sp>
        </mc:Fallback>
      </mc:AlternateContent>
      <mc:AlternateContent xmlns:mc="http://schemas.openxmlformats.org/markup-compatibility/2006" xmlns:p14="http://schemas.microsoft.com/office/powerpoint/2010/main">
        <mc:Choice Requires="p14">
          <p:contentPart p14:bwMode="auto" r:id="rId31">
            <p14:nvContentPartPr>
              <p14:cNvPr id="1049244" name="Encre 1049243"/>
              <p14:cNvContentPartPr/>
              <p14:nvPr/>
            </p14:nvContentPartPr>
            <p14:xfrm>
              <a:off x="6018886" y="3739269"/>
              <a:ext cx="112603" cy="135303"/>
            </p14:xfrm>
          </p:contentPart>
        </mc:Choice>
        <mc:Fallback xmlns="">
          <p:sp>
            <p:nvSpPr>
              <p:cNvPr id="1049244" name=""/>
              <p:cNvSpPr/>
              <p:nvPr/>
            </p:nvSpPr>
            <p:spPr>
              <a:xfrm>
                <a:off x="6018886" y="3739269"/>
                <a:ext cx="112603" cy="135303"/>
              </a:xfrm>
            </p:spPr>
          </p:sp>
        </mc:Fallback>
      </mc:AlternateContent>
      <mc:AlternateContent xmlns:mc="http://schemas.openxmlformats.org/markup-compatibility/2006" xmlns:p14="http://schemas.microsoft.com/office/powerpoint/2010/main">
        <mc:Choice Requires="p14">
          <p:contentPart p14:bwMode="auto" r:id="rId32">
            <p14:nvContentPartPr>
              <p14:cNvPr id="1049245" name="Encre 1049244"/>
              <p14:cNvContentPartPr/>
              <p14:nvPr/>
            </p14:nvContentPartPr>
            <p14:xfrm>
              <a:off x="6044353" y="4146111"/>
              <a:ext cx="137238" cy="166509"/>
            </p14:xfrm>
          </p:contentPart>
        </mc:Choice>
        <mc:Fallback xmlns="">
          <p:sp>
            <p:nvSpPr>
              <p:cNvPr id="1049245" name=""/>
              <p:cNvSpPr/>
              <p:nvPr/>
            </p:nvSpPr>
            <p:spPr>
              <a:xfrm>
                <a:off x="6044353" y="4146111"/>
                <a:ext cx="137238" cy="166509"/>
              </a:xfrm>
            </p:spPr>
          </p:sp>
        </mc:Fallback>
      </mc:AlternateContent>
      <mc:AlternateContent xmlns:mc="http://schemas.openxmlformats.org/markup-compatibility/2006" xmlns:p14="http://schemas.microsoft.com/office/powerpoint/2010/main">
        <mc:Choice Requires="p14">
          <p:contentPart p14:bwMode="auto" r:id="rId33">
            <p14:nvContentPartPr>
              <p14:cNvPr id="1049246" name="Encre 1049245"/>
              <p14:cNvContentPartPr/>
              <p14:nvPr/>
            </p14:nvContentPartPr>
            <p14:xfrm>
              <a:off x="6320879" y="3827173"/>
              <a:ext cx="90287" cy="125413"/>
            </p14:xfrm>
          </p:contentPart>
        </mc:Choice>
        <mc:Fallback xmlns="">
          <p:sp>
            <p:nvSpPr>
              <p:cNvPr id="1049246" name=""/>
              <p:cNvSpPr/>
              <p:nvPr/>
            </p:nvSpPr>
            <p:spPr>
              <a:xfrm>
                <a:off x="6320879" y="3827173"/>
                <a:ext cx="90287" cy="125413"/>
              </a:xfrm>
            </p:spPr>
          </p:sp>
        </mc:Fallback>
      </mc:AlternateContent>
      <mc:AlternateContent xmlns:mc="http://schemas.openxmlformats.org/markup-compatibility/2006" xmlns:p14="http://schemas.microsoft.com/office/powerpoint/2010/main">
        <mc:Choice Requires="p14">
          <p:contentPart p14:bwMode="auto" r:id="rId34">
            <p14:nvContentPartPr>
              <p14:cNvPr id="1049247" name="Encre 1049246"/>
              <p14:cNvContentPartPr/>
              <p14:nvPr/>
            </p14:nvContentPartPr>
            <p14:xfrm>
              <a:off x="6389987" y="3819975"/>
              <a:ext cx="116414" cy="156902"/>
            </p14:xfrm>
          </p:contentPart>
        </mc:Choice>
        <mc:Fallback xmlns="">
          <p:sp>
            <p:nvSpPr>
              <p:cNvPr id="1049247" name=""/>
              <p:cNvSpPr/>
              <p:nvPr/>
            </p:nvSpPr>
            <p:spPr>
              <a:xfrm>
                <a:off x="6389987" y="3819975"/>
                <a:ext cx="116414" cy="156902"/>
              </a:xfrm>
            </p:spPr>
          </p:sp>
        </mc:Fallback>
      </mc:AlternateContent>
      <mc:AlternateContent xmlns:mc="http://schemas.openxmlformats.org/markup-compatibility/2006" xmlns:p14="http://schemas.microsoft.com/office/powerpoint/2010/main">
        <mc:Choice Requires="p14">
          <p:contentPart p14:bwMode="auto" r:id="rId35">
            <p14:nvContentPartPr>
              <p14:cNvPr id="1049248" name="Encre 1049247"/>
              <p14:cNvContentPartPr/>
              <p14:nvPr/>
            </p14:nvContentPartPr>
            <p14:xfrm>
              <a:off x="6579281" y="3785724"/>
              <a:ext cx="290352" cy="182806"/>
            </p14:xfrm>
          </p:contentPart>
        </mc:Choice>
        <mc:Fallback xmlns="">
          <p:sp>
            <p:nvSpPr>
              <p:cNvPr id="1049248" name=""/>
              <p:cNvSpPr/>
              <p:nvPr/>
            </p:nvSpPr>
            <p:spPr>
              <a:xfrm>
                <a:off x="6579281" y="3785724"/>
                <a:ext cx="290352" cy="182806"/>
              </a:xfrm>
            </p:spPr>
          </p:sp>
        </mc:Fallback>
      </mc:AlternateContent>
      <mc:AlternateContent xmlns:mc="http://schemas.openxmlformats.org/markup-compatibility/2006" xmlns:p14="http://schemas.microsoft.com/office/powerpoint/2010/main">
        <mc:Choice Requires="p14">
          <p:contentPart p14:bwMode="auto" r:id="rId36">
            <p14:nvContentPartPr>
              <p14:cNvPr id="1049249" name="Encre 1049248"/>
              <p14:cNvContentPartPr/>
              <p14:nvPr/>
            </p14:nvContentPartPr>
            <p14:xfrm>
              <a:off x="6911979" y="3750686"/>
              <a:ext cx="253280" cy="226960"/>
            </p14:xfrm>
          </p:contentPart>
        </mc:Choice>
        <mc:Fallback xmlns="">
          <p:sp>
            <p:nvSpPr>
              <p:cNvPr id="1049249" name=""/>
              <p:cNvSpPr/>
              <p:nvPr/>
            </p:nvSpPr>
            <p:spPr>
              <a:xfrm>
                <a:off x="6911979" y="3750686"/>
                <a:ext cx="253280" cy="226960"/>
              </a:xfrm>
            </p:spPr>
          </p:sp>
        </mc:Fallback>
      </mc:AlternateContent>
      <mc:AlternateContent xmlns:mc="http://schemas.openxmlformats.org/markup-compatibility/2006" xmlns:p14="http://schemas.microsoft.com/office/powerpoint/2010/main">
        <mc:Choice Requires="p14">
          <p:contentPart p14:bwMode="auto" r:id="rId37">
            <p14:nvContentPartPr>
              <p14:cNvPr id="1049250" name="Encre 1049249"/>
              <p14:cNvContentPartPr/>
              <p14:nvPr/>
            </p14:nvContentPartPr>
            <p14:xfrm>
              <a:off x="6876238" y="3631592"/>
              <a:ext cx="175285" cy="7273"/>
            </p14:xfrm>
          </p:contentPart>
        </mc:Choice>
        <mc:Fallback xmlns="">
          <p:sp>
            <p:nvSpPr>
              <p:cNvPr id="1049250" name=""/>
              <p:cNvSpPr/>
              <p:nvPr/>
            </p:nvSpPr>
            <p:spPr>
              <a:xfrm>
                <a:off x="6876238" y="3631592"/>
                <a:ext cx="175285" cy="7273"/>
              </a:xfrm>
            </p:spPr>
          </p:sp>
        </mc:Fallback>
      </mc:AlternateContent>
      <mc:AlternateContent xmlns:mc="http://schemas.openxmlformats.org/markup-compatibility/2006" xmlns:p14="http://schemas.microsoft.com/office/powerpoint/2010/main">
        <mc:Choice Requires="p14">
          <p:contentPart p14:bwMode="auto" r:id="rId38">
            <p14:nvContentPartPr>
              <p14:cNvPr id="1049251" name="Encre 1049250"/>
              <p14:cNvContentPartPr/>
              <p14:nvPr/>
            </p14:nvContentPartPr>
            <p14:xfrm>
              <a:off x="6999345" y="3548196"/>
              <a:ext cx="91926" cy="123426"/>
            </p14:xfrm>
          </p:contentPart>
        </mc:Choice>
        <mc:Fallback xmlns="">
          <p:sp>
            <p:nvSpPr>
              <p:cNvPr id="1049251" name=""/>
              <p:cNvSpPr/>
              <p:nvPr/>
            </p:nvSpPr>
            <p:spPr>
              <a:xfrm>
                <a:off x="6999345" y="3548196"/>
                <a:ext cx="91926" cy="123426"/>
              </a:xfrm>
            </p:spPr>
          </p:sp>
        </mc:Fallback>
      </mc:AlternateContent>
      <mc:AlternateContent xmlns:mc="http://schemas.openxmlformats.org/markup-compatibility/2006" xmlns:p14="http://schemas.microsoft.com/office/powerpoint/2010/main">
        <mc:Choice Requires="p14">
          <p:contentPart p14:bwMode="auto" r:id="rId39">
            <p14:nvContentPartPr>
              <p14:cNvPr id="1049252" name="Encre 1049251"/>
              <p14:cNvContentPartPr/>
              <p14:nvPr/>
            </p14:nvContentPartPr>
            <p14:xfrm>
              <a:off x="7183786" y="3421862"/>
              <a:ext cx="64420" cy="1100766"/>
            </p14:xfrm>
          </p:contentPart>
        </mc:Choice>
        <mc:Fallback xmlns="">
          <p:sp>
            <p:nvSpPr>
              <p:cNvPr id="1049252" name=""/>
              <p:cNvSpPr/>
              <p:nvPr/>
            </p:nvSpPr>
            <p:spPr>
              <a:xfrm>
                <a:off x="7183786" y="3421862"/>
                <a:ext cx="64420" cy="1100766"/>
              </a:xfrm>
            </p:spPr>
          </p:sp>
        </mc:Fallback>
      </mc:AlternateContent>
      <mc:AlternateContent xmlns:mc="http://schemas.openxmlformats.org/markup-compatibility/2006" xmlns:p14="http://schemas.microsoft.com/office/powerpoint/2010/main">
        <mc:Choice Requires="p14">
          <p:contentPart p14:bwMode="auto" r:id="rId40">
            <p14:nvContentPartPr>
              <p14:cNvPr id="1049253" name="Encre 1049252"/>
              <p14:cNvContentPartPr/>
              <p14:nvPr/>
            </p14:nvContentPartPr>
            <p14:xfrm>
              <a:off x="7305127" y="3392823"/>
              <a:ext cx="155103" cy="155884"/>
            </p14:xfrm>
          </p:contentPart>
        </mc:Choice>
        <mc:Fallback xmlns="">
          <p:sp>
            <p:nvSpPr>
              <p:cNvPr id="1049253" name=""/>
              <p:cNvSpPr/>
              <p:nvPr/>
            </p:nvSpPr>
            <p:spPr>
              <a:xfrm>
                <a:off x="7305127" y="3392823"/>
                <a:ext cx="155103" cy="155884"/>
              </a:xfrm>
            </p:spPr>
          </p:sp>
        </mc:Fallback>
      </mc:AlternateContent>
      <mc:AlternateContent xmlns:mc="http://schemas.openxmlformats.org/markup-compatibility/2006" xmlns:p14="http://schemas.microsoft.com/office/powerpoint/2010/main">
        <mc:Choice Requires="p14">
          <p:contentPart p14:bwMode="auto" r:id="rId41">
            <p14:nvContentPartPr>
              <p14:cNvPr id="1049254" name="Encre 1049253"/>
              <p14:cNvContentPartPr/>
              <p14:nvPr/>
            </p14:nvContentPartPr>
            <p14:xfrm>
              <a:off x="7355430" y="3189795"/>
              <a:ext cx="6999" cy="62993"/>
            </p14:xfrm>
          </p:contentPart>
        </mc:Choice>
        <mc:Fallback xmlns="">
          <p:sp>
            <p:nvSpPr>
              <p:cNvPr id="1049254" name=""/>
              <p:cNvSpPr/>
              <p:nvPr/>
            </p:nvSpPr>
            <p:spPr>
              <a:xfrm>
                <a:off x="7355430" y="3189795"/>
                <a:ext cx="6999" cy="62993"/>
              </a:xfrm>
            </p:spPr>
          </p:sp>
        </mc:Fallback>
      </mc:AlternateContent>
      <mc:AlternateContent xmlns:mc="http://schemas.openxmlformats.org/markup-compatibility/2006" xmlns:p14="http://schemas.microsoft.com/office/powerpoint/2010/main">
        <mc:Choice Requires="p14">
          <p:contentPart p14:bwMode="auto" r:id="rId42">
            <p14:nvContentPartPr>
              <p14:cNvPr id="1049255" name="Encre 1049254"/>
              <p14:cNvContentPartPr/>
              <p14:nvPr/>
            </p14:nvContentPartPr>
            <p14:xfrm>
              <a:off x="7347929" y="3805828"/>
              <a:ext cx="111193" cy="100437"/>
            </p14:xfrm>
          </p:contentPart>
        </mc:Choice>
        <mc:Fallback xmlns="">
          <p:sp>
            <p:nvSpPr>
              <p:cNvPr id="1049255" name=""/>
              <p:cNvSpPr/>
              <p:nvPr/>
            </p:nvSpPr>
            <p:spPr>
              <a:xfrm>
                <a:off x="7347929" y="3805828"/>
                <a:ext cx="111193" cy="100437"/>
              </a:xfrm>
            </p:spPr>
          </p:sp>
        </mc:Fallback>
      </mc:AlternateContent>
      <mc:AlternateContent xmlns:mc="http://schemas.openxmlformats.org/markup-compatibility/2006" xmlns:p14="http://schemas.microsoft.com/office/powerpoint/2010/main">
        <mc:Choice Requires="p14">
          <p:contentPart p14:bwMode="auto" r:id="rId43">
            <p14:nvContentPartPr>
              <p14:cNvPr id="1049256" name="Encre 1049255"/>
              <p14:cNvContentPartPr/>
              <p14:nvPr/>
            </p14:nvContentPartPr>
            <p14:xfrm>
              <a:off x="7505350" y="3768452"/>
              <a:ext cx="101050" cy="205008"/>
            </p14:xfrm>
          </p:contentPart>
        </mc:Choice>
        <mc:Fallback xmlns="">
          <p:sp>
            <p:nvSpPr>
              <p:cNvPr id="1049256" name=""/>
              <p:cNvSpPr/>
              <p:nvPr/>
            </p:nvSpPr>
            <p:spPr>
              <a:xfrm>
                <a:off x="7505350" y="3768452"/>
                <a:ext cx="101050" cy="205008"/>
              </a:xfrm>
            </p:spPr>
          </p:sp>
        </mc:Fallback>
      </mc:AlternateContent>
      <mc:AlternateContent xmlns:mc="http://schemas.openxmlformats.org/markup-compatibility/2006" xmlns:p14="http://schemas.microsoft.com/office/powerpoint/2010/main">
        <mc:Choice Requires="p14">
          <p:contentPart p14:bwMode="auto" r:id="rId44">
            <p14:nvContentPartPr>
              <p14:cNvPr id="1049257" name="Encre 1049256"/>
              <p14:cNvContentPartPr/>
              <p14:nvPr/>
            </p14:nvContentPartPr>
            <p14:xfrm>
              <a:off x="7532823" y="3610246"/>
              <a:ext cx="8371" cy="62795"/>
            </p14:xfrm>
          </p:contentPart>
        </mc:Choice>
        <mc:Fallback xmlns="">
          <p:sp>
            <p:nvSpPr>
              <p:cNvPr id="1049257" name=""/>
              <p:cNvSpPr/>
              <p:nvPr/>
            </p:nvSpPr>
            <p:spPr>
              <a:xfrm>
                <a:off x="7532823" y="3610246"/>
                <a:ext cx="8371" cy="62795"/>
              </a:xfrm>
            </p:spPr>
          </p:sp>
        </mc:Fallback>
      </mc:AlternateContent>
      <mc:AlternateContent xmlns:mc="http://schemas.openxmlformats.org/markup-compatibility/2006" xmlns:p14="http://schemas.microsoft.com/office/powerpoint/2010/main">
        <mc:Choice Requires="p14">
          <p:contentPart p14:bwMode="auto" r:id="rId45">
            <p14:nvContentPartPr>
              <p14:cNvPr id="1049258" name="Encre 1049257"/>
              <p14:cNvContentPartPr/>
              <p14:nvPr/>
            </p14:nvContentPartPr>
            <p14:xfrm>
              <a:off x="7401760" y="4309486"/>
              <a:ext cx="137878" cy="152081"/>
            </p14:xfrm>
          </p:contentPart>
        </mc:Choice>
        <mc:Fallback xmlns="">
          <p:sp>
            <p:nvSpPr>
              <p:cNvPr id="1049258" name=""/>
              <p:cNvSpPr/>
              <p:nvPr/>
            </p:nvSpPr>
            <p:spPr>
              <a:xfrm>
                <a:off x="7401760" y="4309486"/>
                <a:ext cx="137878" cy="152081"/>
              </a:xfrm>
            </p:spPr>
          </p:sp>
        </mc:Fallback>
      </mc:AlternateContent>
      <mc:AlternateContent xmlns:mc="http://schemas.openxmlformats.org/markup-compatibility/2006" xmlns:p14="http://schemas.microsoft.com/office/powerpoint/2010/main">
        <mc:Choice Requires="p14">
          <p:contentPart p14:bwMode="auto" r:id="rId46">
            <p14:nvContentPartPr>
              <p14:cNvPr id="1049259" name="Encre 1049258"/>
              <p14:cNvContentPartPr/>
              <p14:nvPr/>
            </p14:nvContentPartPr>
            <p14:xfrm>
              <a:off x="7339185" y="3856213"/>
              <a:ext cx="12714" cy="123354"/>
            </p14:xfrm>
          </p:contentPart>
        </mc:Choice>
        <mc:Fallback xmlns="">
          <p:sp>
            <p:nvSpPr>
              <p:cNvPr id="1049259" name=""/>
              <p:cNvSpPr/>
              <p:nvPr/>
            </p:nvSpPr>
            <p:spPr>
              <a:xfrm>
                <a:off x="7339185" y="3856213"/>
                <a:ext cx="12714" cy="123354"/>
              </a:xfrm>
            </p:spPr>
          </p:sp>
        </mc:Fallback>
      </mc:AlternateContent>
      <mc:AlternateContent xmlns:mc="http://schemas.openxmlformats.org/markup-compatibility/2006" xmlns:p14="http://schemas.microsoft.com/office/powerpoint/2010/main">
        <mc:Choice Requires="p14">
          <p:contentPart p14:bwMode="auto" r:id="rId47">
            <p14:nvContentPartPr>
              <p14:cNvPr id="1049260" name="Encre 1049259"/>
              <p14:cNvContentPartPr/>
              <p14:nvPr/>
            </p14:nvContentPartPr>
            <p14:xfrm>
              <a:off x="4158612" y="3849015"/>
              <a:ext cx="480151" cy="51927"/>
            </p14:xfrm>
          </p:contentPart>
        </mc:Choice>
        <mc:Fallback xmlns="">
          <p:sp>
            <p:nvSpPr>
              <p:cNvPr id="1049260" name=""/>
              <p:cNvSpPr/>
              <p:nvPr/>
            </p:nvSpPr>
            <p:spPr>
              <a:xfrm>
                <a:off x="4158612" y="3849015"/>
                <a:ext cx="480151" cy="51927"/>
              </a:xfrm>
            </p:spPr>
          </p:sp>
        </mc:Fallback>
      </mc:AlternateContent>
      <mc:AlternateContent xmlns:mc="http://schemas.openxmlformats.org/markup-compatibility/2006" xmlns:p14="http://schemas.microsoft.com/office/powerpoint/2010/main">
        <mc:Choice Requires="p14">
          <p:contentPart p14:bwMode="auto" r:id="rId48">
            <p14:nvContentPartPr>
              <p14:cNvPr id="1049261" name="Encre 1049260"/>
              <p14:cNvContentPartPr/>
              <p14:nvPr/>
            </p14:nvContentPartPr>
            <p14:xfrm>
              <a:off x="6889223" y="5538422"/>
              <a:ext cx="1399558" cy="576965"/>
            </p14:xfrm>
          </p:contentPart>
        </mc:Choice>
        <mc:Fallback xmlns="">
          <p:sp>
            <p:nvSpPr>
              <p:cNvPr id="1049261" name=""/>
              <p:cNvSpPr/>
              <p:nvPr/>
            </p:nvSpPr>
            <p:spPr>
              <a:xfrm>
                <a:off x="6889223" y="5538422"/>
                <a:ext cx="1399558" cy="576965"/>
              </a:xfrm>
            </p:spPr>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riangle isocèle 30"/>
          <p:cNvSpPr/>
          <p:nvPr/>
        </p:nvSpPr>
        <p:spPr>
          <a:xfrm rot="13992635">
            <a:off x="9416433" y="866575"/>
            <a:ext cx="594221" cy="2508802"/>
          </a:xfrm>
          <a:prstGeom prst="triangle">
            <a:avLst>
              <a:gd name="adj" fmla="val 83526"/>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653" name="ZoneTexte 3"/>
          <p:cNvSpPr txBox="1"/>
          <p:nvPr/>
        </p:nvSpPr>
        <p:spPr>
          <a:xfrm>
            <a:off x="540913" y="231820"/>
            <a:ext cx="5504180" cy="447040"/>
          </a:xfrm>
          <a:prstGeom prst="rect">
            <a:avLst/>
          </a:prstGeom>
          <a:solidFill>
            <a:schemeClr val="accent4">
              <a:lumMod val="60000"/>
              <a:lumOff val="40000"/>
            </a:schemeClr>
          </a:solidFill>
        </p:spPr>
        <p:txBody>
          <a:bodyPr wrap="none" rtlCol="0">
            <a:spAutoFit/>
          </a:bodyPr>
          <a:lstStyle/>
          <a:p>
            <a:r>
              <a:rPr lang="fr-MA" sz="2400" dirty="0">
                <a:effectLst>
                  <a:outerShdw blurRad="38100" dist="38100" dir="2700000" algn="tl">
                    <a:srgbClr val="000000">
                      <a:alpha val="43137"/>
                    </a:srgbClr>
                  </a:outerShdw>
                </a:effectLst>
                <a:latin typeface="AR BLANCA" panose="02000000000000000000" pitchFamily="2" charset="0"/>
              </a:rPr>
              <a:t>Interprétation de la constante des aires</a:t>
            </a:r>
          </a:p>
        </p:txBody>
      </p:sp>
      <p:cxnSp>
        <p:nvCxnSpPr>
          <p:cNvPr id="3145744" name="Connecteur droit avec flèche 4"/>
          <p:cNvCxnSpPr>
            <a:cxnSpLocks/>
          </p:cNvCxnSpPr>
          <p:nvPr/>
        </p:nvCxnSpPr>
        <p:spPr>
          <a:xfrm flipV="1">
            <a:off x="8545719" y="1095299"/>
            <a:ext cx="0" cy="16350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45" name="Connecteur droit avec flèche 5"/>
          <p:cNvCxnSpPr>
            <a:cxnSpLocks/>
          </p:cNvCxnSpPr>
          <p:nvPr/>
        </p:nvCxnSpPr>
        <p:spPr>
          <a:xfrm>
            <a:off x="8541155" y="2730322"/>
            <a:ext cx="2635289" cy="21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654" name="Forme libre 6"/>
          <p:cNvSpPr/>
          <p:nvPr/>
        </p:nvSpPr>
        <p:spPr>
          <a:xfrm rot="14932951">
            <a:off x="9150507" y="998340"/>
            <a:ext cx="2722757" cy="514340"/>
          </a:xfrm>
          <a:custGeom>
            <a:avLst/>
            <a:gdLst>
              <a:gd name="connsiteX0" fmla="*/ 0 w 1365161"/>
              <a:gd name="connsiteY0" fmla="*/ 425003 h 485418"/>
              <a:gd name="connsiteX1" fmla="*/ 463639 w 1365161"/>
              <a:gd name="connsiteY1" fmla="*/ 463640 h 485418"/>
              <a:gd name="connsiteX2" fmla="*/ 978794 w 1365161"/>
              <a:gd name="connsiteY2" fmla="*/ 128789 h 485418"/>
              <a:gd name="connsiteX3" fmla="*/ 1365161 w 1365161"/>
              <a:gd name="connsiteY3" fmla="*/ 0 h 485418"/>
            </a:gdLst>
            <a:ahLst/>
            <a:cxnLst>
              <a:cxn ang="0">
                <a:pos x="connsiteX0" y="connsiteY0"/>
              </a:cxn>
              <a:cxn ang="0">
                <a:pos x="connsiteX1" y="connsiteY1"/>
              </a:cxn>
              <a:cxn ang="0">
                <a:pos x="connsiteX2" y="connsiteY2"/>
              </a:cxn>
              <a:cxn ang="0">
                <a:pos x="connsiteX3" y="connsiteY3"/>
              </a:cxn>
            </a:cxnLst>
            <a:rect l="l" t="t" r="r" b="b"/>
            <a:pathLst>
              <a:path w="1365161" h="485418">
                <a:moveTo>
                  <a:pt x="0" y="425003"/>
                </a:moveTo>
                <a:cubicBezTo>
                  <a:pt x="150253" y="469006"/>
                  <a:pt x="300507" y="513009"/>
                  <a:pt x="463639" y="463640"/>
                </a:cubicBezTo>
                <a:cubicBezTo>
                  <a:pt x="626771" y="414271"/>
                  <a:pt x="828540" y="206062"/>
                  <a:pt x="978794" y="128789"/>
                </a:cubicBezTo>
                <a:cubicBezTo>
                  <a:pt x="1129048" y="51516"/>
                  <a:pt x="1247104" y="25758"/>
                  <a:pt x="1365161"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655" name="ZoneTexte 7"/>
          <p:cNvSpPr txBox="1"/>
          <p:nvPr/>
        </p:nvSpPr>
        <p:spPr>
          <a:xfrm>
            <a:off x="11170657" y="2730322"/>
            <a:ext cx="303288" cy="400110"/>
          </a:xfrm>
          <a:prstGeom prst="rect">
            <a:avLst/>
          </a:prstGeom>
          <a:noFill/>
        </p:spPr>
        <p:txBody>
          <a:bodyPr wrap="none" rtlCol="0">
            <a:spAutoFit/>
          </a:bodyPr>
          <a:lstStyle/>
          <a:p>
            <a:r>
              <a:rPr lang="fr-MA" sz="2000" b="1" dirty="0"/>
              <a:t>x</a:t>
            </a:r>
          </a:p>
        </p:txBody>
      </p:sp>
      <p:sp>
        <p:nvSpPr>
          <p:cNvPr id="1048656" name="ZoneTexte 8"/>
          <p:cNvSpPr txBox="1"/>
          <p:nvPr/>
        </p:nvSpPr>
        <p:spPr>
          <a:xfrm>
            <a:off x="8100758" y="959418"/>
            <a:ext cx="306494" cy="400110"/>
          </a:xfrm>
          <a:prstGeom prst="rect">
            <a:avLst/>
          </a:prstGeom>
          <a:noFill/>
        </p:spPr>
        <p:txBody>
          <a:bodyPr wrap="none" rtlCol="0">
            <a:spAutoFit/>
          </a:bodyPr>
          <a:lstStyle/>
          <a:p>
            <a:r>
              <a:rPr lang="fr-MA" sz="2000" b="1" dirty="0"/>
              <a:t>y</a:t>
            </a:r>
          </a:p>
        </p:txBody>
      </p:sp>
      <p:sp>
        <p:nvSpPr>
          <p:cNvPr id="1048657" name="Rectangle 18"/>
          <p:cNvSpPr>
            <a:spLocks noRot="1" noChangeAspect="1" noMove="1" noResize="1" noEditPoints="1" noAdjustHandles="1" noChangeArrowheads="1" noChangeShapeType="1" noTextEdit="1"/>
          </p:cNvSpPr>
          <p:nvPr/>
        </p:nvSpPr>
        <p:spPr>
          <a:xfrm>
            <a:off x="9494901" y="1709094"/>
            <a:ext cx="644728" cy="461665"/>
          </a:xfrm>
          <a:prstGeom prst="rect">
            <a:avLst/>
          </a:prstGeom>
          <a:blipFill rotWithShape="0">
            <a:blip r:embed="rId2"/>
            <a:stretch>
              <a:fillRect/>
            </a:stretch>
          </a:blipFill>
        </p:spPr>
        <p:txBody>
          <a:bodyPr/>
          <a:lstStyle/>
          <a:p>
            <a:r>
              <a:rPr lang="fr-MA">
                <a:noFill/>
              </a:rPr>
              <a:t> </a:t>
            </a:r>
          </a:p>
        </p:txBody>
      </p:sp>
      <p:sp>
        <p:nvSpPr>
          <p:cNvPr id="1048658" name="Forme libre 26"/>
          <p:cNvSpPr/>
          <p:nvPr/>
        </p:nvSpPr>
        <p:spPr>
          <a:xfrm>
            <a:off x="10663707" y="1065165"/>
            <a:ext cx="506950" cy="274238"/>
          </a:xfrm>
          <a:custGeom>
            <a:avLst/>
            <a:gdLst>
              <a:gd name="connsiteX0" fmla="*/ 0 w 540913"/>
              <a:gd name="connsiteY0" fmla="*/ 438344 h 438344"/>
              <a:gd name="connsiteX1" fmla="*/ 64394 w 540913"/>
              <a:gd name="connsiteY1" fmla="*/ 425465 h 438344"/>
              <a:gd name="connsiteX2" fmla="*/ 103031 w 540913"/>
              <a:gd name="connsiteY2" fmla="*/ 399707 h 438344"/>
              <a:gd name="connsiteX3" fmla="*/ 141668 w 540913"/>
              <a:gd name="connsiteY3" fmla="*/ 386828 h 438344"/>
              <a:gd name="connsiteX4" fmla="*/ 257578 w 540913"/>
              <a:gd name="connsiteY4" fmla="*/ 296676 h 438344"/>
              <a:gd name="connsiteX5" fmla="*/ 296214 w 540913"/>
              <a:gd name="connsiteY5" fmla="*/ 270918 h 438344"/>
              <a:gd name="connsiteX6" fmla="*/ 347730 w 540913"/>
              <a:gd name="connsiteY6" fmla="*/ 193645 h 438344"/>
              <a:gd name="connsiteX7" fmla="*/ 437882 w 540913"/>
              <a:gd name="connsiteY7" fmla="*/ 90614 h 438344"/>
              <a:gd name="connsiteX8" fmla="*/ 528034 w 540913"/>
              <a:gd name="connsiteY8" fmla="*/ 462 h 438344"/>
              <a:gd name="connsiteX9" fmla="*/ 540913 w 540913"/>
              <a:gd name="connsiteY9" fmla="*/ 462 h 4383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0913" h="438344">
                <a:moveTo>
                  <a:pt x="0" y="438344"/>
                </a:moveTo>
                <a:cubicBezTo>
                  <a:pt x="21465" y="434051"/>
                  <a:pt x="43898" y="433151"/>
                  <a:pt x="64394" y="425465"/>
                </a:cubicBezTo>
                <a:cubicBezTo>
                  <a:pt x="78887" y="420030"/>
                  <a:pt x="89186" y="406629"/>
                  <a:pt x="103031" y="399707"/>
                </a:cubicBezTo>
                <a:cubicBezTo>
                  <a:pt x="115173" y="393636"/>
                  <a:pt x="128789" y="391121"/>
                  <a:pt x="141668" y="386828"/>
                </a:cubicBezTo>
                <a:cubicBezTo>
                  <a:pt x="202195" y="326301"/>
                  <a:pt x="165148" y="358296"/>
                  <a:pt x="257578" y="296676"/>
                </a:cubicBezTo>
                <a:lnTo>
                  <a:pt x="296214" y="270918"/>
                </a:lnTo>
                <a:cubicBezTo>
                  <a:pt x="320845" y="197026"/>
                  <a:pt x="291454" y="266000"/>
                  <a:pt x="347730" y="193645"/>
                </a:cubicBezTo>
                <a:cubicBezTo>
                  <a:pt x="428636" y="89623"/>
                  <a:pt x="363085" y="140479"/>
                  <a:pt x="437882" y="90614"/>
                </a:cubicBezTo>
                <a:cubicBezTo>
                  <a:pt x="486589" y="17553"/>
                  <a:pt x="464562" y="16330"/>
                  <a:pt x="528034" y="462"/>
                </a:cubicBezTo>
                <a:cubicBezTo>
                  <a:pt x="532199" y="-579"/>
                  <a:pt x="536620" y="462"/>
                  <a:pt x="540913" y="462"/>
                </a:cubicBezTo>
              </a:path>
            </a:pathLst>
          </a:custGeom>
          <a:noFill/>
          <a:ln w="38100">
            <a:solidFill>
              <a:srgbClr val="0070C0"/>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659" name="ZoneTexte 27"/>
          <p:cNvSpPr txBox="1">
            <a:spLocks noRot="1" noChangeAspect="1" noMove="1" noResize="1" noEditPoints="1" noAdjustHandles="1" noChangeArrowheads="1" noChangeShapeType="1" noTextEdit="1"/>
          </p:cNvSpPr>
          <p:nvPr/>
        </p:nvSpPr>
        <p:spPr>
          <a:xfrm>
            <a:off x="11069594" y="771908"/>
            <a:ext cx="914033" cy="523220"/>
          </a:xfrm>
          <a:prstGeom prst="rect">
            <a:avLst/>
          </a:prstGeom>
          <a:blipFill rotWithShape="0">
            <a:blip r:embed="rId3"/>
            <a:stretch>
              <a:fillRect/>
            </a:stretch>
          </a:blipFill>
        </p:spPr>
        <p:txBody>
          <a:bodyPr/>
          <a:lstStyle/>
          <a:p>
            <a:r>
              <a:rPr lang="fr-MA">
                <a:noFill/>
              </a:rPr>
              <a:t> </a:t>
            </a:r>
          </a:p>
        </p:txBody>
      </p:sp>
      <p:sp>
        <p:nvSpPr>
          <p:cNvPr id="1048660" name="Arc 28"/>
          <p:cNvSpPr/>
          <p:nvPr/>
        </p:nvSpPr>
        <p:spPr>
          <a:xfrm>
            <a:off x="9296036" y="1992688"/>
            <a:ext cx="356287" cy="468514"/>
          </a:xfrm>
          <a:prstGeom prst="arc">
            <a:avLst>
              <a:gd name="adj1" fmla="val 16200000"/>
              <a:gd name="adj2" fmla="val 20782386"/>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MA"/>
          </a:p>
        </p:txBody>
      </p:sp>
      <p:sp>
        <p:nvSpPr>
          <p:cNvPr id="1048661" name="Forme libre 31"/>
          <p:cNvSpPr/>
          <p:nvPr/>
        </p:nvSpPr>
        <p:spPr>
          <a:xfrm rot="20493905">
            <a:off x="9423462" y="1020522"/>
            <a:ext cx="695459" cy="746975"/>
          </a:xfrm>
          <a:custGeom>
            <a:avLst/>
            <a:gdLst>
              <a:gd name="connsiteX0" fmla="*/ 695459 w 695459"/>
              <a:gd name="connsiteY0" fmla="*/ 746975 h 746975"/>
              <a:gd name="connsiteX1" fmla="*/ 669701 w 695459"/>
              <a:gd name="connsiteY1" fmla="*/ 643944 h 746975"/>
              <a:gd name="connsiteX2" fmla="*/ 605307 w 695459"/>
              <a:gd name="connsiteY2" fmla="*/ 553792 h 746975"/>
              <a:gd name="connsiteX3" fmla="*/ 566670 w 695459"/>
              <a:gd name="connsiteY3" fmla="*/ 528034 h 746975"/>
              <a:gd name="connsiteX4" fmla="*/ 553791 w 695459"/>
              <a:gd name="connsiteY4" fmla="*/ 476519 h 746975"/>
              <a:gd name="connsiteX5" fmla="*/ 476518 w 695459"/>
              <a:gd name="connsiteY5" fmla="*/ 425003 h 746975"/>
              <a:gd name="connsiteX6" fmla="*/ 450760 w 695459"/>
              <a:gd name="connsiteY6" fmla="*/ 386366 h 746975"/>
              <a:gd name="connsiteX7" fmla="*/ 412124 w 695459"/>
              <a:gd name="connsiteY7" fmla="*/ 373488 h 746975"/>
              <a:gd name="connsiteX8" fmla="*/ 321972 w 695459"/>
              <a:gd name="connsiteY8" fmla="*/ 347730 h 746975"/>
              <a:gd name="connsiteX9" fmla="*/ 270456 w 695459"/>
              <a:gd name="connsiteY9" fmla="*/ 296214 h 746975"/>
              <a:gd name="connsiteX10" fmla="*/ 231819 w 695459"/>
              <a:gd name="connsiteY10" fmla="*/ 257578 h 746975"/>
              <a:gd name="connsiteX11" fmla="*/ 193183 w 695459"/>
              <a:gd name="connsiteY11" fmla="*/ 231820 h 746975"/>
              <a:gd name="connsiteX12" fmla="*/ 154546 w 695459"/>
              <a:gd name="connsiteY12" fmla="*/ 193183 h 746975"/>
              <a:gd name="connsiteX13" fmla="*/ 115910 w 695459"/>
              <a:gd name="connsiteY13" fmla="*/ 167426 h 746975"/>
              <a:gd name="connsiteX14" fmla="*/ 64394 w 695459"/>
              <a:gd name="connsiteY14" fmla="*/ 128789 h 746975"/>
              <a:gd name="connsiteX15" fmla="*/ 12879 w 695459"/>
              <a:gd name="connsiteY15" fmla="*/ 12879 h 746975"/>
              <a:gd name="connsiteX16" fmla="*/ 0 w 695459"/>
              <a:gd name="connsiteY16" fmla="*/ 0 h 746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95459" h="746975">
                <a:moveTo>
                  <a:pt x="695459" y="746975"/>
                </a:moveTo>
                <a:cubicBezTo>
                  <a:pt x="690560" y="722483"/>
                  <a:pt x="682902" y="670345"/>
                  <a:pt x="669701" y="643944"/>
                </a:cubicBezTo>
                <a:cubicBezTo>
                  <a:pt x="662389" y="629319"/>
                  <a:pt x="611140" y="559625"/>
                  <a:pt x="605307" y="553792"/>
                </a:cubicBezTo>
                <a:cubicBezTo>
                  <a:pt x="594362" y="542847"/>
                  <a:pt x="579549" y="536620"/>
                  <a:pt x="566670" y="528034"/>
                </a:cubicBezTo>
                <a:cubicBezTo>
                  <a:pt x="562377" y="510862"/>
                  <a:pt x="565447" y="489840"/>
                  <a:pt x="553791" y="476519"/>
                </a:cubicBezTo>
                <a:cubicBezTo>
                  <a:pt x="533406" y="453221"/>
                  <a:pt x="476518" y="425003"/>
                  <a:pt x="476518" y="425003"/>
                </a:cubicBezTo>
                <a:cubicBezTo>
                  <a:pt x="467932" y="412124"/>
                  <a:pt x="462847" y="396035"/>
                  <a:pt x="450760" y="386366"/>
                </a:cubicBezTo>
                <a:cubicBezTo>
                  <a:pt x="440160" y="377886"/>
                  <a:pt x="425177" y="377217"/>
                  <a:pt x="412124" y="373488"/>
                </a:cubicBezTo>
                <a:cubicBezTo>
                  <a:pt x="298951" y="341154"/>
                  <a:pt x="414587" y="378602"/>
                  <a:pt x="321972" y="347730"/>
                </a:cubicBezTo>
                <a:cubicBezTo>
                  <a:pt x="297441" y="274137"/>
                  <a:pt x="329331" y="335463"/>
                  <a:pt x="270456" y="296214"/>
                </a:cubicBezTo>
                <a:cubicBezTo>
                  <a:pt x="255301" y="286111"/>
                  <a:pt x="245811" y="269238"/>
                  <a:pt x="231819" y="257578"/>
                </a:cubicBezTo>
                <a:cubicBezTo>
                  <a:pt x="219928" y="247669"/>
                  <a:pt x="205074" y="241729"/>
                  <a:pt x="193183" y="231820"/>
                </a:cubicBezTo>
                <a:cubicBezTo>
                  <a:pt x="179191" y="220160"/>
                  <a:pt x="168538" y="204843"/>
                  <a:pt x="154546" y="193183"/>
                </a:cubicBezTo>
                <a:cubicBezTo>
                  <a:pt x="142655" y="183274"/>
                  <a:pt x="128505" y="176422"/>
                  <a:pt x="115910" y="167426"/>
                </a:cubicBezTo>
                <a:cubicBezTo>
                  <a:pt x="98443" y="154950"/>
                  <a:pt x="81566" y="141668"/>
                  <a:pt x="64394" y="128789"/>
                </a:cubicBezTo>
                <a:cubicBezTo>
                  <a:pt x="40902" y="58315"/>
                  <a:pt x="49614" y="61860"/>
                  <a:pt x="12879" y="12879"/>
                </a:cubicBezTo>
                <a:cubicBezTo>
                  <a:pt x="9236" y="8022"/>
                  <a:pt x="4293" y="4293"/>
                  <a:pt x="0" y="0"/>
                </a:cubicBezTo>
              </a:path>
            </a:pathLst>
          </a:custGeom>
          <a:noFill/>
          <a:ln w="38100">
            <a:solidFill>
              <a:schemeClr val="tx1"/>
            </a:solidFill>
            <a:headEnd type="triangl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662" name="ZoneTexte 32"/>
          <p:cNvSpPr txBox="1"/>
          <p:nvPr/>
        </p:nvSpPr>
        <p:spPr>
          <a:xfrm>
            <a:off x="8992793" y="732290"/>
            <a:ext cx="690880" cy="510540"/>
          </a:xfrm>
          <a:prstGeom prst="rect">
            <a:avLst/>
          </a:prstGeom>
          <a:noFill/>
        </p:spPr>
        <p:txBody>
          <a:bodyPr wrap="none" rtlCol="0">
            <a:spAutoFit/>
          </a:bodyPr>
          <a:lstStyle/>
          <a:p>
            <a:r>
              <a:rPr lang="fr-MA" sz="2800" b="1" i="1" dirty="0" err="1">
                <a:effectLst>
                  <a:outerShdw blurRad="38100" dist="38100" dir="2700000" algn="tl">
                    <a:srgbClr val="000000">
                      <a:alpha val="43137"/>
                    </a:srgbClr>
                  </a:outerShdw>
                </a:effectLst>
              </a:rPr>
              <a:t>dS</a:t>
            </a:r>
            <a:endParaRPr lang="fr-MA" sz="2800" b="1" i="1" dirty="0">
              <a:effectLst>
                <a:outerShdw blurRad="38100" dist="38100" dir="2700000" algn="tl">
                  <a:srgbClr val="000000">
                    <a:alpha val="43137"/>
                  </a:srgbClr>
                </a:outerShdw>
              </a:effectLst>
            </a:endParaRPr>
          </a:p>
        </p:txBody>
      </p:sp>
      <p:sp>
        <p:nvSpPr>
          <p:cNvPr id="1048663" name="ZoneTexte 33"/>
          <p:cNvSpPr txBox="1">
            <a:spLocks noRot="1" noChangeAspect="1" noMove="1" noResize="1" noEditPoints="1" noAdjustHandles="1" noChangeArrowheads="1" noChangeShapeType="1" noTextEdit="1"/>
          </p:cNvSpPr>
          <p:nvPr/>
        </p:nvSpPr>
        <p:spPr>
          <a:xfrm>
            <a:off x="901521" y="903226"/>
            <a:ext cx="3279809" cy="783804"/>
          </a:xfrm>
          <a:prstGeom prst="rect">
            <a:avLst/>
          </a:prstGeom>
          <a:blipFill rotWithShape="0">
            <a:blip r:embed="rId4"/>
            <a:stretch>
              <a:fillRect/>
            </a:stretch>
          </a:blipFill>
        </p:spPr>
        <p:txBody>
          <a:bodyPr/>
          <a:lstStyle/>
          <a:p>
            <a:r>
              <a:rPr lang="fr-MA">
                <a:noFill/>
              </a:rPr>
              <a:t> </a:t>
            </a:r>
          </a:p>
        </p:txBody>
      </p:sp>
      <p:sp>
        <p:nvSpPr>
          <p:cNvPr id="1048664" name="Rectangle 34"/>
          <p:cNvSpPr>
            <a:spLocks noRot="1" noChangeAspect="1" noMove="1" noResize="1" noEditPoints="1" noAdjustHandles="1" noChangeArrowheads="1" noChangeShapeType="1" noTextEdit="1"/>
          </p:cNvSpPr>
          <p:nvPr/>
        </p:nvSpPr>
        <p:spPr>
          <a:xfrm>
            <a:off x="9666586" y="1993604"/>
            <a:ext cx="458780" cy="523220"/>
          </a:xfrm>
          <a:prstGeom prst="rect">
            <a:avLst/>
          </a:prstGeom>
          <a:blipFill rotWithShape="0">
            <a:blip r:embed="rId5"/>
            <a:stretch>
              <a:fillRect/>
            </a:stretch>
          </a:blipFill>
        </p:spPr>
        <p:txBody>
          <a:bodyPr/>
          <a:lstStyle/>
          <a:p>
            <a:r>
              <a:rPr lang="fr-MA">
                <a:noFill/>
              </a:rPr>
              <a:t> </a:t>
            </a:r>
          </a:p>
        </p:txBody>
      </p:sp>
      <p:sp>
        <p:nvSpPr>
          <p:cNvPr id="1048665" name="ZoneTexte 35"/>
          <p:cNvSpPr txBox="1"/>
          <p:nvPr/>
        </p:nvSpPr>
        <p:spPr>
          <a:xfrm>
            <a:off x="901521" y="1992688"/>
            <a:ext cx="686406" cy="430887"/>
          </a:xfrm>
          <a:prstGeom prst="rect">
            <a:avLst/>
          </a:prstGeom>
          <a:noFill/>
        </p:spPr>
        <p:txBody>
          <a:bodyPr wrap="none" rtlCol="0">
            <a:spAutoFit/>
          </a:bodyPr>
          <a:lstStyle/>
          <a:p>
            <a:r>
              <a:rPr lang="fr-MA" sz="2200" dirty="0"/>
              <a:t>Soit </a:t>
            </a:r>
          </a:p>
        </p:txBody>
      </p:sp>
      <p:sp>
        <p:nvSpPr>
          <p:cNvPr id="1048666" name="Rectangle 36"/>
          <p:cNvSpPr>
            <a:spLocks noRot="1" noChangeAspect="1" noMove="1" noResize="1" noEditPoints="1" noAdjustHandles="1" noChangeArrowheads="1" noChangeShapeType="1" noTextEdit="1"/>
          </p:cNvSpPr>
          <p:nvPr/>
        </p:nvSpPr>
        <p:spPr>
          <a:xfrm>
            <a:off x="2266162" y="1939926"/>
            <a:ext cx="2971967" cy="783804"/>
          </a:xfrm>
          <a:prstGeom prst="rect">
            <a:avLst/>
          </a:prstGeom>
          <a:blipFill rotWithShape="0">
            <a:blip r:embed="rId6"/>
            <a:stretch>
              <a:fillRect/>
            </a:stretch>
          </a:blipFill>
        </p:spPr>
        <p:txBody>
          <a:bodyPr/>
          <a:lstStyle/>
          <a:p>
            <a:r>
              <a:rPr lang="fr-MA">
                <a:noFill/>
              </a:rPr>
              <a:t> </a:t>
            </a:r>
          </a:p>
        </p:txBody>
      </p:sp>
      <p:sp>
        <p:nvSpPr>
          <p:cNvPr id="1048667" name="ZoneTexte 37"/>
          <p:cNvSpPr txBox="1"/>
          <p:nvPr/>
        </p:nvSpPr>
        <p:spPr>
          <a:xfrm>
            <a:off x="901521" y="2930377"/>
            <a:ext cx="1196161" cy="430887"/>
          </a:xfrm>
          <a:prstGeom prst="rect">
            <a:avLst/>
          </a:prstGeom>
          <a:noFill/>
        </p:spPr>
        <p:txBody>
          <a:bodyPr wrap="none" rtlCol="0">
            <a:spAutoFit/>
          </a:bodyPr>
          <a:lstStyle/>
          <a:p>
            <a:r>
              <a:rPr lang="fr-MA" sz="2200" dirty="0"/>
              <a:t>On pose </a:t>
            </a:r>
          </a:p>
        </p:txBody>
      </p:sp>
      <p:sp>
        <p:nvSpPr>
          <p:cNvPr id="1048668" name="Rectangle 38"/>
          <p:cNvSpPr>
            <a:spLocks noRot="1" noChangeAspect="1" noMove="1" noResize="1" noEditPoints="1" noAdjustHandles="1" noChangeArrowheads="1" noChangeShapeType="1" noTextEdit="1"/>
          </p:cNvSpPr>
          <p:nvPr/>
        </p:nvSpPr>
        <p:spPr>
          <a:xfrm>
            <a:off x="2195922" y="2930377"/>
            <a:ext cx="1906740" cy="793872"/>
          </a:xfrm>
          <a:prstGeom prst="rect">
            <a:avLst/>
          </a:prstGeom>
          <a:blipFill rotWithShape="0">
            <a:blip r:embed="rId7"/>
            <a:stretch>
              <a:fillRect/>
            </a:stretch>
          </a:blipFill>
        </p:spPr>
        <p:txBody>
          <a:bodyPr/>
          <a:lstStyle/>
          <a:p>
            <a:r>
              <a:rPr lang="fr-MA">
                <a:noFill/>
              </a:rPr>
              <a:t> </a:t>
            </a:r>
          </a:p>
        </p:txBody>
      </p:sp>
      <p:sp>
        <p:nvSpPr>
          <p:cNvPr id="1048669" name="ZoneTexte 39"/>
          <p:cNvSpPr txBox="1"/>
          <p:nvPr/>
        </p:nvSpPr>
        <p:spPr>
          <a:xfrm>
            <a:off x="4383053" y="2942844"/>
            <a:ext cx="6513000" cy="1158240"/>
          </a:xfrm>
          <a:prstGeom prst="rect">
            <a:avLst/>
          </a:prstGeom>
          <a:noFill/>
        </p:spPr>
        <p:txBody>
          <a:bodyPr wrap="square" rtlCol="0">
            <a:spAutoFit/>
          </a:bodyPr>
          <a:lstStyle/>
          <a:p>
            <a:pPr algn="just"/>
            <a:r>
              <a:rPr lang="fr-MA" sz="2200" dirty="0"/>
              <a:t>Vitesse aréolaire </a:t>
            </a:r>
            <a:r>
              <a:rPr lang="fr-FR" sz="2400" dirty="0"/>
              <a:t>à laquelle le rayon vecteur balaie l’aire définie par la trajectoire dans le plan du mouvement.</a:t>
            </a:r>
            <a:endParaRPr lang="fr-MA" sz="2200" dirty="0"/>
          </a:p>
        </p:txBody>
      </p:sp>
      <p:sp>
        <p:nvSpPr>
          <p:cNvPr id="1048670" name="Rectangle 40"/>
          <p:cNvSpPr/>
          <p:nvPr/>
        </p:nvSpPr>
        <p:spPr>
          <a:xfrm>
            <a:off x="276550" y="4149714"/>
            <a:ext cx="6570980" cy="510540"/>
          </a:xfrm>
          <a:prstGeom prst="rect">
            <a:avLst/>
          </a:prstGeom>
          <a:solidFill>
            <a:srgbClr val="92D05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1.5 Conservation de l’énergie mécanique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71" name="Rectangle 41"/>
          <p:cNvSpPr/>
          <p:nvPr/>
        </p:nvSpPr>
        <p:spPr>
          <a:xfrm>
            <a:off x="330577" y="4733460"/>
            <a:ext cx="11196033" cy="707886"/>
          </a:xfrm>
          <a:prstGeom prst="rect">
            <a:avLst/>
          </a:prstGeom>
        </p:spPr>
        <p:txBody>
          <a:bodyPr wrap="square">
            <a:spAutoFit/>
          </a:bodyPr>
          <a:lstStyle/>
          <a:p>
            <a:pPr marL="285750" indent="-285750" algn="just">
              <a:buFont typeface="Wingdings" panose="05000000000000000000" pitchFamily="2" charset="2"/>
              <a:buChar char="Ø"/>
            </a:pPr>
            <a:r>
              <a:rPr lang="fr-FR" sz="2000" b="0" i="0" u="none" strike="noStrike" baseline="0" dirty="0">
                <a:latin typeface="Bembo"/>
              </a:rPr>
              <a:t>Si le système ne subit aucune autre force que la force centrale conservative, il y a </a:t>
            </a:r>
            <a:r>
              <a:rPr lang="fr-MA" sz="2000" b="0" i="0" u="none" strike="noStrike" baseline="0" dirty="0">
                <a:latin typeface="Bembo"/>
              </a:rPr>
              <a:t>conservation de l’énergie mécanique.</a:t>
            </a:r>
            <a:endParaRPr lang="fr-MA" sz="2000" dirty="0"/>
          </a:p>
        </p:txBody>
      </p:sp>
      <p:sp>
        <p:nvSpPr>
          <p:cNvPr id="1048672" name="ZoneTexte 42"/>
          <p:cNvSpPr txBox="1">
            <a:spLocks noRot="1" noChangeAspect="1" noMove="1" noResize="1" noEditPoints="1" noAdjustHandles="1" noChangeArrowheads="1" noChangeShapeType="1" noTextEdit="1"/>
          </p:cNvSpPr>
          <p:nvPr/>
        </p:nvSpPr>
        <p:spPr>
          <a:xfrm>
            <a:off x="3752145" y="5575742"/>
            <a:ext cx="3653757" cy="397866"/>
          </a:xfrm>
          <a:prstGeom prst="rect">
            <a:avLst/>
          </a:prstGeom>
          <a:blipFill rotWithShape="0">
            <a:blip r:embed="rId8"/>
            <a:stretch>
              <a:fillRect l="-1669" r="-1169" b="-20000"/>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9">
            <p14:nvContentPartPr>
              <p14:cNvPr id="1048673" name="Encre 1048672"/>
              <p14:cNvContentPartPr/>
              <p14:nvPr/>
            </p14:nvContentPartPr>
            <p14:xfrm>
              <a:off x="9806377" y="2166860"/>
              <a:ext cx="136009" cy="36681"/>
            </p14:xfrm>
          </p:contentPart>
        </mc:Choice>
        <mc:Fallback xmlns="">
          <p:sp>
            <p:nvSpPr>
              <p:cNvPr id="1048673" name=""/>
              <p:cNvSpPr/>
              <p:nvPr/>
            </p:nvSpPr>
            <p:spPr>
              <a:xfrm>
                <a:off x="9806377" y="2166860"/>
                <a:ext cx="136009" cy="36681"/>
              </a:xfrm>
            </p:spPr>
          </p:sp>
        </mc:Fallback>
      </mc:AlternateContent>
      <mc:AlternateContent xmlns:mc="http://schemas.openxmlformats.org/markup-compatibility/2006" xmlns:p14="http://schemas.microsoft.com/office/powerpoint/2010/main">
        <mc:Choice Requires="p14">
          <p:contentPart p14:bwMode="auto" r:id="rId10">
            <p14:nvContentPartPr>
              <p14:cNvPr id="1049262" name="Encre 1049261"/>
              <p14:cNvContentPartPr/>
              <p14:nvPr/>
            </p14:nvContentPartPr>
            <p14:xfrm>
              <a:off x="4602063" y="3280262"/>
              <a:ext cx="1942926" cy="80272"/>
            </p14:xfrm>
          </p:contentPart>
        </mc:Choice>
        <mc:Fallback xmlns="">
          <p:sp>
            <p:nvSpPr>
              <p:cNvPr id="1049262" name=""/>
              <p:cNvSpPr/>
              <p:nvPr/>
            </p:nvSpPr>
            <p:spPr>
              <a:xfrm>
                <a:off x="4602063" y="3280262"/>
                <a:ext cx="1942926" cy="80272"/>
              </a:xfrm>
            </p:spPr>
          </p:sp>
        </mc:Fallback>
      </mc:AlternateContent>
      <mc:AlternateContent xmlns:mc="http://schemas.openxmlformats.org/markup-compatibility/2006" xmlns:p14="http://schemas.microsoft.com/office/powerpoint/2010/main">
        <mc:Choice Requires="p14">
          <p:contentPart p14:bwMode="auto" r:id="rId11">
            <p14:nvContentPartPr>
              <p14:cNvPr id="1049263" name="Encre 1049262"/>
              <p14:cNvContentPartPr/>
              <p14:nvPr/>
            </p14:nvContentPartPr>
            <p14:xfrm>
              <a:off x="11002758" y="1559956"/>
              <a:ext cx="163512" cy="215000"/>
            </p14:xfrm>
          </p:contentPart>
        </mc:Choice>
        <mc:Fallback xmlns="">
          <p:sp>
            <p:nvSpPr>
              <p:cNvPr id="1049263" name=""/>
              <p:cNvSpPr/>
              <p:nvPr/>
            </p:nvSpPr>
            <p:spPr>
              <a:xfrm>
                <a:off x="11002758" y="1559956"/>
                <a:ext cx="163512" cy="215000"/>
              </a:xfrm>
            </p:spPr>
          </p:sp>
        </mc:Fallback>
      </mc:AlternateContent>
      <mc:AlternateContent xmlns:mc="http://schemas.openxmlformats.org/markup-compatibility/2006" xmlns:p14="http://schemas.microsoft.com/office/powerpoint/2010/main">
        <mc:Choice Requires="p14">
          <p:contentPart p14:bwMode="auto" r:id="rId12">
            <p14:nvContentPartPr>
              <p14:cNvPr id="1049264" name="Encre 1049263"/>
              <p14:cNvContentPartPr/>
              <p14:nvPr/>
            </p14:nvContentPartPr>
            <p14:xfrm>
              <a:off x="11059679" y="1587612"/>
              <a:ext cx="102182" cy="59123"/>
            </p14:xfrm>
          </p:contentPart>
        </mc:Choice>
        <mc:Fallback xmlns="">
          <p:sp>
            <p:nvSpPr>
              <p:cNvPr id="1049264" name=""/>
              <p:cNvSpPr/>
              <p:nvPr/>
            </p:nvSpPr>
            <p:spPr>
              <a:xfrm>
                <a:off x="11059679" y="1587612"/>
                <a:ext cx="102182" cy="59123"/>
              </a:xfrm>
            </p:spPr>
          </p:sp>
        </mc:Fallback>
      </mc:AlternateContent>
      <mc:AlternateContent xmlns:mc="http://schemas.openxmlformats.org/markup-compatibility/2006" xmlns:p14="http://schemas.microsoft.com/office/powerpoint/2010/main">
        <mc:Choice Requires="p14">
          <p:contentPart p14:bwMode="auto" r:id="rId13">
            <p14:nvContentPartPr>
              <p14:cNvPr id="1049265" name="Encre 1049264"/>
              <p14:cNvContentPartPr/>
              <p14:nvPr/>
            </p14:nvContentPartPr>
            <p14:xfrm>
              <a:off x="10558244" y="739941"/>
              <a:ext cx="126628" cy="269571"/>
            </p14:xfrm>
          </p:contentPart>
        </mc:Choice>
        <mc:Fallback xmlns="">
          <p:sp>
            <p:nvSpPr>
              <p:cNvPr id="1049265" name=""/>
              <p:cNvSpPr/>
              <p:nvPr/>
            </p:nvSpPr>
            <p:spPr>
              <a:xfrm>
                <a:off x="10558244" y="739941"/>
                <a:ext cx="126628" cy="269571"/>
              </a:xfrm>
            </p:spPr>
          </p:sp>
        </mc:Fallback>
      </mc:AlternateContent>
      <mc:AlternateContent xmlns:mc="http://schemas.openxmlformats.org/markup-compatibility/2006" xmlns:p14="http://schemas.microsoft.com/office/powerpoint/2010/main">
        <mc:Choice Requires="p14">
          <p:contentPart p14:bwMode="auto" r:id="rId14">
            <p14:nvContentPartPr>
              <p14:cNvPr id="1049266" name="Encre 1049265"/>
              <p14:cNvContentPartPr/>
              <p14:nvPr/>
            </p14:nvContentPartPr>
            <p14:xfrm>
              <a:off x="10552247" y="859660"/>
              <a:ext cx="65758" cy="33788"/>
            </p14:xfrm>
          </p:contentPart>
        </mc:Choice>
        <mc:Fallback xmlns="">
          <p:sp>
            <p:nvSpPr>
              <p:cNvPr id="1049266" name=""/>
              <p:cNvSpPr/>
              <p:nvPr/>
            </p:nvSpPr>
            <p:spPr>
              <a:xfrm>
                <a:off x="10552247" y="859660"/>
                <a:ext cx="65758" cy="33788"/>
              </a:xfrm>
            </p:spPr>
          </p:sp>
        </mc:Fallback>
      </mc:AlternateContent>
      <mc:AlternateContent xmlns:mc="http://schemas.openxmlformats.org/markup-compatibility/2006" xmlns:p14="http://schemas.microsoft.com/office/powerpoint/2010/main">
        <mc:Choice Requires="p14">
          <p:contentPart p14:bwMode="auto" r:id="rId15">
            <p14:nvContentPartPr>
              <p14:cNvPr id="1049267" name="Encre 1049266"/>
              <p14:cNvContentPartPr/>
              <p14:nvPr/>
            </p14:nvContentPartPr>
            <p14:xfrm>
              <a:off x="10702270" y="846835"/>
              <a:ext cx="102685" cy="61008"/>
            </p14:xfrm>
          </p:contentPart>
        </mc:Choice>
        <mc:Fallback xmlns="">
          <p:sp>
            <p:nvSpPr>
              <p:cNvPr id="1049267" name=""/>
              <p:cNvSpPr/>
              <p:nvPr/>
            </p:nvSpPr>
            <p:spPr>
              <a:xfrm>
                <a:off x="10702270" y="846835"/>
                <a:ext cx="102685" cy="61008"/>
              </a:xfrm>
            </p:spPr>
          </p:sp>
        </mc:Fallback>
      </mc:AlternateContent>
      <mc:AlternateContent xmlns:mc="http://schemas.openxmlformats.org/markup-compatibility/2006" xmlns:p14="http://schemas.microsoft.com/office/powerpoint/2010/main">
        <mc:Choice Requires="p14">
          <p:contentPart p14:bwMode="auto" r:id="rId16">
            <p14:nvContentPartPr>
              <p14:cNvPr id="1049268" name="Encre 1049267"/>
              <p14:cNvContentPartPr/>
              <p14:nvPr/>
            </p14:nvContentPartPr>
            <p14:xfrm>
              <a:off x="10716390" y="820974"/>
              <a:ext cx="56771" cy="136927"/>
            </p14:xfrm>
          </p:contentPart>
        </mc:Choice>
        <mc:Fallback xmlns="">
          <p:sp>
            <p:nvSpPr>
              <p:cNvPr id="1049268" name=""/>
              <p:cNvSpPr/>
              <p:nvPr/>
            </p:nvSpPr>
            <p:spPr>
              <a:xfrm>
                <a:off x="10716390" y="820974"/>
                <a:ext cx="56771" cy="136927"/>
              </a:xfrm>
            </p:spPr>
          </p:sp>
        </mc:Fallback>
      </mc:AlternateContent>
      <mc:AlternateContent xmlns:mc="http://schemas.openxmlformats.org/markup-compatibility/2006" xmlns:p14="http://schemas.microsoft.com/office/powerpoint/2010/main">
        <mc:Choice Requires="p14">
          <p:contentPart p14:bwMode="auto" r:id="rId17">
            <p14:nvContentPartPr>
              <p14:cNvPr id="1049269" name="Encre 1049268"/>
              <p14:cNvContentPartPr/>
              <p14:nvPr/>
            </p14:nvContentPartPr>
            <p14:xfrm>
              <a:off x="10860542" y="734103"/>
              <a:ext cx="34257" cy="107607"/>
            </p14:xfrm>
          </p:contentPart>
        </mc:Choice>
        <mc:Fallback xmlns="">
          <p:sp>
            <p:nvSpPr>
              <p:cNvPr id="1049269" name=""/>
              <p:cNvSpPr/>
              <p:nvPr/>
            </p:nvSpPr>
            <p:spPr>
              <a:xfrm>
                <a:off x="10860542" y="734103"/>
                <a:ext cx="34257" cy="107607"/>
              </a:xfrm>
            </p:spPr>
          </p:sp>
        </mc:Fallback>
      </mc:AlternateContent>
      <mc:AlternateContent xmlns:mc="http://schemas.openxmlformats.org/markup-compatibility/2006" xmlns:p14="http://schemas.microsoft.com/office/powerpoint/2010/main">
        <mc:Choice Requires="p14">
          <p:contentPart p14:bwMode="auto" r:id="rId18">
            <p14:nvContentPartPr>
              <p14:cNvPr id="1049270" name="Encre 1049269"/>
              <p14:cNvContentPartPr/>
              <p14:nvPr/>
            </p14:nvContentPartPr>
            <p14:xfrm>
              <a:off x="10873915" y="618194"/>
              <a:ext cx="95563" cy="184017"/>
            </p14:xfrm>
          </p:contentPart>
        </mc:Choice>
        <mc:Fallback xmlns="">
          <p:sp>
            <p:nvSpPr>
              <p:cNvPr id="1049270" name=""/>
              <p:cNvSpPr/>
              <p:nvPr/>
            </p:nvSpPr>
            <p:spPr>
              <a:xfrm>
                <a:off x="10873915" y="618194"/>
                <a:ext cx="95563" cy="184017"/>
              </a:xfrm>
            </p:spPr>
          </p:sp>
        </mc:Fallback>
      </mc:AlternateContent>
      <mc:AlternateContent xmlns:mc="http://schemas.openxmlformats.org/markup-compatibility/2006" xmlns:p14="http://schemas.microsoft.com/office/powerpoint/2010/main">
        <mc:Choice Requires="p14">
          <p:contentPart p14:bwMode="auto" r:id="rId19">
            <p14:nvContentPartPr>
              <p14:cNvPr id="1049271" name="Encre 1049270"/>
              <p14:cNvContentPartPr/>
              <p14:nvPr/>
            </p14:nvContentPartPr>
            <p14:xfrm>
              <a:off x="10938816" y="581957"/>
              <a:ext cx="94868" cy="226833"/>
            </p14:xfrm>
          </p:contentPart>
        </mc:Choice>
        <mc:Fallback xmlns="">
          <p:sp>
            <p:nvSpPr>
              <p:cNvPr id="1049271" name=""/>
              <p:cNvSpPr/>
              <p:nvPr/>
            </p:nvSpPr>
            <p:spPr>
              <a:xfrm>
                <a:off x="10938816" y="581957"/>
                <a:ext cx="94868" cy="226833"/>
              </a:xfrm>
            </p:spPr>
          </p:sp>
        </mc:Fallback>
      </mc:AlternateContent>
      <mc:AlternateContent xmlns:mc="http://schemas.openxmlformats.org/markup-compatibility/2006" xmlns:p14="http://schemas.microsoft.com/office/powerpoint/2010/main">
        <mc:Choice Requires="p14">
          <p:contentPart p14:bwMode="auto" r:id="rId20">
            <p14:nvContentPartPr>
              <p14:cNvPr id="1049272" name="Encre 1049271"/>
              <p14:cNvContentPartPr/>
              <p14:nvPr/>
            </p14:nvContentPartPr>
            <p14:xfrm>
              <a:off x="10909655" y="649623"/>
              <a:ext cx="133283" cy="91678"/>
            </p14:xfrm>
          </p:contentPart>
        </mc:Choice>
        <mc:Fallback xmlns="">
          <p:sp>
            <p:nvSpPr>
              <p:cNvPr id="1049272" name=""/>
              <p:cNvSpPr/>
              <p:nvPr/>
            </p:nvSpPr>
            <p:spPr>
              <a:xfrm>
                <a:off x="10909655" y="649623"/>
                <a:ext cx="133283" cy="91678"/>
              </a:xfrm>
            </p:spPr>
          </p:sp>
        </mc:Fallback>
      </mc:AlternateContent>
      <mc:AlternateContent xmlns:mc="http://schemas.openxmlformats.org/markup-compatibility/2006" xmlns:p14="http://schemas.microsoft.com/office/powerpoint/2010/main">
        <mc:Choice Requires="p14">
          <p:contentPart p14:bwMode="auto" r:id="rId21">
            <p14:nvContentPartPr>
              <p14:cNvPr id="1049273" name="Encre 1049272"/>
              <p14:cNvContentPartPr/>
              <p14:nvPr/>
            </p14:nvContentPartPr>
            <p14:xfrm>
              <a:off x="10825600" y="1299007"/>
              <a:ext cx="98175" cy="125697"/>
            </p14:xfrm>
          </p:contentPart>
        </mc:Choice>
        <mc:Fallback xmlns="">
          <p:sp>
            <p:nvSpPr>
              <p:cNvPr id="1049273" name=""/>
              <p:cNvSpPr/>
              <p:nvPr/>
            </p:nvSpPr>
            <p:spPr>
              <a:xfrm>
                <a:off x="10825600" y="1299007"/>
                <a:ext cx="98175" cy="125697"/>
              </a:xfrm>
            </p:spPr>
          </p:sp>
        </mc:Fallback>
      </mc:AlternateContent>
      <mc:AlternateContent xmlns:mc="http://schemas.openxmlformats.org/markup-compatibility/2006" xmlns:p14="http://schemas.microsoft.com/office/powerpoint/2010/main">
        <mc:Choice Requires="p14">
          <p:contentPart p14:bwMode="auto" r:id="rId22">
            <p14:nvContentPartPr>
              <p14:cNvPr id="1049274" name="Encre 1049273"/>
              <p14:cNvContentPartPr/>
              <p14:nvPr/>
            </p14:nvContentPartPr>
            <p14:xfrm>
              <a:off x="10852294" y="1139662"/>
              <a:ext cx="81634" cy="274867"/>
            </p14:xfrm>
          </p:contentPart>
        </mc:Choice>
        <mc:Fallback xmlns="">
          <p:sp>
            <p:nvSpPr>
              <p:cNvPr id="1049274" name=""/>
              <p:cNvSpPr/>
              <p:nvPr/>
            </p:nvSpPr>
            <p:spPr>
              <a:xfrm>
                <a:off x="10852294" y="1139662"/>
                <a:ext cx="81634" cy="274867"/>
              </a:xfrm>
            </p:spPr>
          </p:sp>
        </mc:Fallback>
      </mc:AlternateContent>
      <mc:AlternateContent xmlns:mc="http://schemas.openxmlformats.org/markup-compatibility/2006" xmlns:p14="http://schemas.microsoft.com/office/powerpoint/2010/main">
        <mc:Choice Requires="p14">
          <p:contentPart p14:bwMode="auto" r:id="rId23">
            <p14:nvContentPartPr>
              <p14:cNvPr id="1049275" name="Encre 1049274"/>
              <p14:cNvContentPartPr/>
              <p14:nvPr/>
            </p14:nvContentPartPr>
            <p14:xfrm>
              <a:off x="10926334" y="1222911"/>
              <a:ext cx="216178" cy="200490"/>
            </p14:xfrm>
          </p:contentPart>
        </mc:Choice>
        <mc:Fallback xmlns="">
          <p:sp>
            <p:nvSpPr>
              <p:cNvPr id="1049275" name=""/>
              <p:cNvSpPr/>
              <p:nvPr/>
            </p:nvSpPr>
            <p:spPr>
              <a:xfrm>
                <a:off x="10926334" y="1222911"/>
                <a:ext cx="216178" cy="200490"/>
              </a:xfrm>
            </p:spPr>
          </p:sp>
        </mc:Fallback>
      </mc:AlternateContent>
      <mc:AlternateContent xmlns:mc="http://schemas.openxmlformats.org/markup-compatibility/2006" xmlns:p14="http://schemas.microsoft.com/office/powerpoint/2010/main">
        <mc:Choice Requires="p14">
          <p:contentPart p14:bwMode="auto" r:id="rId24">
            <p14:nvContentPartPr>
              <p14:cNvPr id="1049276" name="Encre 1049275"/>
              <p14:cNvContentPartPr/>
              <p14:nvPr/>
            </p14:nvContentPartPr>
            <p14:xfrm>
              <a:off x="10952456" y="1120073"/>
              <a:ext cx="149025" cy="84322"/>
            </p14:xfrm>
          </p:contentPart>
        </mc:Choice>
        <mc:Fallback xmlns="">
          <p:sp>
            <p:nvSpPr>
              <p:cNvPr id="1049276" name=""/>
              <p:cNvSpPr/>
              <p:nvPr/>
            </p:nvSpPr>
            <p:spPr>
              <a:xfrm>
                <a:off x="10952456" y="1120073"/>
                <a:ext cx="149025" cy="84322"/>
              </a:xfrm>
            </p:spPr>
          </p:sp>
        </mc:Fallback>
      </mc:AlternateContent>
      <mc:AlternateContent xmlns:mc="http://schemas.openxmlformats.org/markup-compatibility/2006" xmlns:p14="http://schemas.microsoft.com/office/powerpoint/2010/main">
        <mc:Choice Requires="p14">
          <p:contentPart p14:bwMode="auto" r:id="rId25">
            <p14:nvContentPartPr>
              <p14:cNvPr id="1049277" name="Encre 1049276"/>
              <p14:cNvContentPartPr/>
              <p14:nvPr/>
            </p14:nvContentPartPr>
            <p14:xfrm>
              <a:off x="10531666" y="1166787"/>
              <a:ext cx="363870" cy="415167"/>
            </p14:xfrm>
          </p:contentPart>
        </mc:Choice>
        <mc:Fallback xmlns="">
          <p:sp>
            <p:nvSpPr>
              <p:cNvPr id="1049277" name=""/>
              <p:cNvSpPr/>
              <p:nvPr/>
            </p:nvSpPr>
            <p:spPr>
              <a:xfrm>
                <a:off x="10531666" y="1166787"/>
                <a:ext cx="363870" cy="415167"/>
              </a:xfrm>
            </p:spPr>
          </p:sp>
        </mc:Fallback>
      </mc:AlternateContent>
      <mc:AlternateContent xmlns:mc="http://schemas.openxmlformats.org/markup-compatibility/2006" xmlns:p14="http://schemas.microsoft.com/office/powerpoint/2010/main">
        <mc:Choice Requires="p14">
          <p:contentPart p14:bwMode="auto" r:id="rId26">
            <p14:nvContentPartPr>
              <p14:cNvPr id="1049278" name="Encre 1049277"/>
              <p14:cNvContentPartPr/>
              <p14:nvPr/>
            </p14:nvContentPartPr>
            <p14:xfrm>
              <a:off x="12153399" y="1721234"/>
              <a:ext cx="70529" cy="76809"/>
            </p14:xfrm>
          </p:contentPart>
        </mc:Choice>
        <mc:Fallback xmlns="">
          <p:sp>
            <p:nvSpPr>
              <p:cNvPr id="1049278" name=""/>
              <p:cNvSpPr/>
              <p:nvPr/>
            </p:nvSpPr>
            <p:spPr>
              <a:xfrm>
                <a:off x="12153399" y="1721234"/>
                <a:ext cx="70529" cy="76809"/>
              </a:xfrm>
            </p:spPr>
          </p:sp>
        </mc:Fallback>
      </mc:AlternateContent>
      <mc:AlternateContent xmlns:mc="http://schemas.openxmlformats.org/markup-compatibility/2006" xmlns:p14="http://schemas.microsoft.com/office/powerpoint/2010/main">
        <mc:Choice Requires="p14">
          <p:contentPart p14:bwMode="auto" r:id="rId27">
            <p14:nvContentPartPr>
              <p14:cNvPr id="1049279" name="Encre 1049278"/>
              <p14:cNvContentPartPr/>
              <p14:nvPr/>
            </p14:nvContentPartPr>
            <p14:xfrm>
              <a:off x="10761397" y="1415909"/>
              <a:ext cx="162378" cy="180193"/>
            </p14:xfrm>
          </p:contentPart>
        </mc:Choice>
        <mc:Fallback xmlns="">
          <p:sp>
            <p:nvSpPr>
              <p:cNvPr id="1049279" name=""/>
              <p:cNvSpPr/>
              <p:nvPr/>
            </p:nvSpPr>
            <p:spPr>
              <a:xfrm>
                <a:off x="10761397" y="1415909"/>
                <a:ext cx="162378" cy="180193"/>
              </a:xfrm>
            </p:spPr>
          </p:sp>
        </mc:Fallback>
      </mc:AlternateContent>
      <mc:AlternateContent xmlns:mc="http://schemas.openxmlformats.org/markup-compatibility/2006" xmlns:p14="http://schemas.microsoft.com/office/powerpoint/2010/main">
        <mc:Choice Requires="p14">
          <p:contentPart p14:bwMode="auto" r:id="rId28">
            <p14:nvContentPartPr>
              <p14:cNvPr id="1049280" name="Encre 1049279"/>
              <p14:cNvContentPartPr/>
              <p14:nvPr/>
            </p14:nvContentPartPr>
            <p14:xfrm>
              <a:off x="10716608" y="1354862"/>
              <a:ext cx="52290" cy="62785"/>
            </p14:xfrm>
          </p:contentPart>
        </mc:Choice>
        <mc:Fallback xmlns="">
          <p:sp>
            <p:nvSpPr>
              <p:cNvPr id="1049280" name=""/>
              <p:cNvSpPr/>
              <p:nvPr/>
            </p:nvSpPr>
            <p:spPr>
              <a:xfrm>
                <a:off x="10716608" y="1354862"/>
                <a:ext cx="52290" cy="62785"/>
              </a:xfrm>
            </p:spPr>
          </p:sp>
        </mc:Fallback>
      </mc:AlternateContent>
      <mc:AlternateContent xmlns:mc="http://schemas.openxmlformats.org/markup-compatibility/2006" xmlns:p14="http://schemas.microsoft.com/office/powerpoint/2010/main">
        <mc:Choice Requires="p14">
          <p:contentPart p14:bwMode="auto" r:id="rId29">
            <p14:nvContentPartPr>
              <p14:cNvPr id="1049281" name="Encre 1049280"/>
              <p14:cNvContentPartPr/>
              <p14:nvPr/>
            </p14:nvContentPartPr>
            <p14:xfrm>
              <a:off x="10695211" y="1335244"/>
              <a:ext cx="8875" cy="31811"/>
            </p14:xfrm>
          </p:contentPart>
        </mc:Choice>
        <mc:Fallback xmlns="">
          <p:sp>
            <p:nvSpPr>
              <p:cNvPr id="1049281" name=""/>
              <p:cNvSpPr/>
              <p:nvPr/>
            </p:nvSpPr>
            <p:spPr>
              <a:xfrm>
                <a:off x="10695211" y="1335244"/>
                <a:ext cx="8875" cy="31811"/>
              </a:xfrm>
            </p:spPr>
          </p:sp>
        </mc:Fallback>
      </mc:AlternateContent>
      <mc:AlternateContent xmlns:mc="http://schemas.openxmlformats.org/markup-compatibility/2006" xmlns:p14="http://schemas.microsoft.com/office/powerpoint/2010/main">
        <mc:Choice Requires="p14">
          <p:contentPart p14:bwMode="auto" r:id="rId30">
            <p14:nvContentPartPr>
              <p14:cNvPr id="1049282" name="Encre 1049281"/>
              <p14:cNvContentPartPr/>
              <p14:nvPr/>
            </p14:nvContentPartPr>
            <p14:xfrm>
              <a:off x="10663526" y="1519163"/>
              <a:ext cx="124346" cy="143986"/>
            </p14:xfrm>
          </p:contentPart>
        </mc:Choice>
        <mc:Fallback xmlns="">
          <p:sp>
            <p:nvSpPr>
              <p:cNvPr id="1049282" name=""/>
              <p:cNvSpPr/>
              <p:nvPr/>
            </p:nvSpPr>
            <p:spPr>
              <a:xfrm>
                <a:off x="10663526" y="1519163"/>
                <a:ext cx="124346" cy="143986"/>
              </a:xfrm>
            </p:spPr>
          </p:sp>
        </mc:Fallback>
      </mc:AlternateContent>
      <mc:AlternateContent xmlns:mc="http://schemas.openxmlformats.org/markup-compatibility/2006" xmlns:p14="http://schemas.microsoft.com/office/powerpoint/2010/main">
        <mc:Choice Requires="p14">
          <p:contentPart p14:bwMode="auto" r:id="rId31">
            <p14:nvContentPartPr>
              <p14:cNvPr id="1049283" name="Encre 1049282"/>
              <p14:cNvContentPartPr/>
              <p14:nvPr/>
            </p14:nvContentPartPr>
            <p14:xfrm>
              <a:off x="10745065" y="1519563"/>
              <a:ext cx="64466" cy="27606"/>
            </p14:xfrm>
          </p:contentPart>
        </mc:Choice>
        <mc:Fallback xmlns="">
          <p:sp>
            <p:nvSpPr>
              <p:cNvPr id="1049283" name=""/>
              <p:cNvSpPr/>
              <p:nvPr/>
            </p:nvSpPr>
            <p:spPr>
              <a:xfrm>
                <a:off x="10745065" y="1519563"/>
                <a:ext cx="64466" cy="27606"/>
              </a:xfrm>
            </p:spPr>
          </p:sp>
        </mc:Fallback>
      </mc:AlternateContent>
      <mc:AlternateContent xmlns:mc="http://schemas.openxmlformats.org/markup-compatibility/2006" xmlns:p14="http://schemas.microsoft.com/office/powerpoint/2010/main">
        <mc:Choice Requires="p14">
          <p:contentPart p14:bwMode="auto" r:id="rId32">
            <p14:nvContentPartPr>
              <p14:cNvPr id="1049284" name="Encre 1049283"/>
              <p14:cNvContentPartPr/>
              <p14:nvPr/>
            </p14:nvContentPartPr>
            <p14:xfrm>
              <a:off x="11262168" y="1636199"/>
              <a:ext cx="709771" cy="192154"/>
            </p14:xfrm>
          </p:contentPart>
        </mc:Choice>
        <mc:Fallback xmlns="">
          <p:sp>
            <p:nvSpPr>
              <p:cNvPr id="1049284" name=""/>
              <p:cNvSpPr/>
              <p:nvPr/>
            </p:nvSpPr>
            <p:spPr>
              <a:xfrm>
                <a:off x="11262168" y="1636199"/>
                <a:ext cx="709771" cy="192154"/>
              </a:xfrm>
            </p:spPr>
          </p:sp>
        </mc:Fallback>
      </mc:AlternateContent>
      <mc:AlternateContent xmlns:mc="http://schemas.openxmlformats.org/markup-compatibility/2006" xmlns:p14="http://schemas.microsoft.com/office/powerpoint/2010/main">
        <mc:Choice Requires="p14">
          <p:contentPart p14:bwMode="auto" r:id="rId33">
            <p14:nvContentPartPr>
              <p14:cNvPr id="1049285" name="Encre 1049284"/>
              <p14:cNvContentPartPr/>
              <p14:nvPr/>
            </p14:nvContentPartPr>
            <p14:xfrm>
              <a:off x="10669281" y="1517708"/>
              <a:ext cx="138685" cy="167092"/>
            </p14:xfrm>
          </p:contentPart>
        </mc:Choice>
        <mc:Fallback xmlns="">
          <p:sp>
            <p:nvSpPr>
              <p:cNvPr id="1049285" name=""/>
              <p:cNvSpPr/>
              <p:nvPr/>
            </p:nvSpPr>
            <p:spPr>
              <a:xfrm>
                <a:off x="10669281" y="1517708"/>
                <a:ext cx="138685" cy="167092"/>
              </a:xfrm>
            </p:spPr>
          </p:sp>
        </mc:Fallback>
      </mc:AlternateContent>
      <mc:AlternateContent xmlns:mc="http://schemas.openxmlformats.org/markup-compatibility/2006" xmlns:p14="http://schemas.microsoft.com/office/powerpoint/2010/main">
        <mc:Choice Requires="p14">
          <p:contentPart p14:bwMode="auto" r:id="rId34">
            <p14:nvContentPartPr>
              <p14:cNvPr id="1049286" name="Encre 1049285"/>
              <p14:cNvContentPartPr/>
              <p14:nvPr/>
            </p14:nvContentPartPr>
            <p14:xfrm>
              <a:off x="10692510" y="1517708"/>
              <a:ext cx="74246" cy="44871"/>
            </p14:xfrm>
          </p:contentPart>
        </mc:Choice>
        <mc:Fallback xmlns="">
          <p:sp>
            <p:nvSpPr>
              <p:cNvPr id="1049286" name=""/>
              <p:cNvSpPr/>
              <p:nvPr/>
            </p:nvSpPr>
            <p:spPr>
              <a:xfrm>
                <a:off x="10692510" y="1517708"/>
                <a:ext cx="74246" cy="44871"/>
              </a:xfrm>
            </p:spPr>
          </p:sp>
        </mc:Fallback>
      </mc:AlternateContent>
      <mc:AlternateContent xmlns:mc="http://schemas.openxmlformats.org/markup-compatibility/2006" xmlns:p14="http://schemas.microsoft.com/office/powerpoint/2010/main">
        <mc:Choice Requires="p14">
          <p:contentPart p14:bwMode="auto" r:id="rId35">
            <p14:nvContentPartPr>
              <p14:cNvPr id="1049287" name="Encre 1049286"/>
              <p14:cNvContentPartPr/>
              <p14:nvPr/>
            </p14:nvContentPartPr>
            <p14:xfrm>
              <a:off x="10458789" y="1138302"/>
              <a:ext cx="69537" cy="24646"/>
            </p14:xfrm>
          </p:contentPart>
        </mc:Choice>
        <mc:Fallback xmlns="">
          <p:sp>
            <p:nvSpPr>
              <p:cNvPr id="1049287" name=""/>
              <p:cNvSpPr/>
              <p:nvPr/>
            </p:nvSpPr>
            <p:spPr>
              <a:xfrm>
                <a:off x="10458789" y="1138302"/>
                <a:ext cx="69537" cy="24646"/>
              </a:xfrm>
            </p:spPr>
          </p:sp>
        </mc:Fallback>
      </mc:AlternateContent>
      <mc:AlternateContent xmlns:mc="http://schemas.openxmlformats.org/markup-compatibility/2006" xmlns:p14="http://schemas.microsoft.com/office/powerpoint/2010/main">
        <mc:Choice Requires="p14">
          <p:contentPart p14:bwMode="auto" r:id="rId36">
            <p14:nvContentPartPr>
              <p14:cNvPr id="1049288" name="Encre 1049287"/>
              <p14:cNvContentPartPr/>
              <p14:nvPr/>
            </p14:nvContentPartPr>
            <p14:xfrm>
              <a:off x="8441019" y="1130969"/>
              <a:ext cx="2053246" cy="1630287"/>
            </p14:xfrm>
          </p:contentPart>
        </mc:Choice>
        <mc:Fallback xmlns="">
          <p:sp>
            <p:nvSpPr>
              <p:cNvPr id="1049288" name=""/>
              <p:cNvSpPr/>
              <p:nvPr/>
            </p:nvSpPr>
            <p:spPr>
              <a:xfrm>
                <a:off x="8441019" y="1130969"/>
                <a:ext cx="2053246" cy="1630287"/>
              </a:xfrm>
            </p:spPr>
          </p:sp>
        </mc:Fallback>
      </mc:AlternateContent>
      <mc:AlternateContent xmlns:mc="http://schemas.openxmlformats.org/markup-compatibility/2006" xmlns:p14="http://schemas.microsoft.com/office/powerpoint/2010/main">
        <mc:Choice Requires="p14">
          <p:contentPart p14:bwMode="auto" r:id="rId37">
            <p14:nvContentPartPr>
              <p14:cNvPr id="1049289" name="Encre 1049288"/>
              <p14:cNvContentPartPr/>
              <p14:nvPr/>
            </p14:nvContentPartPr>
            <p14:xfrm>
              <a:off x="8210892" y="2596395"/>
              <a:ext cx="109202" cy="154511"/>
            </p14:xfrm>
          </p:contentPart>
        </mc:Choice>
        <mc:Fallback xmlns="">
          <p:sp>
            <p:nvSpPr>
              <p:cNvPr id="1049289" name=""/>
              <p:cNvSpPr/>
              <p:nvPr/>
            </p:nvSpPr>
            <p:spPr>
              <a:xfrm>
                <a:off x="8210892" y="2596395"/>
                <a:ext cx="109202" cy="154511"/>
              </a:xfrm>
            </p:spPr>
          </p:sp>
        </mc:Fallback>
      </mc:AlternateContent>
      <mc:AlternateContent xmlns:mc="http://schemas.openxmlformats.org/markup-compatibility/2006" xmlns:p14="http://schemas.microsoft.com/office/powerpoint/2010/main">
        <mc:Choice Requires="p14">
          <p:contentPart p14:bwMode="auto" r:id="rId38">
            <p14:nvContentPartPr>
              <p14:cNvPr id="1049290" name="Encre 1049289"/>
              <p14:cNvContentPartPr/>
              <p14:nvPr/>
            </p14:nvContentPartPr>
            <p14:xfrm>
              <a:off x="8332832" y="2507137"/>
              <a:ext cx="131633" cy="253908"/>
            </p14:xfrm>
          </p:contentPart>
        </mc:Choice>
        <mc:Fallback xmlns="">
          <p:sp>
            <p:nvSpPr>
              <p:cNvPr id="1049290" name=""/>
              <p:cNvSpPr/>
              <p:nvPr/>
            </p:nvSpPr>
            <p:spPr>
              <a:xfrm>
                <a:off x="8332832" y="2507137"/>
                <a:ext cx="131633" cy="253908"/>
              </a:xfrm>
            </p:spPr>
          </p:sp>
        </mc:Fallback>
      </mc:AlternateContent>
      <mc:AlternateContent xmlns:mc="http://schemas.openxmlformats.org/markup-compatibility/2006" xmlns:p14="http://schemas.microsoft.com/office/powerpoint/2010/main">
        <mc:Choice Requires="p14">
          <p:contentPart p14:bwMode="auto" r:id="rId39">
            <p14:nvContentPartPr>
              <p14:cNvPr id="1049291" name="Encre 1049290"/>
              <p14:cNvContentPartPr/>
              <p14:nvPr/>
            </p14:nvContentPartPr>
            <p14:xfrm>
              <a:off x="2417515" y="2506547"/>
              <a:ext cx="306795" cy="115626"/>
            </p14:xfrm>
          </p:contentPart>
        </mc:Choice>
        <mc:Fallback xmlns="">
          <p:sp>
            <p:nvSpPr>
              <p:cNvPr id="1049291" name=""/>
              <p:cNvSpPr/>
              <p:nvPr/>
            </p:nvSpPr>
            <p:spPr>
              <a:xfrm>
                <a:off x="2417515" y="2506547"/>
                <a:ext cx="306795" cy="115626"/>
              </a:xfrm>
            </p:spPr>
          </p:sp>
        </mc:Fallback>
      </mc:AlternateContent>
      <mc:AlternateContent xmlns:mc="http://schemas.openxmlformats.org/markup-compatibility/2006" xmlns:p14="http://schemas.microsoft.com/office/powerpoint/2010/main">
        <mc:Choice Requires="p14">
          <p:contentPart p14:bwMode="auto" r:id="rId40">
            <p14:nvContentPartPr>
              <p14:cNvPr id="1049292" name="Encre 1049291"/>
              <p14:cNvContentPartPr/>
              <p14:nvPr/>
            </p14:nvContentPartPr>
            <p14:xfrm>
              <a:off x="3426320" y="2105968"/>
              <a:ext cx="467680" cy="97940"/>
            </p14:xfrm>
          </p:contentPart>
        </mc:Choice>
        <mc:Fallback xmlns="">
          <p:sp>
            <p:nvSpPr>
              <p:cNvPr id="1049292" name=""/>
              <p:cNvSpPr/>
              <p:nvPr/>
            </p:nvSpPr>
            <p:spPr>
              <a:xfrm>
                <a:off x="3426320" y="2105968"/>
                <a:ext cx="467680" cy="97940"/>
              </a:xfrm>
            </p:spPr>
          </p:sp>
        </mc:Fallback>
      </mc:AlternateContent>
      <mc:AlternateContent xmlns:mc="http://schemas.openxmlformats.org/markup-compatibility/2006" xmlns:p14="http://schemas.microsoft.com/office/powerpoint/2010/main">
        <mc:Choice Requires="p14">
          <p:contentPart p14:bwMode="auto" r:id="rId41">
            <p14:nvContentPartPr>
              <p14:cNvPr id="1049293" name="Encre 1049292"/>
              <p14:cNvContentPartPr/>
              <p14:nvPr/>
            </p14:nvContentPartPr>
            <p14:xfrm>
              <a:off x="7904339" y="5109484"/>
              <a:ext cx="1359902" cy="41088"/>
            </p14:xfrm>
          </p:contentPart>
        </mc:Choice>
        <mc:Fallback xmlns="">
          <p:sp>
            <p:nvSpPr>
              <p:cNvPr id="1049293" name=""/>
              <p:cNvSpPr/>
              <p:nvPr/>
            </p:nvSpPr>
            <p:spPr>
              <a:xfrm>
                <a:off x="7904339" y="5109484"/>
                <a:ext cx="1359902" cy="41088"/>
              </a:xfrm>
            </p:spPr>
          </p:sp>
        </mc:Fallback>
      </mc:AlternateContent>
      <mc:AlternateContent xmlns:mc="http://schemas.openxmlformats.org/markup-compatibility/2006" xmlns:p14="http://schemas.microsoft.com/office/powerpoint/2010/main">
        <mc:Choice Requires="p14">
          <p:contentPart p14:bwMode="auto" r:id="rId42">
            <p14:nvContentPartPr>
              <p14:cNvPr id="1049294" name="Encre 1049293"/>
              <p14:cNvContentPartPr/>
              <p14:nvPr/>
            </p14:nvContentPartPr>
            <p14:xfrm>
              <a:off x="6827411" y="5100552"/>
              <a:ext cx="1185840" cy="34520"/>
            </p14:xfrm>
          </p:contentPart>
        </mc:Choice>
        <mc:Fallback xmlns="">
          <p:sp>
            <p:nvSpPr>
              <p:cNvPr id="1049294" name=""/>
              <p:cNvSpPr/>
              <p:nvPr/>
            </p:nvSpPr>
            <p:spPr>
              <a:xfrm>
                <a:off x="6827411" y="5100552"/>
                <a:ext cx="1185840" cy="34520"/>
              </a:xfrm>
            </p:spPr>
          </p:sp>
        </mc:Fallback>
      </mc:AlternateContent>
      <mc:AlternateContent xmlns:mc="http://schemas.openxmlformats.org/markup-compatibility/2006" xmlns:p14="http://schemas.microsoft.com/office/powerpoint/2010/main">
        <mc:Choice Requires="p14">
          <p:contentPart p14:bwMode="auto" r:id="rId43">
            <p14:nvContentPartPr>
              <p14:cNvPr id="1049295" name="Encre 1049294"/>
              <p14:cNvContentPartPr/>
              <p14:nvPr/>
            </p14:nvContentPartPr>
            <p14:xfrm>
              <a:off x="8013251" y="5189488"/>
              <a:ext cx="1254217" cy="74300"/>
            </p14:xfrm>
          </p:contentPart>
        </mc:Choice>
        <mc:Fallback xmlns="">
          <p:sp>
            <p:nvSpPr>
              <p:cNvPr id="1049295" name=""/>
              <p:cNvSpPr/>
              <p:nvPr/>
            </p:nvSpPr>
            <p:spPr>
              <a:xfrm>
                <a:off x="8013251" y="5189488"/>
                <a:ext cx="1254217" cy="74300"/>
              </a:xfrm>
            </p:spPr>
          </p:sp>
        </mc:Fallback>
      </mc:AlternateContent>
      <mc:AlternateContent xmlns:mc="http://schemas.openxmlformats.org/markup-compatibility/2006" xmlns:p14="http://schemas.microsoft.com/office/powerpoint/2010/main">
        <mc:Choice Requires="p14">
          <p:contentPart p14:bwMode="auto" r:id="rId44">
            <p14:nvContentPartPr>
              <p14:cNvPr id="1049296" name="Encre 1049295"/>
              <p14:cNvContentPartPr/>
              <p14:nvPr/>
            </p14:nvContentPartPr>
            <p14:xfrm>
              <a:off x="3627438" y="5526778"/>
              <a:ext cx="51188" cy="438815"/>
            </p14:xfrm>
          </p:contentPart>
        </mc:Choice>
        <mc:Fallback xmlns="">
          <p:sp>
            <p:nvSpPr>
              <p:cNvPr id="1049296" name=""/>
              <p:cNvSpPr/>
              <p:nvPr/>
            </p:nvSpPr>
            <p:spPr>
              <a:xfrm>
                <a:off x="3627438" y="5526778"/>
                <a:ext cx="51188" cy="438815"/>
              </a:xfrm>
            </p:spPr>
          </p:sp>
        </mc:Fallback>
      </mc:AlternateContent>
      <mc:AlternateContent xmlns:mc="http://schemas.openxmlformats.org/markup-compatibility/2006" xmlns:p14="http://schemas.microsoft.com/office/powerpoint/2010/main">
        <mc:Choice Requires="p14">
          <p:contentPart p14:bwMode="auto" r:id="rId45">
            <p14:nvContentPartPr>
              <p14:cNvPr id="1049297" name="Encre 1049296"/>
              <p14:cNvContentPartPr/>
              <p14:nvPr/>
            </p14:nvContentPartPr>
            <p14:xfrm>
              <a:off x="3605051" y="5305803"/>
              <a:ext cx="3946025" cy="874207"/>
            </p14:xfrm>
          </p:contentPart>
        </mc:Choice>
        <mc:Fallback xmlns="">
          <p:sp>
            <p:nvSpPr>
              <p:cNvPr id="1049297" name=""/>
              <p:cNvSpPr/>
              <p:nvPr/>
            </p:nvSpPr>
            <p:spPr>
              <a:xfrm>
                <a:off x="3605051" y="5305803"/>
                <a:ext cx="3946025" cy="874207"/>
              </a:xfrm>
            </p:spPr>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ZoneTexte 3"/>
          <p:cNvSpPr txBox="1"/>
          <p:nvPr/>
        </p:nvSpPr>
        <p:spPr>
          <a:xfrm>
            <a:off x="785610" y="334851"/>
            <a:ext cx="3953815" cy="461665"/>
          </a:xfrm>
          <a:prstGeom prst="rect">
            <a:avLst/>
          </a:prstGeom>
          <a:noFill/>
        </p:spPr>
        <p:txBody>
          <a:bodyPr wrap="square" rtlCol="0">
            <a:spAutoFit/>
          </a:bodyPr>
          <a:lstStyle/>
          <a:p>
            <a:pPr marL="342900" indent="-342900" algn="just">
              <a:buFont typeface="Wingdings" panose="05000000000000000000" pitchFamily="2" charset="2"/>
              <a:buChar char="§"/>
            </a:pPr>
            <a:r>
              <a:rPr lang="fr-MA" sz="2400" dirty="0"/>
              <a:t>l’énergie cinétique s’écrit :</a:t>
            </a:r>
          </a:p>
        </p:txBody>
      </p:sp>
      <p:sp>
        <p:nvSpPr>
          <p:cNvPr id="1048675" name="ZoneTexte 4"/>
          <p:cNvSpPr txBox="1">
            <a:spLocks noRot="1" noChangeAspect="1" noMove="1" noResize="1" noEditPoints="1" noAdjustHandles="1" noChangeArrowheads="1" noChangeShapeType="1" noTextEdit="1"/>
          </p:cNvSpPr>
          <p:nvPr/>
        </p:nvSpPr>
        <p:spPr>
          <a:xfrm>
            <a:off x="4739425" y="189170"/>
            <a:ext cx="4035592" cy="691471"/>
          </a:xfrm>
          <a:prstGeom prst="rect">
            <a:avLst/>
          </a:prstGeom>
          <a:blipFill rotWithShape="0">
            <a:blip r:embed="rId2"/>
            <a:stretch>
              <a:fillRect/>
            </a:stretch>
          </a:blipFill>
        </p:spPr>
        <p:txBody>
          <a:bodyPr/>
          <a:lstStyle/>
          <a:p>
            <a:r>
              <a:rPr lang="fr-MA">
                <a:noFill/>
              </a:rPr>
              <a:t> </a:t>
            </a:r>
          </a:p>
        </p:txBody>
      </p:sp>
      <p:sp>
        <p:nvSpPr>
          <p:cNvPr id="1048676" name="Rectangle 5"/>
          <p:cNvSpPr/>
          <p:nvPr/>
        </p:nvSpPr>
        <p:spPr>
          <a:xfrm>
            <a:off x="634132" y="1209727"/>
            <a:ext cx="5796280" cy="447041"/>
          </a:xfrm>
          <a:prstGeom prst="rect">
            <a:avLst/>
          </a:prstGeom>
        </p:spPr>
        <p:txBody>
          <a:bodyPr wrap="none">
            <a:spAutoFit/>
          </a:bodyPr>
          <a:lstStyle/>
          <a:p>
            <a:r>
              <a:rPr lang="fr-FR" sz="2400" b="0" i="0" u="none" strike="noStrike" baseline="0" dirty="0">
                <a:latin typeface="Bembo"/>
              </a:rPr>
              <a:t>En introduisant la constante des aires </a:t>
            </a:r>
            <a:r>
              <a:rPr lang="fr-FR" sz="2400" b="0" i="1" u="none" strike="noStrike" baseline="0" dirty="0">
                <a:latin typeface="Bembo-Italic"/>
              </a:rPr>
              <a:t>C </a:t>
            </a:r>
            <a:r>
              <a:rPr lang="fr-FR" sz="2400" b="0" i="0" u="none" strike="noStrike" baseline="0" dirty="0">
                <a:latin typeface="Bembo"/>
              </a:rPr>
              <a:t>:</a:t>
            </a:r>
            <a:endParaRPr lang="fr-MA" sz="2400" dirty="0"/>
          </a:p>
        </p:txBody>
      </p:sp>
      <p:sp>
        <p:nvSpPr>
          <p:cNvPr id="1048677" name="ZoneTexte 6"/>
          <p:cNvSpPr txBox="1">
            <a:spLocks noRot="1" noChangeAspect="1" noMove="1" noResize="1" noEditPoints="1" noAdjustHandles="1" noChangeArrowheads="1" noChangeShapeType="1" noTextEdit="1"/>
          </p:cNvSpPr>
          <p:nvPr/>
        </p:nvSpPr>
        <p:spPr>
          <a:xfrm>
            <a:off x="5755566" y="1063791"/>
            <a:ext cx="2813527" cy="738728"/>
          </a:xfrm>
          <a:prstGeom prst="rect">
            <a:avLst/>
          </a:prstGeom>
          <a:blipFill rotWithShape="0">
            <a:blip r:embed="rId3"/>
            <a:stretch>
              <a:fillRect/>
            </a:stretch>
          </a:blipFill>
        </p:spPr>
        <p:txBody>
          <a:bodyPr/>
          <a:lstStyle/>
          <a:p>
            <a:r>
              <a:rPr lang="fr-MA">
                <a:noFill/>
              </a:rPr>
              <a:t> </a:t>
            </a:r>
          </a:p>
        </p:txBody>
      </p:sp>
      <p:sp>
        <p:nvSpPr>
          <p:cNvPr id="1048678" name="Rectangle 7"/>
          <p:cNvSpPr/>
          <p:nvPr/>
        </p:nvSpPr>
        <p:spPr>
          <a:xfrm>
            <a:off x="697723" y="2252661"/>
            <a:ext cx="4284980" cy="447040"/>
          </a:xfrm>
          <a:prstGeom prst="rect">
            <a:avLst/>
          </a:prstGeom>
        </p:spPr>
        <p:txBody>
          <a:bodyPr wrap="none">
            <a:spAutoFit/>
          </a:bodyPr>
          <a:lstStyle/>
          <a:p>
            <a:r>
              <a:rPr lang="fr-MA" sz="2400" b="0" i="0" u="none" strike="noStrike" baseline="0" dirty="0"/>
              <a:t>et l’énergie mécanique s’écrit :</a:t>
            </a:r>
            <a:endParaRPr lang="fr-MA" sz="2400" dirty="0"/>
          </a:p>
        </p:txBody>
      </p:sp>
      <p:sp>
        <p:nvSpPr>
          <p:cNvPr id="1048679" name="ZoneTexte 8"/>
          <p:cNvSpPr txBox="1">
            <a:spLocks noRot="1" noChangeAspect="1" noMove="1" noResize="1" noEditPoints="1" noAdjustHandles="1" noChangeArrowheads="1" noChangeShapeType="1" noTextEdit="1"/>
          </p:cNvSpPr>
          <p:nvPr/>
        </p:nvSpPr>
        <p:spPr>
          <a:xfrm>
            <a:off x="4851898" y="2010285"/>
            <a:ext cx="4013984" cy="738728"/>
          </a:xfrm>
          <a:prstGeom prst="rect">
            <a:avLst/>
          </a:prstGeom>
          <a:blipFill rotWithShape="0">
            <a:blip r:embed="rId4"/>
            <a:stretch>
              <a:fillRect/>
            </a:stretch>
          </a:blipFill>
        </p:spPr>
        <p:txBody>
          <a:bodyPr/>
          <a:lstStyle/>
          <a:p>
            <a:r>
              <a:rPr lang="fr-MA">
                <a:noFill/>
              </a:rPr>
              <a:t> </a:t>
            </a:r>
          </a:p>
        </p:txBody>
      </p:sp>
      <p:sp>
        <p:nvSpPr>
          <p:cNvPr id="1048680" name="Rectangle 9"/>
          <p:cNvSpPr/>
          <p:nvPr/>
        </p:nvSpPr>
        <p:spPr>
          <a:xfrm>
            <a:off x="348960" y="3031224"/>
            <a:ext cx="11494080" cy="510540"/>
          </a:xfrm>
          <a:prstGeom prst="rect">
            <a:avLst/>
          </a:prstGeom>
          <a:solidFill>
            <a:srgbClr val="92D050"/>
          </a:solidFill>
        </p:spPr>
        <p:txBody>
          <a:bodyPr wrap="squar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1.6 Énergie potentielle effective et étude qualitative du mouvement</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81" name="Rectangle 10"/>
          <p:cNvSpPr/>
          <p:nvPr/>
        </p:nvSpPr>
        <p:spPr>
          <a:xfrm>
            <a:off x="145014" y="3804339"/>
            <a:ext cx="7409180" cy="1513840"/>
          </a:xfrm>
          <a:prstGeom prst="rect">
            <a:avLst/>
          </a:prstGeom>
        </p:spPr>
        <p:txBody>
          <a:bodyPr wrap="none">
            <a:spAutoFit/>
          </a:bodyPr>
          <a:lstStyle/>
          <a:p>
            <a:pPr marL="285750" indent="-285750">
              <a:buFont typeface="Wingdings" panose="05000000000000000000" pitchFamily="2" charset="2"/>
              <a:buChar char="Ø"/>
            </a:pPr>
            <a:r>
              <a:rPr lang="fr-FR" sz="2400" b="0" i="0" u="none" strike="noStrike" baseline="0" dirty="0"/>
              <a:t>On introduit donc une énergie potentielle effective :</a:t>
            </a:r>
          </a:p>
          <a:p>
            <a:pPr marL="285750" indent="-285750">
              <a:buFont typeface="Wingdings" panose="05000000000000000000" pitchFamily="2" charset="2"/>
              <a:buChar char="Ø"/>
            </a:pPr>
            <a:endParaRPr lang="fr-FR" sz="2400" dirty="0"/>
          </a:p>
          <a:p>
            <a:pPr marL="285750" indent="-285750">
              <a:buFont typeface="Wingdings" panose="05000000000000000000" pitchFamily="2" charset="2"/>
              <a:buChar char="Ø"/>
            </a:pPr>
            <a:endParaRPr lang="fr-FR" sz="2400" dirty="0"/>
          </a:p>
          <a:p>
            <a:pPr marL="285750" indent="-285750">
              <a:buFont typeface="Wingdings" panose="05000000000000000000" pitchFamily="2" charset="2"/>
              <a:buChar char="Ø"/>
            </a:pPr>
            <a:r>
              <a:rPr lang="fr-MA" sz="2400" dirty="0"/>
              <a:t> Et donc </a:t>
            </a:r>
            <a:endParaRPr lang="fr-FR" sz="2400" dirty="0"/>
          </a:p>
        </p:txBody>
      </p:sp>
      <p:sp>
        <p:nvSpPr>
          <p:cNvPr id="1048682" name="Rectangle 11"/>
          <p:cNvSpPr>
            <a:spLocks noRot="1" noChangeAspect="1" noMove="1" noResize="1" noEditPoints="1" noAdjustHandles="1" noChangeArrowheads="1" noChangeShapeType="1" noTextEdit="1"/>
          </p:cNvSpPr>
          <p:nvPr/>
        </p:nvSpPr>
        <p:spPr>
          <a:xfrm>
            <a:off x="6886519" y="3588863"/>
            <a:ext cx="3776996" cy="831061"/>
          </a:xfrm>
          <a:prstGeom prst="rect">
            <a:avLst/>
          </a:prstGeom>
          <a:blipFill rotWithShape="0">
            <a:blip r:embed="rId5"/>
            <a:stretch>
              <a:fillRect/>
            </a:stretch>
          </a:blipFill>
        </p:spPr>
        <p:txBody>
          <a:bodyPr/>
          <a:lstStyle/>
          <a:p>
            <a:r>
              <a:rPr lang="fr-MA">
                <a:noFill/>
              </a:rPr>
              <a:t> </a:t>
            </a:r>
          </a:p>
        </p:txBody>
      </p:sp>
      <p:sp>
        <p:nvSpPr>
          <p:cNvPr id="1048683" name="ZoneTexte 12"/>
          <p:cNvSpPr txBox="1">
            <a:spLocks noRot="1" noChangeAspect="1" noMove="1" noResize="1" noEditPoints="1" noAdjustHandles="1" noChangeArrowheads="1" noChangeShapeType="1" noTextEdit="1"/>
          </p:cNvSpPr>
          <p:nvPr/>
        </p:nvSpPr>
        <p:spPr>
          <a:xfrm>
            <a:off x="2143378" y="4606314"/>
            <a:ext cx="4934749" cy="691471"/>
          </a:xfrm>
          <a:prstGeom prst="rect">
            <a:avLst/>
          </a:prstGeom>
          <a:blipFill rotWithShape="0">
            <a:blip r:embed="rId6"/>
            <a:stretch>
              <a:fillRect/>
            </a:stretch>
          </a:blipFill>
        </p:spPr>
        <p:txBody>
          <a:bodyPr/>
          <a:lstStyle/>
          <a:p>
            <a:r>
              <a:rPr lang="fr-MA">
                <a:noFill/>
              </a:rPr>
              <a:t> </a:t>
            </a:r>
          </a:p>
        </p:txBody>
      </p:sp>
      <p:sp>
        <p:nvSpPr>
          <p:cNvPr id="1048684" name="ZoneTexte 13"/>
          <p:cNvSpPr txBox="1">
            <a:spLocks noRot="1" noChangeAspect="1" noMove="1" noResize="1" noEditPoints="1" noAdjustHandles="1" noChangeArrowheads="1" noChangeShapeType="1" noTextEdit="1"/>
          </p:cNvSpPr>
          <p:nvPr/>
        </p:nvSpPr>
        <p:spPr>
          <a:xfrm>
            <a:off x="1121920" y="5469071"/>
            <a:ext cx="3732176" cy="691471"/>
          </a:xfrm>
          <a:prstGeom prst="rect">
            <a:avLst/>
          </a:prstGeom>
          <a:blipFill rotWithShape="0">
            <a:blip r:embed="rId7"/>
            <a:stretch>
              <a:fillRect/>
            </a:stretch>
          </a:blipFill>
        </p:spPr>
        <p:txBody>
          <a:bodyPr/>
          <a:lstStyle/>
          <a:p>
            <a:r>
              <a:rPr lang="fr-MA">
                <a:noFill/>
              </a:rPr>
              <a:t> </a:t>
            </a:r>
          </a:p>
        </p:txBody>
      </p:sp>
      <p:sp>
        <p:nvSpPr>
          <p:cNvPr id="1048685" name="ZoneTexte 14"/>
          <p:cNvSpPr txBox="1"/>
          <p:nvPr/>
        </p:nvSpPr>
        <p:spPr>
          <a:xfrm>
            <a:off x="4947416" y="5814806"/>
            <a:ext cx="4221480" cy="447040"/>
          </a:xfrm>
          <a:prstGeom prst="rect">
            <a:avLst/>
          </a:prstGeom>
          <a:noFill/>
        </p:spPr>
        <p:txBody>
          <a:bodyPr wrap="none" rtlCol="0">
            <a:spAutoFit/>
          </a:bodyPr>
          <a:lstStyle/>
          <a:p>
            <a:r>
              <a:rPr lang="fr-MA" sz="2400" dirty="0"/>
              <a:t>Le mouvement est possible si </a:t>
            </a:r>
          </a:p>
        </p:txBody>
      </p:sp>
      <p:sp>
        <p:nvSpPr>
          <p:cNvPr id="1048686" name="Rectangle 15"/>
          <p:cNvSpPr>
            <a:spLocks noRot="1" noChangeAspect="1" noMove="1" noResize="1" noEditPoints="1" noAdjustHandles="1" noChangeArrowheads="1" noChangeShapeType="1" noTextEdit="1"/>
          </p:cNvSpPr>
          <p:nvPr/>
        </p:nvSpPr>
        <p:spPr>
          <a:xfrm>
            <a:off x="8951141" y="5727204"/>
            <a:ext cx="2192652" cy="491288"/>
          </a:xfrm>
          <a:prstGeom prst="rect">
            <a:avLst/>
          </a:prstGeom>
          <a:blipFill rotWithShape="0">
            <a:blip r:embed="rId8"/>
            <a:stretch>
              <a:fillRect b="-12500"/>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9">
            <p14:nvContentPartPr>
              <p14:cNvPr id="1049298" name="Encre 1049297"/>
              <p14:cNvContentPartPr/>
              <p14:nvPr/>
            </p14:nvContentPartPr>
            <p14:xfrm>
              <a:off x="8106994" y="2601532"/>
              <a:ext cx="514890" cy="152476"/>
            </p14:xfrm>
          </p:contentPart>
        </mc:Choice>
        <mc:Fallback xmlns="">
          <p:sp>
            <p:nvSpPr>
              <p:cNvPr id="1049298" name=""/>
              <p:cNvSpPr/>
              <p:nvPr/>
            </p:nvSpPr>
            <p:spPr>
              <a:xfrm>
                <a:off x="8106994" y="2601532"/>
                <a:ext cx="514890" cy="152476"/>
              </a:xfrm>
            </p:spPr>
          </p:sp>
        </mc:Fallback>
      </mc:AlternateContent>
      <mc:AlternateContent xmlns:mc="http://schemas.openxmlformats.org/markup-compatibility/2006" xmlns:p14="http://schemas.microsoft.com/office/powerpoint/2010/main">
        <mc:Choice Requires="p14">
          <p:contentPart p14:bwMode="auto" r:id="rId10">
            <p14:nvContentPartPr>
              <p14:cNvPr id="1049299" name="Encre 1049298"/>
              <p14:cNvContentPartPr/>
              <p14:nvPr/>
            </p14:nvContentPartPr>
            <p14:xfrm>
              <a:off x="8115172" y="682032"/>
              <a:ext cx="25884" cy="306228"/>
            </p14:xfrm>
          </p:contentPart>
        </mc:Choice>
        <mc:Fallback xmlns="">
          <p:sp>
            <p:nvSpPr>
              <p:cNvPr id="1049299" name=""/>
              <p:cNvSpPr/>
              <p:nvPr/>
            </p:nvSpPr>
            <p:spPr>
              <a:xfrm>
                <a:off x="8115172" y="682032"/>
                <a:ext cx="25884" cy="306228"/>
              </a:xfrm>
            </p:spPr>
          </p:sp>
        </mc:Fallback>
      </mc:AlternateContent>
      <mc:AlternateContent xmlns:mc="http://schemas.openxmlformats.org/markup-compatibility/2006" xmlns:p14="http://schemas.microsoft.com/office/powerpoint/2010/main">
        <mc:Choice Requires="p14">
          <p:contentPart p14:bwMode="auto" r:id="rId11">
            <p14:nvContentPartPr>
              <p14:cNvPr id="1049300" name="Encre 1049299"/>
              <p14:cNvContentPartPr/>
              <p14:nvPr/>
            </p14:nvContentPartPr>
            <p14:xfrm>
              <a:off x="8066205" y="902958"/>
              <a:ext cx="118907" cy="132867"/>
            </p14:xfrm>
          </p:contentPart>
        </mc:Choice>
        <mc:Fallback xmlns="">
          <p:sp>
            <p:nvSpPr>
              <p:cNvPr id="1049300" name=""/>
              <p:cNvSpPr/>
              <p:nvPr/>
            </p:nvSpPr>
            <p:spPr>
              <a:xfrm>
                <a:off x="8066205" y="902958"/>
                <a:ext cx="118907" cy="132867"/>
              </a:xfrm>
            </p:spPr>
          </p:sp>
        </mc:Fallback>
      </mc:AlternateContent>
      <mc:AlternateContent xmlns:mc="http://schemas.openxmlformats.org/markup-compatibility/2006" xmlns:p14="http://schemas.microsoft.com/office/powerpoint/2010/main">
        <mc:Choice Requires="p14">
          <p:contentPart p14:bwMode="auto" r:id="rId12">
            <p14:nvContentPartPr>
              <p14:cNvPr id="1049301" name="Encre 1049300"/>
              <p14:cNvContentPartPr/>
              <p14:nvPr/>
            </p14:nvContentPartPr>
            <p14:xfrm>
              <a:off x="9075010" y="492135"/>
              <a:ext cx="147901" cy="227393"/>
            </p14:xfrm>
          </p:contentPart>
        </mc:Choice>
        <mc:Fallback xmlns="">
          <p:sp>
            <p:nvSpPr>
              <p:cNvPr id="1049301" name=""/>
              <p:cNvSpPr/>
              <p:nvPr/>
            </p:nvSpPr>
            <p:spPr>
              <a:xfrm>
                <a:off x="9075010" y="492135"/>
                <a:ext cx="147901" cy="227393"/>
              </a:xfrm>
            </p:spPr>
          </p:sp>
        </mc:Fallback>
      </mc:AlternateContent>
      <mc:AlternateContent xmlns:mc="http://schemas.openxmlformats.org/markup-compatibility/2006" xmlns:p14="http://schemas.microsoft.com/office/powerpoint/2010/main">
        <mc:Choice Requires="p14">
          <p:contentPart p14:bwMode="auto" r:id="rId13">
            <p14:nvContentPartPr>
              <p14:cNvPr id="1049302" name="Encre 1049301"/>
              <p14:cNvContentPartPr/>
              <p14:nvPr/>
            </p14:nvContentPartPr>
            <p14:xfrm>
              <a:off x="9245222" y="295546"/>
              <a:ext cx="77648" cy="220930"/>
            </p14:xfrm>
          </p:contentPart>
        </mc:Choice>
        <mc:Fallback xmlns="">
          <p:sp>
            <p:nvSpPr>
              <p:cNvPr id="1049302" name=""/>
              <p:cNvSpPr/>
              <p:nvPr/>
            </p:nvSpPr>
            <p:spPr>
              <a:xfrm>
                <a:off x="9245222" y="295546"/>
                <a:ext cx="77648" cy="220930"/>
              </a:xfrm>
            </p:spPr>
          </p:sp>
        </mc:Fallback>
      </mc:AlternateContent>
      <mc:AlternateContent xmlns:mc="http://schemas.openxmlformats.org/markup-compatibility/2006" xmlns:p14="http://schemas.microsoft.com/office/powerpoint/2010/main">
        <mc:Choice Requires="p14">
          <p:contentPart p14:bwMode="auto" r:id="rId14">
            <p14:nvContentPartPr>
              <p14:cNvPr id="1049303" name="Encre 1049302"/>
              <p14:cNvContentPartPr/>
              <p14:nvPr/>
            </p14:nvContentPartPr>
            <p14:xfrm>
              <a:off x="9442957" y="476178"/>
              <a:ext cx="102505" cy="204597"/>
            </p14:xfrm>
          </p:contentPart>
        </mc:Choice>
        <mc:Fallback xmlns="">
          <p:sp>
            <p:nvSpPr>
              <p:cNvPr id="1049303" name=""/>
              <p:cNvSpPr/>
              <p:nvPr/>
            </p:nvSpPr>
            <p:spPr>
              <a:xfrm>
                <a:off x="9442957" y="476178"/>
                <a:ext cx="102505" cy="204597"/>
              </a:xfrm>
            </p:spPr>
          </p:sp>
        </mc:Fallback>
      </mc:AlternateContent>
      <mc:AlternateContent xmlns:mc="http://schemas.openxmlformats.org/markup-compatibility/2006" xmlns:p14="http://schemas.microsoft.com/office/powerpoint/2010/main">
        <mc:Choice Requires="p14">
          <p:contentPart p14:bwMode="auto" r:id="rId15">
            <p14:nvContentPartPr>
              <p14:cNvPr id="1049304" name="Encre 1049303"/>
              <p14:cNvContentPartPr/>
              <p14:nvPr/>
            </p14:nvContentPartPr>
            <p14:xfrm>
              <a:off x="9470290" y="350407"/>
              <a:ext cx="6799" cy="66108"/>
            </p14:xfrm>
          </p:contentPart>
        </mc:Choice>
        <mc:Fallback xmlns="">
          <p:sp>
            <p:nvSpPr>
              <p:cNvPr id="1049304" name=""/>
              <p:cNvSpPr/>
              <p:nvPr/>
            </p:nvSpPr>
            <p:spPr>
              <a:xfrm>
                <a:off x="9470290" y="350407"/>
                <a:ext cx="6799" cy="66108"/>
              </a:xfrm>
            </p:spPr>
          </p:sp>
        </mc:Fallback>
      </mc:AlternateContent>
      <mc:AlternateContent xmlns:mc="http://schemas.openxmlformats.org/markup-compatibility/2006" xmlns:p14="http://schemas.microsoft.com/office/powerpoint/2010/main">
        <mc:Choice Requires="p14">
          <p:contentPart p14:bwMode="auto" r:id="rId16">
            <p14:nvContentPartPr>
              <p14:cNvPr id="1049305" name="Encre 1049304"/>
              <p14:cNvContentPartPr/>
              <p14:nvPr/>
            </p14:nvContentPartPr>
            <p14:xfrm>
              <a:off x="9538413" y="224003"/>
              <a:ext cx="112697" cy="153561"/>
            </p14:xfrm>
          </p:contentPart>
        </mc:Choice>
        <mc:Fallback xmlns="">
          <p:sp>
            <p:nvSpPr>
              <p:cNvPr id="1049305" name=""/>
              <p:cNvSpPr/>
              <p:nvPr/>
            </p:nvSpPr>
            <p:spPr>
              <a:xfrm>
                <a:off x="9538413" y="224003"/>
                <a:ext cx="112697" cy="153561"/>
              </a:xfrm>
            </p:spPr>
          </p:sp>
        </mc:Fallback>
      </mc:AlternateContent>
      <mc:AlternateContent xmlns:mc="http://schemas.openxmlformats.org/markup-compatibility/2006" xmlns:p14="http://schemas.microsoft.com/office/powerpoint/2010/main">
        <mc:Choice Requires="p14">
          <p:contentPart p14:bwMode="auto" r:id="rId17">
            <p14:nvContentPartPr>
              <p14:cNvPr id="1049306" name="Encre 1049305"/>
              <p14:cNvContentPartPr/>
              <p14:nvPr/>
            </p14:nvContentPartPr>
            <p14:xfrm>
              <a:off x="9272650" y="518779"/>
              <a:ext cx="61777" cy="18019"/>
            </p14:xfrm>
          </p:contentPart>
        </mc:Choice>
        <mc:Fallback xmlns="">
          <p:sp>
            <p:nvSpPr>
              <p:cNvPr id="1049306" name=""/>
              <p:cNvSpPr/>
              <p:nvPr/>
            </p:nvSpPr>
            <p:spPr>
              <a:xfrm>
                <a:off x="9272650" y="518779"/>
                <a:ext cx="61777" cy="18019"/>
              </a:xfrm>
            </p:spPr>
          </p:sp>
        </mc:Fallback>
      </mc:AlternateContent>
      <mc:AlternateContent xmlns:mc="http://schemas.openxmlformats.org/markup-compatibility/2006" xmlns:p14="http://schemas.microsoft.com/office/powerpoint/2010/main">
        <mc:Choice Requires="p14">
          <p:contentPart p14:bwMode="auto" r:id="rId18">
            <p14:nvContentPartPr>
              <p14:cNvPr id="1049307" name="Encre 1049306"/>
              <p14:cNvContentPartPr/>
              <p14:nvPr/>
            </p14:nvContentPartPr>
            <p14:xfrm>
              <a:off x="9674659" y="555115"/>
              <a:ext cx="102716" cy="9594"/>
            </p14:xfrm>
          </p:contentPart>
        </mc:Choice>
        <mc:Fallback xmlns="">
          <p:sp>
            <p:nvSpPr>
              <p:cNvPr id="1049307" name=""/>
              <p:cNvSpPr/>
              <p:nvPr/>
            </p:nvSpPr>
            <p:spPr>
              <a:xfrm>
                <a:off x="9674659" y="555115"/>
                <a:ext cx="102716" cy="9594"/>
              </a:xfrm>
            </p:spPr>
          </p:sp>
        </mc:Fallback>
      </mc:AlternateContent>
      <mc:AlternateContent xmlns:mc="http://schemas.openxmlformats.org/markup-compatibility/2006" xmlns:p14="http://schemas.microsoft.com/office/powerpoint/2010/main">
        <mc:Choice Requires="p14">
          <p:contentPart p14:bwMode="auto" r:id="rId19">
            <p14:nvContentPartPr>
              <p14:cNvPr id="1049308" name="Encre 1049307"/>
              <p14:cNvContentPartPr/>
              <p14:nvPr/>
            </p14:nvContentPartPr>
            <p14:xfrm>
              <a:off x="9681387" y="651042"/>
              <a:ext cx="98303" cy="24130"/>
            </p14:xfrm>
          </p:contentPart>
        </mc:Choice>
        <mc:Fallback xmlns="">
          <p:sp>
            <p:nvSpPr>
              <p:cNvPr id="1049308" name=""/>
              <p:cNvSpPr/>
              <p:nvPr/>
            </p:nvSpPr>
            <p:spPr>
              <a:xfrm>
                <a:off x="9681387" y="651042"/>
                <a:ext cx="98303" cy="24130"/>
              </a:xfrm>
            </p:spPr>
          </p:sp>
        </mc:Fallback>
      </mc:AlternateContent>
      <mc:AlternateContent xmlns:mc="http://schemas.openxmlformats.org/markup-compatibility/2006" xmlns:p14="http://schemas.microsoft.com/office/powerpoint/2010/main">
        <mc:Choice Requires="p14">
          <p:contentPart p14:bwMode="auto" r:id="rId20">
            <p14:nvContentPartPr>
              <p14:cNvPr id="1049309" name="Encre 1049308"/>
              <p14:cNvContentPartPr/>
              <p14:nvPr/>
            </p14:nvContentPartPr>
            <p14:xfrm>
              <a:off x="9272650" y="502973"/>
              <a:ext cx="95456" cy="20342"/>
            </p14:xfrm>
          </p:contentPart>
        </mc:Choice>
        <mc:Fallback xmlns="">
          <p:sp>
            <p:nvSpPr>
              <p:cNvPr id="1049309" name=""/>
              <p:cNvSpPr/>
              <p:nvPr/>
            </p:nvSpPr>
            <p:spPr>
              <a:xfrm>
                <a:off x="9272650" y="502973"/>
                <a:ext cx="95456" cy="20342"/>
              </a:xfrm>
            </p:spPr>
          </p:sp>
        </mc:Fallback>
      </mc:AlternateContent>
      <mc:AlternateContent xmlns:mc="http://schemas.openxmlformats.org/markup-compatibility/2006" xmlns:p14="http://schemas.microsoft.com/office/powerpoint/2010/main">
        <mc:Choice Requires="p14">
          <p:contentPart p14:bwMode="auto" r:id="rId21">
            <p14:nvContentPartPr>
              <p14:cNvPr id="1049310" name="Encre 1049309"/>
              <p14:cNvContentPartPr/>
              <p14:nvPr/>
            </p14:nvContentPartPr>
            <p14:xfrm>
              <a:off x="9212507" y="364599"/>
              <a:ext cx="66871" cy="44414"/>
            </p14:xfrm>
          </p:contentPart>
        </mc:Choice>
        <mc:Fallback xmlns="">
          <p:sp>
            <p:nvSpPr>
              <p:cNvPr id="1049310" name=""/>
              <p:cNvSpPr/>
              <p:nvPr/>
            </p:nvSpPr>
            <p:spPr>
              <a:xfrm>
                <a:off x="9212507" y="364599"/>
                <a:ext cx="66871" cy="44414"/>
              </a:xfrm>
            </p:spPr>
          </p:sp>
        </mc:Fallback>
      </mc:AlternateContent>
      <mc:AlternateContent xmlns:mc="http://schemas.openxmlformats.org/markup-compatibility/2006" xmlns:p14="http://schemas.microsoft.com/office/powerpoint/2010/main">
        <mc:Choice Requires="p14">
          <p:contentPart p14:bwMode="auto" r:id="rId22">
            <p14:nvContentPartPr>
              <p14:cNvPr id="1049311" name="Encre 1049310"/>
              <p14:cNvContentPartPr/>
              <p14:nvPr/>
            </p14:nvContentPartPr>
            <p14:xfrm>
              <a:off x="9954892" y="323442"/>
              <a:ext cx="129507" cy="227527"/>
            </p14:xfrm>
          </p:contentPart>
        </mc:Choice>
        <mc:Fallback xmlns="">
          <p:sp>
            <p:nvSpPr>
              <p:cNvPr id="1049311" name=""/>
              <p:cNvSpPr/>
              <p:nvPr/>
            </p:nvSpPr>
            <p:spPr>
              <a:xfrm>
                <a:off x="9954892" y="323442"/>
                <a:ext cx="129507" cy="227527"/>
              </a:xfrm>
            </p:spPr>
          </p:sp>
        </mc:Fallback>
      </mc:AlternateContent>
      <mc:AlternateContent xmlns:mc="http://schemas.openxmlformats.org/markup-compatibility/2006" xmlns:p14="http://schemas.microsoft.com/office/powerpoint/2010/main">
        <mc:Choice Requires="p14">
          <p:contentPart p14:bwMode="auto" r:id="rId23">
            <p14:nvContentPartPr>
              <p14:cNvPr id="1049312" name="Encre 1049311"/>
              <p14:cNvContentPartPr/>
              <p14:nvPr/>
            </p14:nvContentPartPr>
            <p14:xfrm>
              <a:off x="10078769" y="159936"/>
              <a:ext cx="166451" cy="170519"/>
            </p14:xfrm>
          </p:contentPart>
        </mc:Choice>
        <mc:Fallback xmlns="">
          <p:sp>
            <p:nvSpPr>
              <p:cNvPr id="1049312" name=""/>
              <p:cNvSpPr/>
              <p:nvPr/>
            </p:nvSpPr>
            <p:spPr>
              <a:xfrm>
                <a:off x="10078769" y="159936"/>
                <a:ext cx="166451" cy="170519"/>
              </a:xfrm>
            </p:spPr>
          </p:sp>
        </mc:Fallback>
      </mc:AlternateContent>
      <mc:AlternateContent xmlns:mc="http://schemas.openxmlformats.org/markup-compatibility/2006" xmlns:p14="http://schemas.microsoft.com/office/powerpoint/2010/main">
        <mc:Choice Requires="p14">
          <p:contentPart p14:bwMode="auto" r:id="rId24">
            <p14:nvContentPartPr>
              <p14:cNvPr id="1049313" name="Encre 1049312"/>
              <p14:cNvContentPartPr/>
              <p14:nvPr/>
            </p14:nvContentPartPr>
            <p14:xfrm>
              <a:off x="9926965" y="558094"/>
              <a:ext cx="327361" cy="96500"/>
            </p14:xfrm>
          </p:contentPart>
        </mc:Choice>
        <mc:Fallback xmlns="">
          <p:sp>
            <p:nvSpPr>
              <p:cNvPr id="1049313" name=""/>
              <p:cNvSpPr/>
              <p:nvPr/>
            </p:nvSpPr>
            <p:spPr>
              <a:xfrm>
                <a:off x="9926965" y="558094"/>
                <a:ext cx="327361" cy="96500"/>
              </a:xfrm>
            </p:spPr>
          </p:sp>
        </mc:Fallback>
      </mc:AlternateContent>
      <mc:AlternateContent xmlns:mc="http://schemas.openxmlformats.org/markup-compatibility/2006" xmlns:p14="http://schemas.microsoft.com/office/powerpoint/2010/main">
        <mc:Choice Requires="p14">
          <p:contentPart p14:bwMode="auto" r:id="rId25">
            <p14:nvContentPartPr>
              <p14:cNvPr id="1049314" name="Encre 1049313"/>
              <p14:cNvContentPartPr/>
              <p14:nvPr/>
            </p14:nvContentPartPr>
            <p14:xfrm>
              <a:off x="10093067" y="763652"/>
              <a:ext cx="117648" cy="191495"/>
            </p14:xfrm>
          </p:contentPart>
        </mc:Choice>
        <mc:Fallback xmlns="">
          <p:sp>
            <p:nvSpPr>
              <p:cNvPr id="1049314" name=""/>
              <p:cNvSpPr/>
              <p:nvPr/>
            </p:nvSpPr>
            <p:spPr>
              <a:xfrm>
                <a:off x="10093067" y="763652"/>
                <a:ext cx="117648" cy="191495"/>
              </a:xfrm>
            </p:spPr>
          </p:sp>
        </mc:Fallback>
      </mc:AlternateContent>
      <mc:AlternateContent xmlns:mc="http://schemas.openxmlformats.org/markup-compatibility/2006" xmlns:p14="http://schemas.microsoft.com/office/powerpoint/2010/main">
        <mc:Choice Requires="p14">
          <p:contentPart p14:bwMode="auto" r:id="rId26">
            <p14:nvContentPartPr>
              <p14:cNvPr id="1049315" name="Encre 1049314"/>
              <p14:cNvContentPartPr/>
              <p14:nvPr/>
            </p14:nvContentPartPr>
            <p14:xfrm>
              <a:off x="10279327" y="673078"/>
              <a:ext cx="135599" cy="96312"/>
            </p14:xfrm>
          </p:contentPart>
        </mc:Choice>
        <mc:Fallback xmlns="">
          <p:sp>
            <p:nvSpPr>
              <p:cNvPr id="1049315" name=""/>
              <p:cNvSpPr/>
              <p:nvPr/>
            </p:nvSpPr>
            <p:spPr>
              <a:xfrm>
                <a:off x="10279327" y="673078"/>
                <a:ext cx="135599" cy="96312"/>
              </a:xfrm>
            </p:spPr>
          </p:sp>
        </mc:Fallback>
      </mc:AlternateContent>
      <mc:AlternateContent xmlns:mc="http://schemas.openxmlformats.org/markup-compatibility/2006" xmlns:p14="http://schemas.microsoft.com/office/powerpoint/2010/main">
        <mc:Choice Requires="p14">
          <p:contentPart p14:bwMode="auto" r:id="rId27">
            <p14:nvContentPartPr>
              <p14:cNvPr id="1049316" name="Encre 1049315"/>
              <p14:cNvContentPartPr/>
              <p14:nvPr/>
            </p14:nvContentPartPr>
            <p14:xfrm>
              <a:off x="10088544" y="882379"/>
              <a:ext cx="32697" cy="107151"/>
            </p14:xfrm>
          </p:contentPart>
        </mc:Choice>
        <mc:Fallback xmlns="">
          <p:sp>
            <p:nvSpPr>
              <p:cNvPr id="1049316" name=""/>
              <p:cNvSpPr/>
              <p:nvPr/>
            </p:nvSpPr>
            <p:spPr>
              <a:xfrm>
                <a:off x="10088544" y="882379"/>
                <a:ext cx="32697" cy="107151"/>
              </a:xfrm>
            </p:spPr>
          </p:sp>
        </mc:Fallback>
      </mc:AlternateContent>
      <mc:AlternateContent xmlns:mc="http://schemas.openxmlformats.org/markup-compatibility/2006" xmlns:p14="http://schemas.microsoft.com/office/powerpoint/2010/main">
        <mc:Choice Requires="p14">
          <p:contentPart p14:bwMode="auto" r:id="rId28">
            <p14:nvContentPartPr>
              <p14:cNvPr id="1049317" name="Encre 1049316"/>
              <p14:cNvContentPartPr/>
              <p14:nvPr/>
            </p14:nvContentPartPr>
            <p14:xfrm>
              <a:off x="6996005" y="4237661"/>
              <a:ext cx="1169023" cy="248042"/>
            </p14:xfrm>
          </p:contentPart>
        </mc:Choice>
        <mc:Fallback xmlns="">
          <p:sp>
            <p:nvSpPr>
              <p:cNvPr id="1049317" name=""/>
              <p:cNvSpPr/>
              <p:nvPr/>
            </p:nvSpPr>
            <p:spPr>
              <a:xfrm>
                <a:off x="6996005" y="4237661"/>
                <a:ext cx="1169023" cy="248042"/>
              </a:xfrm>
            </p:spPr>
          </p:sp>
        </mc:Fallback>
      </mc:AlternateContent>
      <mc:AlternateContent xmlns:mc="http://schemas.openxmlformats.org/markup-compatibility/2006" xmlns:p14="http://schemas.microsoft.com/office/powerpoint/2010/main">
        <mc:Choice Requires="p14">
          <p:contentPart p14:bwMode="auto" r:id="rId29">
            <p14:nvContentPartPr>
              <p14:cNvPr id="1049318" name="Encre 1049317"/>
              <p14:cNvContentPartPr/>
              <p14:nvPr/>
            </p14:nvContentPartPr>
            <p14:xfrm>
              <a:off x="7570514" y="1022088"/>
              <a:ext cx="1562527" cy="894676"/>
            </p14:xfrm>
          </p:contentPart>
        </mc:Choice>
        <mc:Fallback xmlns="">
          <p:sp>
            <p:nvSpPr>
              <p:cNvPr id="1049318" name=""/>
              <p:cNvSpPr/>
              <p:nvPr/>
            </p:nvSpPr>
            <p:spPr>
              <a:xfrm>
                <a:off x="7570514" y="1022088"/>
                <a:ext cx="1562527" cy="894676"/>
              </a:xfrm>
            </p:spPr>
          </p:sp>
        </mc:Fallback>
      </mc:AlternateContent>
      <mc:AlternateContent xmlns:mc="http://schemas.openxmlformats.org/markup-compatibility/2006" xmlns:p14="http://schemas.microsoft.com/office/powerpoint/2010/main">
        <mc:Choice Requires="p14">
          <p:contentPart p14:bwMode="auto" r:id="rId30">
            <p14:nvContentPartPr>
              <p14:cNvPr id="1049319" name="Encre 1049318"/>
              <p14:cNvContentPartPr/>
              <p14:nvPr/>
            </p14:nvContentPartPr>
            <p14:xfrm>
              <a:off x="9054405" y="1179234"/>
              <a:ext cx="127578" cy="179476"/>
            </p14:xfrm>
          </p:contentPart>
        </mc:Choice>
        <mc:Fallback xmlns="">
          <p:sp>
            <p:nvSpPr>
              <p:cNvPr id="1049319" name=""/>
              <p:cNvSpPr/>
              <p:nvPr/>
            </p:nvSpPr>
            <p:spPr>
              <a:xfrm>
                <a:off x="9054405" y="1179234"/>
                <a:ext cx="127578" cy="179476"/>
              </a:xfrm>
            </p:spPr>
          </p:sp>
        </mc:Fallback>
      </mc:AlternateContent>
      <mc:AlternateContent xmlns:mc="http://schemas.openxmlformats.org/markup-compatibility/2006" xmlns:p14="http://schemas.microsoft.com/office/powerpoint/2010/main">
        <mc:Choice Requires="p14">
          <p:contentPart p14:bwMode="auto" r:id="rId31">
            <p14:nvContentPartPr>
              <p14:cNvPr id="1049320" name="Encre 1049319"/>
              <p14:cNvContentPartPr/>
              <p14:nvPr/>
            </p14:nvContentPartPr>
            <p14:xfrm>
              <a:off x="9383928" y="986219"/>
              <a:ext cx="4783" cy="305452"/>
            </p14:xfrm>
          </p:contentPart>
        </mc:Choice>
        <mc:Fallback xmlns="">
          <p:sp>
            <p:nvSpPr>
              <p:cNvPr id="1049320" name=""/>
              <p:cNvSpPr/>
              <p:nvPr/>
            </p:nvSpPr>
            <p:spPr>
              <a:xfrm>
                <a:off x="9383928" y="986219"/>
                <a:ext cx="4783" cy="305452"/>
              </a:xfrm>
            </p:spPr>
          </p:sp>
        </mc:Fallback>
      </mc:AlternateContent>
      <mc:AlternateContent xmlns:mc="http://schemas.openxmlformats.org/markup-compatibility/2006" xmlns:p14="http://schemas.microsoft.com/office/powerpoint/2010/main">
        <mc:Choice Requires="p14">
          <p:contentPart p14:bwMode="auto" r:id="rId32">
            <p14:nvContentPartPr>
              <p14:cNvPr id="1049321" name="Encre 1049320"/>
              <p14:cNvContentPartPr/>
              <p14:nvPr/>
            </p14:nvContentPartPr>
            <p14:xfrm>
              <a:off x="9371050" y="1130743"/>
              <a:ext cx="344398" cy="156443"/>
            </p14:xfrm>
          </p:contentPart>
        </mc:Choice>
        <mc:Fallback xmlns="">
          <p:sp>
            <p:nvSpPr>
              <p:cNvPr id="1049321" name=""/>
              <p:cNvSpPr/>
              <p:nvPr/>
            </p:nvSpPr>
            <p:spPr>
              <a:xfrm>
                <a:off x="9371050" y="1130743"/>
                <a:ext cx="344398" cy="156443"/>
              </a:xfrm>
            </p:spPr>
          </p:sp>
        </mc:Fallback>
      </mc:AlternateContent>
      <mc:AlternateContent xmlns:mc="http://schemas.openxmlformats.org/markup-compatibility/2006" xmlns:p14="http://schemas.microsoft.com/office/powerpoint/2010/main">
        <mc:Choice Requires="p14">
          <p:contentPart p14:bwMode="auto" r:id="rId33">
            <p14:nvContentPartPr>
              <p14:cNvPr id="1049322" name="Encre 1049321"/>
              <p14:cNvContentPartPr/>
              <p14:nvPr/>
            </p14:nvContentPartPr>
            <p14:xfrm>
              <a:off x="9763386" y="1128662"/>
              <a:ext cx="370738" cy="108385"/>
            </p14:xfrm>
          </p:contentPart>
        </mc:Choice>
        <mc:Fallback xmlns="">
          <p:sp>
            <p:nvSpPr>
              <p:cNvPr id="1049322" name=""/>
              <p:cNvSpPr/>
              <p:nvPr/>
            </p:nvSpPr>
            <p:spPr>
              <a:xfrm>
                <a:off x="9763386" y="1128662"/>
                <a:ext cx="370738" cy="108385"/>
              </a:xfrm>
            </p:spPr>
          </p:sp>
        </mc:Fallback>
      </mc:AlternateContent>
      <mc:AlternateContent xmlns:mc="http://schemas.openxmlformats.org/markup-compatibility/2006" xmlns:p14="http://schemas.microsoft.com/office/powerpoint/2010/main">
        <mc:Choice Requires="p14">
          <p:contentPart p14:bwMode="auto" r:id="rId34">
            <p14:nvContentPartPr>
              <p14:cNvPr id="1049323" name="Encre 1049322"/>
              <p14:cNvContentPartPr/>
              <p14:nvPr/>
            </p14:nvContentPartPr>
            <p14:xfrm>
              <a:off x="10246572" y="1015534"/>
              <a:ext cx="211502" cy="223071"/>
            </p14:xfrm>
          </p:contentPart>
        </mc:Choice>
        <mc:Fallback xmlns="">
          <p:sp>
            <p:nvSpPr>
              <p:cNvPr id="1049323" name=""/>
              <p:cNvSpPr/>
              <p:nvPr/>
            </p:nvSpPr>
            <p:spPr>
              <a:xfrm>
                <a:off x="10246572" y="1015534"/>
                <a:ext cx="211502" cy="223071"/>
              </a:xfrm>
            </p:spPr>
          </p:sp>
        </mc:Fallback>
      </mc:AlternateContent>
      <mc:AlternateContent xmlns:mc="http://schemas.openxmlformats.org/markup-compatibility/2006" xmlns:p14="http://schemas.microsoft.com/office/powerpoint/2010/main">
        <mc:Choice Requires="p14">
          <p:contentPart p14:bwMode="auto" r:id="rId35">
            <p14:nvContentPartPr>
              <p14:cNvPr id="1049324" name="Encre 1049323"/>
              <p14:cNvContentPartPr/>
              <p14:nvPr/>
            </p14:nvContentPartPr>
            <p14:xfrm>
              <a:off x="10456279" y="1106357"/>
              <a:ext cx="90939" cy="107647"/>
            </p14:xfrm>
          </p:contentPart>
        </mc:Choice>
        <mc:Fallback xmlns="">
          <p:sp>
            <p:nvSpPr>
              <p:cNvPr id="1049324" name=""/>
              <p:cNvSpPr/>
              <p:nvPr/>
            </p:nvSpPr>
            <p:spPr>
              <a:xfrm>
                <a:off x="10456279" y="1106357"/>
                <a:ext cx="90939" cy="107647"/>
              </a:xfrm>
            </p:spPr>
          </p:sp>
        </mc:Fallback>
      </mc:AlternateContent>
      <mc:AlternateContent xmlns:mc="http://schemas.openxmlformats.org/markup-compatibility/2006" xmlns:p14="http://schemas.microsoft.com/office/powerpoint/2010/main">
        <mc:Choice Requires="p14">
          <p:contentPart p14:bwMode="auto" r:id="rId36">
            <p14:nvContentPartPr>
              <p14:cNvPr id="1049325" name="Encre 1049324"/>
              <p14:cNvContentPartPr/>
              <p14:nvPr/>
            </p14:nvContentPartPr>
            <p14:xfrm>
              <a:off x="10697589" y="951685"/>
              <a:ext cx="26664" cy="275042"/>
            </p14:xfrm>
          </p:contentPart>
        </mc:Choice>
        <mc:Fallback xmlns="">
          <p:sp>
            <p:nvSpPr>
              <p:cNvPr id="1049325" name=""/>
              <p:cNvSpPr/>
              <p:nvPr/>
            </p:nvSpPr>
            <p:spPr>
              <a:xfrm>
                <a:off x="10697589" y="951685"/>
                <a:ext cx="26664" cy="275042"/>
              </a:xfrm>
            </p:spPr>
          </p:sp>
        </mc:Fallback>
      </mc:AlternateContent>
      <mc:AlternateContent xmlns:mc="http://schemas.openxmlformats.org/markup-compatibility/2006" xmlns:p14="http://schemas.microsoft.com/office/powerpoint/2010/main">
        <mc:Choice Requires="p14">
          <p:contentPart p14:bwMode="auto" r:id="rId37">
            <p14:nvContentPartPr>
              <p14:cNvPr id="1049326" name="Encre 1049325"/>
              <p14:cNvContentPartPr/>
              <p14:nvPr/>
            </p14:nvContentPartPr>
            <p14:xfrm>
              <a:off x="10795211" y="916914"/>
              <a:ext cx="38375" cy="148557"/>
            </p14:xfrm>
          </p:contentPart>
        </mc:Choice>
        <mc:Fallback xmlns="">
          <p:sp>
            <p:nvSpPr>
              <p:cNvPr id="1049326" name=""/>
              <p:cNvSpPr/>
              <p:nvPr/>
            </p:nvSpPr>
            <p:spPr>
              <a:xfrm>
                <a:off x="10795211" y="916914"/>
                <a:ext cx="38375" cy="148557"/>
              </a:xfrm>
            </p:spPr>
          </p:sp>
        </mc:Fallback>
      </mc:AlternateContent>
      <mc:AlternateContent xmlns:mc="http://schemas.openxmlformats.org/markup-compatibility/2006" xmlns:p14="http://schemas.microsoft.com/office/powerpoint/2010/main">
        <mc:Choice Requires="p14">
          <p:contentPart p14:bwMode="auto" r:id="rId38">
            <p14:nvContentPartPr>
              <p14:cNvPr id="1049327" name="Encre 1049326"/>
              <p14:cNvContentPartPr/>
              <p14:nvPr/>
            </p14:nvContentPartPr>
            <p14:xfrm>
              <a:off x="10853054" y="1096521"/>
              <a:ext cx="104120" cy="130781"/>
            </p14:xfrm>
          </p:contentPart>
        </mc:Choice>
        <mc:Fallback xmlns="">
          <p:sp>
            <p:nvSpPr>
              <p:cNvPr id="1049327" name=""/>
              <p:cNvSpPr/>
              <p:nvPr/>
            </p:nvSpPr>
            <p:spPr>
              <a:xfrm>
                <a:off x="10853054" y="1096521"/>
                <a:ext cx="104120" cy="130781"/>
              </a:xfrm>
            </p:spPr>
          </p:sp>
        </mc:Fallback>
      </mc:AlternateContent>
      <mc:AlternateContent xmlns:mc="http://schemas.openxmlformats.org/markup-compatibility/2006" xmlns:p14="http://schemas.microsoft.com/office/powerpoint/2010/main">
        <mc:Choice Requires="p14">
          <p:contentPart p14:bwMode="auto" r:id="rId39">
            <p14:nvContentPartPr>
              <p14:cNvPr id="1049328" name="Encre 1049327"/>
              <p14:cNvContentPartPr/>
              <p14:nvPr/>
            </p14:nvContentPartPr>
            <p14:xfrm>
              <a:off x="10984145" y="1082490"/>
              <a:ext cx="386808" cy="179598"/>
            </p14:xfrm>
          </p:contentPart>
        </mc:Choice>
        <mc:Fallback xmlns="">
          <p:sp>
            <p:nvSpPr>
              <p:cNvPr id="1049328" name=""/>
              <p:cNvSpPr/>
              <p:nvPr/>
            </p:nvSpPr>
            <p:spPr>
              <a:xfrm>
                <a:off x="10984145" y="1082490"/>
                <a:ext cx="386808" cy="179598"/>
              </a:xfrm>
            </p:spPr>
          </p:sp>
        </mc:Fallback>
      </mc:AlternateContent>
      <mc:AlternateContent xmlns:mc="http://schemas.openxmlformats.org/markup-compatibility/2006" xmlns:p14="http://schemas.microsoft.com/office/powerpoint/2010/main">
        <mc:Choice Requires="p14">
          <p:contentPart p14:bwMode="auto" r:id="rId40">
            <p14:nvContentPartPr>
              <p14:cNvPr id="1049329" name="Encre 1049328"/>
              <p14:cNvContentPartPr/>
              <p14:nvPr/>
            </p14:nvContentPartPr>
            <p14:xfrm>
              <a:off x="11395451" y="1041096"/>
              <a:ext cx="296532" cy="402457"/>
            </p14:xfrm>
          </p:contentPart>
        </mc:Choice>
        <mc:Fallback xmlns="">
          <p:sp>
            <p:nvSpPr>
              <p:cNvPr id="1049329" name=""/>
              <p:cNvSpPr/>
              <p:nvPr/>
            </p:nvSpPr>
            <p:spPr>
              <a:xfrm>
                <a:off x="11395451" y="1041096"/>
                <a:ext cx="296532" cy="402457"/>
              </a:xfrm>
            </p:spPr>
          </p:sp>
        </mc:Fallback>
      </mc:AlternateContent>
      <mc:AlternateContent xmlns:mc="http://schemas.openxmlformats.org/markup-compatibility/2006" xmlns:p14="http://schemas.microsoft.com/office/powerpoint/2010/main">
        <mc:Choice Requires="p14">
          <p:contentPart p14:bwMode="auto" r:id="rId41">
            <p14:nvContentPartPr>
              <p14:cNvPr id="1049330" name="Encre 1049329"/>
              <p14:cNvContentPartPr/>
              <p14:nvPr/>
            </p14:nvContentPartPr>
            <p14:xfrm>
              <a:off x="11551245" y="978886"/>
              <a:ext cx="52296" cy="139083"/>
            </p14:xfrm>
          </p:contentPart>
        </mc:Choice>
        <mc:Fallback xmlns="">
          <p:sp>
            <p:nvSpPr>
              <p:cNvPr id="1049330" name=""/>
              <p:cNvSpPr/>
              <p:nvPr/>
            </p:nvSpPr>
            <p:spPr>
              <a:xfrm>
                <a:off x="11551245" y="978886"/>
                <a:ext cx="52296" cy="139083"/>
              </a:xfrm>
            </p:spPr>
          </p:sp>
        </mc:Fallback>
      </mc:AlternateContent>
      <mc:AlternateContent xmlns:mc="http://schemas.openxmlformats.org/markup-compatibility/2006" xmlns:p14="http://schemas.microsoft.com/office/powerpoint/2010/main">
        <mc:Choice Requires="p14">
          <p:contentPart p14:bwMode="auto" r:id="rId42">
            <p14:nvContentPartPr>
              <p14:cNvPr id="1049331" name="Encre 1049330"/>
              <p14:cNvContentPartPr/>
              <p14:nvPr/>
            </p14:nvContentPartPr>
            <p14:xfrm>
              <a:off x="10932389" y="826793"/>
              <a:ext cx="84960" cy="144189"/>
            </p14:xfrm>
          </p:contentPart>
        </mc:Choice>
        <mc:Fallback xmlns="">
          <p:sp>
            <p:nvSpPr>
              <p:cNvPr id="1049331" name=""/>
              <p:cNvSpPr/>
              <p:nvPr/>
            </p:nvSpPr>
            <p:spPr>
              <a:xfrm>
                <a:off x="10932389" y="826793"/>
                <a:ext cx="84960" cy="144189"/>
              </a:xfrm>
            </p:spPr>
          </p:sp>
        </mc:Fallback>
      </mc:AlternateContent>
      <mc:AlternateContent xmlns:mc="http://schemas.openxmlformats.org/markup-compatibility/2006" xmlns:p14="http://schemas.microsoft.com/office/powerpoint/2010/main">
        <mc:Choice Requires="p14">
          <p:contentPart p14:bwMode="auto" r:id="rId43">
            <p14:nvContentPartPr>
              <p14:cNvPr id="1049332" name="Encre 1049331"/>
              <p14:cNvContentPartPr/>
              <p14:nvPr/>
            </p14:nvContentPartPr>
            <p14:xfrm>
              <a:off x="8954723" y="1486215"/>
              <a:ext cx="192747" cy="224156"/>
            </p14:xfrm>
          </p:contentPart>
        </mc:Choice>
        <mc:Fallback xmlns="">
          <p:sp>
            <p:nvSpPr>
              <p:cNvPr id="1049332" name=""/>
              <p:cNvSpPr/>
              <p:nvPr/>
            </p:nvSpPr>
            <p:spPr>
              <a:xfrm>
                <a:off x="8954723" y="1486215"/>
                <a:ext cx="192747" cy="224156"/>
              </a:xfrm>
            </p:spPr>
          </p:sp>
        </mc:Fallback>
      </mc:AlternateContent>
      <mc:AlternateContent xmlns:mc="http://schemas.openxmlformats.org/markup-compatibility/2006" xmlns:p14="http://schemas.microsoft.com/office/powerpoint/2010/main">
        <mc:Choice Requires="p14">
          <p:contentPart p14:bwMode="auto" r:id="rId44">
            <p14:nvContentPartPr>
              <p14:cNvPr id="1049333" name="Encre 1049332"/>
              <p14:cNvContentPartPr/>
              <p14:nvPr/>
            </p14:nvContentPartPr>
            <p14:xfrm>
              <a:off x="9177194" y="1462132"/>
              <a:ext cx="12109" cy="100558"/>
            </p14:xfrm>
          </p:contentPart>
        </mc:Choice>
        <mc:Fallback xmlns="">
          <p:sp>
            <p:nvSpPr>
              <p:cNvPr id="1049333" name=""/>
              <p:cNvSpPr/>
              <p:nvPr/>
            </p:nvSpPr>
            <p:spPr>
              <a:xfrm>
                <a:off x="9177194" y="1462132"/>
                <a:ext cx="12109" cy="100558"/>
              </a:xfrm>
            </p:spPr>
          </p:sp>
        </mc:Fallback>
      </mc:AlternateContent>
      <mc:AlternateContent xmlns:mc="http://schemas.openxmlformats.org/markup-compatibility/2006" xmlns:p14="http://schemas.microsoft.com/office/powerpoint/2010/main">
        <mc:Choice Requires="p14">
          <p:contentPart p14:bwMode="auto" r:id="rId45">
            <p14:nvContentPartPr>
              <p14:cNvPr id="1049334" name="Encre 1049333"/>
              <p14:cNvContentPartPr/>
              <p14:nvPr/>
            </p14:nvContentPartPr>
            <p14:xfrm>
              <a:off x="9232306" y="1499958"/>
              <a:ext cx="258258" cy="141993"/>
            </p14:xfrm>
          </p:contentPart>
        </mc:Choice>
        <mc:Fallback xmlns="">
          <p:sp>
            <p:nvSpPr>
              <p:cNvPr id="1049334" name=""/>
              <p:cNvSpPr/>
              <p:nvPr/>
            </p:nvSpPr>
            <p:spPr>
              <a:xfrm>
                <a:off x="9232306" y="1499958"/>
                <a:ext cx="258258" cy="141993"/>
              </a:xfrm>
            </p:spPr>
          </p:sp>
        </mc:Fallback>
      </mc:AlternateContent>
      <mc:AlternateContent xmlns:mc="http://schemas.openxmlformats.org/markup-compatibility/2006" xmlns:p14="http://schemas.microsoft.com/office/powerpoint/2010/main">
        <mc:Choice Requires="p14">
          <p:contentPart p14:bwMode="auto" r:id="rId46">
            <p14:nvContentPartPr>
              <p14:cNvPr id="1049335" name="Encre 1049334"/>
              <p14:cNvContentPartPr/>
              <p14:nvPr/>
            </p14:nvContentPartPr>
            <p14:xfrm>
              <a:off x="9382227" y="1379344"/>
              <a:ext cx="94792" cy="107549"/>
            </p14:xfrm>
          </p:contentPart>
        </mc:Choice>
        <mc:Fallback xmlns="">
          <p:sp>
            <p:nvSpPr>
              <p:cNvPr id="1049335" name=""/>
              <p:cNvSpPr/>
              <p:nvPr/>
            </p:nvSpPr>
            <p:spPr>
              <a:xfrm>
                <a:off x="9382227" y="1379344"/>
                <a:ext cx="94792" cy="107549"/>
              </a:xfrm>
            </p:spPr>
          </p:sp>
        </mc:Fallback>
      </mc:AlternateContent>
      <mc:AlternateContent xmlns:mc="http://schemas.openxmlformats.org/markup-compatibility/2006" xmlns:p14="http://schemas.microsoft.com/office/powerpoint/2010/main">
        <mc:Choice Requires="p14">
          <p:contentPart p14:bwMode="auto" r:id="rId47">
            <p14:nvContentPartPr>
              <p14:cNvPr id="1049336" name="Encre 1049335"/>
              <p14:cNvContentPartPr/>
              <p14:nvPr/>
            </p14:nvContentPartPr>
            <p14:xfrm>
              <a:off x="9537817" y="1386204"/>
              <a:ext cx="14052" cy="237081"/>
            </p14:xfrm>
          </p:contentPart>
        </mc:Choice>
        <mc:Fallback xmlns="">
          <p:sp>
            <p:nvSpPr>
              <p:cNvPr id="1049336" name=""/>
              <p:cNvSpPr/>
              <p:nvPr/>
            </p:nvSpPr>
            <p:spPr>
              <a:xfrm>
                <a:off x="9537817" y="1386204"/>
                <a:ext cx="14052" cy="237081"/>
              </a:xfrm>
            </p:spPr>
          </p:sp>
        </mc:Fallback>
      </mc:AlternateContent>
      <mc:AlternateContent xmlns:mc="http://schemas.openxmlformats.org/markup-compatibility/2006" xmlns:p14="http://schemas.microsoft.com/office/powerpoint/2010/main">
        <mc:Choice Requires="p14">
          <p:contentPart p14:bwMode="auto" r:id="rId48">
            <p14:nvContentPartPr>
              <p14:cNvPr id="1049337" name="Encre 1049336"/>
              <p14:cNvContentPartPr/>
              <p14:nvPr/>
            </p14:nvContentPartPr>
            <p14:xfrm>
              <a:off x="9517808" y="1526841"/>
              <a:ext cx="162296" cy="122992"/>
            </p14:xfrm>
          </p:contentPart>
        </mc:Choice>
        <mc:Fallback xmlns="">
          <p:sp>
            <p:nvSpPr>
              <p:cNvPr id="1049337" name=""/>
              <p:cNvSpPr/>
              <p:nvPr/>
            </p:nvSpPr>
            <p:spPr>
              <a:xfrm>
                <a:off x="9517808" y="1526841"/>
                <a:ext cx="162296" cy="122992"/>
              </a:xfrm>
            </p:spPr>
          </p:sp>
        </mc:Fallback>
      </mc:AlternateContent>
      <mc:AlternateContent xmlns:mc="http://schemas.openxmlformats.org/markup-compatibility/2006" xmlns:p14="http://schemas.microsoft.com/office/powerpoint/2010/main">
        <mc:Choice Requires="p14">
          <p:contentPart p14:bwMode="auto" r:id="rId49">
            <p14:nvContentPartPr>
              <p14:cNvPr id="1049338" name="Encre 1049337"/>
              <p14:cNvContentPartPr/>
              <p14:nvPr/>
            </p14:nvContentPartPr>
            <p14:xfrm>
              <a:off x="9674659" y="1427598"/>
              <a:ext cx="6666" cy="60426"/>
            </p14:xfrm>
          </p:contentPart>
        </mc:Choice>
        <mc:Fallback xmlns="">
          <p:sp>
            <p:nvSpPr>
              <p:cNvPr id="1049338" name=""/>
              <p:cNvSpPr/>
              <p:nvPr/>
            </p:nvSpPr>
            <p:spPr>
              <a:xfrm>
                <a:off x="9674659" y="1427598"/>
                <a:ext cx="6666" cy="60426"/>
              </a:xfrm>
            </p:spPr>
          </p:sp>
        </mc:Fallback>
      </mc:AlternateContent>
      <mc:AlternateContent xmlns:mc="http://schemas.openxmlformats.org/markup-compatibility/2006" xmlns:p14="http://schemas.microsoft.com/office/powerpoint/2010/main">
        <mc:Choice Requires="p14">
          <p:contentPart p14:bwMode="auto" r:id="rId50">
            <p14:nvContentPartPr>
              <p14:cNvPr id="1049339" name="Encre 1049338"/>
              <p14:cNvContentPartPr/>
              <p14:nvPr/>
            </p14:nvContentPartPr>
            <p14:xfrm>
              <a:off x="9746473" y="1486007"/>
              <a:ext cx="72130" cy="295212"/>
            </p14:xfrm>
          </p:contentPart>
        </mc:Choice>
        <mc:Fallback xmlns="">
          <p:sp>
            <p:nvSpPr>
              <p:cNvPr id="1049339" name=""/>
              <p:cNvSpPr/>
              <p:nvPr/>
            </p:nvSpPr>
            <p:spPr>
              <a:xfrm>
                <a:off x="9746473" y="1486007"/>
                <a:ext cx="72130" cy="295212"/>
              </a:xfrm>
            </p:spPr>
          </p:sp>
        </mc:Fallback>
      </mc:AlternateContent>
      <mc:AlternateContent xmlns:mc="http://schemas.openxmlformats.org/markup-compatibility/2006" xmlns:p14="http://schemas.microsoft.com/office/powerpoint/2010/main">
        <mc:Choice Requires="p14">
          <p:contentPart p14:bwMode="auto" r:id="rId51">
            <p14:nvContentPartPr>
              <p14:cNvPr id="1049340" name="Encre 1049339"/>
              <p14:cNvContentPartPr/>
              <p14:nvPr/>
            </p14:nvContentPartPr>
            <p14:xfrm>
              <a:off x="9861618" y="1506838"/>
              <a:ext cx="210555" cy="133969"/>
            </p14:xfrm>
          </p:contentPart>
        </mc:Choice>
        <mc:Fallback xmlns="">
          <p:sp>
            <p:nvSpPr>
              <p:cNvPr id="1049340" name=""/>
              <p:cNvSpPr/>
              <p:nvPr/>
            </p:nvSpPr>
            <p:spPr>
              <a:xfrm>
                <a:off x="9861618" y="1506838"/>
                <a:ext cx="210555" cy="133969"/>
              </a:xfrm>
            </p:spPr>
          </p:sp>
        </mc:Fallback>
      </mc:AlternateContent>
      <mc:AlternateContent xmlns:mc="http://schemas.openxmlformats.org/markup-compatibility/2006" xmlns:p14="http://schemas.microsoft.com/office/powerpoint/2010/main">
        <mc:Choice Requires="p14">
          <p:contentPart p14:bwMode="auto" r:id="rId52">
            <p14:nvContentPartPr>
              <p14:cNvPr id="1049341" name="Encre 1049340"/>
              <p14:cNvContentPartPr/>
              <p14:nvPr/>
            </p14:nvContentPartPr>
            <p14:xfrm>
              <a:off x="10229193" y="1517482"/>
              <a:ext cx="172057" cy="130676"/>
            </p14:xfrm>
          </p:contentPart>
        </mc:Choice>
        <mc:Fallback xmlns="">
          <p:sp>
            <p:nvSpPr>
              <p:cNvPr id="1049341" name=""/>
              <p:cNvSpPr/>
              <p:nvPr/>
            </p:nvSpPr>
            <p:spPr>
              <a:xfrm>
                <a:off x="10229193" y="1517482"/>
                <a:ext cx="172057" cy="130676"/>
              </a:xfrm>
            </p:spPr>
          </p:sp>
        </mc:Fallback>
      </mc:AlternateContent>
      <mc:AlternateContent xmlns:mc="http://schemas.openxmlformats.org/markup-compatibility/2006" xmlns:p14="http://schemas.microsoft.com/office/powerpoint/2010/main">
        <mc:Choice Requires="p14">
          <p:contentPart p14:bwMode="auto" r:id="rId53">
            <p14:nvContentPartPr>
              <p14:cNvPr id="1049342" name="Encre 1049341"/>
              <p14:cNvContentPartPr/>
              <p14:nvPr/>
            </p14:nvContentPartPr>
            <p14:xfrm>
              <a:off x="10254122" y="1455274"/>
              <a:ext cx="147726" cy="13954"/>
            </p14:xfrm>
          </p:contentPart>
        </mc:Choice>
        <mc:Fallback xmlns="">
          <p:sp>
            <p:nvSpPr>
              <p:cNvPr id="1049342" name=""/>
              <p:cNvSpPr/>
              <p:nvPr/>
            </p:nvSpPr>
            <p:spPr>
              <a:xfrm>
                <a:off x="10254122" y="1455274"/>
                <a:ext cx="147726" cy="13954"/>
              </a:xfrm>
            </p:spPr>
          </p:sp>
        </mc:Fallback>
      </mc:AlternateContent>
      <mc:AlternateContent xmlns:mc="http://schemas.openxmlformats.org/markup-compatibility/2006" xmlns:p14="http://schemas.microsoft.com/office/powerpoint/2010/main">
        <mc:Choice Requires="p14">
          <p:contentPart p14:bwMode="auto" r:id="rId54">
            <p14:nvContentPartPr>
              <p14:cNvPr id="1049343" name="Encre 1049342"/>
              <p14:cNvContentPartPr/>
              <p14:nvPr/>
            </p14:nvContentPartPr>
            <p14:xfrm>
              <a:off x="10530375" y="1455273"/>
              <a:ext cx="124953" cy="180853"/>
            </p14:xfrm>
          </p:contentPart>
        </mc:Choice>
        <mc:Fallback xmlns="">
          <p:sp>
            <p:nvSpPr>
              <p:cNvPr id="1049343" name=""/>
              <p:cNvSpPr/>
              <p:nvPr/>
            </p:nvSpPr>
            <p:spPr>
              <a:xfrm>
                <a:off x="10530375" y="1455273"/>
                <a:ext cx="124953" cy="180853"/>
              </a:xfrm>
            </p:spPr>
          </p:sp>
        </mc:Fallback>
      </mc:AlternateContent>
      <mc:AlternateContent xmlns:mc="http://schemas.openxmlformats.org/markup-compatibility/2006" xmlns:p14="http://schemas.microsoft.com/office/powerpoint/2010/main">
        <mc:Choice Requires="p14">
          <p:contentPart p14:bwMode="auto" r:id="rId55">
            <p14:nvContentPartPr>
              <p14:cNvPr id="1049344" name="Encre 1049343"/>
              <p14:cNvContentPartPr/>
              <p14:nvPr/>
            </p14:nvContentPartPr>
            <p14:xfrm>
              <a:off x="10638375" y="1499947"/>
              <a:ext cx="270062" cy="128379"/>
            </p14:xfrm>
          </p:contentPart>
        </mc:Choice>
        <mc:Fallback xmlns="">
          <p:sp>
            <p:nvSpPr>
              <p:cNvPr id="1049344" name=""/>
              <p:cNvSpPr/>
              <p:nvPr/>
            </p:nvSpPr>
            <p:spPr>
              <a:xfrm>
                <a:off x="10638375" y="1499947"/>
                <a:ext cx="270062" cy="128379"/>
              </a:xfrm>
            </p:spPr>
          </p:sp>
        </mc:Fallback>
      </mc:AlternateContent>
      <mc:AlternateContent xmlns:mc="http://schemas.openxmlformats.org/markup-compatibility/2006" xmlns:p14="http://schemas.microsoft.com/office/powerpoint/2010/main">
        <mc:Choice Requires="p14">
          <p:contentPart p14:bwMode="auto" r:id="rId56">
            <p14:nvContentPartPr>
              <p14:cNvPr id="1049345" name="Encre 1049344"/>
              <p14:cNvContentPartPr/>
              <p14:nvPr/>
            </p14:nvContentPartPr>
            <p14:xfrm>
              <a:off x="10929545" y="1503526"/>
              <a:ext cx="153709" cy="125824"/>
            </p14:xfrm>
          </p:contentPart>
        </mc:Choice>
        <mc:Fallback xmlns="">
          <p:sp>
            <p:nvSpPr>
              <p:cNvPr id="1049345" name=""/>
              <p:cNvSpPr/>
              <p:nvPr/>
            </p:nvSpPr>
            <p:spPr>
              <a:xfrm>
                <a:off x="10929545" y="1503526"/>
                <a:ext cx="153709" cy="125824"/>
              </a:xfrm>
            </p:spPr>
          </p:sp>
        </mc:Fallback>
      </mc:AlternateContent>
      <mc:AlternateContent xmlns:mc="http://schemas.openxmlformats.org/markup-compatibility/2006" xmlns:p14="http://schemas.microsoft.com/office/powerpoint/2010/main">
        <mc:Choice Requires="p14">
          <p:contentPart p14:bwMode="auto" r:id="rId57">
            <p14:nvContentPartPr>
              <p14:cNvPr id="1049346" name="Encre 1049345"/>
              <p14:cNvContentPartPr/>
              <p14:nvPr/>
            </p14:nvContentPartPr>
            <p14:xfrm>
              <a:off x="11093304" y="1407256"/>
              <a:ext cx="149019" cy="195058"/>
            </p14:xfrm>
          </p:contentPart>
        </mc:Choice>
        <mc:Fallback xmlns="">
          <p:sp>
            <p:nvSpPr>
              <p:cNvPr id="1049346" name=""/>
              <p:cNvSpPr/>
              <p:nvPr/>
            </p:nvSpPr>
            <p:spPr>
              <a:xfrm>
                <a:off x="11093304" y="1407256"/>
                <a:ext cx="149019" cy="195058"/>
              </a:xfrm>
            </p:spPr>
          </p:sp>
        </mc:Fallback>
      </mc:AlternateContent>
      <mc:AlternateContent xmlns:mc="http://schemas.openxmlformats.org/markup-compatibility/2006" xmlns:p14="http://schemas.microsoft.com/office/powerpoint/2010/main">
        <mc:Choice Requires="p14">
          <p:contentPart p14:bwMode="auto" r:id="rId58">
            <p14:nvContentPartPr>
              <p14:cNvPr id="1049347" name="Encre 1049346"/>
              <p14:cNvContentPartPr/>
              <p14:nvPr/>
            </p14:nvContentPartPr>
            <p14:xfrm>
              <a:off x="11214942" y="1358765"/>
              <a:ext cx="20652" cy="270059"/>
            </p14:xfrm>
          </p:contentPart>
        </mc:Choice>
        <mc:Fallback xmlns="">
          <p:sp>
            <p:nvSpPr>
              <p:cNvPr id="1049347" name=""/>
              <p:cNvSpPr/>
              <p:nvPr/>
            </p:nvSpPr>
            <p:spPr>
              <a:xfrm>
                <a:off x="11214942" y="1358765"/>
                <a:ext cx="20652" cy="270059"/>
              </a:xfrm>
            </p:spPr>
          </p:sp>
        </mc:Fallback>
      </mc:AlternateContent>
      <mc:AlternateContent xmlns:mc="http://schemas.openxmlformats.org/markup-compatibility/2006" xmlns:p14="http://schemas.microsoft.com/office/powerpoint/2010/main">
        <mc:Choice Requires="p14">
          <p:contentPart p14:bwMode="auto" r:id="rId59">
            <p14:nvContentPartPr>
              <p14:cNvPr id="1049348" name="Encre 1049347"/>
              <p14:cNvContentPartPr/>
              <p14:nvPr/>
            </p14:nvContentPartPr>
            <p14:xfrm>
              <a:off x="11214989" y="1492658"/>
              <a:ext cx="429203" cy="125767"/>
            </p14:xfrm>
          </p:contentPart>
        </mc:Choice>
        <mc:Fallback xmlns="">
          <p:sp>
            <p:nvSpPr>
              <p:cNvPr id="1049348" name=""/>
              <p:cNvSpPr/>
              <p:nvPr/>
            </p:nvSpPr>
            <p:spPr>
              <a:xfrm>
                <a:off x="11214989" y="1492658"/>
                <a:ext cx="429203" cy="125767"/>
              </a:xfrm>
            </p:spPr>
          </p:sp>
        </mc:Fallback>
      </mc:AlternateContent>
      <mc:AlternateContent xmlns:mc="http://schemas.openxmlformats.org/markup-compatibility/2006" xmlns:p14="http://schemas.microsoft.com/office/powerpoint/2010/main">
        <mc:Choice Requires="p14">
          <p:contentPart p14:bwMode="auto" r:id="rId60">
            <p14:nvContentPartPr>
              <p14:cNvPr id="1049349" name="Encre 1049348"/>
              <p14:cNvContentPartPr/>
              <p14:nvPr/>
            </p14:nvContentPartPr>
            <p14:xfrm>
              <a:off x="11378568" y="1434749"/>
              <a:ext cx="29972" cy="13664"/>
            </p14:xfrm>
          </p:contentPart>
        </mc:Choice>
        <mc:Fallback xmlns="">
          <p:sp>
            <p:nvSpPr>
              <p:cNvPr id="1049349" name=""/>
              <p:cNvSpPr/>
              <p:nvPr/>
            </p:nvSpPr>
            <p:spPr>
              <a:xfrm>
                <a:off x="11378568" y="1434749"/>
                <a:ext cx="29972" cy="13664"/>
              </a:xfrm>
            </p:spPr>
          </p:sp>
        </mc:Fallback>
      </mc:AlternateContent>
      <mc:AlternateContent xmlns:mc="http://schemas.openxmlformats.org/markup-compatibility/2006" xmlns:p14="http://schemas.microsoft.com/office/powerpoint/2010/main">
        <mc:Choice Requires="p14">
          <p:contentPart p14:bwMode="auto" r:id="rId61">
            <p14:nvContentPartPr>
              <p14:cNvPr id="1049350" name="Encre 1049349"/>
              <p14:cNvContentPartPr/>
              <p14:nvPr/>
            </p14:nvContentPartPr>
            <p14:xfrm>
              <a:off x="9116501" y="1903984"/>
              <a:ext cx="94755" cy="139134"/>
            </p14:xfrm>
          </p:contentPart>
        </mc:Choice>
        <mc:Fallback xmlns="">
          <p:sp>
            <p:nvSpPr>
              <p:cNvPr id="1049350" name=""/>
              <p:cNvSpPr/>
              <p:nvPr/>
            </p:nvSpPr>
            <p:spPr>
              <a:xfrm>
                <a:off x="9116501" y="1903984"/>
                <a:ext cx="94755" cy="139134"/>
              </a:xfrm>
            </p:spPr>
          </p:sp>
        </mc:Fallback>
      </mc:AlternateContent>
      <mc:AlternateContent xmlns:mc="http://schemas.openxmlformats.org/markup-compatibility/2006" xmlns:p14="http://schemas.microsoft.com/office/powerpoint/2010/main">
        <mc:Choice Requires="p14">
          <p:contentPart p14:bwMode="auto" r:id="rId62">
            <p14:nvContentPartPr>
              <p14:cNvPr id="1049351" name="Encre 1049350"/>
              <p14:cNvContentPartPr/>
              <p14:nvPr/>
            </p14:nvContentPartPr>
            <p14:xfrm>
              <a:off x="9186050" y="1780038"/>
              <a:ext cx="7071" cy="293100"/>
            </p14:xfrm>
          </p:contentPart>
        </mc:Choice>
        <mc:Fallback xmlns="">
          <p:sp>
            <p:nvSpPr>
              <p:cNvPr id="1049351" name=""/>
              <p:cNvSpPr/>
              <p:nvPr/>
            </p:nvSpPr>
            <p:spPr>
              <a:xfrm>
                <a:off x="9186050" y="1780038"/>
                <a:ext cx="7071" cy="293100"/>
              </a:xfrm>
            </p:spPr>
          </p:sp>
        </mc:Fallback>
      </mc:AlternateContent>
      <mc:AlternateContent xmlns:mc="http://schemas.openxmlformats.org/markup-compatibility/2006" xmlns:p14="http://schemas.microsoft.com/office/powerpoint/2010/main">
        <mc:Choice Requires="p14">
          <p:contentPart p14:bwMode="auto" r:id="rId63">
            <p14:nvContentPartPr>
              <p14:cNvPr id="1049352" name="Encre 1049351"/>
              <p14:cNvContentPartPr/>
              <p14:nvPr/>
            </p14:nvContentPartPr>
            <p14:xfrm>
              <a:off x="9289856" y="1780038"/>
              <a:ext cx="5143" cy="122220"/>
            </p14:xfrm>
          </p:contentPart>
        </mc:Choice>
        <mc:Fallback xmlns="">
          <p:sp>
            <p:nvSpPr>
              <p:cNvPr id="1049352" name=""/>
              <p:cNvSpPr/>
              <p:nvPr/>
            </p:nvSpPr>
            <p:spPr>
              <a:xfrm>
                <a:off x="9289856" y="1780038"/>
                <a:ext cx="5143" cy="122220"/>
              </a:xfrm>
            </p:spPr>
          </p:sp>
        </mc:Fallback>
      </mc:AlternateContent>
      <mc:AlternateContent xmlns:mc="http://schemas.openxmlformats.org/markup-compatibility/2006" xmlns:p14="http://schemas.microsoft.com/office/powerpoint/2010/main">
        <mc:Choice Requires="p14">
          <p:contentPart p14:bwMode="auto" r:id="rId64">
            <p14:nvContentPartPr>
              <p14:cNvPr id="1049353" name="Encre 1049352"/>
              <p14:cNvContentPartPr/>
              <p14:nvPr/>
            </p14:nvContentPartPr>
            <p14:xfrm>
              <a:off x="9361378" y="1931659"/>
              <a:ext cx="285918" cy="126534"/>
            </p14:xfrm>
          </p:contentPart>
        </mc:Choice>
        <mc:Fallback xmlns="">
          <p:sp>
            <p:nvSpPr>
              <p:cNvPr id="1049353" name=""/>
              <p:cNvSpPr/>
              <p:nvPr/>
            </p:nvSpPr>
            <p:spPr>
              <a:xfrm>
                <a:off x="9361378" y="1931659"/>
                <a:ext cx="285918" cy="126534"/>
              </a:xfrm>
            </p:spPr>
          </p:sp>
        </mc:Fallback>
      </mc:AlternateContent>
      <mc:AlternateContent xmlns:mc="http://schemas.openxmlformats.org/markup-compatibility/2006" xmlns:p14="http://schemas.microsoft.com/office/powerpoint/2010/main">
        <mc:Choice Requires="p14">
          <p:contentPart p14:bwMode="auto" r:id="rId65">
            <p14:nvContentPartPr>
              <p14:cNvPr id="1049354" name="Encre 1049353"/>
              <p14:cNvContentPartPr/>
              <p14:nvPr/>
            </p14:nvContentPartPr>
            <p14:xfrm>
              <a:off x="9790720" y="1910843"/>
              <a:ext cx="15006" cy="343264"/>
            </p14:xfrm>
          </p:contentPart>
        </mc:Choice>
        <mc:Fallback xmlns="">
          <p:sp>
            <p:nvSpPr>
              <p:cNvPr id="1049354" name=""/>
              <p:cNvSpPr/>
              <p:nvPr/>
            </p:nvSpPr>
            <p:spPr>
              <a:xfrm>
                <a:off x="9790720" y="1910843"/>
                <a:ext cx="15006" cy="343264"/>
              </a:xfrm>
            </p:spPr>
          </p:sp>
        </mc:Fallback>
      </mc:AlternateContent>
      <mc:AlternateContent xmlns:mc="http://schemas.openxmlformats.org/markup-compatibility/2006" xmlns:p14="http://schemas.microsoft.com/office/powerpoint/2010/main">
        <mc:Choice Requires="p14">
          <p:contentPart p14:bwMode="auto" r:id="rId66">
            <p14:nvContentPartPr>
              <p14:cNvPr id="1049355" name="Encre 1049354"/>
              <p14:cNvContentPartPr/>
              <p14:nvPr/>
            </p14:nvContentPartPr>
            <p14:xfrm>
              <a:off x="9804176" y="1962995"/>
              <a:ext cx="189153" cy="99566"/>
            </p14:xfrm>
          </p:contentPart>
        </mc:Choice>
        <mc:Fallback xmlns="">
          <p:sp>
            <p:nvSpPr>
              <p:cNvPr id="1049355" name=""/>
              <p:cNvSpPr/>
              <p:nvPr/>
            </p:nvSpPr>
            <p:spPr>
              <a:xfrm>
                <a:off x="9804176" y="1962995"/>
                <a:ext cx="189153" cy="99566"/>
              </a:xfrm>
            </p:spPr>
          </p:sp>
        </mc:Fallback>
      </mc:AlternateContent>
      <mc:AlternateContent xmlns:mc="http://schemas.openxmlformats.org/markup-compatibility/2006" xmlns:p14="http://schemas.microsoft.com/office/powerpoint/2010/main">
        <mc:Choice Requires="p14">
          <p:contentPart p14:bwMode="auto" r:id="rId67">
            <p14:nvContentPartPr>
              <p14:cNvPr id="1049356" name="Encre 1049355"/>
              <p14:cNvContentPartPr/>
              <p14:nvPr/>
            </p14:nvContentPartPr>
            <p14:xfrm>
              <a:off x="10056156" y="1745267"/>
              <a:ext cx="27369" cy="365656"/>
            </p14:xfrm>
          </p:contentPart>
        </mc:Choice>
        <mc:Fallback xmlns="">
          <p:sp>
            <p:nvSpPr>
              <p:cNvPr id="1049356" name=""/>
              <p:cNvSpPr/>
              <p:nvPr/>
            </p:nvSpPr>
            <p:spPr>
              <a:xfrm>
                <a:off x="10056156" y="1745267"/>
                <a:ext cx="27369" cy="365656"/>
              </a:xfrm>
            </p:spPr>
          </p:sp>
        </mc:Fallback>
      </mc:AlternateContent>
      <mc:AlternateContent xmlns:mc="http://schemas.openxmlformats.org/markup-compatibility/2006" xmlns:p14="http://schemas.microsoft.com/office/powerpoint/2010/main">
        <mc:Choice Requires="p14">
          <p:contentPart p14:bwMode="auto" r:id="rId68">
            <p14:nvContentPartPr>
              <p14:cNvPr id="1049357" name="Encre 1049356"/>
              <p14:cNvContentPartPr/>
              <p14:nvPr/>
            </p14:nvContentPartPr>
            <p14:xfrm>
              <a:off x="10015693" y="1876713"/>
              <a:ext cx="141230" cy="34130"/>
            </p14:xfrm>
          </p:contentPart>
        </mc:Choice>
        <mc:Fallback xmlns="">
          <p:sp>
            <p:nvSpPr>
              <p:cNvPr id="1049357" name=""/>
              <p:cNvSpPr/>
              <p:nvPr/>
            </p:nvSpPr>
            <p:spPr>
              <a:xfrm>
                <a:off x="10015693" y="1876713"/>
                <a:ext cx="141230" cy="34130"/>
              </a:xfrm>
            </p:spPr>
          </p:sp>
        </mc:Fallback>
      </mc:AlternateContent>
      <mc:AlternateContent xmlns:mc="http://schemas.openxmlformats.org/markup-compatibility/2006" xmlns:p14="http://schemas.microsoft.com/office/powerpoint/2010/main">
        <mc:Choice Requires="p14">
          <p:contentPart p14:bwMode="auto" r:id="rId69">
            <p14:nvContentPartPr>
              <p14:cNvPr id="1049358" name="Encre 1049357"/>
              <p14:cNvContentPartPr/>
              <p14:nvPr/>
            </p14:nvContentPartPr>
            <p14:xfrm>
              <a:off x="10111149" y="1925658"/>
              <a:ext cx="272640" cy="158233"/>
            </p14:xfrm>
          </p:contentPart>
        </mc:Choice>
        <mc:Fallback xmlns="">
          <p:sp>
            <p:nvSpPr>
              <p:cNvPr id="1049358" name=""/>
              <p:cNvSpPr/>
              <p:nvPr/>
            </p:nvSpPr>
            <p:spPr>
              <a:xfrm>
                <a:off x="10111149" y="1925658"/>
                <a:ext cx="272640" cy="158233"/>
              </a:xfrm>
            </p:spPr>
          </p:sp>
        </mc:Fallback>
      </mc:AlternateContent>
      <mc:AlternateContent xmlns:mc="http://schemas.openxmlformats.org/markup-compatibility/2006" xmlns:p14="http://schemas.microsoft.com/office/powerpoint/2010/main">
        <mc:Choice Requires="p14">
          <p:contentPart p14:bwMode="auto" r:id="rId70">
            <p14:nvContentPartPr>
              <p14:cNvPr id="1049359" name="Encre 1049358"/>
              <p14:cNvContentPartPr/>
              <p14:nvPr/>
            </p14:nvContentPartPr>
            <p14:xfrm>
              <a:off x="10411984" y="1787844"/>
              <a:ext cx="30107" cy="280715"/>
            </p14:xfrm>
          </p:contentPart>
        </mc:Choice>
        <mc:Fallback xmlns="">
          <p:sp>
            <p:nvSpPr>
              <p:cNvPr id="1049359" name=""/>
              <p:cNvSpPr/>
              <p:nvPr/>
            </p:nvSpPr>
            <p:spPr>
              <a:xfrm>
                <a:off x="10411984" y="1787844"/>
                <a:ext cx="30107" cy="280715"/>
              </a:xfrm>
            </p:spPr>
          </p:sp>
        </mc:Fallback>
      </mc:AlternateContent>
      <mc:AlternateContent xmlns:mc="http://schemas.openxmlformats.org/markup-compatibility/2006" xmlns:p14="http://schemas.microsoft.com/office/powerpoint/2010/main">
        <mc:Choice Requires="p14">
          <p:contentPart p14:bwMode="auto" r:id="rId71">
            <p14:nvContentPartPr>
              <p14:cNvPr id="1049360" name="Encre 1049359"/>
              <p14:cNvContentPartPr/>
              <p14:nvPr/>
            </p14:nvContentPartPr>
            <p14:xfrm>
              <a:off x="10390368" y="1945487"/>
              <a:ext cx="155869" cy="100359"/>
            </p14:xfrm>
          </p:contentPart>
        </mc:Choice>
        <mc:Fallback xmlns="">
          <p:sp>
            <p:nvSpPr>
              <p:cNvPr id="1049360" name=""/>
              <p:cNvSpPr/>
              <p:nvPr/>
            </p:nvSpPr>
            <p:spPr>
              <a:xfrm>
                <a:off x="10390368" y="1945487"/>
                <a:ext cx="155869" cy="100359"/>
              </a:xfrm>
            </p:spPr>
          </p:sp>
        </mc:Fallback>
      </mc:AlternateContent>
      <mc:AlternateContent xmlns:mc="http://schemas.openxmlformats.org/markup-compatibility/2006" xmlns:p14="http://schemas.microsoft.com/office/powerpoint/2010/main">
        <mc:Choice Requires="p14">
          <p:contentPart p14:bwMode="auto" r:id="rId72">
            <p14:nvContentPartPr>
              <p14:cNvPr id="1049361" name="Encre 1049360"/>
              <p14:cNvContentPartPr/>
              <p14:nvPr/>
            </p14:nvContentPartPr>
            <p14:xfrm>
              <a:off x="10553946" y="1821196"/>
              <a:ext cx="1732" cy="69606"/>
            </p14:xfrm>
          </p:contentPart>
        </mc:Choice>
        <mc:Fallback xmlns="">
          <p:sp>
            <p:nvSpPr>
              <p:cNvPr id="1049361" name=""/>
              <p:cNvSpPr/>
              <p:nvPr/>
            </p:nvSpPr>
            <p:spPr>
              <a:xfrm>
                <a:off x="10553946" y="1821196"/>
                <a:ext cx="1732" cy="69606"/>
              </a:xfrm>
            </p:spPr>
          </p:sp>
        </mc:Fallback>
      </mc:AlternateContent>
      <mc:AlternateContent xmlns:mc="http://schemas.openxmlformats.org/markup-compatibility/2006" xmlns:p14="http://schemas.microsoft.com/office/powerpoint/2010/main">
        <mc:Choice Requires="p14">
          <p:contentPart p14:bwMode="auto" r:id="rId73">
            <p14:nvContentPartPr>
              <p14:cNvPr id="1049362" name="Encre 1049361"/>
              <p14:cNvContentPartPr/>
              <p14:nvPr/>
            </p14:nvContentPartPr>
            <p14:xfrm>
              <a:off x="10622588" y="1906571"/>
              <a:ext cx="163060" cy="131173"/>
            </p14:xfrm>
          </p:contentPart>
        </mc:Choice>
        <mc:Fallback xmlns="">
          <p:sp>
            <p:nvSpPr>
              <p:cNvPr id="1049362" name=""/>
              <p:cNvSpPr/>
              <p:nvPr/>
            </p:nvSpPr>
            <p:spPr>
              <a:xfrm>
                <a:off x="10622588" y="1906571"/>
                <a:ext cx="163060" cy="131173"/>
              </a:xfrm>
            </p:spPr>
          </p:sp>
        </mc:Fallback>
      </mc:AlternateContent>
      <mc:AlternateContent xmlns:mc="http://schemas.openxmlformats.org/markup-compatibility/2006" xmlns:p14="http://schemas.microsoft.com/office/powerpoint/2010/main">
        <mc:Choice Requires="p14">
          <p:contentPart p14:bwMode="auto" r:id="rId74">
            <p14:nvContentPartPr>
              <p14:cNvPr id="1049363" name="Encre 1049362"/>
              <p14:cNvContentPartPr/>
              <p14:nvPr/>
            </p14:nvContentPartPr>
            <p14:xfrm>
              <a:off x="10774397" y="1703873"/>
              <a:ext cx="31856" cy="343834"/>
            </p14:xfrm>
          </p:contentPart>
        </mc:Choice>
        <mc:Fallback xmlns="">
          <p:sp>
            <p:nvSpPr>
              <p:cNvPr id="1049363" name=""/>
              <p:cNvSpPr/>
              <p:nvPr/>
            </p:nvSpPr>
            <p:spPr>
              <a:xfrm>
                <a:off x="10774397" y="1703873"/>
                <a:ext cx="31856" cy="343834"/>
              </a:xfrm>
            </p:spPr>
          </p:sp>
        </mc:Fallback>
      </mc:AlternateContent>
      <mc:AlternateContent xmlns:mc="http://schemas.openxmlformats.org/markup-compatibility/2006" xmlns:p14="http://schemas.microsoft.com/office/powerpoint/2010/main">
        <mc:Choice Requires="p14">
          <p:contentPart p14:bwMode="auto" r:id="rId75">
            <p14:nvContentPartPr>
              <p14:cNvPr id="1049364" name="Encre 1049363"/>
              <p14:cNvContentPartPr/>
              <p14:nvPr/>
            </p14:nvContentPartPr>
            <p14:xfrm>
              <a:off x="10983288" y="1966430"/>
              <a:ext cx="0" cy="34840"/>
            </p14:xfrm>
          </p:contentPart>
        </mc:Choice>
        <mc:Fallback xmlns="">
          <p:sp>
            <p:nvSpPr>
              <p:cNvPr id="1049364" name=""/>
              <p:cNvSpPr/>
              <p:nvPr/>
            </p:nvSpPr>
            <p:spPr>
              <a:xfrm>
                <a:off x="10983288" y="1966430"/>
                <a:ext cx="0" cy="34840"/>
              </a:xfrm>
            </p:spPr>
          </p:sp>
        </mc:Fallback>
      </mc:AlternateContent>
      <mc:AlternateContent xmlns:mc="http://schemas.openxmlformats.org/markup-compatibility/2006" xmlns:p14="http://schemas.microsoft.com/office/powerpoint/2010/main">
        <mc:Choice Requires="p14">
          <p:contentPart p14:bwMode="auto" r:id="rId76">
            <p14:nvContentPartPr>
              <p14:cNvPr id="1049365" name="Encre 1049364"/>
              <p14:cNvContentPartPr/>
              <p14:nvPr/>
            </p14:nvContentPartPr>
            <p14:xfrm>
              <a:off x="6933470" y="3714119"/>
              <a:ext cx="1285912" cy="640627"/>
            </p14:xfrm>
          </p:contentPart>
        </mc:Choice>
        <mc:Fallback xmlns="">
          <p:sp>
            <p:nvSpPr>
              <p:cNvPr id="1049365" name=""/>
              <p:cNvSpPr/>
              <p:nvPr/>
            </p:nvSpPr>
            <p:spPr>
              <a:xfrm>
                <a:off x="6933470" y="3714119"/>
                <a:ext cx="1285912" cy="640627"/>
              </a:xfrm>
            </p:spPr>
          </p:sp>
        </mc:Fallback>
      </mc:AlternateContent>
      <mc:AlternateContent xmlns:mc="http://schemas.openxmlformats.org/markup-compatibility/2006" xmlns:p14="http://schemas.microsoft.com/office/powerpoint/2010/main">
        <mc:Choice Requires="p14">
          <p:contentPart p14:bwMode="auto" r:id="rId77">
            <p14:nvContentPartPr>
              <p14:cNvPr id="1049366" name="Encre 1049365"/>
              <p14:cNvContentPartPr/>
              <p14:nvPr/>
            </p14:nvContentPartPr>
            <p14:xfrm>
              <a:off x="5714708" y="5141918"/>
              <a:ext cx="1234522" cy="61997"/>
            </p14:xfrm>
          </p:contentPart>
        </mc:Choice>
        <mc:Fallback xmlns="">
          <p:sp>
            <p:nvSpPr>
              <p:cNvPr id="1049366" name=""/>
              <p:cNvSpPr/>
              <p:nvPr/>
            </p:nvSpPr>
            <p:spPr>
              <a:xfrm>
                <a:off x="5714708" y="5141918"/>
                <a:ext cx="1234522" cy="61997"/>
              </a:xfrm>
            </p:spPr>
          </p:sp>
        </mc:Fallback>
      </mc:AlternateContent>
      <mc:AlternateContent xmlns:mc="http://schemas.openxmlformats.org/markup-compatibility/2006" xmlns:p14="http://schemas.microsoft.com/office/powerpoint/2010/main">
        <mc:Choice Requires="p14">
          <p:contentPart p14:bwMode="auto" r:id="rId78">
            <p14:nvContentPartPr>
              <p14:cNvPr id="1049367" name="Encre 1049366"/>
              <p14:cNvContentPartPr/>
              <p14:nvPr/>
            </p14:nvContentPartPr>
            <p14:xfrm>
              <a:off x="11708552" y="3705480"/>
              <a:ext cx="154024" cy="154599"/>
            </p14:xfrm>
          </p:contentPart>
        </mc:Choice>
        <mc:Fallback xmlns="">
          <p:sp>
            <p:nvSpPr>
              <p:cNvPr id="1049367" name=""/>
              <p:cNvSpPr/>
              <p:nvPr/>
            </p:nvSpPr>
            <p:spPr>
              <a:xfrm>
                <a:off x="11708552" y="3705480"/>
                <a:ext cx="154024" cy="154599"/>
              </a:xfrm>
            </p:spPr>
          </p:sp>
        </mc:Fallback>
      </mc:AlternateContent>
      <mc:AlternateContent xmlns:mc="http://schemas.openxmlformats.org/markup-compatibility/2006" xmlns:p14="http://schemas.microsoft.com/office/powerpoint/2010/main">
        <mc:Choice Requires="p14">
          <p:contentPart p14:bwMode="auto" r:id="rId79">
            <p14:nvContentPartPr>
              <p14:cNvPr id="1049368" name="Encre 1049367"/>
              <p14:cNvContentPartPr/>
              <p14:nvPr/>
            </p14:nvContentPartPr>
            <p14:xfrm>
              <a:off x="8542542" y="3518101"/>
              <a:ext cx="2092565" cy="1143633"/>
            </p14:xfrm>
          </p:contentPart>
        </mc:Choice>
        <mc:Fallback xmlns="">
          <p:sp>
            <p:nvSpPr>
              <p:cNvPr id="1049368" name=""/>
              <p:cNvSpPr/>
              <p:nvPr/>
            </p:nvSpPr>
            <p:spPr>
              <a:xfrm>
                <a:off x="8542542" y="3518101"/>
                <a:ext cx="2092565" cy="1143633"/>
              </a:xfrm>
            </p:spPr>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Rectangle 3"/>
          <p:cNvSpPr>
            <a:spLocks noRot="1" noChangeAspect="1" noMove="1" noResize="1" noEditPoints="1" noAdjustHandles="1" noChangeArrowheads="1" noChangeShapeType="1" noTextEdit="1"/>
          </p:cNvSpPr>
          <p:nvPr/>
        </p:nvSpPr>
        <p:spPr>
          <a:xfrm>
            <a:off x="536619" y="340045"/>
            <a:ext cx="11131640" cy="707886"/>
          </a:xfrm>
          <a:prstGeom prst="rect">
            <a:avLst/>
          </a:prstGeom>
          <a:blipFill rotWithShape="0">
            <a:blip r:embed="rId2"/>
            <a:stretch>
              <a:fillRect l="-493" t="-4310" r="-602" b="-13793"/>
            </a:stretch>
          </a:blipFill>
        </p:spPr>
        <p:txBody>
          <a:bodyPr/>
          <a:lstStyle/>
          <a:p>
            <a:r>
              <a:rPr lang="fr-MA">
                <a:noFill/>
              </a:rPr>
              <a:t> </a:t>
            </a:r>
          </a:p>
        </p:txBody>
      </p:sp>
      <p:sp>
        <p:nvSpPr>
          <p:cNvPr id="1048688" name="Rectangle 4"/>
          <p:cNvSpPr>
            <a:spLocks noRot="1" noChangeAspect="1" noMove="1" noResize="1" noEditPoints="1" noAdjustHandles="1" noChangeArrowheads="1" noChangeShapeType="1" noTextEdit="1"/>
          </p:cNvSpPr>
          <p:nvPr/>
        </p:nvSpPr>
        <p:spPr>
          <a:xfrm>
            <a:off x="691167" y="1247902"/>
            <a:ext cx="10977092" cy="1446550"/>
          </a:xfrm>
          <a:prstGeom prst="rect">
            <a:avLst/>
          </a:prstGeom>
          <a:blipFill rotWithShape="0">
            <a:blip r:embed="rId3"/>
            <a:stretch>
              <a:fillRect l="-555" t="-2110" b="-11392"/>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4">
            <p14:nvContentPartPr>
              <p14:cNvPr id="1049369" name="Encre 1049368"/>
              <p14:cNvContentPartPr/>
              <p14:nvPr/>
            </p14:nvContentPartPr>
            <p14:xfrm>
              <a:off x="8518962" y="336924"/>
              <a:ext cx="425068" cy="558408"/>
            </p14:xfrm>
          </p:contentPart>
        </mc:Choice>
        <mc:Fallback xmlns="">
          <p:sp>
            <p:nvSpPr>
              <p:cNvPr id="1049369" name=""/>
              <p:cNvSpPr/>
              <p:nvPr/>
            </p:nvSpPr>
            <p:spPr>
              <a:xfrm>
                <a:off x="8518962" y="336924"/>
                <a:ext cx="425068" cy="558408"/>
              </a:xfrm>
            </p:spPr>
          </p:sp>
        </mc:Fallback>
      </mc:AlternateContent>
      <mc:AlternateContent xmlns:mc="http://schemas.openxmlformats.org/markup-compatibility/2006" xmlns:p14="http://schemas.microsoft.com/office/powerpoint/2010/main">
        <mc:Choice Requires="p14">
          <p:contentPart p14:bwMode="auto" r:id="rId5">
            <p14:nvContentPartPr>
              <p14:cNvPr id="1049370" name="Encre 1049369"/>
              <p14:cNvContentPartPr/>
              <p14:nvPr/>
            </p14:nvContentPartPr>
            <p14:xfrm>
              <a:off x="8839752" y="392511"/>
              <a:ext cx="17013" cy="29230"/>
            </p14:xfrm>
          </p:contentPart>
        </mc:Choice>
        <mc:Fallback xmlns="">
          <p:sp>
            <p:nvSpPr>
              <p:cNvPr id="1049370" name=""/>
              <p:cNvSpPr/>
              <p:nvPr/>
            </p:nvSpPr>
            <p:spPr>
              <a:xfrm>
                <a:off x="8839752" y="392511"/>
                <a:ext cx="17013" cy="29230"/>
              </a:xfrm>
            </p:spPr>
          </p:sp>
        </mc:Fallback>
      </mc:AlternateContent>
      <mc:AlternateContent xmlns:mc="http://schemas.openxmlformats.org/markup-compatibility/2006" xmlns:p14="http://schemas.microsoft.com/office/powerpoint/2010/main">
        <mc:Choice Requires="p14">
          <p:contentPart p14:bwMode="auto" r:id="rId6">
            <p14:nvContentPartPr>
              <p14:cNvPr id="1049371" name="Encre 1049370"/>
              <p14:cNvContentPartPr/>
              <p14:nvPr/>
            </p14:nvContentPartPr>
            <p14:xfrm>
              <a:off x="1390758" y="1993868"/>
              <a:ext cx="1229832" cy="31271"/>
            </p14:xfrm>
          </p:contentPart>
        </mc:Choice>
        <mc:Fallback xmlns="">
          <p:sp>
            <p:nvSpPr>
              <p:cNvPr id="1049371" name=""/>
              <p:cNvSpPr/>
              <p:nvPr/>
            </p:nvSpPr>
            <p:spPr>
              <a:xfrm>
                <a:off x="1390758" y="1993868"/>
                <a:ext cx="1229832" cy="31271"/>
              </a:xfrm>
            </p:spPr>
          </p:sp>
        </mc:Fallback>
      </mc:AlternateContent>
      <mc:AlternateContent xmlns:mc="http://schemas.openxmlformats.org/markup-compatibility/2006" xmlns:p14="http://schemas.microsoft.com/office/powerpoint/2010/main">
        <mc:Choice Requires="p14">
          <p:contentPart p14:bwMode="auto" r:id="rId7">
            <p14:nvContentPartPr>
              <p14:cNvPr id="1049372" name="Encre 1049371"/>
              <p14:cNvContentPartPr/>
              <p14:nvPr/>
            </p14:nvContentPartPr>
            <p14:xfrm>
              <a:off x="2805634" y="1906626"/>
              <a:ext cx="19325" cy="32129"/>
            </p14:xfrm>
          </p:contentPart>
        </mc:Choice>
        <mc:Fallback xmlns="">
          <p:sp>
            <p:nvSpPr>
              <p:cNvPr id="1049372" name=""/>
              <p:cNvSpPr/>
              <p:nvPr/>
            </p:nvSpPr>
            <p:spPr>
              <a:xfrm>
                <a:off x="2805634" y="1906626"/>
                <a:ext cx="19325" cy="32129"/>
              </a:xfrm>
            </p:spPr>
          </p:sp>
        </mc:Fallback>
      </mc:AlternateContent>
      <mc:AlternateContent xmlns:mc="http://schemas.openxmlformats.org/markup-compatibility/2006" xmlns:p14="http://schemas.microsoft.com/office/powerpoint/2010/main">
        <mc:Choice Requires="p14">
          <p:contentPart p14:bwMode="auto" r:id="rId8">
            <p14:nvContentPartPr>
              <p14:cNvPr id="1049373" name="Encre 1049372"/>
              <p14:cNvContentPartPr/>
              <p14:nvPr/>
            </p14:nvContentPartPr>
            <p14:xfrm>
              <a:off x="2838836" y="1973053"/>
              <a:ext cx="12427" cy="31978"/>
            </p14:xfrm>
          </p:contentPart>
        </mc:Choice>
        <mc:Fallback xmlns="">
          <p:sp>
            <p:nvSpPr>
              <p:cNvPr id="1049373" name=""/>
              <p:cNvSpPr/>
              <p:nvPr/>
            </p:nvSpPr>
            <p:spPr>
              <a:xfrm>
                <a:off x="2838836" y="1973053"/>
                <a:ext cx="12427" cy="31978"/>
              </a:xfrm>
            </p:spPr>
          </p:sp>
        </mc:Fallback>
      </mc:AlternateContent>
      <mc:AlternateContent xmlns:mc="http://schemas.openxmlformats.org/markup-compatibility/2006" xmlns:p14="http://schemas.microsoft.com/office/powerpoint/2010/main">
        <mc:Choice Requires="p14">
          <p:contentPart p14:bwMode="auto" r:id="rId9">
            <p14:nvContentPartPr>
              <p14:cNvPr id="1049374" name="Encre 1049373"/>
              <p14:cNvContentPartPr/>
              <p14:nvPr/>
            </p14:nvContentPartPr>
            <p14:xfrm>
              <a:off x="9238589" y="1586832"/>
              <a:ext cx="1172310" cy="182425"/>
            </p14:xfrm>
          </p:contentPart>
        </mc:Choice>
        <mc:Fallback xmlns="">
          <p:sp>
            <p:nvSpPr>
              <p:cNvPr id="1049374" name=""/>
              <p:cNvSpPr/>
              <p:nvPr/>
            </p:nvSpPr>
            <p:spPr>
              <a:xfrm>
                <a:off x="9238589" y="1586832"/>
                <a:ext cx="1172310" cy="182425"/>
              </a:xfrm>
            </p:spPr>
          </p:sp>
        </mc:Fallback>
      </mc:AlternateContent>
      <mc:AlternateContent xmlns:mc="http://schemas.openxmlformats.org/markup-compatibility/2006" xmlns:p14="http://schemas.microsoft.com/office/powerpoint/2010/main">
        <mc:Choice Requires="p14">
          <p:contentPart p14:bwMode="auto" r:id="rId10">
            <p14:nvContentPartPr>
              <p14:cNvPr id="1049375" name="Encre 1049374"/>
              <p14:cNvContentPartPr/>
              <p14:nvPr/>
            </p14:nvContentPartPr>
            <p14:xfrm>
              <a:off x="10860499" y="1455273"/>
              <a:ext cx="175433" cy="238134"/>
            </p14:xfrm>
          </p:contentPart>
        </mc:Choice>
        <mc:Fallback xmlns="">
          <p:sp>
            <p:nvSpPr>
              <p:cNvPr id="1049375" name=""/>
              <p:cNvSpPr/>
              <p:nvPr/>
            </p:nvSpPr>
            <p:spPr>
              <a:xfrm>
                <a:off x="10860499" y="1455273"/>
                <a:ext cx="175433" cy="238134"/>
              </a:xfrm>
            </p:spPr>
          </p:sp>
        </mc:Fallback>
      </mc:AlternateContent>
      <mc:AlternateContent xmlns:mc="http://schemas.openxmlformats.org/markup-compatibility/2006" xmlns:p14="http://schemas.microsoft.com/office/powerpoint/2010/main">
        <mc:Choice Requires="p14">
          <p:contentPart p14:bwMode="auto" r:id="rId11">
            <p14:nvContentPartPr>
              <p14:cNvPr id="1049376" name="Encre 1049375"/>
              <p14:cNvContentPartPr/>
              <p14:nvPr/>
            </p14:nvContentPartPr>
            <p14:xfrm>
              <a:off x="10663884" y="1324467"/>
              <a:ext cx="169702" cy="340932"/>
            </p14:xfrm>
          </p:contentPart>
        </mc:Choice>
        <mc:Fallback xmlns="">
          <p:sp>
            <p:nvSpPr>
              <p:cNvPr id="1049376" name=""/>
              <p:cNvSpPr/>
              <p:nvPr/>
            </p:nvSpPr>
            <p:spPr>
              <a:xfrm>
                <a:off x="10663884" y="1324467"/>
                <a:ext cx="169702" cy="340932"/>
              </a:xfrm>
            </p:spPr>
          </p:sp>
        </mc:Fallback>
      </mc:AlternateContent>
      <mc:AlternateContent xmlns:mc="http://schemas.openxmlformats.org/markup-compatibility/2006" xmlns:p14="http://schemas.microsoft.com/office/powerpoint/2010/main">
        <mc:Choice Requires="p14">
          <p:contentPart p14:bwMode="auto" r:id="rId12">
            <p14:nvContentPartPr>
              <p14:cNvPr id="1049377" name="Encre 1049376"/>
              <p14:cNvContentPartPr/>
              <p14:nvPr/>
            </p14:nvContentPartPr>
            <p14:xfrm>
              <a:off x="10628797" y="1648287"/>
              <a:ext cx="99236" cy="85529"/>
            </p14:xfrm>
          </p:contentPart>
        </mc:Choice>
        <mc:Fallback xmlns="">
          <p:sp>
            <p:nvSpPr>
              <p:cNvPr id="1049377" name=""/>
              <p:cNvSpPr/>
              <p:nvPr/>
            </p:nvSpPr>
            <p:spPr>
              <a:xfrm>
                <a:off x="10628797" y="1648287"/>
                <a:ext cx="99236" cy="85529"/>
              </a:xfrm>
            </p:spPr>
          </p:sp>
        </mc:Fallback>
      </mc:AlternateContent>
      <mc:AlternateContent xmlns:mc="http://schemas.openxmlformats.org/markup-compatibility/2006" xmlns:p14="http://schemas.microsoft.com/office/powerpoint/2010/main">
        <mc:Choice Requires="p14">
          <p:contentPart p14:bwMode="auto" r:id="rId13">
            <p14:nvContentPartPr>
              <p14:cNvPr id="1049378" name="Encre 1049377"/>
              <p14:cNvContentPartPr/>
              <p14:nvPr/>
            </p14:nvContentPartPr>
            <p14:xfrm>
              <a:off x="10233517" y="1327628"/>
              <a:ext cx="131948" cy="236588"/>
            </p14:xfrm>
          </p:contentPart>
        </mc:Choice>
        <mc:Fallback xmlns="">
          <p:sp>
            <p:nvSpPr>
              <p:cNvPr id="1049378" name=""/>
              <p:cNvSpPr/>
              <p:nvPr/>
            </p:nvSpPr>
            <p:spPr>
              <a:xfrm>
                <a:off x="10233517" y="1327628"/>
                <a:ext cx="131948" cy="236588"/>
              </a:xfrm>
            </p:spPr>
          </p:sp>
        </mc:Fallback>
      </mc:AlternateContent>
      <mc:AlternateContent xmlns:mc="http://schemas.openxmlformats.org/markup-compatibility/2006" xmlns:p14="http://schemas.microsoft.com/office/powerpoint/2010/main">
        <mc:Choice Requires="p14">
          <p:contentPart p14:bwMode="auto" r:id="rId14">
            <p14:nvContentPartPr>
              <p14:cNvPr id="1049379" name="Encre 1049378"/>
              <p14:cNvContentPartPr/>
              <p14:nvPr/>
            </p14:nvContentPartPr>
            <p14:xfrm>
              <a:off x="10335701" y="1488615"/>
              <a:ext cx="126756" cy="124175"/>
            </p14:xfrm>
          </p:contentPart>
        </mc:Choice>
        <mc:Fallback xmlns="">
          <p:sp>
            <p:nvSpPr>
              <p:cNvPr id="1049379" name=""/>
              <p:cNvSpPr/>
              <p:nvPr/>
            </p:nvSpPr>
            <p:spPr>
              <a:xfrm>
                <a:off x="10335701" y="1488615"/>
                <a:ext cx="126756" cy="124175"/>
              </a:xfrm>
            </p:spPr>
          </p:sp>
        </mc:Fallback>
      </mc:AlternateContent>
      <mc:AlternateContent xmlns:mc="http://schemas.openxmlformats.org/markup-compatibility/2006" xmlns:p14="http://schemas.microsoft.com/office/powerpoint/2010/main">
        <mc:Choice Requires="p14">
          <p:contentPart p14:bwMode="auto" r:id="rId15">
            <p14:nvContentPartPr>
              <p14:cNvPr id="1049380" name="Encre 1049379"/>
              <p14:cNvContentPartPr/>
              <p14:nvPr/>
            </p14:nvContentPartPr>
            <p14:xfrm>
              <a:off x="10517278" y="1489807"/>
              <a:ext cx="16063" cy="187492"/>
            </p14:xfrm>
          </p:contentPart>
        </mc:Choice>
        <mc:Fallback xmlns="">
          <p:sp>
            <p:nvSpPr>
              <p:cNvPr id="1049380" name=""/>
              <p:cNvSpPr/>
              <p:nvPr/>
            </p:nvSpPr>
            <p:spPr>
              <a:xfrm>
                <a:off x="10517278" y="1489807"/>
                <a:ext cx="16063" cy="187492"/>
              </a:xfrm>
            </p:spPr>
          </p:sp>
        </mc:Fallback>
      </mc:AlternateContent>
      <mc:AlternateContent xmlns:mc="http://schemas.openxmlformats.org/markup-compatibility/2006" xmlns:p14="http://schemas.microsoft.com/office/powerpoint/2010/main">
        <mc:Choice Requires="p14">
          <p:contentPart p14:bwMode="auto" r:id="rId16">
            <p14:nvContentPartPr>
              <p14:cNvPr id="1049381" name="Encre 1049380"/>
              <p14:cNvContentPartPr/>
              <p14:nvPr/>
            </p14:nvContentPartPr>
            <p14:xfrm>
              <a:off x="10563695" y="1517482"/>
              <a:ext cx="71084" cy="146700"/>
            </p14:xfrm>
          </p:contentPart>
        </mc:Choice>
        <mc:Fallback xmlns="">
          <p:sp>
            <p:nvSpPr>
              <p:cNvPr id="1049381" name=""/>
              <p:cNvSpPr/>
              <p:nvPr/>
            </p:nvSpPr>
            <p:spPr>
              <a:xfrm>
                <a:off x="10563695" y="1517482"/>
                <a:ext cx="71084" cy="146700"/>
              </a:xfrm>
            </p:spPr>
          </p:sp>
        </mc:Fallback>
      </mc:AlternateContent>
      <mc:AlternateContent xmlns:mc="http://schemas.openxmlformats.org/markup-compatibility/2006" xmlns:p14="http://schemas.microsoft.com/office/powerpoint/2010/main">
        <mc:Choice Requires="p14">
          <p:contentPart p14:bwMode="auto" r:id="rId17">
            <p14:nvContentPartPr>
              <p14:cNvPr id="1049382" name="Encre 1049381"/>
              <p14:cNvContentPartPr/>
              <p14:nvPr/>
            </p14:nvContentPartPr>
            <p14:xfrm>
              <a:off x="10561789" y="1372485"/>
              <a:ext cx="5614" cy="35077"/>
            </p14:xfrm>
          </p:contentPart>
        </mc:Choice>
        <mc:Fallback xmlns="">
          <p:sp>
            <p:nvSpPr>
              <p:cNvPr id="1049382" name=""/>
              <p:cNvSpPr/>
              <p:nvPr/>
            </p:nvSpPr>
            <p:spPr>
              <a:xfrm>
                <a:off x="10561789" y="1372485"/>
                <a:ext cx="5614" cy="35077"/>
              </a:xfrm>
            </p:spPr>
          </p:sp>
        </mc:Fallback>
      </mc:AlternateContent>
      <mc:AlternateContent xmlns:mc="http://schemas.openxmlformats.org/markup-compatibility/2006" xmlns:p14="http://schemas.microsoft.com/office/powerpoint/2010/main">
        <mc:Choice Requires="p14">
          <p:contentPart p14:bwMode="auto" r:id="rId18">
            <p14:nvContentPartPr>
              <p14:cNvPr id="1049383" name="Encre 1049382"/>
              <p14:cNvContentPartPr/>
              <p14:nvPr/>
            </p14:nvContentPartPr>
            <p14:xfrm>
              <a:off x="11156673" y="1365625"/>
              <a:ext cx="112983" cy="310939"/>
            </p14:xfrm>
          </p:contentPart>
        </mc:Choice>
        <mc:Fallback xmlns="">
          <p:sp>
            <p:nvSpPr>
              <p:cNvPr id="1049383" name=""/>
              <p:cNvSpPr/>
              <p:nvPr/>
            </p:nvSpPr>
            <p:spPr>
              <a:xfrm>
                <a:off x="11156673" y="1365625"/>
                <a:ext cx="112983" cy="310939"/>
              </a:xfrm>
            </p:spPr>
          </p:sp>
        </mc:Fallback>
      </mc:AlternateContent>
      <mc:AlternateContent xmlns:mc="http://schemas.openxmlformats.org/markup-compatibility/2006" xmlns:p14="http://schemas.microsoft.com/office/powerpoint/2010/main">
        <mc:Choice Requires="p14">
          <p:contentPart p14:bwMode="auto" r:id="rId19">
            <p14:nvContentPartPr>
              <p14:cNvPr id="1049384" name="Encre 1049383"/>
              <p14:cNvContentPartPr/>
              <p14:nvPr/>
            </p14:nvContentPartPr>
            <p14:xfrm>
              <a:off x="11092621" y="1641664"/>
              <a:ext cx="81579" cy="103603"/>
            </p14:xfrm>
          </p:contentPart>
        </mc:Choice>
        <mc:Fallback xmlns="">
          <p:sp>
            <p:nvSpPr>
              <p:cNvPr id="1049384" name=""/>
              <p:cNvSpPr/>
              <p:nvPr/>
            </p:nvSpPr>
            <p:spPr>
              <a:xfrm>
                <a:off x="11092621" y="1641664"/>
                <a:ext cx="81579" cy="103603"/>
              </a:xfrm>
            </p:spPr>
          </p:sp>
        </mc:Fallback>
      </mc:AlternateContent>
      <mc:AlternateContent xmlns:mc="http://schemas.openxmlformats.org/markup-compatibility/2006" xmlns:p14="http://schemas.microsoft.com/office/powerpoint/2010/main">
        <mc:Choice Requires="p14">
          <p:contentPart p14:bwMode="auto" r:id="rId20">
            <p14:nvContentPartPr>
              <p14:cNvPr id="1049385" name="Encre 1049384"/>
              <p14:cNvContentPartPr/>
              <p14:nvPr/>
            </p14:nvContentPartPr>
            <p14:xfrm>
              <a:off x="11331050" y="1442709"/>
              <a:ext cx="122190" cy="213132"/>
            </p14:xfrm>
          </p:contentPart>
        </mc:Choice>
        <mc:Fallback xmlns="">
          <p:sp>
            <p:nvSpPr>
              <p:cNvPr id="1049385" name=""/>
              <p:cNvSpPr/>
              <p:nvPr/>
            </p:nvSpPr>
            <p:spPr>
              <a:xfrm>
                <a:off x="11331050" y="1442709"/>
                <a:ext cx="122190" cy="213132"/>
              </a:xfrm>
            </p:spPr>
          </p:sp>
        </mc:Fallback>
      </mc:AlternateContent>
      <mc:AlternateContent xmlns:mc="http://schemas.openxmlformats.org/markup-compatibility/2006" xmlns:p14="http://schemas.microsoft.com/office/powerpoint/2010/main">
        <mc:Choice Requires="p14">
          <p:contentPart p14:bwMode="auto" r:id="rId21">
            <p14:nvContentPartPr>
              <p14:cNvPr id="1049386" name="Encre 1049385"/>
              <p14:cNvContentPartPr/>
              <p14:nvPr/>
            </p14:nvContentPartPr>
            <p14:xfrm>
              <a:off x="11416128" y="1580772"/>
              <a:ext cx="153778" cy="125973"/>
            </p14:xfrm>
          </p:contentPart>
        </mc:Choice>
        <mc:Fallback xmlns="">
          <p:sp>
            <p:nvSpPr>
              <p:cNvPr id="1049386" name=""/>
              <p:cNvSpPr/>
              <p:nvPr/>
            </p:nvSpPr>
            <p:spPr>
              <a:xfrm>
                <a:off x="11416128" y="1580772"/>
                <a:ext cx="153778" cy="125973"/>
              </a:xfrm>
            </p:spPr>
          </p:sp>
        </mc:Fallback>
      </mc:AlternateContent>
      <mc:AlternateContent xmlns:mc="http://schemas.openxmlformats.org/markup-compatibility/2006" xmlns:p14="http://schemas.microsoft.com/office/powerpoint/2010/main">
        <mc:Choice Requires="p14">
          <p:contentPart p14:bwMode="auto" r:id="rId22">
            <p14:nvContentPartPr>
              <p14:cNvPr id="1049387" name="Encre 1049386"/>
              <p14:cNvContentPartPr/>
              <p14:nvPr/>
            </p14:nvContentPartPr>
            <p14:xfrm>
              <a:off x="11626911" y="1613989"/>
              <a:ext cx="68422" cy="96804"/>
            </p14:xfrm>
          </p:contentPart>
        </mc:Choice>
        <mc:Fallback xmlns="">
          <p:sp>
            <p:nvSpPr>
              <p:cNvPr id="1049387" name=""/>
              <p:cNvSpPr/>
              <p:nvPr/>
            </p:nvSpPr>
            <p:spPr>
              <a:xfrm>
                <a:off x="11626911" y="1613989"/>
                <a:ext cx="68422" cy="96804"/>
              </a:xfrm>
            </p:spPr>
          </p:sp>
        </mc:Fallback>
      </mc:AlternateContent>
      <mc:AlternateContent xmlns:mc="http://schemas.openxmlformats.org/markup-compatibility/2006" xmlns:p14="http://schemas.microsoft.com/office/powerpoint/2010/main">
        <mc:Choice Requires="p14">
          <p:contentPart p14:bwMode="auto" r:id="rId23">
            <p14:nvContentPartPr>
              <p14:cNvPr id="1049388" name="Encre 1049387"/>
              <p14:cNvContentPartPr/>
              <p14:nvPr/>
            </p14:nvContentPartPr>
            <p14:xfrm>
              <a:off x="11717133" y="1579691"/>
              <a:ext cx="77320" cy="141780"/>
            </p14:xfrm>
          </p:contentPart>
        </mc:Choice>
        <mc:Fallback xmlns="">
          <p:sp>
            <p:nvSpPr>
              <p:cNvPr id="1049388" name=""/>
              <p:cNvSpPr/>
              <p:nvPr/>
            </p:nvSpPr>
            <p:spPr>
              <a:xfrm>
                <a:off x="11717133" y="1579691"/>
                <a:ext cx="77320" cy="141780"/>
              </a:xfrm>
            </p:spPr>
          </p:sp>
        </mc:Fallback>
      </mc:AlternateContent>
      <mc:AlternateContent xmlns:mc="http://schemas.openxmlformats.org/markup-compatibility/2006" xmlns:p14="http://schemas.microsoft.com/office/powerpoint/2010/main">
        <mc:Choice Requires="p14">
          <p:contentPart p14:bwMode="auto" r:id="rId24">
            <p14:nvContentPartPr>
              <p14:cNvPr id="1049389" name="Encre 1049388"/>
              <p14:cNvContentPartPr/>
              <p14:nvPr/>
            </p14:nvContentPartPr>
            <p14:xfrm>
              <a:off x="11733059" y="1607130"/>
              <a:ext cx="39449" cy="97115"/>
            </p14:xfrm>
          </p:contentPart>
        </mc:Choice>
        <mc:Fallback xmlns="">
          <p:sp>
            <p:nvSpPr>
              <p:cNvPr id="1049389" name=""/>
              <p:cNvSpPr/>
              <p:nvPr/>
            </p:nvSpPr>
            <p:spPr>
              <a:xfrm>
                <a:off x="11733059" y="1607130"/>
                <a:ext cx="39449" cy="97115"/>
              </a:xfrm>
            </p:spPr>
          </p:sp>
        </mc:Fallback>
      </mc:AlternateContent>
      <mc:AlternateContent xmlns:mc="http://schemas.openxmlformats.org/markup-compatibility/2006" xmlns:p14="http://schemas.microsoft.com/office/powerpoint/2010/main">
        <mc:Choice Requires="p14">
          <p:contentPart p14:bwMode="auto" r:id="rId25">
            <p14:nvContentPartPr>
              <p14:cNvPr id="1049390" name="Encre 1049389"/>
              <p14:cNvContentPartPr/>
              <p14:nvPr/>
            </p14:nvContentPartPr>
            <p14:xfrm>
              <a:off x="10724253" y="1889149"/>
              <a:ext cx="200351" cy="219923"/>
            </p14:xfrm>
          </p:contentPart>
        </mc:Choice>
        <mc:Fallback xmlns="">
          <p:sp>
            <p:nvSpPr>
              <p:cNvPr id="1049390" name=""/>
              <p:cNvSpPr/>
              <p:nvPr/>
            </p:nvSpPr>
            <p:spPr>
              <a:xfrm>
                <a:off x="10724253" y="1889149"/>
                <a:ext cx="200351" cy="219923"/>
              </a:xfrm>
            </p:spPr>
          </p:sp>
        </mc:Fallback>
      </mc:AlternateContent>
      <mc:AlternateContent xmlns:mc="http://schemas.openxmlformats.org/markup-compatibility/2006" xmlns:p14="http://schemas.microsoft.com/office/powerpoint/2010/main">
        <mc:Choice Requires="p14">
          <p:contentPart p14:bwMode="auto" r:id="rId26">
            <p14:nvContentPartPr>
              <p14:cNvPr id="1049391" name="Encre 1049390"/>
              <p14:cNvContentPartPr/>
              <p14:nvPr/>
            </p14:nvContentPartPr>
            <p14:xfrm>
              <a:off x="10926240" y="1867782"/>
              <a:ext cx="571753" cy="171383"/>
            </p14:xfrm>
          </p:contentPart>
        </mc:Choice>
        <mc:Fallback xmlns="">
          <p:sp>
            <p:nvSpPr>
              <p:cNvPr id="1049391" name=""/>
              <p:cNvSpPr/>
              <p:nvPr/>
            </p:nvSpPr>
            <p:spPr>
              <a:xfrm>
                <a:off x="10926240" y="1867782"/>
                <a:ext cx="571753" cy="171383"/>
              </a:xfrm>
            </p:spPr>
          </p:sp>
        </mc:Fallback>
      </mc:AlternateContent>
      <mc:AlternateContent xmlns:mc="http://schemas.openxmlformats.org/markup-compatibility/2006" xmlns:p14="http://schemas.microsoft.com/office/powerpoint/2010/main">
        <mc:Choice Requires="p14">
          <p:contentPart p14:bwMode="auto" r:id="rId27">
            <p14:nvContentPartPr>
              <p14:cNvPr id="1049392" name="Encre 1049391"/>
              <p14:cNvContentPartPr/>
              <p14:nvPr/>
            </p14:nvContentPartPr>
            <p14:xfrm>
              <a:off x="11476584" y="1862590"/>
              <a:ext cx="58834" cy="169234"/>
            </p14:xfrm>
          </p:contentPart>
        </mc:Choice>
        <mc:Fallback xmlns="">
          <p:sp>
            <p:nvSpPr>
              <p:cNvPr id="1049392" name=""/>
              <p:cNvSpPr/>
              <p:nvPr/>
            </p:nvSpPr>
            <p:spPr>
              <a:xfrm>
                <a:off x="11476584" y="1862590"/>
                <a:ext cx="58834" cy="169234"/>
              </a:xfrm>
            </p:spPr>
          </p:sp>
        </mc:Fallback>
      </mc:AlternateContent>
      <mc:AlternateContent xmlns:mc="http://schemas.openxmlformats.org/markup-compatibility/2006" xmlns:p14="http://schemas.microsoft.com/office/powerpoint/2010/main">
        <mc:Choice Requires="p14">
          <p:contentPart p14:bwMode="auto" r:id="rId28">
            <p14:nvContentPartPr>
              <p14:cNvPr id="1049393" name="Encre 1049392"/>
              <p14:cNvContentPartPr/>
              <p14:nvPr/>
            </p14:nvContentPartPr>
            <p14:xfrm>
              <a:off x="11089821" y="1853163"/>
              <a:ext cx="94701" cy="99547"/>
            </p14:xfrm>
          </p:contentPart>
        </mc:Choice>
        <mc:Fallback xmlns="">
          <p:sp>
            <p:nvSpPr>
              <p:cNvPr id="1049393" name=""/>
              <p:cNvSpPr/>
              <p:nvPr/>
            </p:nvSpPr>
            <p:spPr>
              <a:xfrm>
                <a:off x="11089821" y="1853163"/>
                <a:ext cx="94701" cy="99547"/>
              </a:xfrm>
            </p:spPr>
          </p:sp>
        </mc:Fallback>
      </mc:AlternateContent>
      <mc:AlternateContent xmlns:mc="http://schemas.openxmlformats.org/markup-compatibility/2006" xmlns:p14="http://schemas.microsoft.com/office/powerpoint/2010/main">
        <mc:Choice Requires="p14">
          <p:contentPart p14:bwMode="auto" r:id="rId29">
            <p14:nvContentPartPr>
              <p14:cNvPr id="1049394" name="Encre 1049393"/>
              <p14:cNvContentPartPr/>
              <p14:nvPr/>
            </p14:nvContentPartPr>
            <p14:xfrm>
              <a:off x="10853056" y="2157779"/>
              <a:ext cx="453168" cy="304085"/>
            </p14:xfrm>
          </p:contentPart>
        </mc:Choice>
        <mc:Fallback xmlns="">
          <p:sp>
            <p:nvSpPr>
              <p:cNvPr id="1049394" name=""/>
              <p:cNvSpPr/>
              <p:nvPr/>
            </p:nvSpPr>
            <p:spPr>
              <a:xfrm>
                <a:off x="10853056" y="2157779"/>
                <a:ext cx="453168" cy="304085"/>
              </a:xfrm>
            </p:spPr>
          </p:sp>
        </mc:Fallback>
      </mc:AlternateContent>
      <mc:AlternateContent xmlns:mc="http://schemas.openxmlformats.org/markup-compatibility/2006" xmlns:p14="http://schemas.microsoft.com/office/powerpoint/2010/main">
        <mc:Choice Requires="p14">
          <p:contentPart p14:bwMode="auto" r:id="rId30">
            <p14:nvContentPartPr>
              <p14:cNvPr id="1049395" name="Encre 1049394"/>
              <p14:cNvContentPartPr/>
              <p14:nvPr/>
            </p14:nvContentPartPr>
            <p14:xfrm>
              <a:off x="11208261" y="2170798"/>
              <a:ext cx="15980" cy="36900"/>
            </p14:xfrm>
          </p:contentPart>
        </mc:Choice>
        <mc:Fallback xmlns="">
          <p:sp>
            <p:nvSpPr>
              <p:cNvPr id="1049395" name=""/>
              <p:cNvSpPr/>
              <p:nvPr/>
            </p:nvSpPr>
            <p:spPr>
              <a:xfrm>
                <a:off x="11208261" y="2170798"/>
                <a:ext cx="15980" cy="36900"/>
              </a:xfrm>
            </p:spPr>
          </p:sp>
        </mc:Fallback>
      </mc:AlternateContent>
      <mc:AlternateContent xmlns:mc="http://schemas.openxmlformats.org/markup-compatibility/2006" xmlns:p14="http://schemas.microsoft.com/office/powerpoint/2010/main">
        <mc:Choice Requires="p14">
          <p:contentPart p14:bwMode="auto" r:id="rId31">
            <p14:nvContentPartPr>
              <p14:cNvPr id="1049396" name="Encre 1049395"/>
              <p14:cNvContentPartPr/>
              <p14:nvPr/>
            </p14:nvContentPartPr>
            <p14:xfrm>
              <a:off x="11004333" y="2192323"/>
              <a:ext cx="25632" cy="32860"/>
            </p14:xfrm>
          </p:contentPart>
        </mc:Choice>
        <mc:Fallback xmlns="">
          <p:sp>
            <p:nvSpPr>
              <p:cNvPr id="1049396" name=""/>
              <p:cNvSpPr/>
              <p:nvPr/>
            </p:nvSpPr>
            <p:spPr>
              <a:xfrm>
                <a:off x="11004333" y="2192323"/>
                <a:ext cx="25632" cy="32860"/>
              </a:xfrm>
            </p:spPr>
          </p:sp>
        </mc:Fallback>
      </mc:AlternateContent>
      <mc:AlternateContent xmlns:mc="http://schemas.openxmlformats.org/markup-compatibility/2006" xmlns:p14="http://schemas.microsoft.com/office/powerpoint/2010/main">
        <mc:Choice Requires="p14">
          <p:contentPart p14:bwMode="auto" r:id="rId32">
            <p14:nvContentPartPr>
              <p14:cNvPr id="1049397" name="Encre 1049396"/>
              <p14:cNvContentPartPr/>
              <p14:nvPr/>
            </p14:nvContentPartPr>
            <p14:xfrm>
              <a:off x="1462083" y="2711758"/>
              <a:ext cx="1349591" cy="25845"/>
            </p14:xfrm>
          </p:contentPart>
        </mc:Choice>
        <mc:Fallback xmlns="">
          <p:sp>
            <p:nvSpPr>
              <p:cNvPr id="1049397" name=""/>
              <p:cNvSpPr/>
              <p:nvPr/>
            </p:nvSpPr>
            <p:spPr>
              <a:xfrm>
                <a:off x="1462083" y="2711758"/>
                <a:ext cx="1349591" cy="25845"/>
              </a:xfrm>
            </p:spPr>
          </p:sp>
        </mc:Fallback>
      </mc:AlternateContent>
      <mc:AlternateContent xmlns:mc="http://schemas.openxmlformats.org/markup-compatibility/2006" xmlns:p14="http://schemas.microsoft.com/office/powerpoint/2010/main">
        <mc:Choice Requires="p14">
          <p:contentPart p14:bwMode="auto" r:id="rId33">
            <p14:nvContentPartPr>
              <p14:cNvPr id="1049398" name="Encre 1049397"/>
              <p14:cNvContentPartPr/>
              <p14:nvPr/>
            </p14:nvContentPartPr>
            <p14:xfrm>
              <a:off x="6600725" y="2684084"/>
              <a:ext cx="1692617" cy="24227"/>
            </p14:xfrm>
          </p:contentPart>
        </mc:Choice>
        <mc:Fallback xmlns="">
          <p:sp>
            <p:nvSpPr>
              <p:cNvPr id="1049398" name=""/>
              <p:cNvSpPr/>
              <p:nvPr/>
            </p:nvSpPr>
            <p:spPr>
              <a:xfrm>
                <a:off x="6600725" y="2684084"/>
                <a:ext cx="1692617" cy="24227"/>
              </a:xfrm>
            </p:spPr>
          </p:sp>
        </mc:Fallback>
      </mc:AlternateContent>
      <mc:AlternateContent xmlns:mc="http://schemas.openxmlformats.org/markup-compatibility/2006" xmlns:p14="http://schemas.microsoft.com/office/powerpoint/2010/main">
        <mc:Choice Requires="p14">
          <p:contentPart p14:bwMode="auto" r:id="rId34">
            <p14:nvContentPartPr>
              <p14:cNvPr id="1049399" name="Encre 1049398"/>
              <p14:cNvContentPartPr/>
              <p14:nvPr/>
            </p14:nvContentPartPr>
            <p14:xfrm>
              <a:off x="4556059" y="3036288"/>
              <a:ext cx="156589" cy="245863"/>
            </p14:xfrm>
          </p:contentPart>
        </mc:Choice>
        <mc:Fallback xmlns="">
          <p:sp>
            <p:nvSpPr>
              <p:cNvPr id="1049399" name=""/>
              <p:cNvSpPr/>
              <p:nvPr/>
            </p:nvSpPr>
            <p:spPr>
              <a:xfrm>
                <a:off x="4556059" y="3036288"/>
                <a:ext cx="156589" cy="245863"/>
              </a:xfrm>
            </p:spPr>
          </p:sp>
        </mc:Fallback>
      </mc:AlternateContent>
      <mc:AlternateContent xmlns:mc="http://schemas.openxmlformats.org/markup-compatibility/2006" xmlns:p14="http://schemas.microsoft.com/office/powerpoint/2010/main">
        <mc:Choice Requires="p14">
          <p:contentPart p14:bwMode="auto" r:id="rId35">
            <p14:nvContentPartPr>
              <p14:cNvPr id="1049400" name="Encre 1049399"/>
              <p14:cNvContentPartPr/>
              <p14:nvPr/>
            </p14:nvContentPartPr>
            <p14:xfrm>
              <a:off x="4315885" y="2887506"/>
              <a:ext cx="159157" cy="356671"/>
            </p14:xfrm>
          </p:contentPart>
        </mc:Choice>
        <mc:Fallback xmlns="">
          <p:sp>
            <p:nvSpPr>
              <p:cNvPr id="1049400" name=""/>
              <p:cNvSpPr/>
              <p:nvPr/>
            </p:nvSpPr>
            <p:spPr>
              <a:xfrm>
                <a:off x="4315885" y="2887506"/>
                <a:ext cx="159157" cy="356671"/>
              </a:xfrm>
            </p:spPr>
          </p:sp>
        </mc:Fallback>
      </mc:AlternateContent>
      <mc:AlternateContent xmlns:mc="http://schemas.openxmlformats.org/markup-compatibility/2006" xmlns:p14="http://schemas.microsoft.com/office/powerpoint/2010/main">
        <mc:Choice Requires="p14">
          <p:contentPart p14:bwMode="auto" r:id="rId36">
            <p14:nvContentPartPr>
              <p14:cNvPr id="1049401" name="Encre 1049400"/>
              <p14:cNvContentPartPr/>
              <p14:nvPr/>
            </p14:nvContentPartPr>
            <p14:xfrm>
              <a:off x="4242500" y="3208724"/>
              <a:ext cx="86005" cy="100877"/>
            </p14:xfrm>
          </p:contentPart>
        </mc:Choice>
        <mc:Fallback xmlns="">
          <p:sp>
            <p:nvSpPr>
              <p:cNvPr id="1049401" name=""/>
              <p:cNvSpPr/>
              <p:nvPr/>
            </p:nvSpPr>
            <p:spPr>
              <a:xfrm>
                <a:off x="4242500" y="3208724"/>
                <a:ext cx="86005" cy="100877"/>
              </a:xfrm>
            </p:spPr>
          </p:sp>
        </mc:Fallback>
      </mc:AlternateContent>
      <mc:AlternateContent xmlns:mc="http://schemas.openxmlformats.org/markup-compatibility/2006" xmlns:p14="http://schemas.microsoft.com/office/powerpoint/2010/main">
        <mc:Choice Requires="p14">
          <p:contentPart p14:bwMode="auto" r:id="rId37">
            <p14:nvContentPartPr>
              <p14:cNvPr id="1049402" name="Encre 1049401"/>
              <p14:cNvContentPartPr/>
              <p14:nvPr/>
            </p14:nvContentPartPr>
            <p14:xfrm>
              <a:off x="3921051" y="3001753"/>
              <a:ext cx="101552" cy="250909"/>
            </p14:xfrm>
          </p:contentPart>
        </mc:Choice>
        <mc:Fallback xmlns="">
          <p:sp>
            <p:nvSpPr>
              <p:cNvPr id="1049402" name=""/>
              <p:cNvSpPr/>
              <p:nvPr/>
            </p:nvSpPr>
            <p:spPr>
              <a:xfrm>
                <a:off x="3921051" y="3001753"/>
                <a:ext cx="101552" cy="250909"/>
              </a:xfrm>
            </p:spPr>
          </p:sp>
        </mc:Fallback>
      </mc:AlternateContent>
      <mc:AlternateContent xmlns:mc="http://schemas.openxmlformats.org/markup-compatibility/2006" xmlns:p14="http://schemas.microsoft.com/office/powerpoint/2010/main">
        <mc:Choice Requires="p14">
          <p:contentPart p14:bwMode="auto" r:id="rId38">
            <p14:nvContentPartPr>
              <p14:cNvPr id="1049403" name="Encre 1049402"/>
              <p14:cNvContentPartPr/>
              <p14:nvPr/>
            </p14:nvContentPartPr>
            <p14:xfrm>
              <a:off x="3962409" y="3250118"/>
              <a:ext cx="222981" cy="212962"/>
            </p14:xfrm>
          </p:contentPart>
        </mc:Choice>
        <mc:Fallback xmlns="">
          <p:sp>
            <p:nvSpPr>
              <p:cNvPr id="1049403" name=""/>
              <p:cNvSpPr/>
              <p:nvPr/>
            </p:nvSpPr>
            <p:spPr>
              <a:xfrm>
                <a:off x="3962409" y="3250118"/>
                <a:ext cx="222981" cy="212962"/>
              </a:xfrm>
            </p:spPr>
          </p:sp>
        </mc:Fallback>
      </mc:AlternateContent>
      <mc:AlternateContent xmlns:mc="http://schemas.openxmlformats.org/markup-compatibility/2006" xmlns:p14="http://schemas.microsoft.com/office/powerpoint/2010/main">
        <mc:Choice Requires="p14">
          <p:contentPart p14:bwMode="auto" r:id="rId39">
            <p14:nvContentPartPr>
              <p14:cNvPr id="1049404" name="Encre 1049403"/>
              <p14:cNvContentPartPr/>
              <p14:nvPr/>
            </p14:nvContentPartPr>
            <p14:xfrm>
              <a:off x="4915634" y="2953263"/>
              <a:ext cx="154823" cy="341599"/>
            </p14:xfrm>
          </p:contentPart>
        </mc:Choice>
        <mc:Fallback xmlns="">
          <p:sp>
            <p:nvSpPr>
              <p:cNvPr id="1049404" name=""/>
              <p:cNvSpPr/>
              <p:nvPr/>
            </p:nvSpPr>
            <p:spPr>
              <a:xfrm>
                <a:off x="4915634" y="2953263"/>
                <a:ext cx="154823" cy="341599"/>
              </a:xfrm>
            </p:spPr>
          </p:sp>
        </mc:Fallback>
      </mc:AlternateContent>
      <mc:AlternateContent xmlns:mc="http://schemas.openxmlformats.org/markup-compatibility/2006" xmlns:p14="http://schemas.microsoft.com/office/powerpoint/2010/main">
        <mc:Choice Requires="p14">
          <p:contentPart p14:bwMode="auto" r:id="rId40">
            <p14:nvContentPartPr>
              <p14:cNvPr id="1049405" name="Encre 1049404"/>
              <p14:cNvContentPartPr/>
              <p14:nvPr/>
            </p14:nvContentPartPr>
            <p14:xfrm>
              <a:off x="5155850" y="3181522"/>
              <a:ext cx="116061" cy="6623"/>
            </p14:xfrm>
          </p:contentPart>
        </mc:Choice>
        <mc:Fallback xmlns="">
          <p:sp>
            <p:nvSpPr>
              <p:cNvPr id="1049405" name=""/>
              <p:cNvSpPr/>
              <p:nvPr/>
            </p:nvSpPr>
            <p:spPr>
              <a:xfrm>
                <a:off x="5155850" y="3181522"/>
                <a:ext cx="116061" cy="6623"/>
              </a:xfrm>
            </p:spPr>
          </p:sp>
        </mc:Fallback>
      </mc:AlternateContent>
      <mc:AlternateContent xmlns:mc="http://schemas.openxmlformats.org/markup-compatibility/2006" xmlns:p14="http://schemas.microsoft.com/office/powerpoint/2010/main">
        <mc:Choice Requires="p14">
          <p:contentPart p14:bwMode="auto" r:id="rId41">
            <p14:nvContentPartPr>
              <p14:cNvPr id="1049406" name="Encre 1049405"/>
              <p14:cNvContentPartPr/>
              <p14:nvPr/>
            </p14:nvContentPartPr>
            <p14:xfrm>
              <a:off x="5221835" y="3105593"/>
              <a:ext cx="16014" cy="140015"/>
            </p14:xfrm>
          </p:contentPart>
        </mc:Choice>
        <mc:Fallback xmlns="">
          <p:sp>
            <p:nvSpPr>
              <p:cNvPr id="1049406" name=""/>
              <p:cNvSpPr/>
              <p:nvPr/>
            </p:nvSpPr>
            <p:spPr>
              <a:xfrm>
                <a:off x="5221835" y="3105593"/>
                <a:ext cx="16014" cy="140015"/>
              </a:xfrm>
            </p:spPr>
          </p:sp>
        </mc:Fallback>
      </mc:AlternateContent>
      <mc:AlternateContent xmlns:mc="http://schemas.openxmlformats.org/markup-compatibility/2006" xmlns:p14="http://schemas.microsoft.com/office/powerpoint/2010/main">
        <mc:Choice Requires="p14">
          <p:contentPart p14:bwMode="auto" r:id="rId42">
            <p14:nvContentPartPr>
              <p14:cNvPr id="1049407" name="Encre 1049406"/>
              <p14:cNvContentPartPr/>
              <p14:nvPr/>
            </p14:nvContentPartPr>
            <p14:xfrm>
              <a:off x="5389633" y="3141310"/>
              <a:ext cx="142233" cy="93855"/>
            </p14:xfrm>
          </p:contentPart>
        </mc:Choice>
        <mc:Fallback xmlns="">
          <p:sp>
            <p:nvSpPr>
              <p:cNvPr id="1049407" name=""/>
              <p:cNvSpPr/>
              <p:nvPr/>
            </p:nvSpPr>
            <p:spPr>
              <a:xfrm>
                <a:off x="5389633" y="3141310"/>
                <a:ext cx="142233" cy="93855"/>
              </a:xfrm>
            </p:spPr>
          </p:sp>
        </mc:Fallback>
      </mc:AlternateContent>
      <mc:AlternateContent xmlns:mc="http://schemas.openxmlformats.org/markup-compatibility/2006" xmlns:p14="http://schemas.microsoft.com/office/powerpoint/2010/main">
        <mc:Choice Requires="p14">
          <p:contentPart p14:bwMode="auto" r:id="rId43">
            <p14:nvContentPartPr>
              <p14:cNvPr id="1049408" name="Encre 1049407"/>
              <p14:cNvContentPartPr/>
              <p14:nvPr/>
            </p14:nvContentPartPr>
            <p14:xfrm>
              <a:off x="5517068" y="3122099"/>
              <a:ext cx="130120" cy="104402"/>
            </p14:xfrm>
          </p:contentPart>
        </mc:Choice>
        <mc:Fallback xmlns="">
          <p:sp>
            <p:nvSpPr>
              <p:cNvPr id="1049408" name=""/>
              <p:cNvSpPr/>
              <p:nvPr/>
            </p:nvSpPr>
            <p:spPr>
              <a:xfrm>
                <a:off x="5517068" y="3122099"/>
                <a:ext cx="130120" cy="104402"/>
              </a:xfrm>
            </p:spPr>
          </p:sp>
        </mc:Fallback>
      </mc:AlternateContent>
      <mc:AlternateContent xmlns:mc="http://schemas.openxmlformats.org/markup-compatibility/2006" xmlns:p14="http://schemas.microsoft.com/office/powerpoint/2010/main">
        <mc:Choice Requires="p14">
          <p:contentPart p14:bwMode="auto" r:id="rId44">
            <p14:nvContentPartPr>
              <p14:cNvPr id="1049409" name="Encre 1049408"/>
              <p14:cNvContentPartPr/>
              <p14:nvPr/>
            </p14:nvContentPartPr>
            <p14:xfrm>
              <a:off x="3820308" y="3470518"/>
              <a:ext cx="1743572" cy="70912"/>
            </p14:xfrm>
          </p:contentPart>
        </mc:Choice>
        <mc:Fallback xmlns="">
          <p:sp>
            <p:nvSpPr>
              <p:cNvPr id="1049409" name=""/>
              <p:cNvSpPr/>
              <p:nvPr/>
            </p:nvSpPr>
            <p:spPr>
              <a:xfrm>
                <a:off x="3820308" y="3470518"/>
                <a:ext cx="1743572" cy="70912"/>
              </a:xfrm>
            </p:spPr>
          </p:sp>
        </mc:Fallback>
      </mc:AlternateContent>
      <mc:AlternateContent xmlns:mc="http://schemas.openxmlformats.org/markup-compatibility/2006" xmlns:p14="http://schemas.microsoft.com/office/powerpoint/2010/main">
        <mc:Choice Requires="p14">
          <p:contentPart p14:bwMode="auto" r:id="rId45">
            <p14:nvContentPartPr>
              <p14:cNvPr id="1049410" name="Encre 1049409"/>
              <p14:cNvContentPartPr/>
              <p14:nvPr/>
            </p14:nvContentPartPr>
            <p14:xfrm>
              <a:off x="4117706" y="3403867"/>
              <a:ext cx="12938" cy="30022"/>
            </p14:xfrm>
          </p:contentPart>
        </mc:Choice>
        <mc:Fallback xmlns="">
          <p:sp>
            <p:nvSpPr>
              <p:cNvPr id="1049410" name=""/>
              <p:cNvSpPr/>
              <p:nvPr/>
            </p:nvSpPr>
            <p:spPr>
              <a:xfrm>
                <a:off x="4117706" y="3403867"/>
                <a:ext cx="12938" cy="30022"/>
              </a:xfrm>
            </p:spPr>
          </p:sp>
        </mc:Fallback>
      </mc:AlternateContent>
      <mc:AlternateContent xmlns:mc="http://schemas.openxmlformats.org/markup-compatibility/2006" xmlns:p14="http://schemas.microsoft.com/office/powerpoint/2010/main">
        <mc:Choice Requires="p14">
          <p:contentPart p14:bwMode="auto" r:id="rId46">
            <p14:nvContentPartPr>
              <p14:cNvPr id="1049411" name="Encre 1049410"/>
              <p14:cNvContentPartPr/>
              <p14:nvPr/>
            </p14:nvContentPartPr>
            <p14:xfrm>
              <a:off x="4200442" y="3422975"/>
              <a:ext cx="116669" cy="42234"/>
            </p14:xfrm>
          </p:contentPart>
        </mc:Choice>
        <mc:Fallback xmlns="">
          <p:sp>
            <p:nvSpPr>
              <p:cNvPr id="1049411" name=""/>
              <p:cNvSpPr/>
              <p:nvPr/>
            </p:nvSpPr>
            <p:spPr>
              <a:xfrm>
                <a:off x="4200442" y="3422975"/>
                <a:ext cx="116669" cy="42234"/>
              </a:xfrm>
            </p:spPr>
          </p:sp>
        </mc:Fallback>
      </mc:AlternateContent>
      <mc:AlternateContent xmlns:mc="http://schemas.openxmlformats.org/markup-compatibility/2006" xmlns:p14="http://schemas.microsoft.com/office/powerpoint/2010/main">
        <mc:Choice Requires="p14">
          <p:contentPart p14:bwMode="auto" r:id="rId47">
            <p14:nvContentPartPr>
              <p14:cNvPr id="1049412" name="Encre 1049411"/>
              <p14:cNvContentPartPr/>
              <p14:nvPr/>
            </p14:nvContentPartPr>
            <p14:xfrm>
              <a:off x="9115031" y="2048981"/>
              <a:ext cx="137014" cy="568035"/>
            </p14:xfrm>
          </p:contentPart>
        </mc:Choice>
        <mc:Fallback xmlns="">
          <p:sp>
            <p:nvSpPr>
              <p:cNvPr id="1049412" name=""/>
              <p:cNvSpPr/>
              <p:nvPr/>
            </p:nvSpPr>
            <p:spPr>
              <a:xfrm>
                <a:off x="9115031" y="2048981"/>
                <a:ext cx="137014" cy="568035"/>
              </a:xfrm>
            </p:spPr>
          </p:sp>
        </mc:Fallback>
      </mc:AlternateContent>
      <mc:AlternateContent xmlns:mc="http://schemas.openxmlformats.org/markup-compatibility/2006" xmlns:p14="http://schemas.microsoft.com/office/powerpoint/2010/main">
        <mc:Choice Requires="p14">
          <p:contentPart p14:bwMode="auto" r:id="rId48">
            <p14:nvContentPartPr>
              <p14:cNvPr id="1049413" name="Encre 1049412"/>
              <p14:cNvContentPartPr/>
              <p14:nvPr/>
            </p14:nvContentPartPr>
            <p14:xfrm>
              <a:off x="9317994" y="2178131"/>
              <a:ext cx="47169" cy="282227"/>
            </p14:xfrm>
          </p:contentPart>
        </mc:Choice>
        <mc:Fallback xmlns="">
          <p:sp>
            <p:nvSpPr>
              <p:cNvPr id="1049413" name=""/>
              <p:cNvSpPr/>
              <p:nvPr/>
            </p:nvSpPr>
            <p:spPr>
              <a:xfrm>
                <a:off x="9317994" y="2178131"/>
                <a:ext cx="47169" cy="282227"/>
              </a:xfrm>
            </p:spPr>
          </p:sp>
        </mc:Fallback>
      </mc:AlternateContent>
      <mc:AlternateContent xmlns:mc="http://schemas.openxmlformats.org/markup-compatibility/2006" xmlns:p14="http://schemas.microsoft.com/office/powerpoint/2010/main">
        <mc:Choice Requires="p14">
          <p:contentPart p14:bwMode="auto" r:id="rId49">
            <p14:nvContentPartPr>
              <p14:cNvPr id="1049414" name="Encre 1049413"/>
              <p14:cNvContentPartPr/>
              <p14:nvPr/>
            </p14:nvContentPartPr>
            <p14:xfrm>
              <a:off x="9299984" y="2338976"/>
              <a:ext cx="181341" cy="121236"/>
            </p14:xfrm>
          </p:contentPart>
        </mc:Choice>
        <mc:Fallback xmlns="">
          <p:sp>
            <p:nvSpPr>
              <p:cNvPr id="1049414" name=""/>
              <p:cNvSpPr/>
              <p:nvPr/>
            </p:nvSpPr>
            <p:spPr>
              <a:xfrm>
                <a:off x="9299984" y="2338976"/>
                <a:ext cx="181341" cy="121236"/>
              </a:xfrm>
            </p:spPr>
          </p:sp>
        </mc:Fallback>
      </mc:AlternateContent>
      <mc:AlternateContent xmlns:mc="http://schemas.openxmlformats.org/markup-compatibility/2006" xmlns:p14="http://schemas.microsoft.com/office/powerpoint/2010/main">
        <mc:Choice Requires="p14">
          <p:contentPart p14:bwMode="auto" r:id="rId50">
            <p14:nvContentPartPr>
              <p14:cNvPr id="1049415" name="Encre 1049414"/>
              <p14:cNvContentPartPr/>
              <p14:nvPr/>
            </p14:nvContentPartPr>
            <p14:xfrm>
              <a:off x="9511080" y="2309871"/>
              <a:ext cx="141155" cy="367648"/>
            </p14:xfrm>
          </p:contentPart>
        </mc:Choice>
        <mc:Fallback xmlns="">
          <p:sp>
            <p:nvSpPr>
              <p:cNvPr id="1049415" name=""/>
              <p:cNvSpPr/>
              <p:nvPr/>
            </p:nvSpPr>
            <p:spPr>
              <a:xfrm>
                <a:off x="9511080" y="2309871"/>
                <a:ext cx="141155" cy="367648"/>
              </a:xfrm>
            </p:spPr>
          </p:sp>
        </mc:Fallback>
      </mc:AlternateContent>
      <mc:AlternateContent xmlns:mc="http://schemas.openxmlformats.org/markup-compatibility/2006" xmlns:p14="http://schemas.microsoft.com/office/powerpoint/2010/main">
        <mc:Choice Requires="p14">
          <p:contentPart p14:bwMode="auto" r:id="rId51">
            <p14:nvContentPartPr>
              <p14:cNvPr id="1049416" name="Encre 1049415"/>
              <p14:cNvContentPartPr/>
              <p14:nvPr/>
            </p14:nvContentPartPr>
            <p14:xfrm>
              <a:off x="9627141" y="2228750"/>
              <a:ext cx="11326" cy="28766"/>
            </p14:xfrm>
          </p:contentPart>
        </mc:Choice>
        <mc:Fallback xmlns="">
          <p:sp>
            <p:nvSpPr>
              <p:cNvPr id="1049416" name=""/>
              <p:cNvSpPr/>
              <p:nvPr/>
            </p:nvSpPr>
            <p:spPr>
              <a:xfrm>
                <a:off x="9627141" y="2228750"/>
                <a:ext cx="11326" cy="28766"/>
              </a:xfrm>
            </p:spPr>
          </p:sp>
        </mc:Fallback>
      </mc:AlternateContent>
      <mc:AlternateContent xmlns:mc="http://schemas.openxmlformats.org/markup-compatibility/2006" xmlns:p14="http://schemas.microsoft.com/office/powerpoint/2010/main">
        <mc:Choice Requires="p14">
          <p:contentPart p14:bwMode="auto" r:id="rId52">
            <p14:nvContentPartPr>
              <p14:cNvPr id="1049417" name="Encre 1049416"/>
              <p14:cNvContentPartPr/>
              <p14:nvPr/>
            </p14:nvContentPartPr>
            <p14:xfrm>
              <a:off x="9697350" y="2350662"/>
              <a:ext cx="266460" cy="125756"/>
            </p14:xfrm>
          </p:contentPart>
        </mc:Choice>
        <mc:Fallback xmlns="">
          <p:sp>
            <p:nvSpPr>
              <p:cNvPr id="1049417" name=""/>
              <p:cNvSpPr/>
              <p:nvPr/>
            </p:nvSpPr>
            <p:spPr>
              <a:xfrm>
                <a:off x="9697350" y="2350662"/>
                <a:ext cx="266460" cy="125756"/>
              </a:xfrm>
            </p:spPr>
          </p:sp>
        </mc:Fallback>
      </mc:AlternateContent>
      <mc:AlternateContent xmlns:mc="http://schemas.openxmlformats.org/markup-compatibility/2006" xmlns:p14="http://schemas.microsoft.com/office/powerpoint/2010/main">
        <mc:Choice Requires="p14">
          <p:contentPart p14:bwMode="auto" r:id="rId53">
            <p14:nvContentPartPr>
              <p14:cNvPr id="1049418" name="Encre 1049417"/>
              <p14:cNvContentPartPr/>
              <p14:nvPr/>
            </p14:nvContentPartPr>
            <p14:xfrm>
              <a:off x="9965675" y="2236555"/>
              <a:ext cx="43290" cy="242062"/>
            </p14:xfrm>
          </p:contentPart>
        </mc:Choice>
        <mc:Fallback xmlns="">
          <p:sp>
            <p:nvSpPr>
              <p:cNvPr id="1049418" name=""/>
              <p:cNvSpPr/>
              <p:nvPr/>
            </p:nvSpPr>
            <p:spPr>
              <a:xfrm>
                <a:off x="9965675" y="2236555"/>
                <a:ext cx="43290" cy="242062"/>
              </a:xfrm>
            </p:spPr>
          </p:sp>
        </mc:Fallback>
      </mc:AlternateContent>
      <mc:AlternateContent xmlns:mc="http://schemas.openxmlformats.org/markup-compatibility/2006" xmlns:p14="http://schemas.microsoft.com/office/powerpoint/2010/main">
        <mc:Choice Requires="p14">
          <p:contentPart p14:bwMode="auto" r:id="rId54">
            <p14:nvContentPartPr>
              <p14:cNvPr id="1049419" name="Encre 1049418"/>
              <p14:cNvContentPartPr/>
              <p14:nvPr/>
            </p14:nvContentPartPr>
            <p14:xfrm>
              <a:off x="9961026" y="2389424"/>
              <a:ext cx="153548" cy="82952"/>
            </p14:xfrm>
          </p:contentPart>
        </mc:Choice>
        <mc:Fallback xmlns="">
          <p:sp>
            <p:nvSpPr>
              <p:cNvPr id="1049419" name=""/>
              <p:cNvSpPr/>
              <p:nvPr/>
            </p:nvSpPr>
            <p:spPr>
              <a:xfrm>
                <a:off x="9961026" y="2389424"/>
                <a:ext cx="153548" cy="82952"/>
              </a:xfrm>
            </p:spPr>
          </p:sp>
        </mc:Fallback>
      </mc:AlternateContent>
      <mc:AlternateContent xmlns:mc="http://schemas.openxmlformats.org/markup-compatibility/2006" xmlns:p14="http://schemas.microsoft.com/office/powerpoint/2010/main">
        <mc:Choice Requires="p14">
          <p:contentPart p14:bwMode="auto" r:id="rId55">
            <p14:nvContentPartPr>
              <p14:cNvPr id="1049420" name="Encre 1049419"/>
              <p14:cNvContentPartPr/>
              <p14:nvPr/>
            </p14:nvContentPartPr>
            <p14:xfrm>
              <a:off x="10158758" y="2366651"/>
              <a:ext cx="33970" cy="119027"/>
            </p14:xfrm>
          </p:contentPart>
        </mc:Choice>
        <mc:Fallback xmlns="">
          <p:sp>
            <p:nvSpPr>
              <p:cNvPr id="1049420" name=""/>
              <p:cNvSpPr/>
              <p:nvPr/>
            </p:nvSpPr>
            <p:spPr>
              <a:xfrm>
                <a:off x="10158758" y="2366651"/>
                <a:ext cx="33970" cy="119027"/>
              </a:xfrm>
            </p:spPr>
          </p:sp>
        </mc:Fallback>
      </mc:AlternateContent>
      <mc:AlternateContent xmlns:mc="http://schemas.openxmlformats.org/markup-compatibility/2006" xmlns:p14="http://schemas.microsoft.com/office/powerpoint/2010/main">
        <mc:Choice Requires="p14">
          <p:contentPart p14:bwMode="auto" r:id="rId56">
            <p14:nvContentPartPr>
              <p14:cNvPr id="1049421" name="Encre 1049420"/>
              <p14:cNvContentPartPr/>
              <p14:nvPr/>
            </p14:nvContentPartPr>
            <p14:xfrm>
              <a:off x="10179271" y="2298739"/>
              <a:ext cx="34446" cy="5702"/>
            </p14:xfrm>
          </p:contentPart>
        </mc:Choice>
        <mc:Fallback xmlns="">
          <p:sp>
            <p:nvSpPr>
              <p:cNvPr id="1049421" name=""/>
              <p:cNvSpPr/>
              <p:nvPr/>
            </p:nvSpPr>
            <p:spPr>
              <a:xfrm>
                <a:off x="10179271" y="2298739"/>
                <a:ext cx="34446" cy="5702"/>
              </a:xfrm>
            </p:spPr>
          </p:sp>
        </mc:Fallback>
      </mc:AlternateContent>
      <mc:AlternateContent xmlns:mc="http://schemas.openxmlformats.org/markup-compatibility/2006" xmlns:p14="http://schemas.microsoft.com/office/powerpoint/2010/main">
        <mc:Choice Requires="p14">
          <p:contentPart p14:bwMode="auto" r:id="rId57">
            <p14:nvContentPartPr>
              <p14:cNvPr id="1049422" name="Encre 1049421"/>
              <p14:cNvContentPartPr/>
              <p14:nvPr/>
            </p14:nvContentPartPr>
            <p14:xfrm>
              <a:off x="10251576" y="2376818"/>
              <a:ext cx="229720" cy="131832"/>
            </p14:xfrm>
          </p:contentPart>
        </mc:Choice>
        <mc:Fallback xmlns="">
          <p:sp>
            <p:nvSpPr>
              <p:cNvPr id="1049422" name=""/>
              <p:cNvSpPr/>
              <p:nvPr/>
            </p:nvSpPr>
            <p:spPr>
              <a:xfrm>
                <a:off x="10251576" y="2376818"/>
                <a:ext cx="229720" cy="131832"/>
              </a:xfrm>
            </p:spPr>
          </p:sp>
        </mc:Fallback>
      </mc:AlternateContent>
      <mc:AlternateContent xmlns:mc="http://schemas.openxmlformats.org/markup-compatibility/2006" xmlns:p14="http://schemas.microsoft.com/office/powerpoint/2010/main">
        <mc:Choice Requires="p14">
          <p:contentPart p14:bwMode="auto" r:id="rId58">
            <p14:nvContentPartPr>
              <p14:cNvPr id="1049423" name="Encre 1049422"/>
              <p14:cNvContentPartPr/>
              <p14:nvPr/>
            </p14:nvContentPartPr>
            <p14:xfrm>
              <a:off x="10404588" y="2387230"/>
              <a:ext cx="128753" cy="146769"/>
            </p14:xfrm>
          </p:contentPart>
        </mc:Choice>
        <mc:Fallback xmlns="">
          <p:sp>
            <p:nvSpPr>
              <p:cNvPr id="1049423" name=""/>
              <p:cNvSpPr/>
              <p:nvPr/>
            </p:nvSpPr>
            <p:spPr>
              <a:xfrm>
                <a:off x="10404588" y="2387230"/>
                <a:ext cx="128753" cy="146769"/>
              </a:xfrm>
            </p:spPr>
          </p:sp>
        </mc:Fallback>
      </mc:AlternateContent>
      <mc:AlternateContent xmlns:mc="http://schemas.openxmlformats.org/markup-compatibility/2006" xmlns:p14="http://schemas.microsoft.com/office/powerpoint/2010/main">
        <mc:Choice Requires="p14">
          <p:contentPart p14:bwMode="auto" r:id="rId59">
            <p14:nvContentPartPr>
              <p14:cNvPr id="1049424" name="Encre 1049423"/>
              <p14:cNvContentPartPr/>
              <p14:nvPr/>
            </p14:nvContentPartPr>
            <p14:xfrm>
              <a:off x="9871862" y="2559112"/>
              <a:ext cx="334534" cy="444586"/>
            </p14:xfrm>
          </p:contentPart>
        </mc:Choice>
        <mc:Fallback xmlns="">
          <p:sp>
            <p:nvSpPr>
              <p:cNvPr id="1049424" name=""/>
              <p:cNvSpPr/>
              <p:nvPr/>
            </p:nvSpPr>
            <p:spPr>
              <a:xfrm>
                <a:off x="9871862" y="2559112"/>
                <a:ext cx="334534" cy="444586"/>
              </a:xfrm>
            </p:spPr>
          </p:sp>
        </mc:Fallback>
      </mc:AlternateContent>
      <mc:AlternateContent xmlns:mc="http://schemas.openxmlformats.org/markup-compatibility/2006" xmlns:p14="http://schemas.microsoft.com/office/powerpoint/2010/main">
        <mc:Choice Requires="p14">
          <p:contentPart p14:bwMode="auto" r:id="rId60">
            <p14:nvContentPartPr>
              <p14:cNvPr id="1049425" name="Encre 1049424"/>
              <p14:cNvContentPartPr/>
              <p14:nvPr/>
            </p14:nvContentPartPr>
            <p14:xfrm>
              <a:off x="10230248" y="2725478"/>
              <a:ext cx="527387" cy="135274"/>
            </p14:xfrm>
          </p:contentPart>
        </mc:Choice>
        <mc:Fallback xmlns="">
          <p:sp>
            <p:nvSpPr>
              <p:cNvPr id="1049425" name=""/>
              <p:cNvSpPr/>
              <p:nvPr/>
            </p:nvSpPr>
            <p:spPr>
              <a:xfrm>
                <a:off x="10230248" y="2725478"/>
                <a:ext cx="527387" cy="135274"/>
              </a:xfrm>
            </p:spPr>
          </p:sp>
        </mc:Fallback>
      </mc:AlternateContent>
      <mc:AlternateContent xmlns:mc="http://schemas.openxmlformats.org/markup-compatibility/2006" xmlns:p14="http://schemas.microsoft.com/office/powerpoint/2010/main">
        <mc:Choice Requires="p14">
          <p:contentPart p14:bwMode="auto" r:id="rId61">
            <p14:nvContentPartPr>
              <p14:cNvPr id="1049426" name="Encre 1049425"/>
              <p14:cNvContentPartPr/>
              <p14:nvPr/>
            </p14:nvContentPartPr>
            <p14:xfrm>
              <a:off x="10493642" y="2634174"/>
              <a:ext cx="93104" cy="63391"/>
            </p14:xfrm>
          </p:contentPart>
        </mc:Choice>
        <mc:Fallback xmlns="">
          <p:sp>
            <p:nvSpPr>
              <p:cNvPr id="1049426" name=""/>
              <p:cNvSpPr/>
              <p:nvPr/>
            </p:nvSpPr>
            <p:spPr>
              <a:xfrm>
                <a:off x="10493642" y="2634174"/>
                <a:ext cx="93104" cy="63391"/>
              </a:xfrm>
            </p:spPr>
          </p:sp>
        </mc:Fallback>
      </mc:AlternateContent>
      <mc:AlternateContent xmlns:mc="http://schemas.openxmlformats.org/markup-compatibility/2006" xmlns:p14="http://schemas.microsoft.com/office/powerpoint/2010/main">
        <mc:Choice Requires="p14">
          <p:contentPart p14:bwMode="auto" r:id="rId62">
            <p14:nvContentPartPr>
              <p14:cNvPr id="1049427" name="Encre 1049426"/>
              <p14:cNvContentPartPr/>
              <p14:nvPr/>
            </p14:nvContentPartPr>
            <p14:xfrm>
              <a:off x="10906702" y="2608155"/>
              <a:ext cx="85431" cy="395085"/>
            </p14:xfrm>
          </p:contentPart>
        </mc:Choice>
        <mc:Fallback xmlns="">
          <p:sp>
            <p:nvSpPr>
              <p:cNvPr id="1049427" name=""/>
              <p:cNvSpPr/>
              <p:nvPr/>
            </p:nvSpPr>
            <p:spPr>
              <a:xfrm>
                <a:off x="10906702" y="2608155"/>
                <a:ext cx="85431" cy="395085"/>
              </a:xfrm>
            </p:spPr>
          </p:sp>
        </mc:Fallback>
      </mc:AlternateContent>
      <mc:AlternateContent xmlns:mc="http://schemas.openxmlformats.org/markup-compatibility/2006" xmlns:p14="http://schemas.microsoft.com/office/powerpoint/2010/main">
        <mc:Choice Requires="p14">
          <p:contentPart p14:bwMode="auto" r:id="rId63">
            <p14:nvContentPartPr>
              <p14:cNvPr id="1049428" name="Encre 1049427"/>
              <p14:cNvContentPartPr/>
              <p14:nvPr/>
            </p14:nvContentPartPr>
            <p14:xfrm>
              <a:off x="5778139" y="2944275"/>
              <a:ext cx="145563" cy="557116"/>
            </p14:xfrm>
          </p:contentPart>
        </mc:Choice>
        <mc:Fallback xmlns="">
          <p:sp>
            <p:nvSpPr>
              <p:cNvPr id="1049428" name=""/>
              <p:cNvSpPr/>
              <p:nvPr/>
            </p:nvSpPr>
            <p:spPr>
              <a:xfrm>
                <a:off x="5778139" y="2944275"/>
                <a:ext cx="145563" cy="557116"/>
              </a:xfrm>
            </p:spPr>
          </p:sp>
        </mc:Fallback>
      </mc:AlternateContent>
      <mc:AlternateContent xmlns:mc="http://schemas.openxmlformats.org/markup-compatibility/2006" xmlns:p14="http://schemas.microsoft.com/office/powerpoint/2010/main">
        <mc:Choice Requires="p14">
          <p:contentPart p14:bwMode="auto" r:id="rId64">
            <p14:nvContentPartPr>
              <p14:cNvPr id="1049429" name="Encre 1049428"/>
              <p14:cNvContentPartPr/>
              <p14:nvPr/>
            </p14:nvContentPartPr>
            <p14:xfrm>
              <a:off x="5996557" y="3015473"/>
              <a:ext cx="65913" cy="352191"/>
            </p14:xfrm>
          </p:contentPart>
        </mc:Choice>
        <mc:Fallback xmlns="">
          <p:sp>
            <p:nvSpPr>
              <p:cNvPr id="1049429" name=""/>
              <p:cNvSpPr/>
              <p:nvPr/>
            </p:nvSpPr>
            <p:spPr>
              <a:xfrm>
                <a:off x="5996557" y="3015473"/>
                <a:ext cx="65913" cy="352191"/>
              </a:xfrm>
            </p:spPr>
          </p:sp>
        </mc:Fallback>
      </mc:AlternateContent>
      <mc:AlternateContent xmlns:mc="http://schemas.openxmlformats.org/markup-compatibility/2006" xmlns:p14="http://schemas.microsoft.com/office/powerpoint/2010/main">
        <mc:Choice Requires="p14">
          <p:contentPart p14:bwMode="auto" r:id="rId65">
            <p14:nvContentPartPr>
              <p14:cNvPr id="1049430" name="Encre 1049429"/>
              <p14:cNvContentPartPr/>
              <p14:nvPr/>
            </p14:nvContentPartPr>
            <p14:xfrm>
              <a:off x="5960287" y="3204384"/>
              <a:ext cx="238471" cy="81855"/>
            </p14:xfrm>
          </p:contentPart>
        </mc:Choice>
        <mc:Fallback xmlns="">
          <p:sp>
            <p:nvSpPr>
              <p:cNvPr id="1049430" name=""/>
              <p:cNvSpPr/>
              <p:nvPr/>
            </p:nvSpPr>
            <p:spPr>
              <a:xfrm>
                <a:off x="5960287" y="3204384"/>
                <a:ext cx="238471" cy="81855"/>
              </a:xfrm>
            </p:spPr>
          </p:sp>
        </mc:Fallback>
      </mc:AlternateContent>
      <mc:AlternateContent xmlns:mc="http://schemas.openxmlformats.org/markup-compatibility/2006" xmlns:p14="http://schemas.microsoft.com/office/powerpoint/2010/main">
        <mc:Choice Requires="p14">
          <p:contentPart p14:bwMode="auto" r:id="rId66">
            <p14:nvContentPartPr>
              <p14:cNvPr id="1049431" name="Encre 1049430"/>
              <p14:cNvContentPartPr/>
              <p14:nvPr/>
            </p14:nvContentPartPr>
            <p14:xfrm>
              <a:off x="6202252" y="3110153"/>
              <a:ext cx="193450" cy="470041"/>
            </p14:xfrm>
          </p:contentPart>
        </mc:Choice>
        <mc:Fallback xmlns="">
          <p:sp>
            <p:nvSpPr>
              <p:cNvPr id="1049431" name=""/>
              <p:cNvSpPr/>
              <p:nvPr/>
            </p:nvSpPr>
            <p:spPr>
              <a:xfrm>
                <a:off x="6202252" y="3110153"/>
                <a:ext cx="193450" cy="470041"/>
              </a:xfrm>
            </p:spPr>
          </p:sp>
        </mc:Fallback>
      </mc:AlternateContent>
      <mc:AlternateContent xmlns:mc="http://schemas.openxmlformats.org/markup-compatibility/2006" xmlns:p14="http://schemas.microsoft.com/office/powerpoint/2010/main">
        <mc:Choice Requires="p14">
          <p:contentPart p14:bwMode="auto" r:id="rId67">
            <p14:nvContentPartPr>
              <p14:cNvPr id="1049432" name="Encre 1049431"/>
              <p14:cNvContentPartPr/>
              <p14:nvPr/>
            </p14:nvContentPartPr>
            <p14:xfrm>
              <a:off x="6389628" y="3015473"/>
              <a:ext cx="25917" cy="29034"/>
            </p14:xfrm>
          </p:contentPart>
        </mc:Choice>
        <mc:Fallback xmlns="">
          <p:sp>
            <p:nvSpPr>
              <p:cNvPr id="1049432" name=""/>
              <p:cNvSpPr/>
              <p:nvPr/>
            </p:nvSpPr>
            <p:spPr>
              <a:xfrm>
                <a:off x="6389628" y="3015473"/>
                <a:ext cx="25917" cy="29034"/>
              </a:xfrm>
            </p:spPr>
          </p:sp>
        </mc:Fallback>
      </mc:AlternateContent>
      <mc:AlternateContent xmlns:mc="http://schemas.openxmlformats.org/markup-compatibility/2006" xmlns:p14="http://schemas.microsoft.com/office/powerpoint/2010/main">
        <mc:Choice Requires="p14">
          <p:contentPart p14:bwMode="auto" r:id="rId68">
            <p14:nvContentPartPr>
              <p14:cNvPr id="1049433" name="Encre 1049432"/>
              <p14:cNvContentPartPr/>
              <p14:nvPr/>
            </p14:nvContentPartPr>
            <p14:xfrm>
              <a:off x="6423499" y="3161339"/>
              <a:ext cx="91074" cy="149254"/>
            </p14:xfrm>
          </p:contentPart>
        </mc:Choice>
        <mc:Fallback xmlns="">
          <p:sp>
            <p:nvSpPr>
              <p:cNvPr id="1049433" name=""/>
              <p:cNvSpPr/>
              <p:nvPr/>
            </p:nvSpPr>
            <p:spPr>
              <a:xfrm>
                <a:off x="6423499" y="3161339"/>
                <a:ext cx="91074" cy="149254"/>
              </a:xfrm>
            </p:spPr>
          </p:sp>
        </mc:Fallback>
      </mc:AlternateContent>
      <mc:AlternateContent xmlns:mc="http://schemas.openxmlformats.org/markup-compatibility/2006" xmlns:p14="http://schemas.microsoft.com/office/powerpoint/2010/main">
        <mc:Choice Requires="p14">
          <p:contentPart p14:bwMode="auto" r:id="rId69">
            <p14:nvContentPartPr>
              <p14:cNvPr id="1049434" name="Encre 1049433"/>
              <p14:cNvContentPartPr/>
              <p14:nvPr/>
            </p14:nvContentPartPr>
            <p14:xfrm>
              <a:off x="6566490" y="3190037"/>
              <a:ext cx="73171" cy="111547"/>
            </p14:xfrm>
          </p:contentPart>
        </mc:Choice>
        <mc:Fallback xmlns="">
          <p:sp>
            <p:nvSpPr>
              <p:cNvPr id="1049434" name=""/>
              <p:cNvSpPr/>
              <p:nvPr/>
            </p:nvSpPr>
            <p:spPr>
              <a:xfrm>
                <a:off x="6566490" y="3190037"/>
                <a:ext cx="73171" cy="111547"/>
              </a:xfrm>
            </p:spPr>
          </p:sp>
        </mc:Fallback>
      </mc:AlternateContent>
      <mc:AlternateContent xmlns:mc="http://schemas.openxmlformats.org/markup-compatibility/2006" xmlns:p14="http://schemas.microsoft.com/office/powerpoint/2010/main">
        <mc:Choice Requires="p14">
          <p:contentPart p14:bwMode="auto" r:id="rId70">
            <p14:nvContentPartPr>
              <p14:cNvPr id="1049435" name="Encre 1049434"/>
              <p14:cNvContentPartPr/>
              <p14:nvPr/>
            </p14:nvContentPartPr>
            <p14:xfrm>
              <a:off x="6655737" y="2948296"/>
              <a:ext cx="85438" cy="377476"/>
            </p14:xfrm>
          </p:contentPart>
        </mc:Choice>
        <mc:Fallback xmlns="">
          <p:sp>
            <p:nvSpPr>
              <p:cNvPr id="1049435" name=""/>
              <p:cNvSpPr/>
              <p:nvPr/>
            </p:nvSpPr>
            <p:spPr>
              <a:xfrm>
                <a:off x="6655737" y="2948296"/>
                <a:ext cx="85438" cy="377476"/>
              </a:xfrm>
            </p:spPr>
          </p:sp>
        </mc:Fallback>
      </mc:AlternateContent>
      <mc:AlternateContent xmlns:mc="http://schemas.openxmlformats.org/markup-compatibility/2006" xmlns:p14="http://schemas.microsoft.com/office/powerpoint/2010/main">
        <mc:Choice Requires="p14">
          <p:contentPart p14:bwMode="auto" r:id="rId71">
            <p14:nvContentPartPr>
              <p14:cNvPr id="1049436" name="Encre 1049435"/>
              <p14:cNvContentPartPr/>
              <p14:nvPr/>
            </p14:nvContentPartPr>
            <p14:xfrm>
              <a:off x="6655390" y="3167955"/>
              <a:ext cx="490737" cy="136828"/>
            </p14:xfrm>
          </p:contentPart>
        </mc:Choice>
        <mc:Fallback xmlns="">
          <p:sp>
            <p:nvSpPr>
              <p:cNvPr id="1049436" name=""/>
              <p:cNvSpPr/>
              <p:nvPr/>
            </p:nvSpPr>
            <p:spPr>
              <a:xfrm>
                <a:off x="6655390" y="3167955"/>
                <a:ext cx="490737" cy="136828"/>
              </a:xfrm>
            </p:spPr>
          </p:sp>
        </mc:Fallback>
      </mc:AlternateContent>
      <mc:AlternateContent xmlns:mc="http://schemas.openxmlformats.org/markup-compatibility/2006" xmlns:p14="http://schemas.microsoft.com/office/powerpoint/2010/main">
        <mc:Choice Requires="p14">
          <p:contentPart p14:bwMode="auto" r:id="rId72">
            <p14:nvContentPartPr>
              <p14:cNvPr id="1049437" name="Encre 1049436"/>
              <p14:cNvContentPartPr/>
              <p14:nvPr/>
            </p14:nvContentPartPr>
            <p14:xfrm>
              <a:off x="6904141" y="3077918"/>
              <a:ext cx="17013" cy="29041"/>
            </p14:xfrm>
          </p:contentPart>
        </mc:Choice>
        <mc:Fallback xmlns="">
          <p:sp>
            <p:nvSpPr>
              <p:cNvPr id="1049437" name=""/>
              <p:cNvSpPr/>
              <p:nvPr/>
            </p:nvSpPr>
            <p:spPr>
              <a:xfrm>
                <a:off x="6904141" y="3077918"/>
                <a:ext cx="17013" cy="29041"/>
              </a:xfrm>
            </p:spPr>
          </p:sp>
        </mc:Fallback>
      </mc:AlternateContent>
      <mc:AlternateContent xmlns:mc="http://schemas.openxmlformats.org/markup-compatibility/2006" xmlns:p14="http://schemas.microsoft.com/office/powerpoint/2010/main">
        <mc:Choice Requires="p14">
          <p:contentPart p14:bwMode="auto" r:id="rId73">
            <p14:nvContentPartPr>
              <p14:cNvPr id="1049438" name="Encre 1049437"/>
              <p14:cNvContentPartPr/>
              <p14:nvPr/>
            </p14:nvContentPartPr>
            <p14:xfrm>
              <a:off x="7266955" y="3130866"/>
              <a:ext cx="635671" cy="135699"/>
            </p14:xfrm>
          </p:contentPart>
        </mc:Choice>
        <mc:Fallback xmlns="">
          <p:sp>
            <p:nvSpPr>
              <p:cNvPr id="1049438" name=""/>
              <p:cNvSpPr/>
              <p:nvPr/>
            </p:nvSpPr>
            <p:spPr>
              <a:xfrm>
                <a:off x="7266955" y="3130866"/>
                <a:ext cx="635671" cy="135699"/>
              </a:xfrm>
            </p:spPr>
          </p:sp>
        </mc:Fallback>
      </mc:AlternateContent>
      <mc:AlternateContent xmlns:mc="http://schemas.openxmlformats.org/markup-compatibility/2006" xmlns:p14="http://schemas.microsoft.com/office/powerpoint/2010/main">
        <mc:Choice Requires="p14">
          <p:contentPart p14:bwMode="auto" r:id="rId74">
            <p14:nvContentPartPr>
              <p14:cNvPr id="1049439" name="Encre 1049438"/>
              <p14:cNvContentPartPr/>
              <p14:nvPr/>
            </p14:nvContentPartPr>
            <p14:xfrm>
              <a:off x="7929374" y="2905010"/>
              <a:ext cx="168321" cy="368050"/>
            </p14:xfrm>
          </p:contentPart>
        </mc:Choice>
        <mc:Fallback xmlns="">
          <p:sp>
            <p:nvSpPr>
              <p:cNvPr id="1049439" name=""/>
              <p:cNvSpPr/>
              <p:nvPr/>
            </p:nvSpPr>
            <p:spPr>
              <a:xfrm>
                <a:off x="7929374" y="2905010"/>
                <a:ext cx="168321" cy="368050"/>
              </a:xfrm>
            </p:spPr>
          </p:sp>
        </mc:Fallback>
      </mc:AlternateContent>
      <mc:AlternateContent xmlns:mc="http://schemas.openxmlformats.org/markup-compatibility/2006" xmlns:p14="http://schemas.microsoft.com/office/powerpoint/2010/main">
        <mc:Choice Requires="p14">
          <p:contentPart p14:bwMode="auto" r:id="rId75">
            <p14:nvContentPartPr>
              <p14:cNvPr id="1049440" name="Encre 1049439"/>
              <p14:cNvContentPartPr/>
              <p14:nvPr/>
            </p14:nvContentPartPr>
            <p14:xfrm>
              <a:off x="7875293" y="3022805"/>
              <a:ext cx="135405" cy="16170"/>
            </p14:xfrm>
          </p:contentPart>
        </mc:Choice>
        <mc:Fallback xmlns="">
          <p:sp>
            <p:nvSpPr>
              <p:cNvPr id="1049440" name=""/>
              <p:cNvSpPr/>
              <p:nvPr/>
            </p:nvSpPr>
            <p:spPr>
              <a:xfrm>
                <a:off x="7875293" y="3022805"/>
                <a:ext cx="135405" cy="16170"/>
              </a:xfrm>
            </p:spPr>
          </p:sp>
        </mc:Fallback>
      </mc:AlternateContent>
      <mc:AlternateContent xmlns:mc="http://schemas.openxmlformats.org/markup-compatibility/2006" xmlns:p14="http://schemas.microsoft.com/office/powerpoint/2010/main">
        <mc:Choice Requires="p14">
          <p:contentPart p14:bwMode="auto" r:id="rId76">
            <p14:nvContentPartPr>
              <p14:cNvPr id="1049441" name="Encre 1049440"/>
              <p14:cNvContentPartPr/>
              <p14:nvPr/>
            </p14:nvContentPartPr>
            <p14:xfrm>
              <a:off x="8190880" y="2930792"/>
              <a:ext cx="70496" cy="431284"/>
            </p14:xfrm>
          </p:contentPart>
        </mc:Choice>
        <mc:Fallback xmlns="">
          <p:sp>
            <p:nvSpPr>
              <p:cNvPr id="1049441" name=""/>
              <p:cNvSpPr/>
              <p:nvPr/>
            </p:nvSpPr>
            <p:spPr>
              <a:xfrm>
                <a:off x="8190880" y="2930792"/>
                <a:ext cx="70496" cy="431284"/>
              </a:xfrm>
            </p:spPr>
          </p:sp>
        </mc:Fallback>
      </mc:AlternateContent>
      <mc:AlternateContent xmlns:mc="http://schemas.openxmlformats.org/markup-compatibility/2006" xmlns:p14="http://schemas.microsoft.com/office/powerpoint/2010/main">
        <mc:Choice Requires="p14">
          <p:contentPart p14:bwMode="auto" r:id="rId77">
            <p14:nvContentPartPr>
              <p14:cNvPr id="1049442" name="Encre 1049441"/>
              <p14:cNvContentPartPr/>
              <p14:nvPr/>
            </p14:nvContentPartPr>
            <p14:xfrm>
              <a:off x="3400682" y="4406708"/>
              <a:ext cx="831203" cy="939241"/>
            </p14:xfrm>
          </p:contentPart>
        </mc:Choice>
        <mc:Fallback xmlns="">
          <p:sp>
            <p:nvSpPr>
              <p:cNvPr id="1049442" name=""/>
              <p:cNvSpPr/>
              <p:nvPr/>
            </p:nvSpPr>
            <p:spPr>
              <a:xfrm>
                <a:off x="3400682" y="4406708"/>
                <a:ext cx="831203" cy="939241"/>
              </a:xfrm>
            </p:spPr>
          </p:sp>
        </mc:Fallback>
      </mc:AlternateContent>
      <mc:AlternateContent xmlns:mc="http://schemas.openxmlformats.org/markup-compatibility/2006" xmlns:p14="http://schemas.microsoft.com/office/powerpoint/2010/main">
        <mc:Choice Requires="p14">
          <p:contentPart p14:bwMode="auto" r:id="rId78">
            <p14:nvContentPartPr>
              <p14:cNvPr id="1049443" name="Encre 1049442"/>
              <p14:cNvContentPartPr/>
              <p14:nvPr/>
            </p14:nvContentPartPr>
            <p14:xfrm>
              <a:off x="3494999" y="4699854"/>
              <a:ext cx="113792" cy="278613"/>
            </p14:xfrm>
          </p:contentPart>
        </mc:Choice>
        <mc:Fallback xmlns="">
          <p:sp>
            <p:nvSpPr>
              <p:cNvPr id="1049443" name=""/>
              <p:cNvSpPr/>
              <p:nvPr/>
            </p:nvSpPr>
            <p:spPr>
              <a:xfrm>
                <a:off x="3494999" y="4699854"/>
                <a:ext cx="113792" cy="278613"/>
              </a:xfrm>
            </p:spPr>
          </p:sp>
        </mc:Fallback>
      </mc:AlternateContent>
      <mc:AlternateContent xmlns:mc="http://schemas.openxmlformats.org/markup-compatibility/2006" xmlns:p14="http://schemas.microsoft.com/office/powerpoint/2010/main">
        <mc:Choice Requires="p14">
          <p:contentPart p14:bwMode="auto" r:id="rId79">
            <p14:nvContentPartPr>
              <p14:cNvPr id="1049444" name="Encre 1049443"/>
              <p14:cNvContentPartPr/>
              <p14:nvPr/>
            </p14:nvContentPartPr>
            <p14:xfrm>
              <a:off x="3603129" y="4594471"/>
              <a:ext cx="418538" cy="423778"/>
            </p14:xfrm>
          </p:contentPart>
        </mc:Choice>
        <mc:Fallback xmlns="">
          <p:sp>
            <p:nvSpPr>
              <p:cNvPr id="1049444" name=""/>
              <p:cNvSpPr/>
              <p:nvPr/>
            </p:nvSpPr>
            <p:spPr>
              <a:xfrm>
                <a:off x="3603129" y="4594471"/>
                <a:ext cx="418538" cy="423778"/>
              </a:xfrm>
            </p:spPr>
          </p:sp>
        </mc:Fallback>
      </mc:AlternateContent>
      <mc:AlternateContent xmlns:mc="http://schemas.openxmlformats.org/markup-compatibility/2006" xmlns:p14="http://schemas.microsoft.com/office/powerpoint/2010/main">
        <mc:Choice Requires="p14">
          <p:contentPart p14:bwMode="auto" r:id="rId80">
            <p14:nvContentPartPr>
              <p14:cNvPr id="1049445" name="Encre 1049444"/>
              <p14:cNvContentPartPr/>
              <p14:nvPr/>
            </p14:nvContentPartPr>
            <p14:xfrm>
              <a:off x="3833764" y="4803458"/>
              <a:ext cx="26399" cy="28867"/>
            </p14:xfrm>
          </p:contentPart>
        </mc:Choice>
        <mc:Fallback xmlns="">
          <p:sp>
            <p:nvSpPr>
              <p:cNvPr id="1049445" name=""/>
              <p:cNvSpPr/>
              <p:nvPr/>
            </p:nvSpPr>
            <p:spPr>
              <a:xfrm>
                <a:off x="3833764" y="4803458"/>
                <a:ext cx="26399" cy="28867"/>
              </a:xfrm>
            </p:spPr>
          </p:sp>
        </mc:Fallback>
      </mc:AlternateContent>
      <mc:AlternateContent xmlns:mc="http://schemas.openxmlformats.org/markup-compatibility/2006" xmlns:p14="http://schemas.microsoft.com/office/powerpoint/2010/main">
        <mc:Choice Requires="p14">
          <p:contentPart p14:bwMode="auto" r:id="rId81">
            <p14:nvContentPartPr>
              <p14:cNvPr id="1049446" name="Encre 1049445"/>
              <p14:cNvContentPartPr/>
              <p14:nvPr/>
            </p14:nvContentPartPr>
            <p14:xfrm>
              <a:off x="5558278" y="4768923"/>
              <a:ext cx="184838" cy="172277"/>
            </p14:xfrm>
          </p:contentPart>
        </mc:Choice>
        <mc:Fallback xmlns="">
          <p:sp>
            <p:nvSpPr>
              <p:cNvPr id="1049446" name=""/>
              <p:cNvSpPr/>
              <p:nvPr/>
            </p:nvSpPr>
            <p:spPr>
              <a:xfrm>
                <a:off x="5558278" y="4768923"/>
                <a:ext cx="184838" cy="172277"/>
              </a:xfrm>
            </p:spPr>
          </p:sp>
        </mc:Fallback>
      </mc:AlternateContent>
      <mc:AlternateContent xmlns:mc="http://schemas.openxmlformats.org/markup-compatibility/2006" xmlns:p14="http://schemas.microsoft.com/office/powerpoint/2010/main">
        <mc:Choice Requires="p14">
          <p:contentPart p14:bwMode="auto" r:id="rId82">
            <p14:nvContentPartPr>
              <p14:cNvPr id="1049447" name="Encre 1049446"/>
              <p14:cNvContentPartPr/>
              <p14:nvPr/>
            </p14:nvContentPartPr>
            <p14:xfrm>
              <a:off x="5610999" y="5199658"/>
              <a:ext cx="15425" cy="304833"/>
            </p14:xfrm>
          </p:contentPart>
        </mc:Choice>
        <mc:Fallback xmlns="">
          <p:sp>
            <p:nvSpPr>
              <p:cNvPr id="1049447" name=""/>
              <p:cNvSpPr/>
              <p:nvPr/>
            </p:nvSpPr>
            <p:spPr>
              <a:xfrm>
                <a:off x="5610999" y="5199658"/>
                <a:ext cx="15425" cy="304833"/>
              </a:xfrm>
            </p:spPr>
          </p:sp>
        </mc:Fallback>
      </mc:AlternateContent>
      <mc:AlternateContent xmlns:mc="http://schemas.openxmlformats.org/markup-compatibility/2006" xmlns:p14="http://schemas.microsoft.com/office/powerpoint/2010/main">
        <mc:Choice Requires="p14">
          <p:contentPart p14:bwMode="auto" r:id="rId83">
            <p14:nvContentPartPr>
              <p14:cNvPr id="1049448" name="Encre 1049447"/>
              <p14:cNvContentPartPr/>
              <p14:nvPr/>
            </p14:nvContentPartPr>
            <p14:xfrm>
              <a:off x="5599068" y="5091511"/>
              <a:ext cx="175125" cy="250536"/>
            </p14:xfrm>
          </p:contentPart>
        </mc:Choice>
        <mc:Fallback xmlns="">
          <p:sp>
            <p:nvSpPr>
              <p:cNvPr id="1049448" name=""/>
              <p:cNvSpPr/>
              <p:nvPr/>
            </p:nvSpPr>
            <p:spPr>
              <a:xfrm>
                <a:off x="5599068" y="5091511"/>
                <a:ext cx="175125" cy="250536"/>
              </a:xfrm>
            </p:spPr>
          </p:sp>
        </mc:Fallback>
      </mc:AlternateContent>
      <mc:AlternateContent xmlns:mc="http://schemas.openxmlformats.org/markup-compatibility/2006" xmlns:p14="http://schemas.microsoft.com/office/powerpoint/2010/main">
        <mc:Choice Requires="p14">
          <p:contentPart p14:bwMode="auto" r:id="rId84">
            <p14:nvContentPartPr>
              <p14:cNvPr id="1049449" name="Encre 1049448"/>
              <p14:cNvContentPartPr/>
              <p14:nvPr/>
            </p14:nvContentPartPr>
            <p14:xfrm>
              <a:off x="5797151" y="5231440"/>
              <a:ext cx="351443" cy="168611"/>
            </p14:xfrm>
          </p:contentPart>
        </mc:Choice>
        <mc:Fallback xmlns="">
          <p:sp>
            <p:nvSpPr>
              <p:cNvPr id="1049449" name=""/>
              <p:cNvSpPr/>
              <p:nvPr/>
            </p:nvSpPr>
            <p:spPr>
              <a:xfrm>
                <a:off x="5797151" y="5231440"/>
                <a:ext cx="351443" cy="168611"/>
              </a:xfrm>
            </p:spPr>
          </p:sp>
        </mc:Fallback>
      </mc:AlternateContent>
      <mc:AlternateContent xmlns:mc="http://schemas.openxmlformats.org/markup-compatibility/2006" xmlns:p14="http://schemas.microsoft.com/office/powerpoint/2010/main">
        <mc:Choice Requires="p14">
          <p:contentPart p14:bwMode="auto" r:id="rId85">
            <p14:nvContentPartPr>
              <p14:cNvPr id="1049450" name="Encre 1049449"/>
              <p14:cNvContentPartPr/>
              <p14:nvPr/>
            </p14:nvContentPartPr>
            <p14:xfrm>
              <a:off x="5987620" y="5066014"/>
              <a:ext cx="124295" cy="49056"/>
            </p14:xfrm>
          </p:contentPart>
        </mc:Choice>
        <mc:Fallback xmlns="">
          <p:sp>
            <p:nvSpPr>
              <p:cNvPr id="1049450" name=""/>
              <p:cNvSpPr/>
              <p:nvPr/>
            </p:nvSpPr>
            <p:spPr>
              <a:xfrm>
                <a:off x="5987620" y="5066014"/>
                <a:ext cx="124295" cy="49056"/>
              </a:xfrm>
            </p:spPr>
          </p:sp>
        </mc:Fallback>
      </mc:AlternateContent>
      <mc:AlternateContent xmlns:mc="http://schemas.openxmlformats.org/markup-compatibility/2006" xmlns:p14="http://schemas.microsoft.com/office/powerpoint/2010/main">
        <mc:Choice Requires="p14">
          <p:contentPart p14:bwMode="auto" r:id="rId86">
            <p14:nvContentPartPr>
              <p14:cNvPr id="1049451" name="Encre 1049450"/>
              <p14:cNvContentPartPr/>
              <p14:nvPr/>
            </p14:nvContentPartPr>
            <p14:xfrm>
              <a:off x="6151199" y="5094872"/>
              <a:ext cx="171878" cy="462760"/>
            </p14:xfrm>
          </p:contentPart>
        </mc:Choice>
        <mc:Fallback xmlns="">
          <p:sp>
            <p:nvSpPr>
              <p:cNvPr id="1049451" name=""/>
              <p:cNvSpPr/>
              <p:nvPr/>
            </p:nvSpPr>
            <p:spPr>
              <a:xfrm>
                <a:off x="6151199" y="5094872"/>
                <a:ext cx="171878" cy="462760"/>
              </a:xfrm>
            </p:spPr>
          </p:sp>
        </mc:Fallback>
      </mc:AlternateContent>
      <mc:AlternateContent xmlns:mc="http://schemas.openxmlformats.org/markup-compatibility/2006" xmlns:p14="http://schemas.microsoft.com/office/powerpoint/2010/main">
        <mc:Choice Requires="p14">
          <p:contentPart p14:bwMode="auto" r:id="rId87">
            <p14:nvContentPartPr>
              <p14:cNvPr id="1049452" name="Encre 1049451"/>
              <p14:cNvContentPartPr/>
              <p14:nvPr/>
            </p14:nvContentPartPr>
            <p14:xfrm>
              <a:off x="2588998" y="3904569"/>
              <a:ext cx="3057437" cy="1958899"/>
            </p14:xfrm>
          </p:contentPart>
        </mc:Choice>
        <mc:Fallback xmlns="">
          <p:sp>
            <p:nvSpPr>
              <p:cNvPr id="1049452" name=""/>
              <p:cNvSpPr/>
              <p:nvPr/>
            </p:nvSpPr>
            <p:spPr>
              <a:xfrm>
                <a:off x="2588998" y="3904569"/>
                <a:ext cx="3057437" cy="1958899"/>
              </a:xfrm>
            </p:spPr>
          </p:sp>
        </mc:Fallback>
      </mc:AlternateContent>
      <mc:AlternateContent xmlns:mc="http://schemas.openxmlformats.org/markup-compatibility/2006" xmlns:p14="http://schemas.microsoft.com/office/powerpoint/2010/main">
        <mc:Choice Requires="p14">
          <p:contentPart p14:bwMode="auto" r:id="rId88">
            <p14:nvContentPartPr>
              <p14:cNvPr id="1049453" name="Encre 1049452"/>
              <p14:cNvContentPartPr/>
              <p14:nvPr/>
            </p14:nvContentPartPr>
            <p14:xfrm>
              <a:off x="3732778" y="4776256"/>
              <a:ext cx="135047" cy="187005"/>
            </p14:xfrm>
          </p:contentPart>
        </mc:Choice>
        <mc:Fallback xmlns="">
          <p:sp>
            <p:nvSpPr>
              <p:cNvPr id="1049453" name=""/>
              <p:cNvSpPr/>
              <p:nvPr/>
            </p:nvSpPr>
            <p:spPr>
              <a:xfrm>
                <a:off x="3732778" y="4776256"/>
                <a:ext cx="135047" cy="187005"/>
              </a:xfrm>
            </p:spPr>
          </p:sp>
        </mc:Fallback>
      </mc:AlternateContent>
      <mc:AlternateContent xmlns:mc="http://schemas.openxmlformats.org/markup-compatibility/2006" xmlns:p14="http://schemas.microsoft.com/office/powerpoint/2010/main">
        <mc:Choice Requires="p14">
          <p:contentPart p14:bwMode="auto" r:id="rId89">
            <p14:nvContentPartPr>
              <p14:cNvPr id="1049454" name="Encre 1049453"/>
              <p14:cNvContentPartPr/>
              <p14:nvPr/>
            </p14:nvContentPartPr>
            <p14:xfrm>
              <a:off x="3772369" y="4741722"/>
              <a:ext cx="110677" cy="289050"/>
            </p14:xfrm>
          </p:contentPart>
        </mc:Choice>
        <mc:Fallback xmlns="">
          <p:sp>
            <p:nvSpPr>
              <p:cNvPr id="1049454" name=""/>
              <p:cNvSpPr/>
              <p:nvPr/>
            </p:nvSpPr>
            <p:spPr>
              <a:xfrm>
                <a:off x="3772369" y="4741722"/>
                <a:ext cx="110677" cy="289050"/>
              </a:xfrm>
            </p:spPr>
          </p:sp>
        </mc:Fallback>
      </mc:AlternateContent>
      <mc:AlternateContent xmlns:mc="http://schemas.openxmlformats.org/markup-compatibility/2006" xmlns:p14="http://schemas.microsoft.com/office/powerpoint/2010/main">
        <mc:Choice Requires="p14">
          <p:contentPart p14:bwMode="auto" r:id="rId90">
            <p14:nvContentPartPr>
              <p14:cNvPr id="1049455" name="Encre 1049454"/>
              <p14:cNvContentPartPr/>
              <p14:nvPr/>
            </p14:nvContentPartPr>
            <p14:xfrm>
              <a:off x="3680456" y="5050131"/>
              <a:ext cx="152710" cy="199618"/>
            </p14:xfrm>
          </p:contentPart>
        </mc:Choice>
        <mc:Fallback xmlns="">
          <p:sp>
            <p:nvSpPr>
              <p:cNvPr id="1049455" name=""/>
              <p:cNvSpPr/>
              <p:nvPr/>
            </p:nvSpPr>
            <p:spPr>
              <a:xfrm>
                <a:off x="3680456" y="5050131"/>
                <a:ext cx="152710" cy="199618"/>
              </a:xfrm>
            </p:spPr>
          </p:sp>
        </mc:Fallback>
      </mc:AlternateContent>
      <mc:AlternateContent xmlns:mc="http://schemas.openxmlformats.org/markup-compatibility/2006" xmlns:p14="http://schemas.microsoft.com/office/powerpoint/2010/main">
        <mc:Choice Requires="p14">
          <p:contentPart p14:bwMode="auto" r:id="rId91">
            <p14:nvContentPartPr>
              <p14:cNvPr id="1049456" name="Encre 1049455"/>
              <p14:cNvContentPartPr/>
              <p14:nvPr/>
            </p14:nvContentPartPr>
            <p14:xfrm>
              <a:off x="3786246" y="4110602"/>
              <a:ext cx="864983" cy="741582"/>
            </p14:xfrm>
          </p:contentPart>
        </mc:Choice>
        <mc:Fallback xmlns="">
          <p:sp>
            <p:nvSpPr>
              <p:cNvPr id="1049456" name=""/>
              <p:cNvSpPr/>
              <p:nvPr/>
            </p:nvSpPr>
            <p:spPr>
              <a:xfrm>
                <a:off x="3786246" y="4110602"/>
                <a:ext cx="864983" cy="741582"/>
              </a:xfrm>
            </p:spPr>
          </p:sp>
        </mc:Fallback>
      </mc:AlternateContent>
      <mc:AlternateContent xmlns:mc="http://schemas.openxmlformats.org/markup-compatibility/2006" xmlns:p14="http://schemas.microsoft.com/office/powerpoint/2010/main">
        <mc:Choice Requires="p14">
          <p:contentPart p14:bwMode="auto" r:id="rId92">
            <p14:nvContentPartPr>
              <p14:cNvPr id="1049457" name="Encre 1049456"/>
              <p14:cNvContentPartPr/>
              <p14:nvPr/>
            </p14:nvContentPartPr>
            <p14:xfrm>
              <a:off x="4099527" y="4230320"/>
              <a:ext cx="148702" cy="163117"/>
            </p14:xfrm>
          </p:contentPart>
        </mc:Choice>
        <mc:Fallback xmlns="">
          <p:sp>
            <p:nvSpPr>
              <p:cNvPr id="1049457" name=""/>
              <p:cNvSpPr/>
              <p:nvPr/>
            </p:nvSpPr>
            <p:spPr>
              <a:xfrm>
                <a:off x="4099527" y="4230320"/>
                <a:ext cx="148702" cy="163117"/>
              </a:xfrm>
            </p:spPr>
          </p:sp>
        </mc:Fallback>
      </mc:AlternateContent>
      <mc:AlternateContent xmlns:mc="http://schemas.openxmlformats.org/markup-compatibility/2006" xmlns:p14="http://schemas.microsoft.com/office/powerpoint/2010/main">
        <mc:Choice Requires="p14">
          <p:contentPart p14:bwMode="auto" r:id="rId93">
            <p14:nvContentPartPr>
              <p14:cNvPr id="1049458" name="Encre 1049457"/>
              <p14:cNvContentPartPr/>
              <p14:nvPr/>
            </p14:nvContentPartPr>
            <p14:xfrm>
              <a:off x="3772369" y="4818582"/>
              <a:ext cx="1829638" cy="54862"/>
            </p14:xfrm>
          </p:contentPart>
        </mc:Choice>
        <mc:Fallback xmlns="">
          <p:sp>
            <p:nvSpPr>
              <p:cNvPr id="1049458" name=""/>
              <p:cNvSpPr/>
              <p:nvPr/>
            </p:nvSpPr>
            <p:spPr>
              <a:xfrm>
                <a:off x="3772369" y="4818582"/>
                <a:ext cx="1829638" cy="54862"/>
              </a:xfrm>
            </p:spPr>
          </p:sp>
        </mc:Fallback>
      </mc:AlternateContent>
      <mc:AlternateContent xmlns:mc="http://schemas.openxmlformats.org/markup-compatibility/2006" xmlns:p14="http://schemas.microsoft.com/office/powerpoint/2010/main">
        <mc:Choice Requires="p14">
          <p:contentPart p14:bwMode="auto" r:id="rId94">
            <p14:nvContentPartPr>
              <p14:cNvPr id="1049459" name="Encre 1049458"/>
              <p14:cNvContentPartPr/>
              <p14:nvPr/>
            </p14:nvContentPartPr>
            <p14:xfrm>
              <a:off x="4467474" y="4631174"/>
              <a:ext cx="157847" cy="143676"/>
            </p14:xfrm>
          </p:contentPart>
        </mc:Choice>
        <mc:Fallback xmlns="">
          <p:sp>
            <p:nvSpPr>
              <p:cNvPr id="1049459" name=""/>
              <p:cNvSpPr/>
              <p:nvPr/>
            </p:nvSpPr>
            <p:spPr>
              <a:xfrm>
                <a:off x="4467474" y="4631174"/>
                <a:ext cx="157847" cy="143676"/>
              </a:xfrm>
            </p:spPr>
          </p:sp>
        </mc:Fallback>
      </mc:AlternateContent>
      <mc:AlternateContent xmlns:mc="http://schemas.openxmlformats.org/markup-compatibility/2006" xmlns:p14="http://schemas.microsoft.com/office/powerpoint/2010/main">
        <mc:Choice Requires="p14">
          <p:contentPart p14:bwMode="auto" r:id="rId95">
            <p14:nvContentPartPr>
              <p14:cNvPr id="1049460" name="Encre 1049459"/>
              <p14:cNvContentPartPr/>
              <p14:nvPr/>
            </p14:nvContentPartPr>
            <p14:xfrm>
              <a:off x="4603516" y="4698674"/>
              <a:ext cx="149489" cy="47608"/>
            </p14:xfrm>
          </p:contentPart>
        </mc:Choice>
        <mc:Fallback xmlns="">
          <p:sp>
            <p:nvSpPr>
              <p:cNvPr id="1049460" name=""/>
              <p:cNvSpPr/>
              <p:nvPr/>
            </p:nvSpPr>
            <p:spPr>
              <a:xfrm>
                <a:off x="4603516" y="4698674"/>
                <a:ext cx="149489" cy="47608"/>
              </a:xfrm>
            </p:spPr>
          </p:sp>
        </mc:Fallback>
      </mc:AlternateContent>
      <mc:AlternateContent xmlns:mc="http://schemas.openxmlformats.org/markup-compatibility/2006" xmlns:p14="http://schemas.microsoft.com/office/powerpoint/2010/main">
        <mc:Choice Requires="p14">
          <p:contentPart p14:bwMode="auto" r:id="rId96">
            <p14:nvContentPartPr>
              <p14:cNvPr id="1049461" name="Encre 1049460"/>
              <p14:cNvContentPartPr/>
              <p14:nvPr/>
            </p14:nvContentPartPr>
            <p14:xfrm>
              <a:off x="4787902" y="4640828"/>
              <a:ext cx="211517" cy="115627"/>
            </p14:xfrm>
          </p:contentPart>
        </mc:Choice>
        <mc:Fallback xmlns="">
          <p:sp>
            <p:nvSpPr>
              <p:cNvPr id="1049461" name=""/>
              <p:cNvSpPr/>
              <p:nvPr/>
            </p:nvSpPr>
            <p:spPr>
              <a:xfrm>
                <a:off x="4787902" y="4640828"/>
                <a:ext cx="211517" cy="115627"/>
              </a:xfrm>
            </p:spPr>
          </p:sp>
        </mc:Fallback>
      </mc:AlternateContent>
      <mc:AlternateContent xmlns:mc="http://schemas.openxmlformats.org/markup-compatibility/2006" xmlns:p14="http://schemas.microsoft.com/office/powerpoint/2010/main">
        <mc:Choice Requires="p14">
          <p:contentPart p14:bwMode="auto" r:id="rId97">
            <p14:nvContentPartPr>
              <p14:cNvPr id="1049462" name="Encre 1049461"/>
              <p14:cNvContentPartPr/>
              <p14:nvPr/>
            </p14:nvContentPartPr>
            <p14:xfrm>
              <a:off x="4735462" y="4602809"/>
              <a:ext cx="154624" cy="186930"/>
            </p14:xfrm>
          </p:contentPart>
        </mc:Choice>
        <mc:Fallback xmlns="">
          <p:sp>
            <p:nvSpPr>
              <p:cNvPr id="1049462" name=""/>
              <p:cNvSpPr/>
              <p:nvPr/>
            </p:nvSpPr>
            <p:spPr>
              <a:xfrm>
                <a:off x="4735462" y="4602809"/>
                <a:ext cx="154624" cy="186930"/>
              </a:xfrm>
            </p:spPr>
          </p:sp>
        </mc:Fallback>
      </mc:AlternateContent>
      <mc:AlternateContent xmlns:mc="http://schemas.openxmlformats.org/markup-compatibility/2006" xmlns:p14="http://schemas.microsoft.com/office/powerpoint/2010/main">
        <mc:Choice Requires="p14">
          <p:contentPart p14:bwMode="auto" r:id="rId98">
            <p14:nvContentPartPr>
              <p14:cNvPr id="1049463" name="Encre 1049462"/>
              <p14:cNvContentPartPr/>
              <p14:nvPr/>
            </p14:nvContentPartPr>
            <p14:xfrm>
              <a:off x="4870380" y="4610443"/>
              <a:ext cx="155952" cy="175547"/>
            </p14:xfrm>
          </p:contentPart>
        </mc:Choice>
        <mc:Fallback xmlns="">
          <p:sp>
            <p:nvSpPr>
              <p:cNvPr id="1049463" name=""/>
              <p:cNvSpPr/>
              <p:nvPr/>
            </p:nvSpPr>
            <p:spPr>
              <a:xfrm>
                <a:off x="4870380" y="4610443"/>
                <a:ext cx="155952" cy="175547"/>
              </a:xfrm>
            </p:spPr>
          </p:sp>
        </mc:Fallback>
      </mc:AlternateContent>
      <mc:AlternateContent xmlns:mc="http://schemas.openxmlformats.org/markup-compatibility/2006" xmlns:p14="http://schemas.microsoft.com/office/powerpoint/2010/main">
        <mc:Choice Requires="p14">
          <p:contentPart p14:bwMode="auto" r:id="rId99">
            <p14:nvContentPartPr>
              <p14:cNvPr id="1049464" name="Encre 1049463"/>
              <p14:cNvContentPartPr/>
              <p14:nvPr/>
            </p14:nvContentPartPr>
            <p14:xfrm>
              <a:off x="4869902" y="4631259"/>
              <a:ext cx="151993" cy="215239"/>
            </p14:xfrm>
          </p:contentPart>
        </mc:Choice>
        <mc:Fallback xmlns="">
          <p:sp>
            <p:nvSpPr>
              <p:cNvPr id="1049464" name=""/>
              <p:cNvSpPr/>
              <p:nvPr/>
            </p:nvSpPr>
            <p:spPr>
              <a:xfrm>
                <a:off x="4869902" y="4631259"/>
                <a:ext cx="151993" cy="215239"/>
              </a:xfrm>
            </p:spPr>
          </p:sp>
        </mc:Fallback>
      </mc:AlternateContent>
      <mc:AlternateContent xmlns:mc="http://schemas.openxmlformats.org/markup-compatibility/2006" xmlns:p14="http://schemas.microsoft.com/office/powerpoint/2010/main">
        <mc:Choice Requires="p14">
          <p:contentPart p14:bwMode="auto" r:id="rId100">
            <p14:nvContentPartPr>
              <p14:cNvPr id="1049465" name="Encre 1049464"/>
              <p14:cNvContentPartPr/>
              <p14:nvPr/>
            </p14:nvContentPartPr>
            <p14:xfrm>
              <a:off x="3745036" y="4817650"/>
              <a:ext cx="34774" cy="31460"/>
            </p14:xfrm>
          </p:contentPart>
        </mc:Choice>
        <mc:Fallback xmlns="">
          <p:sp>
            <p:nvSpPr>
              <p:cNvPr id="1049465" name=""/>
              <p:cNvSpPr/>
              <p:nvPr/>
            </p:nvSpPr>
            <p:spPr>
              <a:xfrm>
                <a:off x="3745036" y="4817650"/>
                <a:ext cx="34774" cy="31460"/>
              </a:xfrm>
            </p:spPr>
          </p:sp>
        </mc:Fallback>
      </mc:AlternateContent>
      <mc:AlternateContent xmlns:mc="http://schemas.openxmlformats.org/markup-compatibility/2006" xmlns:p14="http://schemas.microsoft.com/office/powerpoint/2010/main">
        <mc:Choice Requires="p14">
          <p:contentPart p14:bwMode="auto" r:id="rId101">
            <p14:nvContentPartPr>
              <p14:cNvPr id="1049466" name="Encre 1049465"/>
              <p14:cNvContentPartPr/>
              <p14:nvPr/>
            </p14:nvContentPartPr>
            <p14:xfrm>
              <a:off x="2652809" y="4787036"/>
              <a:ext cx="1078770" cy="67467"/>
            </p14:xfrm>
          </p:contentPart>
        </mc:Choice>
        <mc:Fallback xmlns="">
          <p:sp>
            <p:nvSpPr>
              <p:cNvPr id="1049466" name=""/>
              <p:cNvSpPr/>
              <p:nvPr/>
            </p:nvSpPr>
            <p:spPr>
              <a:xfrm>
                <a:off x="2652809" y="4787036"/>
                <a:ext cx="1078770" cy="67467"/>
              </a:xfrm>
            </p:spPr>
          </p:sp>
        </mc:Fallback>
      </mc:AlternateContent>
      <mc:AlternateContent xmlns:mc="http://schemas.openxmlformats.org/markup-compatibility/2006" xmlns:p14="http://schemas.microsoft.com/office/powerpoint/2010/main">
        <mc:Choice Requires="p14">
          <p:contentPart p14:bwMode="auto" r:id="rId102">
            <p14:nvContentPartPr>
              <p14:cNvPr id="1049467" name="Encre 1049466"/>
              <p14:cNvContentPartPr/>
              <p14:nvPr/>
            </p14:nvContentPartPr>
            <p14:xfrm>
              <a:off x="2859020" y="4553620"/>
              <a:ext cx="140315" cy="79518"/>
            </p14:xfrm>
          </p:contentPart>
        </mc:Choice>
        <mc:Fallback xmlns="">
          <p:sp>
            <p:nvSpPr>
              <p:cNvPr id="1049467" name=""/>
              <p:cNvSpPr/>
              <p:nvPr/>
            </p:nvSpPr>
            <p:spPr>
              <a:xfrm>
                <a:off x="2859020" y="4553620"/>
                <a:ext cx="140315" cy="79518"/>
              </a:xfrm>
            </p:spPr>
          </p:sp>
        </mc:Fallback>
      </mc:AlternateContent>
      <mc:AlternateContent xmlns:mc="http://schemas.openxmlformats.org/markup-compatibility/2006" xmlns:p14="http://schemas.microsoft.com/office/powerpoint/2010/main">
        <mc:Choice Requires="p14">
          <p:contentPart p14:bwMode="auto" r:id="rId103">
            <p14:nvContentPartPr>
              <p14:cNvPr id="1049468" name="Encre 1049467"/>
              <p14:cNvContentPartPr/>
              <p14:nvPr/>
            </p14:nvContentPartPr>
            <p14:xfrm>
              <a:off x="2961204" y="4623926"/>
              <a:ext cx="163578" cy="95211"/>
            </p14:xfrm>
          </p:contentPart>
        </mc:Choice>
        <mc:Fallback xmlns="">
          <p:sp>
            <p:nvSpPr>
              <p:cNvPr id="1049468" name=""/>
              <p:cNvSpPr/>
              <p:nvPr/>
            </p:nvSpPr>
            <p:spPr>
              <a:xfrm>
                <a:off x="2961204" y="4623926"/>
                <a:ext cx="163578" cy="95211"/>
              </a:xfrm>
            </p:spPr>
          </p:sp>
        </mc:Fallback>
      </mc:AlternateContent>
      <mc:AlternateContent xmlns:mc="http://schemas.openxmlformats.org/markup-compatibility/2006" xmlns:p14="http://schemas.microsoft.com/office/powerpoint/2010/main">
        <mc:Choice Requires="p14">
          <p:contentPart p14:bwMode="auto" r:id="rId104">
            <p14:nvContentPartPr>
              <p14:cNvPr id="1049469" name="Encre 1049468"/>
              <p14:cNvContentPartPr/>
              <p14:nvPr/>
            </p14:nvContentPartPr>
            <p14:xfrm>
              <a:off x="3131931" y="4644741"/>
              <a:ext cx="150195" cy="106006"/>
            </p14:xfrm>
          </p:contentPart>
        </mc:Choice>
        <mc:Fallback xmlns="">
          <p:sp>
            <p:nvSpPr>
              <p:cNvPr id="1049469" name=""/>
              <p:cNvSpPr/>
              <p:nvPr/>
            </p:nvSpPr>
            <p:spPr>
              <a:xfrm>
                <a:off x="3131931" y="4644741"/>
                <a:ext cx="150195" cy="106006"/>
              </a:xfrm>
            </p:spPr>
          </p:sp>
        </mc:Fallback>
      </mc:AlternateContent>
      <mc:AlternateContent xmlns:mc="http://schemas.openxmlformats.org/markup-compatibility/2006" xmlns:p14="http://schemas.microsoft.com/office/powerpoint/2010/main">
        <mc:Choice Requires="p14">
          <p:contentPart p14:bwMode="auto" r:id="rId105">
            <p14:nvContentPartPr>
              <p14:cNvPr id="1049470" name="Encre 1049469"/>
              <p14:cNvContentPartPr/>
              <p14:nvPr/>
            </p14:nvContentPartPr>
            <p14:xfrm>
              <a:off x="6893820" y="3454638"/>
              <a:ext cx="382582" cy="189077"/>
            </p14:xfrm>
          </p:contentPart>
        </mc:Choice>
        <mc:Fallback xmlns="">
          <p:sp>
            <p:nvSpPr>
              <p:cNvPr id="1049470" name=""/>
              <p:cNvSpPr/>
              <p:nvPr/>
            </p:nvSpPr>
            <p:spPr>
              <a:xfrm>
                <a:off x="6893820" y="3454638"/>
                <a:ext cx="382582" cy="189077"/>
              </a:xfrm>
            </p:spPr>
          </p:sp>
        </mc:Fallback>
      </mc:AlternateContent>
      <mc:AlternateContent xmlns:mc="http://schemas.openxmlformats.org/markup-compatibility/2006" xmlns:p14="http://schemas.microsoft.com/office/powerpoint/2010/main">
        <mc:Choice Requires="p14">
          <p:contentPart p14:bwMode="auto" r:id="rId106">
            <p14:nvContentPartPr>
              <p14:cNvPr id="1049471" name="Encre 1049470"/>
              <p14:cNvContentPartPr/>
              <p14:nvPr/>
            </p14:nvContentPartPr>
            <p14:xfrm>
              <a:off x="6939656" y="3526630"/>
              <a:ext cx="363321" cy="119215"/>
            </p14:xfrm>
          </p:contentPart>
        </mc:Choice>
        <mc:Fallback xmlns="">
          <p:sp>
            <p:nvSpPr>
              <p:cNvPr id="1049471" name=""/>
              <p:cNvSpPr/>
              <p:nvPr/>
            </p:nvSpPr>
            <p:spPr>
              <a:xfrm>
                <a:off x="6939656" y="3526630"/>
                <a:ext cx="363321" cy="119215"/>
              </a:xfrm>
            </p:spPr>
          </p:sp>
        </mc:Fallback>
      </mc:AlternateContent>
      <mc:AlternateContent xmlns:mc="http://schemas.openxmlformats.org/markup-compatibility/2006" xmlns:p14="http://schemas.microsoft.com/office/powerpoint/2010/main">
        <mc:Choice Requires="p14">
          <p:contentPart p14:bwMode="auto" r:id="rId107">
            <p14:nvContentPartPr>
              <p14:cNvPr id="1049472" name="Encre 1049471"/>
              <p14:cNvContentPartPr/>
              <p14:nvPr/>
            </p14:nvContentPartPr>
            <p14:xfrm>
              <a:off x="6880364" y="3622380"/>
              <a:ext cx="480095" cy="14713"/>
            </p14:xfrm>
          </p:contentPart>
        </mc:Choice>
        <mc:Fallback xmlns="">
          <p:sp>
            <p:nvSpPr>
              <p:cNvPr id="1049472" name=""/>
              <p:cNvSpPr/>
              <p:nvPr/>
            </p:nvSpPr>
            <p:spPr>
              <a:xfrm>
                <a:off x="6880364" y="3622380"/>
                <a:ext cx="480095" cy="14713"/>
              </a:xfrm>
            </p:spPr>
          </p:sp>
        </mc:Fallback>
      </mc:AlternateContent>
      <mc:AlternateContent xmlns:mc="http://schemas.openxmlformats.org/markup-compatibility/2006" xmlns:p14="http://schemas.microsoft.com/office/powerpoint/2010/main">
        <mc:Choice Requires="p14">
          <p:contentPart p14:bwMode="auto" r:id="rId108">
            <p14:nvContentPartPr>
              <p14:cNvPr id="1049473" name="Encre 1049472"/>
              <p14:cNvContentPartPr/>
              <p14:nvPr/>
            </p14:nvContentPartPr>
            <p14:xfrm>
              <a:off x="6884567" y="3601177"/>
              <a:ext cx="60965" cy="48272"/>
            </p14:xfrm>
          </p:contentPart>
        </mc:Choice>
        <mc:Fallback xmlns="">
          <p:sp>
            <p:nvSpPr>
              <p:cNvPr id="1049473" name=""/>
              <p:cNvSpPr/>
              <p:nvPr/>
            </p:nvSpPr>
            <p:spPr>
              <a:xfrm>
                <a:off x="6884567" y="3601177"/>
                <a:ext cx="60965" cy="48272"/>
              </a:xfrm>
            </p:spPr>
          </p:sp>
        </mc:Fallback>
      </mc:AlternateContent>
      <mc:AlternateContent xmlns:mc="http://schemas.openxmlformats.org/markup-compatibility/2006" xmlns:p14="http://schemas.microsoft.com/office/powerpoint/2010/main">
        <mc:Choice Requires="p14">
          <p:contentPart p14:bwMode="auto" r:id="rId109">
            <p14:nvContentPartPr>
              <p14:cNvPr id="1049474" name="Encre 1049473"/>
              <p14:cNvContentPartPr/>
              <p14:nvPr/>
            </p14:nvContentPartPr>
            <p14:xfrm>
              <a:off x="6869405" y="3584897"/>
              <a:ext cx="75080" cy="81257"/>
            </p14:xfrm>
          </p:contentPart>
        </mc:Choice>
        <mc:Fallback xmlns="">
          <p:sp>
            <p:nvSpPr>
              <p:cNvPr id="1049474" name=""/>
              <p:cNvSpPr/>
              <p:nvPr/>
            </p:nvSpPr>
            <p:spPr>
              <a:xfrm>
                <a:off x="6869405" y="3584897"/>
                <a:ext cx="75080" cy="81257"/>
              </a:xfrm>
            </p:spPr>
          </p:sp>
        </mc:Fallback>
      </mc:AlternateContent>
      <mc:AlternateContent xmlns:mc="http://schemas.openxmlformats.org/markup-compatibility/2006" xmlns:p14="http://schemas.microsoft.com/office/powerpoint/2010/main">
        <mc:Choice Requires="p14">
          <p:contentPart p14:bwMode="auto" r:id="rId110">
            <p14:nvContentPartPr>
              <p14:cNvPr id="1049475" name="Encre 1049474"/>
              <p14:cNvContentPartPr/>
              <p14:nvPr/>
            </p14:nvContentPartPr>
            <p14:xfrm>
              <a:off x="2990469" y="3602665"/>
              <a:ext cx="4445037" cy="2586181"/>
            </p14:xfrm>
          </p:contentPart>
        </mc:Choice>
        <mc:Fallback xmlns="">
          <p:sp>
            <p:nvSpPr>
              <p:cNvPr id="1049475" name=""/>
              <p:cNvSpPr/>
              <p:nvPr/>
            </p:nvSpPr>
            <p:spPr>
              <a:xfrm>
                <a:off x="2990469" y="3602665"/>
                <a:ext cx="4445037" cy="2586181"/>
              </a:xfrm>
            </p:spPr>
          </p:sp>
        </mc:Fallback>
      </mc:AlternateContent>
      <mc:AlternateContent xmlns:mc="http://schemas.openxmlformats.org/markup-compatibility/2006" xmlns:p14="http://schemas.microsoft.com/office/powerpoint/2010/main">
        <mc:Choice Requires="p14">
          <p:contentPart p14:bwMode="auto" r:id="rId111">
            <p14:nvContentPartPr>
              <p14:cNvPr id="1049476" name="Encre 1049475"/>
              <p14:cNvContentPartPr/>
              <p14:nvPr/>
            </p14:nvContentPartPr>
            <p14:xfrm>
              <a:off x="6751793" y="5953190"/>
              <a:ext cx="298682" cy="148384"/>
            </p14:xfrm>
          </p:contentPart>
        </mc:Choice>
        <mc:Fallback xmlns="">
          <p:sp>
            <p:nvSpPr>
              <p:cNvPr id="1049476" name=""/>
              <p:cNvSpPr/>
              <p:nvPr/>
            </p:nvSpPr>
            <p:spPr>
              <a:xfrm>
                <a:off x="6751793" y="5953190"/>
                <a:ext cx="298682" cy="148384"/>
              </a:xfrm>
            </p:spPr>
          </p:sp>
        </mc:Fallback>
      </mc:AlternateContent>
      <mc:AlternateContent xmlns:mc="http://schemas.openxmlformats.org/markup-compatibility/2006" xmlns:p14="http://schemas.microsoft.com/office/powerpoint/2010/main">
        <mc:Choice Requires="p14">
          <p:contentPart p14:bwMode="auto" r:id="rId112">
            <p14:nvContentPartPr>
              <p14:cNvPr id="1049477" name="Encre 1049476"/>
              <p14:cNvContentPartPr/>
              <p14:nvPr/>
            </p14:nvContentPartPr>
            <p14:xfrm>
              <a:off x="6750847" y="6094715"/>
              <a:ext cx="240286" cy="155968"/>
            </p14:xfrm>
          </p:contentPart>
        </mc:Choice>
        <mc:Fallback xmlns="">
          <p:sp>
            <p:nvSpPr>
              <p:cNvPr id="1049477" name=""/>
              <p:cNvSpPr/>
              <p:nvPr/>
            </p:nvSpPr>
            <p:spPr>
              <a:xfrm>
                <a:off x="6750847" y="6094715"/>
                <a:ext cx="240286" cy="155968"/>
              </a:xfrm>
            </p:spPr>
          </p:sp>
        </mc:Fallback>
      </mc:AlternateContent>
      <mc:AlternateContent xmlns:mc="http://schemas.openxmlformats.org/markup-compatibility/2006" xmlns:p14="http://schemas.microsoft.com/office/powerpoint/2010/main">
        <mc:Choice Requires="p14">
          <p:contentPart p14:bwMode="auto" r:id="rId113">
            <p14:nvContentPartPr>
              <p14:cNvPr id="1049478" name="Encre 1049477"/>
              <p14:cNvContentPartPr/>
              <p14:nvPr/>
            </p14:nvContentPartPr>
            <p14:xfrm>
              <a:off x="6750847" y="6066803"/>
              <a:ext cx="309772" cy="102029"/>
            </p14:xfrm>
          </p:contentPart>
        </mc:Choice>
        <mc:Fallback xmlns="">
          <p:sp>
            <p:nvSpPr>
              <p:cNvPr id="1049478" name=""/>
              <p:cNvSpPr/>
              <p:nvPr/>
            </p:nvSpPr>
            <p:spPr>
              <a:xfrm>
                <a:off x="6750847" y="6066803"/>
                <a:ext cx="309772" cy="102029"/>
              </a:xfrm>
            </p:spPr>
          </p:sp>
        </mc:Fallback>
      </mc:AlternateContent>
      <mc:AlternateContent xmlns:mc="http://schemas.openxmlformats.org/markup-compatibility/2006" xmlns:p14="http://schemas.microsoft.com/office/powerpoint/2010/main">
        <mc:Choice Requires="p14">
          <p:contentPart p14:bwMode="auto" r:id="rId114">
            <p14:nvContentPartPr>
              <p14:cNvPr id="1049479" name="Encre 1049478"/>
              <p14:cNvContentPartPr/>
              <p14:nvPr/>
            </p14:nvContentPartPr>
            <p14:xfrm>
              <a:off x="6764303" y="6053084"/>
              <a:ext cx="244853" cy="108636"/>
            </p14:xfrm>
          </p:contentPart>
        </mc:Choice>
        <mc:Fallback xmlns="">
          <p:sp>
            <p:nvSpPr>
              <p:cNvPr id="1049479" name=""/>
              <p:cNvSpPr/>
              <p:nvPr/>
            </p:nvSpPr>
            <p:spPr>
              <a:xfrm>
                <a:off x="6764303" y="6053084"/>
                <a:ext cx="244853" cy="108636"/>
              </a:xfrm>
            </p:spPr>
          </p:sp>
        </mc:Fallback>
      </mc:AlternateContent>
      <mc:AlternateContent xmlns:mc="http://schemas.openxmlformats.org/markup-compatibility/2006" xmlns:p14="http://schemas.microsoft.com/office/powerpoint/2010/main">
        <mc:Choice Requires="p14">
          <p:contentPart p14:bwMode="auto" r:id="rId115">
            <p14:nvContentPartPr>
              <p14:cNvPr id="1049480" name="Encre 1049479"/>
              <p14:cNvContentPartPr/>
              <p14:nvPr/>
            </p14:nvContentPartPr>
            <p14:xfrm>
              <a:off x="2904130" y="4766063"/>
              <a:ext cx="103792" cy="116941"/>
            </p14:xfrm>
          </p:contentPart>
        </mc:Choice>
        <mc:Fallback xmlns="">
          <p:sp>
            <p:nvSpPr>
              <p:cNvPr id="1049480" name=""/>
              <p:cNvSpPr/>
              <p:nvPr/>
            </p:nvSpPr>
            <p:spPr>
              <a:xfrm>
                <a:off x="2904130" y="4766063"/>
                <a:ext cx="103792" cy="116941"/>
              </a:xfrm>
            </p:spPr>
          </p:sp>
        </mc:Fallback>
      </mc:AlternateContent>
      <mc:AlternateContent xmlns:mc="http://schemas.openxmlformats.org/markup-compatibility/2006" xmlns:p14="http://schemas.microsoft.com/office/powerpoint/2010/main">
        <mc:Choice Requires="p14">
          <p:contentPart p14:bwMode="auto" r:id="rId116">
            <p14:nvContentPartPr>
              <p14:cNvPr id="1049481" name="Encre 1049480"/>
              <p14:cNvContentPartPr/>
              <p14:nvPr/>
            </p14:nvContentPartPr>
            <p14:xfrm>
              <a:off x="2584708" y="4630375"/>
              <a:ext cx="376496" cy="159364"/>
            </p14:xfrm>
          </p:contentPart>
        </mc:Choice>
        <mc:Fallback xmlns="">
          <p:sp>
            <p:nvSpPr>
              <p:cNvPr id="1049481" name=""/>
              <p:cNvSpPr/>
              <p:nvPr/>
            </p:nvSpPr>
            <p:spPr>
              <a:xfrm>
                <a:off x="2584708" y="4630375"/>
                <a:ext cx="376496" cy="159364"/>
              </a:xfrm>
            </p:spPr>
          </p:sp>
        </mc:Fallback>
      </mc:AlternateContent>
      <mc:AlternateContent xmlns:mc="http://schemas.openxmlformats.org/markup-compatibility/2006" xmlns:p14="http://schemas.microsoft.com/office/powerpoint/2010/main">
        <mc:Choice Requires="p14">
          <p:contentPart p14:bwMode="auto" r:id="rId117">
            <p14:nvContentPartPr>
              <p14:cNvPr id="1049482" name="Encre 1049481"/>
              <p14:cNvContentPartPr/>
              <p14:nvPr/>
            </p14:nvContentPartPr>
            <p14:xfrm>
              <a:off x="2544637" y="4773377"/>
              <a:ext cx="383346" cy="58321"/>
            </p14:xfrm>
          </p:contentPart>
        </mc:Choice>
        <mc:Fallback xmlns="">
          <p:sp>
            <p:nvSpPr>
              <p:cNvPr id="1049482" name=""/>
              <p:cNvSpPr/>
              <p:nvPr/>
            </p:nvSpPr>
            <p:spPr>
              <a:xfrm>
                <a:off x="2544637" y="4773377"/>
                <a:ext cx="383346" cy="58321"/>
              </a:xfrm>
            </p:spPr>
          </p:sp>
        </mc:Fallback>
      </mc:AlternateContent>
      <mc:AlternateContent xmlns:mc="http://schemas.openxmlformats.org/markup-compatibility/2006" xmlns:p14="http://schemas.microsoft.com/office/powerpoint/2010/main">
        <mc:Choice Requires="p14">
          <p:contentPart p14:bwMode="auto" r:id="rId118">
            <p14:nvContentPartPr>
              <p14:cNvPr id="1049483" name="Encre 1049482"/>
              <p14:cNvContentPartPr/>
              <p14:nvPr/>
            </p14:nvContentPartPr>
            <p14:xfrm>
              <a:off x="2598189" y="4789739"/>
              <a:ext cx="301620" cy="129831"/>
            </p14:xfrm>
          </p:contentPart>
        </mc:Choice>
        <mc:Fallback xmlns="">
          <p:sp>
            <p:nvSpPr>
              <p:cNvPr id="1049483" name=""/>
              <p:cNvSpPr/>
              <p:nvPr/>
            </p:nvSpPr>
            <p:spPr>
              <a:xfrm>
                <a:off x="2598189" y="4789739"/>
                <a:ext cx="301620" cy="129831"/>
              </a:xfrm>
            </p:spPr>
          </p:sp>
        </mc:Fallback>
      </mc:AlternateContent>
      <mc:AlternateContent xmlns:mc="http://schemas.openxmlformats.org/markup-compatibility/2006" xmlns:p14="http://schemas.microsoft.com/office/powerpoint/2010/main">
        <mc:Choice Requires="p14">
          <p:contentPart p14:bwMode="auto" r:id="rId119">
            <p14:nvContentPartPr>
              <p14:cNvPr id="1049484" name="Encre 1049483"/>
              <p14:cNvContentPartPr/>
              <p14:nvPr/>
            </p14:nvContentPartPr>
            <p14:xfrm>
              <a:off x="2632567" y="4803458"/>
              <a:ext cx="308452" cy="187367"/>
            </p14:xfrm>
          </p:contentPart>
        </mc:Choice>
        <mc:Fallback xmlns="">
          <p:sp>
            <p:nvSpPr>
              <p:cNvPr id="1049484" name=""/>
              <p:cNvSpPr/>
              <p:nvPr/>
            </p:nvSpPr>
            <p:spPr>
              <a:xfrm>
                <a:off x="2632567" y="4803458"/>
                <a:ext cx="308452" cy="187367"/>
              </a:xfrm>
            </p:spPr>
          </p:sp>
        </mc:Fallback>
      </mc:AlternateContent>
      <mc:AlternateContent xmlns:mc="http://schemas.openxmlformats.org/markup-compatibility/2006" xmlns:p14="http://schemas.microsoft.com/office/powerpoint/2010/main">
        <mc:Choice Requires="p14">
          <p:contentPart p14:bwMode="auto" r:id="rId120">
            <p14:nvContentPartPr>
              <p14:cNvPr id="1049485" name="Encre 1049484"/>
              <p14:cNvContentPartPr/>
              <p14:nvPr/>
            </p14:nvContentPartPr>
            <p14:xfrm>
              <a:off x="3831190" y="3459787"/>
              <a:ext cx="148861" cy="465594"/>
            </p14:xfrm>
          </p:contentPart>
        </mc:Choice>
        <mc:Fallback xmlns="">
          <p:sp>
            <p:nvSpPr>
              <p:cNvPr id="1049485" name=""/>
              <p:cNvSpPr/>
              <p:nvPr/>
            </p:nvSpPr>
            <p:spPr>
              <a:xfrm>
                <a:off x="3831190" y="3459787"/>
                <a:ext cx="148861" cy="465594"/>
              </a:xfrm>
            </p:spPr>
          </p:sp>
        </mc:Fallback>
      </mc:AlternateContent>
      <mc:AlternateContent xmlns:mc="http://schemas.openxmlformats.org/markup-compatibility/2006" xmlns:p14="http://schemas.microsoft.com/office/powerpoint/2010/main">
        <mc:Choice Requires="p14">
          <p:contentPart p14:bwMode="auto" r:id="rId121">
            <p14:nvContentPartPr>
              <p14:cNvPr id="1049486" name="Encre 1049485"/>
              <p14:cNvContentPartPr/>
              <p14:nvPr/>
            </p14:nvContentPartPr>
            <p14:xfrm>
              <a:off x="3854369" y="3512910"/>
              <a:ext cx="231701" cy="372782"/>
            </p14:xfrm>
          </p:contentPart>
        </mc:Choice>
        <mc:Fallback xmlns="">
          <p:sp>
            <p:nvSpPr>
              <p:cNvPr id="1049486" name=""/>
              <p:cNvSpPr/>
              <p:nvPr/>
            </p:nvSpPr>
            <p:spPr>
              <a:xfrm>
                <a:off x="3854369" y="3512910"/>
                <a:ext cx="231701" cy="372782"/>
              </a:xfrm>
            </p:spPr>
          </p:sp>
        </mc:Fallback>
      </mc:AlternateContent>
      <mc:AlternateContent xmlns:mc="http://schemas.openxmlformats.org/markup-compatibility/2006" xmlns:p14="http://schemas.microsoft.com/office/powerpoint/2010/main">
        <mc:Choice Requires="p14">
          <p:contentPart p14:bwMode="auto" r:id="rId122">
            <p14:nvContentPartPr>
              <p14:cNvPr id="1049487" name="Encre 1049486"/>
              <p14:cNvContentPartPr/>
              <p14:nvPr/>
            </p14:nvContentPartPr>
            <p14:xfrm>
              <a:off x="3864041" y="3528729"/>
              <a:ext cx="344835" cy="369263"/>
            </p14:xfrm>
          </p:contentPart>
        </mc:Choice>
        <mc:Fallback xmlns="">
          <p:sp>
            <p:nvSpPr>
              <p:cNvPr id="1049487" name=""/>
              <p:cNvSpPr/>
              <p:nvPr/>
            </p:nvSpPr>
            <p:spPr>
              <a:xfrm>
                <a:off x="3864041" y="3528729"/>
                <a:ext cx="344835" cy="369263"/>
              </a:xfrm>
            </p:spPr>
          </p:sp>
        </mc:Fallback>
      </mc:AlternateContent>
      <mc:AlternateContent xmlns:mc="http://schemas.openxmlformats.org/markup-compatibility/2006" xmlns:p14="http://schemas.microsoft.com/office/powerpoint/2010/main">
        <mc:Choice Requires="p14">
          <p:contentPart p14:bwMode="auto" r:id="rId123">
            <p14:nvContentPartPr>
              <p14:cNvPr id="1049488" name="Encre 1049487"/>
              <p14:cNvContentPartPr/>
              <p14:nvPr/>
            </p14:nvContentPartPr>
            <p14:xfrm>
              <a:off x="3232166" y="5436986"/>
              <a:ext cx="345152" cy="325322"/>
            </p14:xfrm>
          </p:contentPart>
        </mc:Choice>
        <mc:Fallback xmlns="">
          <p:sp>
            <p:nvSpPr>
              <p:cNvPr id="1049488" name=""/>
              <p:cNvSpPr/>
              <p:nvPr/>
            </p:nvSpPr>
            <p:spPr>
              <a:xfrm>
                <a:off x="3232166" y="5436986"/>
                <a:ext cx="345152" cy="325322"/>
              </a:xfrm>
            </p:spPr>
          </p:sp>
        </mc:Fallback>
      </mc:AlternateContent>
      <mc:AlternateContent xmlns:mc="http://schemas.openxmlformats.org/markup-compatibility/2006" xmlns:p14="http://schemas.microsoft.com/office/powerpoint/2010/main">
        <mc:Choice Requires="p14">
          <p:contentPart p14:bwMode="auto" r:id="rId124">
            <p14:nvContentPartPr>
              <p14:cNvPr id="1049489" name="Encre 1049488"/>
              <p14:cNvContentPartPr/>
              <p14:nvPr/>
            </p14:nvContentPartPr>
            <p14:xfrm>
              <a:off x="3324394" y="5487287"/>
              <a:ext cx="188941" cy="308476"/>
            </p14:xfrm>
          </p:contentPart>
        </mc:Choice>
        <mc:Fallback xmlns="">
          <p:sp>
            <p:nvSpPr>
              <p:cNvPr id="1049489" name=""/>
              <p:cNvSpPr/>
              <p:nvPr/>
            </p:nvSpPr>
            <p:spPr>
              <a:xfrm>
                <a:off x="3324394" y="5487287"/>
                <a:ext cx="188941" cy="308476"/>
              </a:xfrm>
            </p:spPr>
          </p:sp>
        </mc:Fallback>
      </mc:AlternateContent>
      <mc:AlternateContent xmlns:mc="http://schemas.openxmlformats.org/markup-compatibility/2006" xmlns:p14="http://schemas.microsoft.com/office/powerpoint/2010/main">
        <mc:Choice Requires="p14">
          <p:contentPart p14:bwMode="auto" r:id="rId125">
            <p14:nvContentPartPr>
              <p14:cNvPr id="1049490" name="Encre 1049489"/>
              <p14:cNvContentPartPr/>
              <p14:nvPr/>
            </p14:nvContentPartPr>
            <p14:xfrm>
              <a:off x="3423727" y="5473095"/>
              <a:ext cx="117404" cy="350622"/>
            </p14:xfrm>
          </p:contentPart>
        </mc:Choice>
        <mc:Fallback xmlns="">
          <p:sp>
            <p:nvSpPr>
              <p:cNvPr id="1049490" name=""/>
              <p:cNvSpPr/>
              <p:nvPr/>
            </p:nvSpPr>
            <p:spPr>
              <a:xfrm>
                <a:off x="3423727" y="5473095"/>
                <a:ext cx="117404" cy="350622"/>
              </a:xfrm>
            </p:spPr>
          </p:sp>
        </mc:Fallback>
      </mc:AlternateContent>
      <mc:AlternateContent xmlns:mc="http://schemas.openxmlformats.org/markup-compatibility/2006" xmlns:p14="http://schemas.microsoft.com/office/powerpoint/2010/main">
        <mc:Choice Requires="p14">
          <p:contentPart p14:bwMode="auto" r:id="rId126">
            <p14:nvContentPartPr>
              <p14:cNvPr id="1049491" name="Encre 1049490"/>
              <p14:cNvContentPartPr/>
              <p14:nvPr/>
            </p14:nvContentPartPr>
            <p14:xfrm>
              <a:off x="3454969" y="5479954"/>
              <a:ext cx="110279" cy="343501"/>
            </p14:xfrm>
          </p:contentPart>
        </mc:Choice>
        <mc:Fallback xmlns="">
          <p:sp>
            <p:nvSpPr>
              <p:cNvPr id="1049491" name=""/>
              <p:cNvSpPr/>
              <p:nvPr/>
            </p:nvSpPr>
            <p:spPr>
              <a:xfrm>
                <a:off x="3454969" y="5479954"/>
                <a:ext cx="110279" cy="343501"/>
              </a:xfrm>
            </p:spPr>
          </p:sp>
        </mc:Fallback>
      </mc:AlternateContent>
      <mc:AlternateContent xmlns:mc="http://schemas.openxmlformats.org/markup-compatibility/2006" xmlns:p14="http://schemas.microsoft.com/office/powerpoint/2010/main">
        <mc:Choice Requires="p14">
          <p:contentPart p14:bwMode="auto" r:id="rId127">
            <p14:nvContentPartPr>
              <p14:cNvPr id="1049492" name="Encre 1049491"/>
              <p14:cNvContentPartPr/>
              <p14:nvPr/>
            </p14:nvContentPartPr>
            <p14:xfrm>
              <a:off x="5369469" y="3270933"/>
              <a:ext cx="208993" cy="64101"/>
            </p14:xfrm>
          </p:contentPart>
        </mc:Choice>
        <mc:Fallback xmlns="">
          <p:sp>
            <p:nvSpPr>
              <p:cNvPr id="1049492" name=""/>
              <p:cNvSpPr/>
              <p:nvPr/>
            </p:nvSpPr>
            <p:spPr>
              <a:xfrm>
                <a:off x="5369469" y="3270933"/>
                <a:ext cx="208993" cy="64101"/>
              </a:xfrm>
            </p:spPr>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ZoneTexte 3"/>
          <p:cNvSpPr txBox="1"/>
          <p:nvPr/>
        </p:nvSpPr>
        <p:spPr>
          <a:xfrm>
            <a:off x="559588" y="110365"/>
            <a:ext cx="8582884" cy="510540"/>
          </a:xfrm>
          <a:prstGeom prst="rect">
            <a:avLst/>
          </a:prstGeom>
          <a:solidFill>
            <a:srgbClr val="FFFF00"/>
          </a:solidFill>
        </p:spPr>
        <p:txBody>
          <a:bodyPr wrap="square" rtlCol="0">
            <a:spAutoFit/>
          </a:bodyPr>
          <a:lstStyle/>
          <a:p>
            <a:r>
              <a:rPr lang="fr-MA" sz="2800" dirty="0">
                <a:effectLst>
                  <a:outerShdw blurRad="38100" dist="38100" dir="2700000" algn="tl">
                    <a:srgbClr val="000000">
                      <a:alpha val="43137"/>
                    </a:srgbClr>
                  </a:outerShdw>
                </a:effectLst>
                <a:latin typeface="AR BLANCA" panose="02000000000000000000" pitchFamily="2" charset="0"/>
              </a:rPr>
              <a:t>2. Force newtonienne, potentiel newtonien</a:t>
            </a:r>
          </a:p>
        </p:txBody>
      </p:sp>
      <p:sp>
        <p:nvSpPr>
          <p:cNvPr id="1048690" name="Rectangle 4"/>
          <p:cNvSpPr/>
          <p:nvPr/>
        </p:nvSpPr>
        <p:spPr>
          <a:xfrm>
            <a:off x="559588" y="753167"/>
            <a:ext cx="4551680" cy="510540"/>
          </a:xfrm>
          <a:prstGeom prst="rect">
            <a:avLst/>
          </a:prstGeom>
          <a:solidFill>
            <a:srgbClr val="92D050"/>
          </a:solidFill>
        </p:spPr>
        <p:txBody>
          <a:bodyPr wrap="none">
            <a:spAutoFit/>
          </a:bodyPr>
          <a:lstStyle/>
          <a:p>
            <a:r>
              <a:rPr lang="fr-MA" sz="2800" i="0" u="none" strike="noStrike" baseline="0" dirty="0">
                <a:effectLst>
                  <a:outerShdw blurRad="38100" dist="38100" dir="2700000" algn="tl">
                    <a:srgbClr val="000000">
                      <a:alpha val="43137"/>
                    </a:srgbClr>
                  </a:outerShdw>
                </a:effectLst>
                <a:latin typeface="AR BLANCA" panose="02000000000000000000" pitchFamily="2" charset="0"/>
              </a:rPr>
              <a:t>2.1 Interaction newtonienne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91" name="Rectangle 5"/>
          <p:cNvSpPr>
            <a:spLocks noRot="1" noChangeAspect="1" noMove="1" noResize="1" noEditPoints="1" noAdjustHandles="1" noChangeArrowheads="1" noChangeShapeType="1" noTextEdit="1"/>
          </p:cNvSpPr>
          <p:nvPr/>
        </p:nvSpPr>
        <p:spPr>
          <a:xfrm>
            <a:off x="559587" y="1491666"/>
            <a:ext cx="11160187" cy="1635961"/>
          </a:xfrm>
          <a:prstGeom prst="rect">
            <a:avLst/>
          </a:prstGeom>
          <a:blipFill rotWithShape="0">
            <a:blip r:embed="rId2"/>
            <a:stretch>
              <a:fillRect l="-492" t="-1866" b="-5970"/>
            </a:stretch>
          </a:blipFill>
        </p:spPr>
        <p:txBody>
          <a:bodyPr/>
          <a:lstStyle/>
          <a:p>
            <a:r>
              <a:rPr lang="fr-MA">
                <a:noFill/>
              </a:rPr>
              <a:t> </a:t>
            </a:r>
          </a:p>
        </p:txBody>
      </p:sp>
      <p:sp>
        <p:nvSpPr>
          <p:cNvPr id="1048692" name="Rectangle 6"/>
          <p:cNvSpPr/>
          <p:nvPr/>
        </p:nvSpPr>
        <p:spPr>
          <a:xfrm>
            <a:off x="559587" y="3453261"/>
            <a:ext cx="8234680" cy="510540"/>
          </a:xfrm>
          <a:prstGeom prst="rect">
            <a:avLst/>
          </a:prstGeom>
          <a:solidFill>
            <a:srgbClr val="92D05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2.2 Expression de l’énergie potentielle newtonienne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93" name="Rectangle 7"/>
          <p:cNvSpPr/>
          <p:nvPr/>
        </p:nvSpPr>
        <p:spPr>
          <a:xfrm>
            <a:off x="559587" y="4042898"/>
            <a:ext cx="10590727" cy="461665"/>
          </a:xfrm>
          <a:prstGeom prst="rect">
            <a:avLst/>
          </a:prstGeom>
        </p:spPr>
        <p:txBody>
          <a:bodyPr wrap="square">
            <a:spAutoFit/>
          </a:bodyPr>
          <a:lstStyle/>
          <a:p>
            <a:pPr marL="285750" indent="-285750" algn="just">
              <a:buFont typeface="Wingdings" panose="05000000000000000000" pitchFamily="2" charset="2"/>
              <a:buChar char="Ø"/>
            </a:pPr>
            <a:r>
              <a:rPr lang="fr-FR" sz="2400" b="0" i="0" u="none" strike="noStrike" baseline="0" dirty="0"/>
              <a:t>La force d’interaction newtonienne dérive d’un potentiel du type :</a:t>
            </a:r>
            <a:endParaRPr lang="fr-MA" sz="2400" dirty="0"/>
          </a:p>
        </p:txBody>
      </p:sp>
      <p:sp>
        <p:nvSpPr>
          <p:cNvPr id="1048694" name="ZoneTexte 8"/>
          <p:cNvSpPr txBox="1">
            <a:spLocks noRot="1" noChangeAspect="1" noMove="1" noResize="1" noEditPoints="1" noAdjustHandles="1" noChangeArrowheads="1" noChangeShapeType="1" noTextEdit="1"/>
          </p:cNvSpPr>
          <p:nvPr/>
        </p:nvSpPr>
        <p:spPr>
          <a:xfrm>
            <a:off x="4257875" y="4591870"/>
            <a:ext cx="1999522" cy="689035"/>
          </a:xfrm>
          <a:prstGeom prst="rect">
            <a:avLst/>
          </a:prstGeom>
          <a:blipFill rotWithShape="0">
            <a:blip r:embed="rId3"/>
            <a:stretch>
              <a:fillRect/>
            </a:stretch>
          </a:blipFill>
        </p:spPr>
        <p:txBody>
          <a:bodyPr/>
          <a:lstStyle/>
          <a:p>
            <a:r>
              <a:rPr lang="fr-MA">
                <a:noFill/>
              </a:rPr>
              <a:t> </a:t>
            </a:r>
          </a:p>
        </p:txBody>
      </p:sp>
      <p:sp>
        <p:nvSpPr>
          <p:cNvPr id="1048695" name="Rectangle 9"/>
          <p:cNvSpPr/>
          <p:nvPr/>
        </p:nvSpPr>
        <p:spPr>
          <a:xfrm>
            <a:off x="559587" y="5249371"/>
            <a:ext cx="11173066" cy="802640"/>
          </a:xfrm>
          <a:prstGeom prst="rect">
            <a:avLst/>
          </a:prstGeom>
        </p:spPr>
        <p:txBody>
          <a:bodyPr wrap="square">
            <a:spAutoFit/>
          </a:bodyPr>
          <a:lstStyle/>
          <a:p>
            <a:pPr marL="285750" indent="-285750" algn="just">
              <a:buFont typeface="Wingdings" panose="05000000000000000000" pitchFamily="2" charset="2"/>
              <a:buChar char="Ø"/>
            </a:pPr>
            <a:r>
              <a:rPr lang="fr-FR" sz="2400" b="0" i="0" u="none" strike="noStrike" baseline="0" dirty="0"/>
              <a:t>On choisit l’origine des potentiels nulle à l’infini, ce qui traduit le fait que des points matériels infiniment éloignés n’exercent pas d’interaction entre eux.</a:t>
            </a:r>
            <a:endParaRPr lang="fr-MA" sz="2400" dirty="0"/>
          </a:p>
        </p:txBody>
      </p:sp>
      <p:sp>
        <p:nvSpPr>
          <p:cNvPr id="1048696" name="Rectangle 10"/>
          <p:cNvSpPr>
            <a:spLocks noRot="1" noChangeAspect="1" noMove="1" noResize="1" noEditPoints="1" noAdjustHandles="1" noChangeArrowheads="1" noChangeShapeType="1" noTextEdit="1"/>
          </p:cNvSpPr>
          <p:nvPr/>
        </p:nvSpPr>
        <p:spPr>
          <a:xfrm>
            <a:off x="3496384" y="2565488"/>
            <a:ext cx="1522981" cy="781368"/>
          </a:xfrm>
          <a:prstGeom prst="rect">
            <a:avLst/>
          </a:prstGeom>
          <a:blipFill rotWithShape="0">
            <a:blip r:embed="rId4"/>
            <a:stretch>
              <a:fillRect/>
            </a:stretch>
          </a:blipFill>
        </p:spPr>
        <p:txBody>
          <a:bodyPr/>
          <a:lstStyle/>
          <a:p>
            <a:r>
              <a:rPr lang="fr-MA">
                <a:noFill/>
              </a:rPr>
              <a:t> </a:t>
            </a:r>
          </a:p>
        </p:txBody>
      </p:sp>
      <p:sp>
        <p:nvSpPr>
          <p:cNvPr id="1048697" name="ZoneTexte 11"/>
          <p:cNvSpPr txBox="1">
            <a:spLocks noRot="1" noChangeAspect="1" noMove="1" noResize="1" noEditPoints="1" noAdjustHandles="1" noChangeArrowheads="1" noChangeShapeType="1" noTextEdit="1"/>
          </p:cNvSpPr>
          <p:nvPr/>
        </p:nvSpPr>
        <p:spPr>
          <a:xfrm>
            <a:off x="7655751" y="5842038"/>
            <a:ext cx="1237134" cy="803810"/>
          </a:xfrm>
          <a:prstGeom prst="rect">
            <a:avLst/>
          </a:prstGeom>
          <a:blipFill rotWithShape="0">
            <a:blip r:embed="rId5"/>
            <a:stretch>
              <a:fillRect/>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6">
            <p14:nvContentPartPr>
              <p14:cNvPr id="1049493" name="Encre 1049492"/>
              <p14:cNvContentPartPr/>
              <p14:nvPr/>
            </p14:nvContentPartPr>
            <p14:xfrm>
              <a:off x="4157432" y="2580481"/>
              <a:ext cx="32860" cy="705079"/>
            </p14:xfrm>
          </p:contentPart>
        </mc:Choice>
        <mc:Fallback xmlns="">
          <p:sp>
            <p:nvSpPr>
              <p:cNvPr id="1049493" name=""/>
              <p:cNvSpPr/>
              <p:nvPr/>
            </p:nvSpPr>
            <p:spPr>
              <a:xfrm>
                <a:off x="4157432" y="2580481"/>
                <a:ext cx="32860" cy="705079"/>
              </a:xfrm>
            </p:spPr>
          </p:sp>
        </mc:Fallback>
      </mc:AlternateContent>
      <mc:AlternateContent xmlns:mc="http://schemas.openxmlformats.org/markup-compatibility/2006" xmlns:p14="http://schemas.microsoft.com/office/powerpoint/2010/main">
        <mc:Choice Requires="p14">
          <p:contentPart p14:bwMode="auto" r:id="rId7">
            <p14:nvContentPartPr>
              <p14:cNvPr id="1049494" name="Encre 1049493"/>
              <p14:cNvContentPartPr/>
              <p14:nvPr/>
            </p14:nvContentPartPr>
            <p14:xfrm>
              <a:off x="4137944" y="2546161"/>
              <a:ext cx="437805" cy="763187"/>
            </p14:xfrm>
          </p:contentPart>
        </mc:Choice>
        <mc:Fallback xmlns="">
          <p:sp>
            <p:nvSpPr>
              <p:cNvPr id="1049494" name=""/>
              <p:cNvSpPr/>
              <p:nvPr/>
            </p:nvSpPr>
            <p:spPr>
              <a:xfrm>
                <a:off x="4137944" y="2546161"/>
                <a:ext cx="437805" cy="763187"/>
              </a:xfrm>
            </p:spPr>
          </p:sp>
        </mc:Fallback>
      </mc:AlternateContent>
      <mc:AlternateContent xmlns:mc="http://schemas.openxmlformats.org/markup-compatibility/2006" xmlns:p14="http://schemas.microsoft.com/office/powerpoint/2010/main">
        <mc:Choice Requires="p14">
          <p:contentPart p14:bwMode="auto" r:id="rId8">
            <p14:nvContentPartPr>
              <p14:cNvPr id="1049495" name="Encre 1049494"/>
              <p14:cNvContentPartPr/>
              <p14:nvPr/>
            </p14:nvContentPartPr>
            <p14:xfrm>
              <a:off x="4930876" y="2870475"/>
              <a:ext cx="1298573" cy="1912134"/>
            </p14:xfrm>
          </p:contentPart>
        </mc:Choice>
        <mc:Fallback xmlns="">
          <p:sp>
            <p:nvSpPr>
              <p:cNvPr id="1049495" name=""/>
              <p:cNvSpPr/>
              <p:nvPr/>
            </p:nvSpPr>
            <p:spPr>
              <a:xfrm>
                <a:off x="4930876" y="2870475"/>
                <a:ext cx="1298573" cy="1912134"/>
              </a:xfrm>
            </p:spPr>
          </p:sp>
        </mc:Fallback>
      </mc:AlternateContent>
      <mc:AlternateContent xmlns:mc="http://schemas.openxmlformats.org/markup-compatibility/2006" xmlns:p14="http://schemas.microsoft.com/office/powerpoint/2010/main">
        <mc:Choice Requires="p14">
          <p:contentPart p14:bwMode="auto" r:id="rId9">
            <p14:nvContentPartPr>
              <p14:cNvPr id="1049496" name="Encre 1049495"/>
              <p14:cNvContentPartPr/>
              <p14:nvPr/>
            </p14:nvContentPartPr>
            <p14:xfrm>
              <a:off x="5996141" y="4544686"/>
              <a:ext cx="237700" cy="260583"/>
            </p14:xfrm>
          </p:contentPart>
        </mc:Choice>
        <mc:Fallback xmlns="">
          <p:sp>
            <p:nvSpPr>
              <p:cNvPr id="1049496" name=""/>
              <p:cNvSpPr/>
              <p:nvPr/>
            </p:nvSpPr>
            <p:spPr>
              <a:xfrm>
                <a:off x="5996141" y="4544686"/>
                <a:ext cx="237700" cy="260583"/>
              </a:xfrm>
            </p:spPr>
          </p:sp>
        </mc:Fallback>
      </mc:AlternateContent>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8" name="Rectangle 3"/>
          <p:cNvSpPr/>
          <p:nvPr/>
        </p:nvSpPr>
        <p:spPr>
          <a:xfrm>
            <a:off x="461593" y="230678"/>
            <a:ext cx="6024880" cy="510540"/>
          </a:xfrm>
          <a:prstGeom prst="rect">
            <a:avLst/>
          </a:prstGeom>
          <a:solidFill>
            <a:srgbClr val="92D05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2.3 Interaction attractive ou répulsive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699" name="Rectangle 4"/>
          <p:cNvSpPr/>
          <p:nvPr/>
        </p:nvSpPr>
        <p:spPr>
          <a:xfrm>
            <a:off x="461593" y="926398"/>
            <a:ext cx="8107680" cy="447040"/>
          </a:xfrm>
          <a:prstGeom prst="rect">
            <a:avLst/>
          </a:prstGeom>
        </p:spPr>
        <p:txBody>
          <a:bodyPr wrap="none">
            <a:spAutoFit/>
          </a:bodyPr>
          <a:lstStyle/>
          <a:p>
            <a:pPr marL="285750" indent="-285750" algn="just">
              <a:buFont typeface="Wingdings" panose="05000000000000000000" pitchFamily="2" charset="2"/>
              <a:buChar char="Ø"/>
            </a:pPr>
            <a:r>
              <a:rPr lang="fr-FR" sz="2400" b="0" i="0" u="none" strike="noStrike" baseline="0" dirty="0"/>
              <a:t>L’interaction sera attractive si </a:t>
            </a:r>
            <a:r>
              <a:rPr lang="fr-FR" sz="2400" b="0" i="1" u="none" strike="noStrike" baseline="0" dirty="0"/>
              <a:t>K &lt; </a:t>
            </a:r>
            <a:r>
              <a:rPr lang="fr-FR" sz="2400" b="0" i="0" u="none" strike="noStrike" baseline="0" dirty="0"/>
              <a:t>0 et répulsive si </a:t>
            </a:r>
            <a:r>
              <a:rPr lang="fr-FR" sz="2400" b="0" i="1" u="none" strike="noStrike" baseline="0" dirty="0"/>
              <a:t>K &gt; </a:t>
            </a:r>
            <a:r>
              <a:rPr lang="fr-FR" sz="2400" b="0" i="0" u="none" strike="noStrike" baseline="0" dirty="0"/>
              <a:t>0.</a:t>
            </a:r>
            <a:endParaRPr lang="fr-MA" sz="2400" dirty="0"/>
          </a:p>
        </p:txBody>
      </p:sp>
      <p:sp>
        <p:nvSpPr>
          <p:cNvPr id="1048700" name="Rectangle 5"/>
          <p:cNvSpPr/>
          <p:nvPr/>
        </p:nvSpPr>
        <p:spPr>
          <a:xfrm>
            <a:off x="-576363" y="1612250"/>
            <a:ext cx="8183880" cy="447040"/>
          </a:xfrm>
          <a:prstGeom prst="rect">
            <a:avLst/>
          </a:prstGeom>
        </p:spPr>
        <p:txBody>
          <a:bodyPr wrap="none">
            <a:spAutoFit/>
          </a:bodyPr>
          <a:lstStyle/>
          <a:p>
            <a:pPr marL="285750" indent="-285750">
              <a:buFont typeface="Wingdings" panose="05000000000000000000" pitchFamily="2" charset="2"/>
              <a:buChar char="Ø"/>
            </a:pPr>
            <a:r>
              <a:rPr lang="fr-FR" sz="2400" b="0" i="0" u="none" strike="noStrike" baseline="0" dirty="0"/>
              <a:t>L’interaction gravitationnelle est donc toujours attractive.</a:t>
            </a:r>
            <a:endParaRPr lang="fr-MA" sz="2400" dirty="0"/>
          </a:p>
        </p:txBody>
      </p:sp>
      <p:sp>
        <p:nvSpPr>
          <p:cNvPr id="1048701" name="ZoneTexte 6"/>
          <p:cNvSpPr txBox="1">
            <a:spLocks noRot="1" noChangeAspect="1" noMove="1" noResize="1" noEditPoints="1" noAdjustHandles="1" noChangeArrowheads="1" noChangeShapeType="1" noTextEdit="1"/>
          </p:cNvSpPr>
          <p:nvPr/>
        </p:nvSpPr>
        <p:spPr>
          <a:xfrm>
            <a:off x="7598725" y="1612251"/>
            <a:ext cx="2495876" cy="383286"/>
          </a:xfrm>
          <a:prstGeom prst="rect">
            <a:avLst/>
          </a:prstGeom>
          <a:blipFill rotWithShape="0">
            <a:blip r:embed="rId2"/>
            <a:stretch>
              <a:fillRect l="-2445" r="-2445" b="-13115"/>
            </a:stretch>
          </a:blipFill>
        </p:spPr>
        <p:txBody>
          <a:bodyPr/>
          <a:lstStyle/>
          <a:p>
            <a:r>
              <a:rPr lang="fr-MA">
                <a:noFill/>
              </a:rPr>
              <a:t> </a:t>
            </a:r>
          </a:p>
        </p:txBody>
      </p:sp>
      <p:sp>
        <p:nvSpPr>
          <p:cNvPr id="1048702" name="Rectangle 8"/>
          <p:cNvSpPr/>
          <p:nvPr/>
        </p:nvSpPr>
        <p:spPr>
          <a:xfrm>
            <a:off x="461593" y="2394720"/>
            <a:ext cx="10668000" cy="802640"/>
          </a:xfrm>
          <a:prstGeom prst="rect">
            <a:avLst/>
          </a:prstGeom>
        </p:spPr>
        <p:txBody>
          <a:bodyPr wrap="square">
            <a:spAutoFit/>
          </a:bodyPr>
          <a:lstStyle/>
          <a:p>
            <a:pPr marL="285750" indent="-285750" algn="just">
              <a:buFont typeface="Wingdings" panose="05000000000000000000" pitchFamily="2" charset="2"/>
              <a:buChar char="Ø"/>
            </a:pPr>
            <a:r>
              <a:rPr lang="fr-MA" sz="2400" b="0" i="0" u="none" strike="noStrike" baseline="0" dirty="0">
                <a:latin typeface="Bembo"/>
              </a:rPr>
              <a:t>l’interaction coulombienne est attractive </a:t>
            </a:r>
            <a:r>
              <a:rPr lang="fr-FR" sz="2400" b="0" i="0" u="none" strike="noStrike" baseline="0" dirty="0">
                <a:latin typeface="Bembo"/>
              </a:rPr>
              <a:t>pour deux charges de signe opposé et répulsive pour deux charges de même signe.</a:t>
            </a:r>
            <a:endParaRPr lang="fr-MA" sz="2400" dirty="0"/>
          </a:p>
        </p:txBody>
      </p:sp>
      <p:sp>
        <p:nvSpPr>
          <p:cNvPr id="1048703" name="ZoneTexte 9"/>
          <p:cNvSpPr txBox="1">
            <a:spLocks noRot="1" noChangeAspect="1" noMove="1" noResize="1" noEditPoints="1" noAdjustHandles="1" noChangeArrowheads="1" noChangeShapeType="1" noTextEdit="1"/>
          </p:cNvSpPr>
          <p:nvPr/>
        </p:nvSpPr>
        <p:spPr>
          <a:xfrm>
            <a:off x="1751527" y="3408126"/>
            <a:ext cx="1329146" cy="695255"/>
          </a:xfrm>
          <a:prstGeom prst="rect">
            <a:avLst/>
          </a:prstGeom>
          <a:blipFill rotWithShape="0">
            <a:blip r:embed="rId3"/>
            <a:stretch>
              <a:fillRect/>
            </a:stretch>
          </a:blipFill>
        </p:spPr>
        <p:txBody>
          <a:bodyPr/>
          <a:lstStyle/>
          <a:p>
            <a:r>
              <a:rPr lang="fr-MA">
                <a:noFill/>
              </a:rPr>
              <a:t> </a:t>
            </a:r>
          </a:p>
        </p:txBody>
      </p:sp>
      <p:sp>
        <p:nvSpPr>
          <p:cNvPr id="1048704" name="Rectangle 10"/>
          <p:cNvSpPr>
            <a:spLocks noRot="1" noChangeAspect="1" noMove="1" noResize="1" noEditPoints="1" noAdjustHandles="1" noChangeArrowheads="1" noChangeShapeType="1" noTextEdit="1"/>
          </p:cNvSpPr>
          <p:nvPr/>
        </p:nvSpPr>
        <p:spPr>
          <a:xfrm>
            <a:off x="7598725" y="3339680"/>
            <a:ext cx="867545" cy="369332"/>
          </a:xfrm>
          <a:prstGeom prst="rect">
            <a:avLst/>
          </a:prstGeom>
          <a:blipFill rotWithShape="0">
            <a:blip r:embed="rId4"/>
            <a:stretch>
              <a:fillRect t="-10000" r="-4930" b="-26667"/>
            </a:stretch>
          </a:blipFill>
        </p:spPr>
        <p:txBody>
          <a:bodyPr/>
          <a:lstStyle/>
          <a:p>
            <a:r>
              <a:rPr lang="fr-MA">
                <a:noFill/>
              </a:rPr>
              <a:t> </a:t>
            </a:r>
          </a:p>
        </p:txBody>
      </p:sp>
      <p:sp>
        <p:nvSpPr>
          <p:cNvPr id="1048705" name="Rectangle 11"/>
          <p:cNvSpPr/>
          <p:nvPr/>
        </p:nvSpPr>
        <p:spPr>
          <a:xfrm>
            <a:off x="4338537" y="3365438"/>
            <a:ext cx="3268980" cy="396240"/>
          </a:xfrm>
          <a:prstGeom prst="rect">
            <a:avLst/>
          </a:prstGeom>
        </p:spPr>
        <p:txBody>
          <a:bodyPr wrap="none">
            <a:spAutoFit/>
          </a:bodyPr>
          <a:lstStyle/>
          <a:p>
            <a:pPr marL="285750" indent="-285750">
              <a:buFont typeface="Arial" panose="020B0604020202020204" pitchFamily="34" charset="0"/>
              <a:buChar char="•"/>
            </a:pPr>
            <a:r>
              <a:rPr lang="fr-FR" sz="2000" b="0" i="0" u="none" strike="noStrike" baseline="0" dirty="0"/>
              <a:t>charges de signe opposé </a:t>
            </a:r>
            <a:endParaRPr lang="fr-MA" sz="2000" dirty="0"/>
          </a:p>
        </p:txBody>
      </p:sp>
      <p:sp>
        <p:nvSpPr>
          <p:cNvPr id="1048706" name="Rectangle 12"/>
          <p:cNvSpPr/>
          <p:nvPr/>
        </p:nvSpPr>
        <p:spPr>
          <a:xfrm>
            <a:off x="4338536" y="3820459"/>
            <a:ext cx="3180079" cy="396240"/>
          </a:xfrm>
          <a:prstGeom prst="rect">
            <a:avLst/>
          </a:prstGeom>
        </p:spPr>
        <p:txBody>
          <a:bodyPr wrap="none">
            <a:spAutoFit/>
          </a:bodyPr>
          <a:lstStyle/>
          <a:p>
            <a:pPr marL="285750" indent="-285750">
              <a:buFont typeface="Arial" panose="020B0604020202020204" pitchFamily="34" charset="0"/>
              <a:buChar char="•"/>
            </a:pPr>
            <a:r>
              <a:rPr lang="fr-FR" sz="2000" b="0" i="0" u="none" strike="noStrike" baseline="0" dirty="0"/>
              <a:t>charges de même signe</a:t>
            </a:r>
            <a:endParaRPr lang="fr-MA" sz="2000" dirty="0"/>
          </a:p>
        </p:txBody>
      </p:sp>
      <p:sp>
        <p:nvSpPr>
          <p:cNvPr id="1048707" name="Rectangle 13"/>
          <p:cNvSpPr>
            <a:spLocks noRot="1" noChangeAspect="1" noMove="1" noResize="1" noEditPoints="1" noAdjustHandles="1" noChangeArrowheads="1" noChangeShapeType="1" noTextEdit="1"/>
          </p:cNvSpPr>
          <p:nvPr/>
        </p:nvSpPr>
        <p:spPr>
          <a:xfrm>
            <a:off x="7598724" y="3755475"/>
            <a:ext cx="989373" cy="369332"/>
          </a:xfrm>
          <a:prstGeom prst="rect">
            <a:avLst/>
          </a:prstGeom>
          <a:blipFill rotWithShape="0">
            <a:blip r:embed="rId5"/>
            <a:stretch>
              <a:fillRect t="-8197" r="-4321" b="-24590"/>
            </a:stretch>
          </a:blipFill>
        </p:spPr>
        <p:txBody>
          <a:bodyPr/>
          <a:lstStyle/>
          <a:p>
            <a:r>
              <a:rPr lang="fr-MA">
                <a:noFill/>
              </a:rPr>
              <a:t> </a:t>
            </a:r>
          </a:p>
        </p:txBody>
      </p:sp>
      <p:sp>
        <p:nvSpPr>
          <p:cNvPr id="1048708" name="Rectangle 14"/>
          <p:cNvSpPr/>
          <p:nvPr/>
        </p:nvSpPr>
        <p:spPr>
          <a:xfrm>
            <a:off x="461593" y="4292069"/>
            <a:ext cx="6672580" cy="510540"/>
          </a:xfrm>
          <a:prstGeom prst="rect">
            <a:avLst/>
          </a:prstGeom>
          <a:solidFill>
            <a:srgbClr val="92D05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2.4 Discussion qualitative du mouvement</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09" name="Rectangle 15"/>
          <p:cNvSpPr>
            <a:spLocks noRot="1" noChangeAspect="1" noMove="1" noResize="1" noEditPoints="1" noAdjustHandles="1" noChangeArrowheads="1" noChangeShapeType="1" noTextEdit="1"/>
          </p:cNvSpPr>
          <p:nvPr/>
        </p:nvSpPr>
        <p:spPr>
          <a:xfrm>
            <a:off x="2166930" y="5149317"/>
            <a:ext cx="5647123" cy="831061"/>
          </a:xfrm>
          <a:prstGeom prst="rect">
            <a:avLst/>
          </a:prstGeom>
          <a:blipFill rotWithShape="0">
            <a:blip r:embed="rId6"/>
            <a:stretch>
              <a:fillRect/>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7">
            <p14:nvContentPartPr>
              <p14:cNvPr id="1049497" name="Encre 1049496"/>
              <p14:cNvContentPartPr/>
              <p14:nvPr/>
            </p14:nvContentPartPr>
            <p14:xfrm>
              <a:off x="8020369" y="6414277"/>
              <a:ext cx="30455" cy="642"/>
            </p14:xfrm>
          </p:contentPart>
        </mc:Choice>
        <mc:Fallback xmlns="">
          <p:sp>
            <p:nvSpPr>
              <p:cNvPr id="1049497" name=""/>
              <p:cNvSpPr/>
              <p:nvPr/>
            </p:nvSpPr>
            <p:spPr>
              <a:xfrm>
                <a:off x="8020369" y="6414277"/>
                <a:ext cx="30455" cy="642"/>
              </a:xfrm>
            </p:spPr>
          </p:sp>
        </mc:Fallback>
      </mc:AlternateContent>
      <mc:AlternateContent xmlns:mc="http://schemas.openxmlformats.org/markup-compatibility/2006" xmlns:p14="http://schemas.microsoft.com/office/powerpoint/2010/main">
        <mc:Choice Requires="p14">
          <p:contentPart p14:bwMode="auto" r:id="rId8">
            <p14:nvContentPartPr>
              <p14:cNvPr id="1049498" name="Encre 1049497"/>
              <p14:cNvContentPartPr/>
              <p14:nvPr/>
            </p14:nvContentPartPr>
            <p14:xfrm>
              <a:off x="8025415" y="6360880"/>
              <a:ext cx="189412" cy="53398"/>
            </p14:xfrm>
          </p:contentPart>
        </mc:Choice>
        <mc:Fallback xmlns="">
          <p:sp>
            <p:nvSpPr>
              <p:cNvPr id="1049498" name=""/>
              <p:cNvSpPr/>
              <p:nvPr/>
            </p:nvSpPr>
            <p:spPr>
              <a:xfrm>
                <a:off x="8025415" y="6360880"/>
                <a:ext cx="189412" cy="53398"/>
              </a:xfrm>
            </p:spPr>
          </p:sp>
        </mc:Fallback>
      </mc:AlternateContent>
      <mc:AlternateContent xmlns:mc="http://schemas.openxmlformats.org/markup-compatibility/2006" xmlns:p14="http://schemas.microsoft.com/office/powerpoint/2010/main">
        <mc:Choice Requires="p14">
          <p:contentPart p14:bwMode="auto" r:id="rId9">
            <p14:nvContentPartPr>
              <p14:cNvPr id="1049499" name="Encre 1049498"/>
              <p14:cNvContentPartPr/>
              <p14:nvPr/>
            </p14:nvContentPartPr>
            <p14:xfrm>
              <a:off x="8024725" y="6370517"/>
              <a:ext cx="68813" cy="45927"/>
            </p14:xfrm>
          </p:contentPart>
        </mc:Choice>
        <mc:Fallback xmlns="">
          <p:sp>
            <p:nvSpPr>
              <p:cNvPr id="1049499" name=""/>
              <p:cNvSpPr/>
              <p:nvPr/>
            </p:nvSpPr>
            <p:spPr>
              <a:xfrm>
                <a:off x="8024725" y="6370517"/>
                <a:ext cx="68813" cy="45927"/>
              </a:xfrm>
            </p:spPr>
          </p:sp>
        </mc:Fallback>
      </mc:AlternateContent>
      <mc:AlternateContent xmlns:mc="http://schemas.openxmlformats.org/markup-compatibility/2006" xmlns:p14="http://schemas.microsoft.com/office/powerpoint/2010/main">
        <mc:Choice Requires="p14">
          <p:contentPart p14:bwMode="auto" r:id="rId10">
            <p14:nvContentPartPr>
              <p14:cNvPr id="1049500" name="Encre 1049499"/>
              <p14:cNvContentPartPr/>
              <p14:nvPr/>
            </p14:nvContentPartPr>
            <p14:xfrm>
              <a:off x="7393205" y="5141706"/>
              <a:ext cx="405092" cy="478645"/>
            </p14:xfrm>
          </p:contentPart>
        </mc:Choice>
        <mc:Fallback xmlns="">
          <p:sp>
            <p:nvSpPr>
              <p:cNvPr id="1049500" name=""/>
              <p:cNvSpPr/>
              <p:nvPr/>
            </p:nvSpPr>
            <p:spPr>
              <a:xfrm>
                <a:off x="7393205" y="5141706"/>
                <a:ext cx="405092" cy="478645"/>
              </a:xfrm>
            </p:spPr>
          </p:sp>
        </mc:Fallback>
      </mc:AlternateContent>
      <mc:AlternateContent xmlns:mc="http://schemas.openxmlformats.org/markup-compatibility/2006" xmlns:p14="http://schemas.microsoft.com/office/powerpoint/2010/main">
        <mc:Choice Requires="p14">
          <p:contentPart p14:bwMode="auto" r:id="rId11">
            <p14:nvContentPartPr>
              <p14:cNvPr id="1049501" name="Encre 1049500"/>
              <p14:cNvContentPartPr/>
              <p14:nvPr/>
            </p14:nvContentPartPr>
            <p14:xfrm>
              <a:off x="10422591" y="1289697"/>
              <a:ext cx="8566" cy="30242"/>
            </p14:xfrm>
          </p:contentPart>
        </mc:Choice>
        <mc:Fallback xmlns="">
          <p:sp>
            <p:nvSpPr>
              <p:cNvPr id="1049501" name=""/>
              <p:cNvSpPr/>
              <p:nvPr/>
            </p:nvSpPr>
            <p:spPr>
              <a:xfrm>
                <a:off x="10422591" y="1289697"/>
                <a:ext cx="8566" cy="30242"/>
              </a:xfrm>
            </p:spPr>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0" name="Rectangle 3"/>
          <p:cNvSpPr/>
          <p:nvPr/>
        </p:nvSpPr>
        <p:spPr>
          <a:xfrm>
            <a:off x="721743" y="230678"/>
            <a:ext cx="3827780" cy="447040"/>
          </a:xfrm>
          <a:prstGeom prst="rect">
            <a:avLst/>
          </a:prstGeom>
          <a:solidFill>
            <a:schemeClr val="accent4">
              <a:lumMod val="60000"/>
              <a:lumOff val="40000"/>
            </a:schemeClr>
          </a:solidFill>
        </p:spPr>
        <p:txBody>
          <a:bodyPr wrap="none">
            <a:spAutoFit/>
          </a:bodyPr>
          <a:lstStyle/>
          <a:p>
            <a:r>
              <a:rPr lang="fr-MA" sz="2400" i="0" u="none" strike="noStrike" baseline="0" dirty="0">
                <a:effectLst>
                  <a:outerShdw blurRad="38100" dist="38100" dir="2700000" algn="tl">
                    <a:srgbClr val="000000">
                      <a:alpha val="43137"/>
                    </a:srgbClr>
                  </a:outerShdw>
                </a:effectLst>
                <a:latin typeface="AR BLANCA" panose="02000000000000000000" pitchFamily="2" charset="0"/>
              </a:rPr>
              <a:t>2.4.1. Interaction attractive</a:t>
            </a:r>
            <a:endParaRPr lang="fr-MA" sz="2400" dirty="0">
              <a:effectLst>
                <a:outerShdw blurRad="38100" dist="38100" dir="2700000" algn="tl">
                  <a:srgbClr val="000000">
                    <a:alpha val="43137"/>
                  </a:srgbClr>
                </a:outerShdw>
              </a:effectLst>
              <a:latin typeface="AR BLANCA" panose="02000000000000000000" pitchFamily="2" charset="0"/>
            </a:endParaRPr>
          </a:p>
        </p:txBody>
      </p:sp>
      <p:sp>
        <p:nvSpPr>
          <p:cNvPr id="1048711" name="Rectangle 4"/>
          <p:cNvSpPr/>
          <p:nvPr/>
        </p:nvSpPr>
        <p:spPr>
          <a:xfrm>
            <a:off x="721743" y="797349"/>
            <a:ext cx="2860078" cy="461665"/>
          </a:xfrm>
          <a:prstGeom prst="rect">
            <a:avLst/>
          </a:prstGeom>
          <a:solidFill>
            <a:srgbClr val="FFC000"/>
          </a:solidFill>
        </p:spPr>
        <p:txBody>
          <a:bodyPr wrap="none">
            <a:spAutoFit/>
          </a:bodyPr>
          <a:lstStyle/>
          <a:p>
            <a:r>
              <a:rPr lang="fr-FR" sz="2400" b="0" i="0" u="none" strike="noStrike" baseline="0" dirty="0">
                <a:latin typeface="Bembo"/>
              </a:rPr>
              <a:t>Dans ce cas, </a:t>
            </a:r>
            <a:r>
              <a:rPr lang="fr-FR" sz="2400" b="0" i="1" u="none" strike="noStrike" baseline="0" dirty="0">
                <a:latin typeface="Bembo-Italic"/>
              </a:rPr>
              <a:t>K </a:t>
            </a:r>
            <a:r>
              <a:rPr lang="fr-FR" sz="2400" b="0" i="1" u="none" strike="noStrike" baseline="0" dirty="0">
                <a:latin typeface="CMMI10"/>
              </a:rPr>
              <a:t>&lt; </a:t>
            </a:r>
            <a:r>
              <a:rPr lang="fr-FR" sz="2400" b="0" i="0" u="none" strike="noStrike" baseline="0" dirty="0">
                <a:latin typeface="Bembo"/>
              </a:rPr>
              <a:t>0.</a:t>
            </a:r>
            <a:endParaRPr lang="fr-MA" sz="2400" dirty="0"/>
          </a:p>
        </p:txBody>
      </p:sp>
      <p:pic>
        <p:nvPicPr>
          <p:cNvPr id="2097152" name="Image 5"/>
          <p:cNvPicPr>
            <a:picLocks noChangeAspect="1"/>
          </p:cNvPicPr>
          <p:nvPr/>
        </p:nvPicPr>
        <p:blipFill>
          <a:blip r:embed="rId2">
            <a:lum bright="-40000" contrast="20000"/>
          </a:blip>
          <a:stretch>
            <a:fillRect/>
          </a:stretch>
        </p:blipFill>
        <p:spPr>
          <a:xfrm>
            <a:off x="7261534" y="174579"/>
            <a:ext cx="4660554" cy="3060231"/>
          </a:xfrm>
          <a:prstGeom prst="rect">
            <a:avLst/>
          </a:prstGeom>
        </p:spPr>
      </p:pic>
      <p:sp>
        <p:nvSpPr>
          <p:cNvPr id="1048712" name="ZoneTexte 6"/>
          <p:cNvSpPr txBox="1">
            <a:spLocks noRot="1" noChangeAspect="1" noMove="1" noResize="1" noEditPoints="1" noAdjustHandles="1" noChangeArrowheads="1" noChangeShapeType="1" noTextEdit="1"/>
          </p:cNvSpPr>
          <p:nvPr/>
        </p:nvSpPr>
        <p:spPr>
          <a:xfrm>
            <a:off x="526379" y="1338441"/>
            <a:ext cx="5498753" cy="732508"/>
          </a:xfrm>
          <a:prstGeom prst="rect">
            <a:avLst/>
          </a:prstGeom>
          <a:blipFill rotWithShape="0">
            <a:blip r:embed="rId3"/>
            <a:stretch>
              <a:fillRect l="-998" t="-5000" r="-1220" b="-15000"/>
            </a:stretch>
          </a:blipFill>
        </p:spPr>
        <p:txBody>
          <a:bodyPr/>
          <a:lstStyle/>
          <a:p>
            <a:r>
              <a:rPr lang="fr-MA">
                <a:noFill/>
              </a:rPr>
              <a:t> </a:t>
            </a:r>
          </a:p>
        </p:txBody>
      </p:sp>
      <p:sp>
        <p:nvSpPr>
          <p:cNvPr id="1048713" name="ZoneTexte 7"/>
          <p:cNvSpPr txBox="1">
            <a:spLocks noRot="1" noChangeAspect="1" noMove="1" noResize="1" noEditPoints="1" noAdjustHandles="1" noChangeArrowheads="1" noChangeShapeType="1" noTextEdit="1"/>
          </p:cNvSpPr>
          <p:nvPr/>
        </p:nvSpPr>
        <p:spPr>
          <a:xfrm>
            <a:off x="567197" y="2083551"/>
            <a:ext cx="1510542" cy="738728"/>
          </a:xfrm>
          <a:prstGeom prst="rect">
            <a:avLst/>
          </a:prstGeom>
          <a:blipFill rotWithShape="0">
            <a:blip r:embed="rId4"/>
            <a:stretch>
              <a:fillRect/>
            </a:stretch>
          </a:blipFill>
        </p:spPr>
        <p:txBody>
          <a:bodyPr/>
          <a:lstStyle/>
          <a:p>
            <a:r>
              <a:rPr lang="fr-MA">
                <a:noFill/>
              </a:rPr>
              <a:t> </a:t>
            </a:r>
          </a:p>
        </p:txBody>
      </p:sp>
      <p:sp>
        <p:nvSpPr>
          <p:cNvPr id="1048714" name="ZoneTexte 8"/>
          <p:cNvSpPr txBox="1">
            <a:spLocks noRot="1" noChangeAspect="1" noMove="1" noResize="1" noEditPoints="1" noAdjustHandles="1" noChangeArrowheads="1" noChangeShapeType="1" noTextEdit="1"/>
          </p:cNvSpPr>
          <p:nvPr/>
        </p:nvSpPr>
        <p:spPr>
          <a:xfrm>
            <a:off x="3014147" y="2090347"/>
            <a:ext cx="2739404" cy="741165"/>
          </a:xfrm>
          <a:prstGeom prst="rect">
            <a:avLst/>
          </a:prstGeom>
          <a:blipFill rotWithShape="0">
            <a:blip r:embed="rId5"/>
            <a:stretch>
              <a:fillRect/>
            </a:stretch>
          </a:blipFill>
        </p:spPr>
        <p:txBody>
          <a:bodyPr/>
          <a:lstStyle/>
          <a:p>
            <a:r>
              <a:rPr lang="fr-MA">
                <a:noFill/>
              </a:rPr>
              <a:t> </a:t>
            </a:r>
          </a:p>
        </p:txBody>
      </p:sp>
      <p:sp>
        <p:nvSpPr>
          <p:cNvPr id="1048715" name="Rectangle 9"/>
          <p:cNvSpPr/>
          <p:nvPr/>
        </p:nvSpPr>
        <p:spPr>
          <a:xfrm>
            <a:off x="567197" y="4105895"/>
            <a:ext cx="3751580" cy="447041"/>
          </a:xfrm>
          <a:prstGeom prst="rect">
            <a:avLst/>
          </a:prstGeom>
          <a:solidFill>
            <a:schemeClr val="accent4">
              <a:lumMod val="60000"/>
              <a:lumOff val="40000"/>
            </a:schemeClr>
          </a:solidFill>
        </p:spPr>
        <p:txBody>
          <a:bodyPr wrap="none">
            <a:spAutoFit/>
          </a:bodyPr>
          <a:lstStyle/>
          <a:p>
            <a:r>
              <a:rPr lang="fr-MA" sz="2400" i="0" u="none" strike="noStrike" baseline="0" dirty="0">
                <a:effectLst>
                  <a:outerShdw blurRad="38100" dist="38100" dir="2700000" algn="tl">
                    <a:srgbClr val="000000">
                      <a:alpha val="43137"/>
                    </a:srgbClr>
                  </a:outerShdw>
                </a:effectLst>
                <a:latin typeface="AR BLANCA" panose="02000000000000000000" pitchFamily="2" charset="0"/>
              </a:rPr>
              <a:t>2.4.1. Interaction répulsive</a:t>
            </a:r>
            <a:endParaRPr lang="fr-MA" sz="2400" dirty="0">
              <a:effectLst>
                <a:outerShdw blurRad="38100" dist="38100" dir="2700000" algn="tl">
                  <a:srgbClr val="000000">
                    <a:alpha val="43137"/>
                  </a:srgbClr>
                </a:outerShdw>
              </a:effectLst>
              <a:latin typeface="AR BLANCA" panose="02000000000000000000" pitchFamily="2" charset="0"/>
            </a:endParaRPr>
          </a:p>
        </p:txBody>
      </p:sp>
      <p:sp>
        <p:nvSpPr>
          <p:cNvPr id="1048716" name="Rectangle 10"/>
          <p:cNvSpPr/>
          <p:nvPr/>
        </p:nvSpPr>
        <p:spPr>
          <a:xfrm>
            <a:off x="567197" y="4793397"/>
            <a:ext cx="2860078" cy="461665"/>
          </a:xfrm>
          <a:prstGeom prst="rect">
            <a:avLst/>
          </a:prstGeom>
          <a:solidFill>
            <a:srgbClr val="FFC000"/>
          </a:solidFill>
        </p:spPr>
        <p:txBody>
          <a:bodyPr wrap="none">
            <a:spAutoFit/>
          </a:bodyPr>
          <a:lstStyle/>
          <a:p>
            <a:r>
              <a:rPr lang="fr-FR" sz="2400" b="0" i="0" u="none" strike="noStrike" baseline="0" dirty="0">
                <a:latin typeface="Bembo"/>
              </a:rPr>
              <a:t>Dans ce cas, </a:t>
            </a:r>
            <a:r>
              <a:rPr lang="fr-FR" sz="2400" b="0" i="1" u="none" strike="noStrike" baseline="0" dirty="0">
                <a:latin typeface="Bembo-Italic"/>
              </a:rPr>
              <a:t>K </a:t>
            </a:r>
            <a:r>
              <a:rPr lang="fr-FR" sz="2400" i="1" dirty="0">
                <a:latin typeface="CMMI10"/>
              </a:rPr>
              <a:t>&gt;</a:t>
            </a:r>
            <a:r>
              <a:rPr lang="fr-FR" sz="2400" b="0" i="1" u="none" strike="noStrike" baseline="0" dirty="0">
                <a:latin typeface="CMMI10"/>
              </a:rPr>
              <a:t> </a:t>
            </a:r>
            <a:r>
              <a:rPr lang="fr-FR" sz="2400" b="0" i="0" u="none" strike="noStrike" baseline="0" dirty="0">
                <a:latin typeface="Bembo"/>
              </a:rPr>
              <a:t>0.</a:t>
            </a:r>
            <a:endParaRPr lang="fr-MA" sz="2400" dirty="0"/>
          </a:p>
        </p:txBody>
      </p:sp>
      <p:pic>
        <p:nvPicPr>
          <p:cNvPr id="2097153" name="Image 11"/>
          <p:cNvPicPr>
            <a:picLocks noChangeAspect="1"/>
          </p:cNvPicPr>
          <p:nvPr/>
        </p:nvPicPr>
        <p:blipFill>
          <a:blip r:embed="rId6">
            <a:lum bright="-40000" contrast="20000"/>
          </a:blip>
          <a:stretch>
            <a:fillRect/>
          </a:stretch>
        </p:blipFill>
        <p:spPr>
          <a:xfrm>
            <a:off x="7712295" y="3898193"/>
            <a:ext cx="3759032" cy="2731032"/>
          </a:xfrm>
          <a:prstGeom prst="rect">
            <a:avLst/>
          </a:prstGeom>
        </p:spPr>
      </p:pic>
      <p:sp>
        <p:nvSpPr>
          <p:cNvPr id="1048717" name="Rectangle 12"/>
          <p:cNvSpPr/>
          <p:nvPr/>
        </p:nvSpPr>
        <p:spPr>
          <a:xfrm>
            <a:off x="473214" y="5590609"/>
            <a:ext cx="7137041" cy="707886"/>
          </a:xfrm>
          <a:prstGeom prst="rect">
            <a:avLst/>
          </a:prstGeom>
        </p:spPr>
        <p:txBody>
          <a:bodyPr wrap="square">
            <a:spAutoFit/>
          </a:bodyPr>
          <a:lstStyle/>
          <a:p>
            <a:pPr marL="285750" indent="-285750" algn="just">
              <a:buFont typeface="Arial" panose="020B0604020202020204" pitchFamily="34" charset="0"/>
              <a:buChar char="•"/>
            </a:pPr>
            <a:r>
              <a:rPr lang="fr-FR" sz="2000" b="0" i="0" u="none" strike="noStrike" baseline="0" dirty="0"/>
              <a:t>On en déduit qu’il n’y a que des états libres possibles dans le cas d’un potentiel newtonien répulsif.</a:t>
            </a:r>
            <a:endParaRPr lang="fr-MA" sz="2000" dirty="0"/>
          </a:p>
        </p:txBody>
      </p:sp>
      <p:sp>
        <p:nvSpPr>
          <p:cNvPr id="1048718" name="Rectangle 13"/>
          <p:cNvSpPr/>
          <p:nvPr/>
        </p:nvSpPr>
        <p:spPr>
          <a:xfrm>
            <a:off x="526379" y="3100111"/>
            <a:ext cx="6441347" cy="707886"/>
          </a:xfrm>
          <a:prstGeom prst="rect">
            <a:avLst/>
          </a:prstGeom>
        </p:spPr>
        <p:txBody>
          <a:bodyPr wrap="square">
            <a:spAutoFit/>
          </a:bodyPr>
          <a:lstStyle/>
          <a:p>
            <a:pPr marL="285750" indent="-285750" algn="just">
              <a:buFont typeface="Arial" panose="020B0604020202020204" pitchFamily="34" charset="0"/>
              <a:buChar char="•"/>
            </a:pPr>
            <a:r>
              <a:rPr lang="fr-FR" sz="2000" b="0" i="0" u="none" strike="noStrike" baseline="0" dirty="0"/>
              <a:t>On en déduit l’existence d’états libres et d’états liés dans le cas d’un potentiel newtonien </a:t>
            </a:r>
            <a:r>
              <a:rPr lang="fr-MA" sz="2000" b="0" i="0" u="none" strike="noStrike" baseline="0" dirty="0"/>
              <a:t>attractif.</a:t>
            </a:r>
            <a:endParaRPr lang="fr-MA" sz="2000" dirty="0"/>
          </a:p>
        </p:txBody>
      </p:sp>
      <mc:AlternateContent xmlns:mc="http://schemas.openxmlformats.org/markup-compatibility/2006" xmlns:p14="http://schemas.microsoft.com/office/powerpoint/2010/main">
        <mc:Choice Requires="p14">
          <p:contentPart p14:bwMode="auto" r:id="rId7">
            <p14:nvContentPartPr>
              <p14:cNvPr id="1048719" name="Encre 1048718"/>
              <p14:cNvContentPartPr/>
              <p14:nvPr/>
            </p14:nvContentPartPr>
            <p14:xfrm>
              <a:off x="701566" y="2574312"/>
              <a:ext cx="74093" cy="106072"/>
            </p14:xfrm>
          </p:contentPart>
        </mc:Choice>
        <mc:Fallback xmlns="">
          <p:sp>
            <p:nvSpPr>
              <p:cNvPr id="1048719" name=""/>
              <p:cNvSpPr/>
              <p:nvPr/>
            </p:nvSpPr>
            <p:spPr>
              <a:xfrm>
                <a:off x="701566" y="2574312"/>
                <a:ext cx="74093" cy="106072"/>
              </a:xfrm>
            </p:spPr>
          </p:sp>
        </mc:Fallback>
      </mc:AlternateContent>
      <mc:AlternateContent xmlns:mc="http://schemas.openxmlformats.org/markup-compatibility/2006" xmlns:p14="http://schemas.microsoft.com/office/powerpoint/2010/main">
        <mc:Choice Requires="p14">
          <p:contentPart p14:bwMode="auto" r:id="rId8">
            <p14:nvContentPartPr>
              <p14:cNvPr id="1049502" name="Encre 1049501"/>
              <p14:cNvContentPartPr/>
              <p14:nvPr/>
            </p14:nvContentPartPr>
            <p14:xfrm>
              <a:off x="583684" y="732103"/>
              <a:ext cx="3080449" cy="693540"/>
            </p14:xfrm>
          </p:contentPart>
        </mc:Choice>
        <mc:Fallback xmlns="">
          <p:sp>
            <p:nvSpPr>
              <p:cNvPr id="1049502" name=""/>
              <p:cNvSpPr/>
              <p:nvPr/>
            </p:nvSpPr>
            <p:spPr>
              <a:xfrm>
                <a:off x="583684" y="732103"/>
                <a:ext cx="3080449" cy="693540"/>
              </a:xfrm>
            </p:spPr>
          </p:sp>
        </mc:Fallback>
      </mc:AlternateContent>
      <mc:AlternateContent xmlns:mc="http://schemas.openxmlformats.org/markup-compatibility/2006" xmlns:p14="http://schemas.microsoft.com/office/powerpoint/2010/main">
        <mc:Choice Requires="p14">
          <p:contentPart p14:bwMode="auto" r:id="rId9">
            <p14:nvContentPartPr>
              <p14:cNvPr id="1050339" name="Encre 1050338"/>
              <p14:cNvContentPartPr/>
              <p14:nvPr/>
            </p14:nvContentPartPr>
            <p14:xfrm>
              <a:off x="7923046" y="4877235"/>
              <a:ext cx="3246282" cy="227184"/>
            </p14:xfrm>
          </p:contentPart>
        </mc:Choice>
        <mc:Fallback xmlns="">
          <p:sp>
            <p:nvSpPr>
              <p:cNvPr id="1050339" name=""/>
              <p:cNvSpPr/>
              <p:nvPr/>
            </p:nvSpPr>
            <p:spPr>
              <a:xfrm>
                <a:off x="7923046" y="4877235"/>
                <a:ext cx="3246282" cy="227184"/>
              </a:xfrm>
            </p:spPr>
          </p:sp>
        </mc:Fallback>
      </mc:AlternateContent>
      <mc:AlternateContent xmlns:mc="http://schemas.openxmlformats.org/markup-compatibility/2006" xmlns:p14="http://schemas.microsoft.com/office/powerpoint/2010/main">
        <mc:Choice Requires="p14">
          <p:contentPart p14:bwMode="auto" r:id="rId10">
            <p14:nvContentPartPr>
              <p14:cNvPr id="1050340" name="Encre 1050339"/>
              <p14:cNvContentPartPr/>
              <p14:nvPr/>
            </p14:nvContentPartPr>
            <p14:xfrm>
              <a:off x="10469822" y="4580958"/>
              <a:ext cx="540431" cy="591413"/>
            </p14:xfrm>
          </p:contentPart>
        </mc:Choice>
        <mc:Fallback xmlns="">
          <p:sp>
            <p:nvSpPr>
              <p:cNvPr id="1050340" name=""/>
              <p:cNvSpPr/>
              <p:nvPr/>
            </p:nvSpPr>
            <p:spPr>
              <a:xfrm>
                <a:off x="10469822" y="4580958"/>
                <a:ext cx="540431" cy="591413"/>
              </a:xfrm>
            </p:spPr>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049503" name="Encre 1049502"/>
              <p14:cNvContentPartPr/>
              <p14:nvPr/>
            </p14:nvContentPartPr>
            <p14:xfrm>
              <a:off x="678251" y="357740"/>
              <a:ext cx="6538" cy="264387"/>
            </p14:xfrm>
          </p:contentPart>
        </mc:Choice>
        <mc:Fallback xmlns="">
          <p:sp>
            <p:nvSpPr>
              <p:cNvPr id="1049503" name=""/>
              <p:cNvSpPr/>
              <p:nvPr/>
            </p:nvSpPr>
            <p:spPr>
              <a:xfrm>
                <a:off x="678251" y="357740"/>
                <a:ext cx="6538" cy="264387"/>
              </a:xfrm>
            </p:spPr>
          </p:sp>
        </mc:Fallback>
      </mc:AlternateContent>
      <mc:AlternateContent xmlns:mc="http://schemas.openxmlformats.org/markup-compatibility/2006" xmlns:p14="http://schemas.microsoft.com/office/powerpoint/2010/main">
        <mc:Choice Requires="p14">
          <p:contentPart p14:bwMode="auto" r:id="rId3">
            <p14:nvContentPartPr>
              <p14:cNvPr id="1049504" name="Encre 1049503"/>
              <p14:cNvContentPartPr/>
              <p14:nvPr/>
            </p14:nvContentPartPr>
            <p14:xfrm>
              <a:off x="657646" y="338122"/>
              <a:ext cx="162443" cy="12284"/>
            </p14:xfrm>
          </p:contentPart>
        </mc:Choice>
        <mc:Fallback xmlns="">
          <p:sp>
            <p:nvSpPr>
              <p:cNvPr id="1049504" name=""/>
              <p:cNvSpPr/>
              <p:nvPr/>
            </p:nvSpPr>
            <p:spPr>
              <a:xfrm>
                <a:off x="657646" y="338122"/>
                <a:ext cx="162443" cy="12284"/>
              </a:xfrm>
            </p:spPr>
          </p:sp>
        </mc:Fallback>
      </mc:AlternateContent>
      <mc:AlternateContent xmlns:mc="http://schemas.openxmlformats.org/markup-compatibility/2006" xmlns:p14="http://schemas.microsoft.com/office/powerpoint/2010/main">
        <mc:Choice Requires="p14">
          <p:contentPart p14:bwMode="auto" r:id="rId4">
            <p14:nvContentPartPr>
              <p14:cNvPr id="1049505" name="Encre 1049504"/>
              <p14:cNvContentPartPr/>
              <p14:nvPr/>
            </p14:nvContentPartPr>
            <p14:xfrm>
              <a:off x="671103" y="480766"/>
              <a:ext cx="180819" cy="14874"/>
            </p14:xfrm>
          </p:contentPart>
        </mc:Choice>
        <mc:Fallback xmlns="">
          <p:sp>
            <p:nvSpPr>
              <p:cNvPr id="1049505" name=""/>
              <p:cNvSpPr/>
              <p:nvPr/>
            </p:nvSpPr>
            <p:spPr>
              <a:xfrm>
                <a:off x="671103" y="480766"/>
                <a:ext cx="180819" cy="14874"/>
              </a:xfrm>
            </p:spPr>
          </p:sp>
        </mc:Fallback>
      </mc:AlternateContent>
      <mc:AlternateContent xmlns:mc="http://schemas.openxmlformats.org/markup-compatibility/2006" xmlns:p14="http://schemas.microsoft.com/office/powerpoint/2010/main">
        <mc:Choice Requires="p14">
          <p:contentPart p14:bwMode="auto" r:id="rId5">
            <p14:nvContentPartPr>
              <p14:cNvPr id="1049506" name="Encre 1049505"/>
              <p14:cNvContentPartPr/>
              <p14:nvPr/>
            </p14:nvContentPartPr>
            <p14:xfrm>
              <a:off x="698436" y="590439"/>
              <a:ext cx="136707" cy="43339"/>
            </p14:xfrm>
          </p:contentPart>
        </mc:Choice>
        <mc:Fallback xmlns="">
          <p:sp>
            <p:nvSpPr>
              <p:cNvPr id="1049506" name=""/>
              <p:cNvSpPr/>
              <p:nvPr/>
            </p:nvSpPr>
            <p:spPr>
              <a:xfrm>
                <a:off x="698436" y="590439"/>
                <a:ext cx="136707" cy="43339"/>
              </a:xfrm>
            </p:spPr>
          </p:sp>
        </mc:Fallback>
      </mc:AlternateContent>
      <mc:AlternateContent xmlns:mc="http://schemas.openxmlformats.org/markup-compatibility/2006" xmlns:p14="http://schemas.microsoft.com/office/powerpoint/2010/main">
        <mc:Choice Requires="p14">
          <p:contentPart p14:bwMode="auto" r:id="rId6">
            <p14:nvContentPartPr>
              <p14:cNvPr id="1049507" name="Encre 1049506"/>
              <p14:cNvContentPartPr/>
              <p14:nvPr/>
            </p14:nvContentPartPr>
            <p14:xfrm>
              <a:off x="883084" y="585762"/>
              <a:ext cx="12992" cy="295787"/>
            </p14:xfrm>
          </p:contentPart>
        </mc:Choice>
        <mc:Fallback xmlns="">
          <p:sp>
            <p:nvSpPr>
              <p:cNvPr id="1049507" name=""/>
              <p:cNvSpPr/>
              <p:nvPr/>
            </p:nvSpPr>
            <p:spPr>
              <a:xfrm>
                <a:off x="883084" y="585762"/>
                <a:ext cx="12992" cy="295787"/>
              </a:xfrm>
            </p:spPr>
          </p:sp>
        </mc:Fallback>
      </mc:AlternateContent>
      <mc:AlternateContent xmlns:mc="http://schemas.openxmlformats.org/markup-compatibility/2006" xmlns:p14="http://schemas.microsoft.com/office/powerpoint/2010/main">
        <mc:Choice Requires="p14">
          <p:contentPart p14:bwMode="auto" r:id="rId7">
            <p14:nvContentPartPr>
              <p14:cNvPr id="1049508" name="Encre 1049507"/>
              <p14:cNvContentPartPr/>
              <p14:nvPr/>
            </p14:nvContentPartPr>
            <p14:xfrm>
              <a:off x="840148" y="559151"/>
              <a:ext cx="114198" cy="173250"/>
            </p14:xfrm>
          </p:contentPart>
        </mc:Choice>
        <mc:Fallback xmlns="">
          <p:sp>
            <p:nvSpPr>
              <p:cNvPr id="1049508" name=""/>
              <p:cNvSpPr/>
              <p:nvPr/>
            </p:nvSpPr>
            <p:spPr>
              <a:xfrm>
                <a:off x="840148" y="559151"/>
                <a:ext cx="114198" cy="173250"/>
              </a:xfrm>
            </p:spPr>
          </p:sp>
        </mc:Fallback>
      </mc:AlternateContent>
      <mc:AlternateContent xmlns:mc="http://schemas.openxmlformats.org/markup-compatibility/2006" xmlns:p14="http://schemas.microsoft.com/office/powerpoint/2010/main">
        <mc:Choice Requires="p14">
          <p:contentPart p14:bwMode="auto" r:id="rId8">
            <p14:nvContentPartPr>
              <p14:cNvPr id="1049509" name="Encre 1049508"/>
              <p14:cNvContentPartPr/>
              <p14:nvPr/>
            </p14:nvContentPartPr>
            <p14:xfrm>
              <a:off x="964199" y="648372"/>
              <a:ext cx="300244" cy="376441"/>
            </p14:xfrm>
          </p:contentPart>
        </mc:Choice>
        <mc:Fallback xmlns="">
          <p:sp>
            <p:nvSpPr>
              <p:cNvPr id="1049509" name=""/>
              <p:cNvSpPr/>
              <p:nvPr/>
            </p:nvSpPr>
            <p:spPr>
              <a:xfrm>
                <a:off x="964199" y="648372"/>
                <a:ext cx="300244" cy="376441"/>
              </a:xfrm>
            </p:spPr>
          </p:sp>
        </mc:Fallback>
      </mc:AlternateContent>
      <mc:AlternateContent xmlns:mc="http://schemas.openxmlformats.org/markup-compatibility/2006" xmlns:p14="http://schemas.microsoft.com/office/powerpoint/2010/main">
        <mc:Choice Requires="p14">
          <p:contentPart p14:bwMode="auto" r:id="rId9">
            <p14:nvContentPartPr>
              <p14:cNvPr id="1049510" name="Encre 1049509"/>
              <p14:cNvContentPartPr/>
              <p14:nvPr/>
            </p14:nvContentPartPr>
            <p14:xfrm>
              <a:off x="1296566" y="316582"/>
              <a:ext cx="76789" cy="344161"/>
            </p14:xfrm>
          </p:contentPart>
        </mc:Choice>
        <mc:Fallback xmlns="">
          <p:sp>
            <p:nvSpPr>
              <p:cNvPr id="1049510" name=""/>
              <p:cNvSpPr/>
              <p:nvPr/>
            </p:nvSpPr>
            <p:spPr>
              <a:xfrm>
                <a:off x="1296566" y="316582"/>
                <a:ext cx="76789" cy="344161"/>
              </a:xfrm>
            </p:spPr>
          </p:sp>
        </mc:Fallback>
      </mc:AlternateContent>
      <mc:AlternateContent xmlns:mc="http://schemas.openxmlformats.org/markup-compatibility/2006" xmlns:p14="http://schemas.microsoft.com/office/powerpoint/2010/main">
        <mc:Choice Requires="p14">
          <p:contentPart p14:bwMode="auto" r:id="rId10">
            <p14:nvContentPartPr>
              <p14:cNvPr id="1049511" name="Encre 1049510"/>
              <p14:cNvContentPartPr/>
              <p14:nvPr/>
            </p14:nvContentPartPr>
            <p14:xfrm>
              <a:off x="1416207" y="428379"/>
              <a:ext cx="151112" cy="210362"/>
            </p14:xfrm>
          </p:contentPart>
        </mc:Choice>
        <mc:Fallback xmlns="">
          <p:sp>
            <p:nvSpPr>
              <p:cNvPr id="1049511" name=""/>
              <p:cNvSpPr/>
              <p:nvPr/>
            </p:nvSpPr>
            <p:spPr>
              <a:xfrm>
                <a:off x="1416207" y="428379"/>
                <a:ext cx="151112" cy="210362"/>
              </a:xfrm>
            </p:spPr>
          </p:sp>
        </mc:Fallback>
      </mc:AlternateContent>
      <mc:AlternateContent xmlns:mc="http://schemas.openxmlformats.org/markup-compatibility/2006" xmlns:p14="http://schemas.microsoft.com/office/powerpoint/2010/main">
        <mc:Choice Requires="p14">
          <p:contentPart p14:bwMode="auto" r:id="rId11">
            <p14:nvContentPartPr>
              <p14:cNvPr id="1049512" name="Encre 1049511"/>
              <p14:cNvContentPartPr/>
              <p14:nvPr/>
            </p14:nvContentPartPr>
            <p14:xfrm>
              <a:off x="1498683" y="288907"/>
              <a:ext cx="114024" cy="448723"/>
            </p14:xfrm>
          </p:contentPart>
        </mc:Choice>
        <mc:Fallback xmlns="">
          <p:sp>
            <p:nvSpPr>
              <p:cNvPr id="1049512" name=""/>
              <p:cNvSpPr/>
              <p:nvPr/>
            </p:nvSpPr>
            <p:spPr>
              <a:xfrm>
                <a:off x="1498683" y="288907"/>
                <a:ext cx="114024" cy="448723"/>
              </a:xfrm>
            </p:spPr>
          </p:sp>
        </mc:Fallback>
      </mc:AlternateContent>
      <mc:AlternateContent xmlns:mc="http://schemas.openxmlformats.org/markup-compatibility/2006" xmlns:p14="http://schemas.microsoft.com/office/powerpoint/2010/main">
        <mc:Choice Requires="p14">
          <p:contentPart p14:bwMode="auto" r:id="rId12">
            <p14:nvContentPartPr>
              <p14:cNvPr id="1049513" name="Encre 1049512"/>
              <p14:cNvContentPartPr/>
              <p14:nvPr/>
            </p14:nvContentPartPr>
            <p14:xfrm>
              <a:off x="1713969" y="465339"/>
              <a:ext cx="143611" cy="17067"/>
            </p14:xfrm>
          </p:contentPart>
        </mc:Choice>
        <mc:Fallback xmlns="">
          <p:sp>
            <p:nvSpPr>
              <p:cNvPr id="1049513" name=""/>
              <p:cNvSpPr/>
              <p:nvPr/>
            </p:nvSpPr>
            <p:spPr>
              <a:xfrm>
                <a:off x="1713969" y="465339"/>
                <a:ext cx="143611" cy="17067"/>
              </a:xfrm>
            </p:spPr>
          </p:sp>
        </mc:Fallback>
      </mc:AlternateContent>
      <mc:AlternateContent xmlns:mc="http://schemas.openxmlformats.org/markup-compatibility/2006" xmlns:p14="http://schemas.microsoft.com/office/powerpoint/2010/main">
        <mc:Choice Requires="p14">
          <p:contentPart p14:bwMode="auto" r:id="rId13">
            <p14:nvContentPartPr>
              <p14:cNvPr id="1049514" name="Encre 1049513"/>
              <p14:cNvContentPartPr/>
              <p14:nvPr/>
            </p14:nvContentPartPr>
            <p14:xfrm>
              <a:off x="1734574" y="588519"/>
              <a:ext cx="147042" cy="51883"/>
            </p14:xfrm>
          </p:contentPart>
        </mc:Choice>
        <mc:Fallback xmlns="">
          <p:sp>
            <p:nvSpPr>
              <p:cNvPr id="1049514" name=""/>
              <p:cNvSpPr/>
              <p:nvPr/>
            </p:nvSpPr>
            <p:spPr>
              <a:xfrm>
                <a:off x="1734574" y="588519"/>
                <a:ext cx="147042" cy="51883"/>
              </a:xfrm>
            </p:spPr>
          </p:sp>
        </mc:Fallback>
      </mc:AlternateContent>
      <mc:AlternateContent xmlns:mc="http://schemas.openxmlformats.org/markup-compatibility/2006" xmlns:p14="http://schemas.microsoft.com/office/powerpoint/2010/main">
        <mc:Choice Requires="p14">
          <p:contentPart p14:bwMode="auto" r:id="rId14">
            <p14:nvContentPartPr>
              <p14:cNvPr id="1049515" name="Encre 1049514"/>
              <p14:cNvContentPartPr/>
              <p14:nvPr/>
            </p14:nvContentPartPr>
            <p14:xfrm>
              <a:off x="2015475" y="263366"/>
              <a:ext cx="74189" cy="237298"/>
            </p14:xfrm>
          </p:contentPart>
        </mc:Choice>
        <mc:Fallback xmlns="">
          <p:sp>
            <p:nvSpPr>
              <p:cNvPr id="1049515" name=""/>
              <p:cNvSpPr/>
              <p:nvPr/>
            </p:nvSpPr>
            <p:spPr>
              <a:xfrm>
                <a:off x="2015475" y="263366"/>
                <a:ext cx="74189" cy="237298"/>
              </a:xfrm>
            </p:spPr>
          </p:sp>
        </mc:Fallback>
      </mc:AlternateContent>
      <mc:AlternateContent xmlns:mc="http://schemas.openxmlformats.org/markup-compatibility/2006" xmlns:p14="http://schemas.microsoft.com/office/powerpoint/2010/main">
        <mc:Choice Requires="p14">
          <p:contentPart p14:bwMode="auto" r:id="rId15">
            <p14:nvContentPartPr>
              <p14:cNvPr id="1049516" name="Encre 1049515"/>
              <p14:cNvContentPartPr/>
              <p14:nvPr/>
            </p14:nvContentPartPr>
            <p14:xfrm>
              <a:off x="1966276" y="557850"/>
              <a:ext cx="252306" cy="34534"/>
            </p14:xfrm>
          </p:contentPart>
        </mc:Choice>
        <mc:Fallback xmlns="">
          <p:sp>
            <p:nvSpPr>
              <p:cNvPr id="1049516" name=""/>
              <p:cNvSpPr/>
              <p:nvPr/>
            </p:nvSpPr>
            <p:spPr>
              <a:xfrm>
                <a:off x="1966276" y="557850"/>
                <a:ext cx="252306" cy="34534"/>
              </a:xfrm>
            </p:spPr>
          </p:sp>
        </mc:Fallback>
      </mc:AlternateContent>
      <mc:AlternateContent xmlns:mc="http://schemas.openxmlformats.org/markup-compatibility/2006" xmlns:p14="http://schemas.microsoft.com/office/powerpoint/2010/main">
        <mc:Choice Requires="p14">
          <p:contentPart p14:bwMode="auto" r:id="rId16">
            <p14:nvContentPartPr>
              <p14:cNvPr id="1049517" name="Encre 1049516"/>
              <p14:cNvContentPartPr/>
              <p14:nvPr/>
            </p14:nvContentPartPr>
            <p14:xfrm>
              <a:off x="2001162" y="642946"/>
              <a:ext cx="132728" cy="255898"/>
            </p14:xfrm>
          </p:contentPart>
        </mc:Choice>
        <mc:Fallback xmlns="">
          <p:sp>
            <p:nvSpPr>
              <p:cNvPr id="1049517" name=""/>
              <p:cNvSpPr/>
              <p:nvPr/>
            </p:nvSpPr>
            <p:spPr>
              <a:xfrm>
                <a:off x="2001162" y="642946"/>
                <a:ext cx="132728" cy="255898"/>
              </a:xfrm>
            </p:spPr>
          </p:sp>
        </mc:Fallback>
      </mc:AlternateContent>
      <mc:AlternateContent xmlns:mc="http://schemas.openxmlformats.org/markup-compatibility/2006" xmlns:p14="http://schemas.microsoft.com/office/powerpoint/2010/main">
        <mc:Choice Requires="p14">
          <p:contentPart p14:bwMode="auto" r:id="rId17">
            <p14:nvContentPartPr>
              <p14:cNvPr id="1049518" name="Encre 1049517"/>
              <p14:cNvContentPartPr/>
              <p14:nvPr/>
            </p14:nvContentPartPr>
            <p14:xfrm>
              <a:off x="2304875" y="408890"/>
              <a:ext cx="186943" cy="173349"/>
            </p14:xfrm>
          </p:contentPart>
        </mc:Choice>
        <mc:Fallback xmlns="">
          <p:sp>
            <p:nvSpPr>
              <p:cNvPr id="1049518" name=""/>
              <p:cNvSpPr/>
              <p:nvPr/>
            </p:nvSpPr>
            <p:spPr>
              <a:xfrm>
                <a:off x="2304875" y="408890"/>
                <a:ext cx="186943" cy="173349"/>
              </a:xfrm>
            </p:spPr>
          </p:sp>
        </mc:Fallback>
      </mc:AlternateContent>
      <mc:AlternateContent xmlns:mc="http://schemas.openxmlformats.org/markup-compatibility/2006" xmlns:p14="http://schemas.microsoft.com/office/powerpoint/2010/main">
        <mc:Choice Requires="p14">
          <p:contentPart p14:bwMode="auto" r:id="rId18">
            <p14:nvContentPartPr>
              <p14:cNvPr id="1049519" name="Encre 1049518"/>
              <p14:cNvContentPartPr/>
              <p14:nvPr/>
            </p14:nvContentPartPr>
            <p14:xfrm>
              <a:off x="2640055" y="233321"/>
              <a:ext cx="171447" cy="269430"/>
            </p14:xfrm>
          </p:contentPart>
        </mc:Choice>
        <mc:Fallback xmlns="">
          <p:sp>
            <p:nvSpPr>
              <p:cNvPr id="1049519" name=""/>
              <p:cNvSpPr/>
              <p:nvPr/>
            </p:nvSpPr>
            <p:spPr>
              <a:xfrm>
                <a:off x="2640055" y="233321"/>
                <a:ext cx="171447" cy="269430"/>
              </a:xfrm>
            </p:spPr>
          </p:sp>
        </mc:Fallback>
      </mc:AlternateContent>
      <mc:AlternateContent xmlns:mc="http://schemas.openxmlformats.org/markup-compatibility/2006" xmlns:p14="http://schemas.microsoft.com/office/powerpoint/2010/main">
        <mc:Choice Requires="p14">
          <p:contentPart p14:bwMode="auto" r:id="rId19">
            <p14:nvContentPartPr>
              <p14:cNvPr id="1049520" name="Encre 1049519"/>
              <p14:cNvContentPartPr/>
              <p14:nvPr/>
            </p14:nvContentPartPr>
            <p14:xfrm>
              <a:off x="2818230" y="108150"/>
              <a:ext cx="165843" cy="167013"/>
            </p14:xfrm>
          </p:contentPart>
        </mc:Choice>
        <mc:Fallback xmlns="">
          <p:sp>
            <p:nvSpPr>
              <p:cNvPr id="1049520" name=""/>
              <p:cNvSpPr/>
              <p:nvPr/>
            </p:nvSpPr>
            <p:spPr>
              <a:xfrm>
                <a:off x="2818230" y="108150"/>
                <a:ext cx="165843" cy="167013"/>
              </a:xfrm>
            </p:spPr>
          </p:sp>
        </mc:Fallback>
      </mc:AlternateContent>
      <mc:AlternateContent xmlns:mc="http://schemas.openxmlformats.org/markup-compatibility/2006" xmlns:p14="http://schemas.microsoft.com/office/powerpoint/2010/main">
        <mc:Choice Requires="p14">
          <p:contentPart p14:bwMode="auto" r:id="rId20">
            <p14:nvContentPartPr>
              <p14:cNvPr id="1049521" name="Encre 1049520"/>
              <p14:cNvContentPartPr/>
              <p14:nvPr/>
            </p14:nvContentPartPr>
            <p14:xfrm>
              <a:off x="2552468" y="584430"/>
              <a:ext cx="390921" cy="49348"/>
            </p14:xfrm>
          </p:contentPart>
        </mc:Choice>
        <mc:Fallback xmlns="">
          <p:sp>
            <p:nvSpPr>
              <p:cNvPr id="1049521" name=""/>
              <p:cNvSpPr/>
              <p:nvPr/>
            </p:nvSpPr>
            <p:spPr>
              <a:xfrm>
                <a:off x="2552468" y="584430"/>
                <a:ext cx="390921" cy="49348"/>
              </a:xfrm>
            </p:spPr>
          </p:sp>
        </mc:Fallback>
      </mc:AlternateContent>
      <mc:AlternateContent xmlns:mc="http://schemas.openxmlformats.org/markup-compatibility/2006" xmlns:p14="http://schemas.microsoft.com/office/powerpoint/2010/main">
        <mc:Choice Requires="p14">
          <p:contentPart p14:bwMode="auto" r:id="rId21">
            <p14:nvContentPartPr>
              <p14:cNvPr id="1049522" name="Encre 1049521"/>
              <p14:cNvContentPartPr/>
              <p14:nvPr/>
            </p14:nvContentPartPr>
            <p14:xfrm>
              <a:off x="2689748" y="751101"/>
              <a:ext cx="107877" cy="212543"/>
            </p14:xfrm>
          </p:contentPart>
        </mc:Choice>
        <mc:Fallback xmlns="">
          <p:sp>
            <p:nvSpPr>
              <p:cNvPr id="1049522" name=""/>
              <p:cNvSpPr/>
              <p:nvPr/>
            </p:nvSpPr>
            <p:spPr>
              <a:xfrm>
                <a:off x="2689748" y="751101"/>
                <a:ext cx="107877" cy="212543"/>
              </a:xfrm>
            </p:spPr>
          </p:sp>
        </mc:Fallback>
      </mc:AlternateContent>
      <mc:AlternateContent xmlns:mc="http://schemas.openxmlformats.org/markup-compatibility/2006" xmlns:p14="http://schemas.microsoft.com/office/powerpoint/2010/main">
        <mc:Choice Requires="p14">
          <p:contentPart p14:bwMode="auto" r:id="rId22">
            <p14:nvContentPartPr>
              <p14:cNvPr id="1049523" name="Encre 1049522"/>
              <p14:cNvContentPartPr/>
              <p14:nvPr/>
            </p14:nvContentPartPr>
            <p14:xfrm>
              <a:off x="2865550" y="704970"/>
              <a:ext cx="129715" cy="139344"/>
            </p14:xfrm>
          </p:contentPart>
        </mc:Choice>
        <mc:Fallback xmlns="">
          <p:sp>
            <p:nvSpPr>
              <p:cNvPr id="1049523" name=""/>
              <p:cNvSpPr/>
              <p:nvPr/>
            </p:nvSpPr>
            <p:spPr>
              <a:xfrm>
                <a:off x="2865550" y="704970"/>
                <a:ext cx="129715" cy="139344"/>
              </a:xfrm>
            </p:spPr>
          </p:sp>
        </mc:Fallback>
      </mc:AlternateContent>
      <mc:AlternateContent xmlns:mc="http://schemas.openxmlformats.org/markup-compatibility/2006" xmlns:p14="http://schemas.microsoft.com/office/powerpoint/2010/main">
        <mc:Choice Requires="p14">
          <p:contentPart p14:bwMode="auto" r:id="rId23">
            <p14:nvContentPartPr>
              <p14:cNvPr id="1049524" name="Encre 1049523"/>
              <p14:cNvContentPartPr/>
              <p14:nvPr/>
            </p14:nvContentPartPr>
            <p14:xfrm>
              <a:off x="3097870" y="475413"/>
              <a:ext cx="202262" cy="47902"/>
            </p14:xfrm>
          </p:contentPart>
        </mc:Choice>
        <mc:Fallback xmlns="">
          <p:sp>
            <p:nvSpPr>
              <p:cNvPr id="1049524" name=""/>
              <p:cNvSpPr/>
              <p:nvPr/>
            </p:nvSpPr>
            <p:spPr>
              <a:xfrm>
                <a:off x="3097870" y="475413"/>
                <a:ext cx="202262" cy="47902"/>
              </a:xfrm>
            </p:spPr>
          </p:sp>
        </mc:Fallback>
      </mc:AlternateContent>
      <mc:AlternateContent xmlns:mc="http://schemas.openxmlformats.org/markup-compatibility/2006" xmlns:p14="http://schemas.microsoft.com/office/powerpoint/2010/main">
        <mc:Choice Requires="p14">
          <p:contentPart p14:bwMode="auto" r:id="rId24">
            <p14:nvContentPartPr>
              <p14:cNvPr id="1049525" name="Encre 1049524"/>
              <p14:cNvContentPartPr/>
              <p14:nvPr/>
            </p14:nvContentPartPr>
            <p14:xfrm>
              <a:off x="3165140" y="405993"/>
              <a:ext cx="7581" cy="224969"/>
            </p14:xfrm>
          </p:contentPart>
        </mc:Choice>
        <mc:Fallback xmlns="">
          <p:sp>
            <p:nvSpPr>
              <p:cNvPr id="1049525" name=""/>
              <p:cNvSpPr/>
              <p:nvPr/>
            </p:nvSpPr>
            <p:spPr>
              <a:xfrm>
                <a:off x="3165140" y="405993"/>
                <a:ext cx="7581" cy="224969"/>
              </a:xfrm>
            </p:spPr>
          </p:sp>
        </mc:Fallback>
      </mc:AlternateContent>
      <mc:AlternateContent xmlns:mc="http://schemas.openxmlformats.org/markup-compatibility/2006" xmlns:p14="http://schemas.microsoft.com/office/powerpoint/2010/main">
        <mc:Choice Requires="p14">
          <p:contentPart p14:bwMode="auto" r:id="rId25">
            <p14:nvContentPartPr>
              <p14:cNvPr id="1049526" name="Encre 1049525"/>
              <p14:cNvContentPartPr/>
              <p14:nvPr/>
            </p14:nvContentPartPr>
            <p14:xfrm>
              <a:off x="3475909" y="205030"/>
              <a:ext cx="169041" cy="199242"/>
            </p14:xfrm>
          </p:contentPart>
        </mc:Choice>
        <mc:Fallback xmlns="">
          <p:sp>
            <p:nvSpPr>
              <p:cNvPr id="1049526" name=""/>
              <p:cNvSpPr/>
              <p:nvPr/>
            </p:nvSpPr>
            <p:spPr>
              <a:xfrm>
                <a:off x="3475909" y="205030"/>
                <a:ext cx="169041" cy="199242"/>
              </a:xfrm>
            </p:spPr>
          </p:sp>
        </mc:Fallback>
      </mc:AlternateContent>
      <mc:AlternateContent xmlns:mc="http://schemas.openxmlformats.org/markup-compatibility/2006" xmlns:p14="http://schemas.microsoft.com/office/powerpoint/2010/main">
        <mc:Choice Requires="p14">
          <p:contentPart p14:bwMode="auto" r:id="rId26">
            <p14:nvContentPartPr>
              <p14:cNvPr id="1049527" name="Encre 1049526"/>
              <p14:cNvContentPartPr/>
              <p14:nvPr/>
            </p14:nvContentPartPr>
            <p14:xfrm>
              <a:off x="3493150" y="357740"/>
              <a:ext cx="176024" cy="41863"/>
            </p14:xfrm>
          </p:contentPart>
        </mc:Choice>
        <mc:Fallback xmlns="">
          <p:sp>
            <p:nvSpPr>
              <p:cNvPr id="1049527" name=""/>
              <p:cNvSpPr/>
              <p:nvPr/>
            </p:nvSpPr>
            <p:spPr>
              <a:xfrm>
                <a:off x="3493150" y="357740"/>
                <a:ext cx="176024" cy="41863"/>
              </a:xfrm>
            </p:spPr>
          </p:sp>
        </mc:Fallback>
      </mc:AlternateContent>
      <mc:AlternateContent xmlns:mc="http://schemas.openxmlformats.org/markup-compatibility/2006" xmlns:p14="http://schemas.microsoft.com/office/powerpoint/2010/main">
        <mc:Choice Requires="p14">
          <p:contentPart p14:bwMode="auto" r:id="rId27">
            <p14:nvContentPartPr>
              <p14:cNvPr id="1049528" name="Encre 1049527"/>
              <p14:cNvContentPartPr/>
              <p14:nvPr/>
            </p14:nvContentPartPr>
            <p14:xfrm>
              <a:off x="3456566" y="490820"/>
              <a:ext cx="242641" cy="32495"/>
            </p14:xfrm>
          </p:contentPart>
        </mc:Choice>
        <mc:Fallback xmlns="">
          <p:sp>
            <p:nvSpPr>
              <p:cNvPr id="1049528" name=""/>
              <p:cNvSpPr/>
              <p:nvPr/>
            </p:nvSpPr>
            <p:spPr>
              <a:xfrm>
                <a:off x="3456566" y="490820"/>
                <a:ext cx="242641" cy="32495"/>
              </a:xfrm>
            </p:spPr>
          </p:sp>
        </mc:Fallback>
      </mc:AlternateContent>
      <mc:AlternateContent xmlns:mc="http://schemas.openxmlformats.org/markup-compatibility/2006" xmlns:p14="http://schemas.microsoft.com/office/powerpoint/2010/main">
        <mc:Choice Requires="p14">
          <p:contentPart p14:bwMode="auto" r:id="rId28">
            <p14:nvContentPartPr>
              <p14:cNvPr id="1049529" name="Encre 1049528"/>
              <p14:cNvContentPartPr/>
              <p14:nvPr/>
            </p14:nvContentPartPr>
            <p14:xfrm>
              <a:off x="3513335" y="527595"/>
              <a:ext cx="187153" cy="237309"/>
            </p14:xfrm>
          </p:contentPart>
        </mc:Choice>
        <mc:Fallback xmlns="">
          <p:sp>
            <p:nvSpPr>
              <p:cNvPr id="1049529" name=""/>
              <p:cNvSpPr/>
              <p:nvPr/>
            </p:nvSpPr>
            <p:spPr>
              <a:xfrm>
                <a:off x="3513335" y="527595"/>
                <a:ext cx="187153" cy="237309"/>
              </a:xfrm>
            </p:spPr>
          </p:sp>
        </mc:Fallback>
      </mc:AlternateContent>
      <mc:AlternateContent xmlns:mc="http://schemas.openxmlformats.org/markup-compatibility/2006" xmlns:p14="http://schemas.microsoft.com/office/powerpoint/2010/main">
        <mc:Choice Requires="p14">
          <p:contentPart p14:bwMode="auto" r:id="rId29">
            <p14:nvContentPartPr>
              <p14:cNvPr id="1049530" name="Encre 1049529"/>
              <p14:cNvContentPartPr/>
              <p14:nvPr/>
            </p14:nvContentPartPr>
            <p14:xfrm>
              <a:off x="3470292" y="371459"/>
              <a:ext cx="5691" cy="106081"/>
            </p14:xfrm>
          </p:contentPart>
        </mc:Choice>
        <mc:Fallback xmlns="">
          <p:sp>
            <p:nvSpPr>
              <p:cNvPr id="1049530" name=""/>
              <p:cNvSpPr/>
              <p:nvPr/>
            </p:nvSpPr>
            <p:spPr>
              <a:xfrm>
                <a:off x="3470292" y="371459"/>
                <a:ext cx="5691" cy="106081"/>
              </a:xfrm>
            </p:spPr>
          </p:sp>
        </mc:Fallback>
      </mc:AlternateContent>
      <mc:AlternateContent xmlns:mc="http://schemas.openxmlformats.org/markup-compatibility/2006" xmlns:p14="http://schemas.microsoft.com/office/powerpoint/2010/main">
        <mc:Choice Requires="p14">
          <p:contentPart p14:bwMode="auto" r:id="rId30">
            <p14:nvContentPartPr>
              <p14:cNvPr id="1049536" name="Encre 1049535"/>
              <p14:cNvContentPartPr/>
              <p14:nvPr/>
            </p14:nvContentPartPr>
            <p14:xfrm>
              <a:off x="522095" y="1416954"/>
              <a:ext cx="228648" cy="428694"/>
            </p14:xfrm>
          </p:contentPart>
        </mc:Choice>
        <mc:Fallback xmlns="">
          <p:sp>
            <p:nvSpPr>
              <p:cNvPr id="1049536" name=""/>
              <p:cNvSpPr/>
              <p:nvPr/>
            </p:nvSpPr>
            <p:spPr>
              <a:xfrm>
                <a:off x="522095" y="1416954"/>
                <a:ext cx="228648" cy="428694"/>
              </a:xfrm>
            </p:spPr>
          </p:sp>
        </mc:Fallback>
      </mc:AlternateContent>
      <mc:AlternateContent xmlns:mc="http://schemas.openxmlformats.org/markup-compatibility/2006" xmlns:p14="http://schemas.microsoft.com/office/powerpoint/2010/main">
        <mc:Choice Requires="p14">
          <p:contentPart p14:bwMode="auto" r:id="rId31">
            <p14:nvContentPartPr>
              <p14:cNvPr id="1049537" name="Encre 1049536"/>
              <p14:cNvContentPartPr/>
              <p14:nvPr/>
            </p14:nvContentPartPr>
            <p14:xfrm>
              <a:off x="872048" y="1427598"/>
              <a:ext cx="111028" cy="341518"/>
            </p14:xfrm>
          </p:contentPart>
        </mc:Choice>
        <mc:Fallback xmlns="">
          <p:sp>
            <p:nvSpPr>
              <p:cNvPr id="1049537" name=""/>
              <p:cNvSpPr/>
              <p:nvPr/>
            </p:nvSpPr>
            <p:spPr>
              <a:xfrm>
                <a:off x="872048" y="1427598"/>
                <a:ext cx="111028" cy="341518"/>
              </a:xfrm>
            </p:spPr>
          </p:sp>
        </mc:Fallback>
      </mc:AlternateContent>
      <mc:AlternateContent xmlns:mc="http://schemas.openxmlformats.org/markup-compatibility/2006" xmlns:p14="http://schemas.microsoft.com/office/powerpoint/2010/main">
        <mc:Choice Requires="p14">
          <p:contentPart p14:bwMode="auto" r:id="rId32">
            <p14:nvContentPartPr>
              <p14:cNvPr id="1049538" name="Encre 1049537"/>
              <p14:cNvContentPartPr/>
              <p14:nvPr/>
            </p14:nvContentPartPr>
            <p14:xfrm>
              <a:off x="903225" y="1412842"/>
              <a:ext cx="186033" cy="36044"/>
            </p14:xfrm>
          </p:contentPart>
        </mc:Choice>
        <mc:Fallback xmlns="">
          <p:sp>
            <p:nvSpPr>
              <p:cNvPr id="1049538" name=""/>
              <p:cNvSpPr/>
              <p:nvPr/>
            </p:nvSpPr>
            <p:spPr>
              <a:xfrm>
                <a:off x="903225" y="1412842"/>
                <a:ext cx="186033" cy="36044"/>
              </a:xfrm>
            </p:spPr>
          </p:sp>
        </mc:Fallback>
      </mc:AlternateContent>
      <mc:AlternateContent xmlns:mc="http://schemas.openxmlformats.org/markup-compatibility/2006" xmlns:p14="http://schemas.microsoft.com/office/powerpoint/2010/main">
        <mc:Choice Requires="p14">
          <p:contentPart p14:bwMode="auto" r:id="rId33">
            <p14:nvContentPartPr>
              <p14:cNvPr id="1049539" name="Encre 1049538"/>
              <p14:cNvContentPartPr/>
              <p14:nvPr/>
            </p14:nvContentPartPr>
            <p14:xfrm>
              <a:off x="896076" y="1538080"/>
              <a:ext cx="177377" cy="20796"/>
            </p14:xfrm>
          </p:contentPart>
        </mc:Choice>
        <mc:Fallback xmlns="">
          <p:sp>
            <p:nvSpPr>
              <p:cNvPr id="1049539" name=""/>
              <p:cNvSpPr/>
              <p:nvPr/>
            </p:nvSpPr>
            <p:spPr>
              <a:xfrm>
                <a:off x="896076" y="1538080"/>
                <a:ext cx="177377" cy="20796"/>
              </a:xfrm>
            </p:spPr>
          </p:sp>
        </mc:Fallback>
      </mc:AlternateContent>
      <mc:AlternateContent xmlns:mc="http://schemas.openxmlformats.org/markup-compatibility/2006" xmlns:p14="http://schemas.microsoft.com/office/powerpoint/2010/main">
        <mc:Choice Requires="p14">
          <p:contentPart p14:bwMode="auto" r:id="rId34">
            <p14:nvContentPartPr>
              <p14:cNvPr id="1049540" name="Encre 1049539"/>
              <p14:cNvContentPartPr/>
              <p14:nvPr/>
            </p14:nvContentPartPr>
            <p14:xfrm>
              <a:off x="1011179" y="1701745"/>
              <a:ext cx="43850" cy="268936"/>
            </p14:xfrm>
          </p:contentPart>
        </mc:Choice>
        <mc:Fallback xmlns="">
          <p:sp>
            <p:nvSpPr>
              <p:cNvPr id="1049540" name=""/>
              <p:cNvSpPr/>
              <p:nvPr/>
            </p:nvSpPr>
            <p:spPr>
              <a:xfrm>
                <a:off x="1011179" y="1701745"/>
                <a:ext cx="43850" cy="268936"/>
              </a:xfrm>
            </p:spPr>
          </p:sp>
        </mc:Fallback>
      </mc:AlternateContent>
      <mc:AlternateContent xmlns:mc="http://schemas.openxmlformats.org/markup-compatibility/2006" xmlns:p14="http://schemas.microsoft.com/office/powerpoint/2010/main">
        <mc:Choice Requires="p14">
          <p:contentPart p14:bwMode="auto" r:id="rId35">
            <p14:nvContentPartPr>
              <p14:cNvPr id="1049541" name="Encre 1049540"/>
              <p14:cNvContentPartPr/>
              <p14:nvPr/>
            </p14:nvContentPartPr>
            <p14:xfrm>
              <a:off x="1066803" y="1656001"/>
              <a:ext cx="82585" cy="132754"/>
            </p14:xfrm>
          </p:contentPart>
        </mc:Choice>
        <mc:Fallback xmlns="">
          <p:sp>
            <p:nvSpPr>
              <p:cNvPr id="1049541" name=""/>
              <p:cNvSpPr/>
              <p:nvPr/>
            </p:nvSpPr>
            <p:spPr>
              <a:xfrm>
                <a:off x="1066803" y="1656001"/>
                <a:ext cx="82585" cy="132754"/>
              </a:xfrm>
            </p:spPr>
          </p:sp>
        </mc:Fallback>
      </mc:AlternateContent>
      <mc:AlternateContent xmlns:mc="http://schemas.openxmlformats.org/markup-compatibility/2006" xmlns:p14="http://schemas.microsoft.com/office/powerpoint/2010/main">
        <mc:Choice Requires="p14">
          <p:contentPart p14:bwMode="auto" r:id="rId36">
            <p14:nvContentPartPr>
              <p14:cNvPr id="1049542" name="Encre 1049541"/>
              <p14:cNvContentPartPr/>
              <p14:nvPr/>
            </p14:nvContentPartPr>
            <p14:xfrm>
              <a:off x="1117385" y="1693351"/>
              <a:ext cx="290032" cy="275442"/>
            </p14:xfrm>
          </p:contentPart>
        </mc:Choice>
        <mc:Fallback xmlns="">
          <p:sp>
            <p:nvSpPr>
              <p:cNvPr id="1049542" name=""/>
              <p:cNvSpPr/>
              <p:nvPr/>
            </p:nvSpPr>
            <p:spPr>
              <a:xfrm>
                <a:off x="1117385" y="1693351"/>
                <a:ext cx="290032" cy="275442"/>
              </a:xfrm>
            </p:spPr>
          </p:sp>
        </mc:Fallback>
      </mc:AlternateContent>
      <mc:AlternateContent xmlns:mc="http://schemas.openxmlformats.org/markup-compatibility/2006" xmlns:p14="http://schemas.microsoft.com/office/powerpoint/2010/main">
        <mc:Choice Requires="p14">
          <p:contentPart p14:bwMode="auto" r:id="rId37">
            <p14:nvContentPartPr>
              <p14:cNvPr id="1049543" name="Encre 1049542"/>
              <p14:cNvContentPartPr/>
              <p14:nvPr/>
            </p14:nvContentPartPr>
            <p14:xfrm>
              <a:off x="1405617" y="1500215"/>
              <a:ext cx="70343" cy="318256"/>
            </p14:xfrm>
          </p:contentPart>
        </mc:Choice>
        <mc:Fallback xmlns="">
          <p:sp>
            <p:nvSpPr>
              <p:cNvPr id="1049543" name=""/>
              <p:cNvSpPr/>
              <p:nvPr/>
            </p:nvSpPr>
            <p:spPr>
              <a:xfrm>
                <a:off x="1405617" y="1500215"/>
                <a:ext cx="70343" cy="318256"/>
              </a:xfrm>
            </p:spPr>
          </p:sp>
        </mc:Fallback>
      </mc:AlternateContent>
      <mc:AlternateContent xmlns:mc="http://schemas.openxmlformats.org/markup-compatibility/2006" xmlns:p14="http://schemas.microsoft.com/office/powerpoint/2010/main">
        <mc:Choice Requires="p14">
          <p:contentPart p14:bwMode="auto" r:id="rId38">
            <p14:nvContentPartPr>
              <p14:cNvPr id="1049544" name="Encre 1049543"/>
              <p14:cNvContentPartPr/>
              <p14:nvPr/>
            </p14:nvContentPartPr>
            <p14:xfrm>
              <a:off x="1536934" y="1593647"/>
              <a:ext cx="102184" cy="130098"/>
            </p14:xfrm>
          </p:contentPart>
        </mc:Choice>
        <mc:Fallback xmlns="">
          <p:sp>
            <p:nvSpPr>
              <p:cNvPr id="1049544" name=""/>
              <p:cNvSpPr/>
              <p:nvPr/>
            </p:nvSpPr>
            <p:spPr>
              <a:xfrm>
                <a:off x="1536934" y="1593647"/>
                <a:ext cx="102184" cy="130098"/>
              </a:xfrm>
            </p:spPr>
          </p:sp>
        </mc:Fallback>
      </mc:AlternateContent>
      <mc:AlternateContent xmlns:mc="http://schemas.openxmlformats.org/markup-compatibility/2006" xmlns:p14="http://schemas.microsoft.com/office/powerpoint/2010/main">
        <mc:Choice Requires="p14">
          <p:contentPart p14:bwMode="auto" r:id="rId39">
            <p14:nvContentPartPr>
              <p14:cNvPr id="1049545" name="Encre 1049544"/>
              <p14:cNvContentPartPr/>
              <p14:nvPr/>
            </p14:nvContentPartPr>
            <p14:xfrm>
              <a:off x="1639119" y="1483184"/>
              <a:ext cx="60770" cy="269179"/>
            </p14:xfrm>
          </p:contentPart>
        </mc:Choice>
        <mc:Fallback xmlns="">
          <p:sp>
            <p:nvSpPr>
              <p:cNvPr id="1049545" name=""/>
              <p:cNvSpPr/>
              <p:nvPr/>
            </p:nvSpPr>
            <p:spPr>
              <a:xfrm>
                <a:off x="1639119" y="1483184"/>
                <a:ext cx="60770" cy="269179"/>
              </a:xfrm>
            </p:spPr>
          </p:sp>
        </mc:Fallback>
      </mc:AlternateContent>
      <mc:AlternateContent xmlns:mc="http://schemas.openxmlformats.org/markup-compatibility/2006" xmlns:p14="http://schemas.microsoft.com/office/powerpoint/2010/main">
        <mc:Choice Requires="p14">
          <p:contentPart p14:bwMode="auto" r:id="rId40">
            <p14:nvContentPartPr>
              <p14:cNvPr id="1049546" name="Encre 1049545"/>
              <p14:cNvContentPartPr/>
              <p14:nvPr/>
            </p14:nvContentPartPr>
            <p14:xfrm>
              <a:off x="596252" y="2002768"/>
              <a:ext cx="780297" cy="14917"/>
            </p14:xfrm>
          </p:contentPart>
        </mc:Choice>
        <mc:Fallback xmlns="">
          <p:sp>
            <p:nvSpPr>
              <p:cNvPr id="1049546" name=""/>
              <p:cNvSpPr/>
              <p:nvPr/>
            </p:nvSpPr>
            <p:spPr>
              <a:xfrm>
                <a:off x="596252" y="2002768"/>
                <a:ext cx="780297" cy="14917"/>
              </a:xfrm>
            </p:spPr>
          </p:sp>
        </mc:Fallback>
      </mc:AlternateContent>
      <mc:AlternateContent xmlns:mc="http://schemas.openxmlformats.org/markup-compatibility/2006" xmlns:p14="http://schemas.microsoft.com/office/powerpoint/2010/main">
        <mc:Choice Requires="p14">
          <p:contentPart p14:bwMode="auto" r:id="rId41">
            <p14:nvContentPartPr>
              <p14:cNvPr id="1049547" name="Encre 1049546"/>
              <p14:cNvContentPartPr/>
              <p14:nvPr/>
            </p14:nvContentPartPr>
            <p14:xfrm>
              <a:off x="822778" y="2114502"/>
              <a:ext cx="482885" cy="320960"/>
            </p14:xfrm>
          </p:contentPart>
        </mc:Choice>
        <mc:Fallback xmlns="">
          <p:sp>
            <p:nvSpPr>
              <p:cNvPr id="1049547" name=""/>
              <p:cNvSpPr/>
              <p:nvPr/>
            </p:nvSpPr>
            <p:spPr>
              <a:xfrm>
                <a:off x="822778" y="2114502"/>
                <a:ext cx="482885" cy="320960"/>
              </a:xfrm>
            </p:spPr>
          </p:sp>
        </mc:Fallback>
      </mc:AlternateContent>
      <mc:AlternateContent xmlns:mc="http://schemas.openxmlformats.org/markup-compatibility/2006" xmlns:p14="http://schemas.microsoft.com/office/powerpoint/2010/main">
        <mc:Choice Requires="p14">
          <p:contentPart p14:bwMode="auto" r:id="rId42">
            <p14:nvContentPartPr>
              <p14:cNvPr id="1049548" name="Encre 1049547"/>
              <p14:cNvContentPartPr/>
              <p14:nvPr/>
            </p14:nvContentPartPr>
            <p14:xfrm>
              <a:off x="1536934" y="1924790"/>
              <a:ext cx="106998" cy="13965"/>
            </p14:xfrm>
          </p:contentPart>
        </mc:Choice>
        <mc:Fallback xmlns="">
          <p:sp>
            <p:nvSpPr>
              <p:cNvPr id="1049548" name=""/>
              <p:cNvSpPr/>
              <p:nvPr/>
            </p:nvSpPr>
            <p:spPr>
              <a:xfrm>
                <a:off x="1536934" y="1924790"/>
                <a:ext cx="106998" cy="13965"/>
              </a:xfrm>
            </p:spPr>
          </p:sp>
        </mc:Fallback>
      </mc:AlternateContent>
      <mc:AlternateContent xmlns:mc="http://schemas.openxmlformats.org/markup-compatibility/2006" xmlns:p14="http://schemas.microsoft.com/office/powerpoint/2010/main">
        <mc:Choice Requires="p14">
          <p:contentPart p14:bwMode="auto" r:id="rId43">
            <p14:nvContentPartPr>
              <p14:cNvPr id="1049549" name="Encre 1049548"/>
              <p14:cNvContentPartPr/>
              <p14:nvPr/>
            </p14:nvContentPartPr>
            <p14:xfrm>
              <a:off x="1509601" y="2034719"/>
              <a:ext cx="134311" cy="14262"/>
            </p14:xfrm>
          </p:contentPart>
        </mc:Choice>
        <mc:Fallback xmlns="">
          <p:sp>
            <p:nvSpPr>
              <p:cNvPr id="1049549" name=""/>
              <p:cNvSpPr/>
              <p:nvPr/>
            </p:nvSpPr>
            <p:spPr>
              <a:xfrm>
                <a:off x="1509601" y="2034719"/>
                <a:ext cx="134311" cy="14262"/>
              </a:xfrm>
            </p:spPr>
          </p:sp>
        </mc:Fallback>
      </mc:AlternateContent>
      <mc:AlternateContent xmlns:mc="http://schemas.openxmlformats.org/markup-compatibility/2006" xmlns:p14="http://schemas.microsoft.com/office/powerpoint/2010/main">
        <mc:Choice Requires="p14">
          <p:contentPart p14:bwMode="auto" r:id="rId44">
            <p14:nvContentPartPr>
              <p14:cNvPr id="1049550" name="Encre 1049549"/>
              <p14:cNvContentPartPr/>
              <p14:nvPr/>
            </p14:nvContentPartPr>
            <p14:xfrm>
              <a:off x="1826841" y="1899172"/>
              <a:ext cx="151913" cy="141197"/>
            </p14:xfrm>
          </p:contentPart>
        </mc:Choice>
        <mc:Fallback xmlns="">
          <p:sp>
            <p:nvSpPr>
              <p:cNvPr id="1049550" name=""/>
              <p:cNvSpPr/>
              <p:nvPr/>
            </p:nvSpPr>
            <p:spPr>
              <a:xfrm>
                <a:off x="1826841" y="1899172"/>
                <a:ext cx="151913" cy="141197"/>
              </a:xfrm>
            </p:spPr>
          </p:sp>
        </mc:Fallback>
      </mc:AlternateContent>
      <mc:AlternateContent xmlns:mc="http://schemas.openxmlformats.org/markup-compatibility/2006" xmlns:p14="http://schemas.microsoft.com/office/powerpoint/2010/main">
        <mc:Choice Requires="p14">
          <p:contentPart p14:bwMode="auto" r:id="rId45">
            <p14:nvContentPartPr>
              <p14:cNvPr id="1049551" name="Encre 1049550"/>
              <p14:cNvContentPartPr/>
              <p14:nvPr/>
            </p14:nvContentPartPr>
            <p14:xfrm>
              <a:off x="2334447" y="1836916"/>
              <a:ext cx="218020" cy="5456"/>
            </p14:xfrm>
          </p:contentPart>
        </mc:Choice>
        <mc:Fallback xmlns="">
          <p:sp>
            <p:nvSpPr>
              <p:cNvPr id="1049551" name=""/>
              <p:cNvSpPr/>
              <p:nvPr/>
            </p:nvSpPr>
            <p:spPr>
              <a:xfrm>
                <a:off x="2334447" y="1836916"/>
                <a:ext cx="218020" cy="5456"/>
              </a:xfrm>
            </p:spPr>
          </p:sp>
        </mc:Fallback>
      </mc:AlternateContent>
      <mc:AlternateContent xmlns:mc="http://schemas.openxmlformats.org/markup-compatibility/2006" xmlns:p14="http://schemas.microsoft.com/office/powerpoint/2010/main">
        <mc:Choice Requires="p14">
          <p:contentPart p14:bwMode="auto" r:id="rId46">
            <p14:nvContentPartPr>
              <p14:cNvPr id="1049552" name="Encre 1049551"/>
              <p14:cNvContentPartPr/>
              <p14:nvPr/>
            </p14:nvContentPartPr>
            <p14:xfrm>
              <a:off x="2292701" y="1976601"/>
              <a:ext cx="255561" cy="26772"/>
            </p14:xfrm>
          </p:contentPart>
        </mc:Choice>
        <mc:Fallback xmlns="">
          <p:sp>
            <p:nvSpPr>
              <p:cNvPr id="1049552" name=""/>
              <p:cNvSpPr/>
              <p:nvPr/>
            </p:nvSpPr>
            <p:spPr>
              <a:xfrm>
                <a:off x="2292701" y="1976601"/>
                <a:ext cx="255561" cy="26772"/>
              </a:xfrm>
            </p:spPr>
          </p:sp>
        </mc:Fallback>
      </mc:AlternateContent>
      <mc:AlternateContent xmlns:mc="http://schemas.openxmlformats.org/markup-compatibility/2006" xmlns:p14="http://schemas.microsoft.com/office/powerpoint/2010/main">
        <mc:Choice Requires="p14">
          <p:contentPart p14:bwMode="auto" r:id="rId47">
            <p14:nvContentPartPr>
              <p14:cNvPr id="1049553" name="Encre 1049552"/>
              <p14:cNvContentPartPr/>
              <p14:nvPr/>
            </p14:nvContentPartPr>
            <p14:xfrm>
              <a:off x="2593257" y="1752364"/>
              <a:ext cx="157986" cy="285515"/>
            </p14:xfrm>
          </p:contentPart>
        </mc:Choice>
        <mc:Fallback xmlns="">
          <p:sp>
            <p:nvSpPr>
              <p:cNvPr id="1049553" name=""/>
              <p:cNvSpPr/>
              <p:nvPr/>
            </p:nvSpPr>
            <p:spPr>
              <a:xfrm>
                <a:off x="2593257" y="1752364"/>
                <a:ext cx="157986" cy="285515"/>
              </a:xfrm>
            </p:spPr>
          </p:sp>
        </mc:Fallback>
      </mc:AlternateContent>
      <mc:AlternateContent xmlns:mc="http://schemas.openxmlformats.org/markup-compatibility/2006" xmlns:p14="http://schemas.microsoft.com/office/powerpoint/2010/main">
        <mc:Choice Requires="p14">
          <p:contentPart p14:bwMode="auto" r:id="rId48">
            <p14:nvContentPartPr>
              <p14:cNvPr id="1049554" name="Encre 1049553"/>
              <p14:cNvContentPartPr/>
              <p14:nvPr/>
            </p14:nvContentPartPr>
            <p14:xfrm>
              <a:off x="2185421" y="1752364"/>
              <a:ext cx="176135" cy="324292"/>
            </p14:xfrm>
          </p:contentPart>
        </mc:Choice>
        <mc:Fallback xmlns="">
          <p:sp>
            <p:nvSpPr>
              <p:cNvPr id="1049554" name=""/>
              <p:cNvSpPr/>
              <p:nvPr/>
            </p:nvSpPr>
            <p:spPr>
              <a:xfrm>
                <a:off x="2185421" y="1752364"/>
                <a:ext cx="176135" cy="324292"/>
              </a:xfrm>
            </p:spPr>
          </p:sp>
        </mc:Fallback>
      </mc:AlternateContent>
      <mc:AlternateContent xmlns:mc="http://schemas.openxmlformats.org/markup-compatibility/2006" xmlns:p14="http://schemas.microsoft.com/office/powerpoint/2010/main">
        <mc:Choice Requires="p14">
          <p:contentPart p14:bwMode="auto" r:id="rId49">
            <p14:nvContentPartPr>
              <p14:cNvPr id="1049555" name="Encre 1049554"/>
              <p14:cNvContentPartPr/>
              <p14:nvPr/>
            </p14:nvContentPartPr>
            <p14:xfrm>
              <a:off x="2954476" y="1745333"/>
              <a:ext cx="166461" cy="7030"/>
            </p14:xfrm>
          </p:contentPart>
        </mc:Choice>
        <mc:Fallback xmlns="">
          <p:sp>
            <p:nvSpPr>
              <p:cNvPr id="1049555" name=""/>
              <p:cNvSpPr/>
              <p:nvPr/>
            </p:nvSpPr>
            <p:spPr>
              <a:xfrm>
                <a:off x="2954476" y="1745333"/>
                <a:ext cx="166461" cy="7030"/>
              </a:xfrm>
            </p:spPr>
          </p:sp>
        </mc:Fallback>
      </mc:AlternateContent>
      <mc:AlternateContent xmlns:mc="http://schemas.openxmlformats.org/markup-compatibility/2006" xmlns:p14="http://schemas.microsoft.com/office/powerpoint/2010/main">
        <mc:Choice Requires="p14">
          <p:contentPart p14:bwMode="auto" r:id="rId50">
            <p14:nvContentPartPr>
              <p14:cNvPr id="1049556" name="Encre 1049555"/>
              <p14:cNvContentPartPr/>
              <p14:nvPr/>
            </p14:nvContentPartPr>
            <p14:xfrm>
              <a:off x="3220239" y="1573471"/>
              <a:ext cx="170897" cy="182231"/>
            </p14:xfrm>
          </p:contentPart>
        </mc:Choice>
        <mc:Fallback xmlns="">
          <p:sp>
            <p:nvSpPr>
              <p:cNvPr id="1049556" name=""/>
              <p:cNvSpPr/>
              <p:nvPr/>
            </p:nvSpPr>
            <p:spPr>
              <a:xfrm>
                <a:off x="3220239" y="1573471"/>
                <a:ext cx="170897" cy="182231"/>
              </a:xfrm>
            </p:spPr>
          </p:sp>
        </mc:Fallback>
      </mc:AlternateContent>
      <mc:AlternateContent xmlns:mc="http://schemas.openxmlformats.org/markup-compatibility/2006" xmlns:p14="http://schemas.microsoft.com/office/powerpoint/2010/main">
        <mc:Choice Requires="p14">
          <p:contentPart p14:bwMode="auto" r:id="rId51">
            <p14:nvContentPartPr>
              <p14:cNvPr id="1049557" name="Encre 1049556"/>
              <p14:cNvContentPartPr/>
              <p14:nvPr/>
            </p14:nvContentPartPr>
            <p14:xfrm>
              <a:off x="3452366" y="1489807"/>
              <a:ext cx="134347" cy="246294"/>
            </p14:xfrm>
          </p:contentPart>
        </mc:Choice>
        <mc:Fallback xmlns="">
          <p:sp>
            <p:nvSpPr>
              <p:cNvPr id="1049557" name=""/>
              <p:cNvSpPr/>
              <p:nvPr/>
            </p:nvSpPr>
            <p:spPr>
              <a:xfrm>
                <a:off x="3452366" y="1489807"/>
                <a:ext cx="134347" cy="246294"/>
              </a:xfrm>
            </p:spPr>
          </p:sp>
        </mc:Fallback>
      </mc:AlternateContent>
      <mc:AlternateContent xmlns:mc="http://schemas.openxmlformats.org/markup-compatibility/2006" xmlns:p14="http://schemas.microsoft.com/office/powerpoint/2010/main">
        <mc:Choice Requires="p14">
          <p:contentPart p14:bwMode="auto" r:id="rId52">
            <p14:nvContentPartPr>
              <p14:cNvPr id="1049558" name="Encre 1049557"/>
              <p14:cNvContentPartPr/>
              <p14:nvPr/>
            </p14:nvContentPartPr>
            <p14:xfrm>
              <a:off x="3588186" y="1303279"/>
              <a:ext cx="211516" cy="165949"/>
            </p14:xfrm>
          </p:contentPart>
        </mc:Choice>
        <mc:Fallback xmlns="">
          <p:sp>
            <p:nvSpPr>
              <p:cNvPr id="1049558" name=""/>
              <p:cNvSpPr/>
              <p:nvPr/>
            </p:nvSpPr>
            <p:spPr>
              <a:xfrm>
                <a:off x="3588186" y="1303279"/>
                <a:ext cx="211516" cy="165949"/>
              </a:xfrm>
            </p:spPr>
          </p:sp>
        </mc:Fallback>
      </mc:AlternateContent>
      <mc:AlternateContent xmlns:mc="http://schemas.openxmlformats.org/markup-compatibility/2006" xmlns:p14="http://schemas.microsoft.com/office/powerpoint/2010/main">
        <mc:Choice Requires="p14">
          <p:contentPart p14:bwMode="auto" r:id="rId53">
            <p14:nvContentPartPr>
              <p14:cNvPr id="1049559" name="Encre 1049558"/>
              <p14:cNvContentPartPr/>
              <p14:nvPr/>
            </p14:nvContentPartPr>
            <p14:xfrm>
              <a:off x="3186601" y="1814336"/>
              <a:ext cx="510917" cy="57333"/>
            </p14:xfrm>
          </p:contentPart>
        </mc:Choice>
        <mc:Fallback xmlns="">
          <p:sp>
            <p:nvSpPr>
              <p:cNvPr id="1049559" name=""/>
              <p:cNvSpPr/>
              <p:nvPr/>
            </p:nvSpPr>
            <p:spPr>
              <a:xfrm>
                <a:off x="3186601" y="1814336"/>
                <a:ext cx="510917" cy="57333"/>
              </a:xfrm>
            </p:spPr>
          </p:sp>
        </mc:Fallback>
      </mc:AlternateContent>
      <mc:AlternateContent xmlns:mc="http://schemas.openxmlformats.org/markup-compatibility/2006" xmlns:p14="http://schemas.microsoft.com/office/powerpoint/2010/main">
        <mc:Choice Requires="p14">
          <p:contentPart p14:bwMode="auto" r:id="rId54">
            <p14:nvContentPartPr>
              <p14:cNvPr id="1049560" name="Encre 1049559"/>
              <p14:cNvContentPartPr/>
              <p14:nvPr/>
            </p14:nvContentPartPr>
            <p14:xfrm>
              <a:off x="3344710" y="2030277"/>
              <a:ext cx="175196" cy="203774"/>
            </p14:xfrm>
          </p:contentPart>
        </mc:Choice>
        <mc:Fallback xmlns="">
          <p:sp>
            <p:nvSpPr>
              <p:cNvPr id="1049560" name=""/>
              <p:cNvSpPr/>
              <p:nvPr/>
            </p:nvSpPr>
            <p:spPr>
              <a:xfrm>
                <a:off x="3344710" y="2030277"/>
                <a:ext cx="175196" cy="203774"/>
              </a:xfrm>
            </p:spPr>
          </p:sp>
        </mc:Fallback>
      </mc:AlternateContent>
      <mc:AlternateContent xmlns:mc="http://schemas.openxmlformats.org/markup-compatibility/2006" xmlns:p14="http://schemas.microsoft.com/office/powerpoint/2010/main">
        <mc:Choice Requires="p14">
          <p:contentPart p14:bwMode="auto" r:id="rId55">
            <p14:nvContentPartPr>
              <p14:cNvPr id="1049561" name="Encre 1049560"/>
              <p14:cNvContentPartPr/>
              <p14:nvPr/>
            </p14:nvContentPartPr>
            <p14:xfrm>
              <a:off x="3529573" y="1951668"/>
              <a:ext cx="138759" cy="160118"/>
            </p14:xfrm>
          </p:contentPart>
        </mc:Choice>
        <mc:Fallback xmlns="">
          <p:sp>
            <p:nvSpPr>
              <p:cNvPr id="1049561" name=""/>
              <p:cNvSpPr/>
              <p:nvPr/>
            </p:nvSpPr>
            <p:spPr>
              <a:xfrm>
                <a:off x="3529573" y="1951668"/>
                <a:ext cx="138759" cy="160118"/>
              </a:xfrm>
            </p:spPr>
          </p:sp>
        </mc:Fallback>
      </mc:AlternateContent>
      <mc:AlternateContent xmlns:mc="http://schemas.openxmlformats.org/markup-compatibility/2006" xmlns:p14="http://schemas.microsoft.com/office/powerpoint/2010/main">
        <mc:Choice Requires="p14">
          <p:contentPart p14:bwMode="auto" r:id="rId56">
            <p14:nvContentPartPr>
              <p14:cNvPr id="1049562" name="Encre 1049561"/>
              <p14:cNvContentPartPr/>
              <p14:nvPr/>
            </p14:nvContentPartPr>
            <p14:xfrm>
              <a:off x="3881282" y="1773272"/>
              <a:ext cx="171342" cy="13389"/>
            </p14:xfrm>
          </p:contentPart>
        </mc:Choice>
        <mc:Fallback xmlns="">
          <p:sp>
            <p:nvSpPr>
              <p:cNvPr id="1049562" name=""/>
              <p:cNvSpPr/>
              <p:nvPr/>
            </p:nvSpPr>
            <p:spPr>
              <a:xfrm>
                <a:off x="3881282" y="1773272"/>
                <a:ext cx="171342" cy="13389"/>
              </a:xfrm>
            </p:spPr>
          </p:sp>
        </mc:Fallback>
      </mc:AlternateContent>
      <mc:AlternateContent xmlns:mc="http://schemas.openxmlformats.org/markup-compatibility/2006" xmlns:p14="http://schemas.microsoft.com/office/powerpoint/2010/main">
        <mc:Choice Requires="p14">
          <p:contentPart p14:bwMode="auto" r:id="rId57">
            <p14:nvContentPartPr>
              <p14:cNvPr id="1049563" name="Encre 1049562"/>
              <p14:cNvContentPartPr/>
              <p14:nvPr/>
            </p14:nvContentPartPr>
            <p14:xfrm>
              <a:off x="4215588" y="1434930"/>
              <a:ext cx="180399" cy="183859"/>
            </p14:xfrm>
          </p:contentPart>
        </mc:Choice>
        <mc:Fallback xmlns="">
          <p:sp>
            <p:nvSpPr>
              <p:cNvPr id="1049563" name=""/>
              <p:cNvSpPr/>
              <p:nvPr/>
            </p:nvSpPr>
            <p:spPr>
              <a:xfrm>
                <a:off x="4215588" y="1434930"/>
                <a:ext cx="180399" cy="183859"/>
              </a:xfrm>
            </p:spPr>
          </p:sp>
        </mc:Fallback>
      </mc:AlternateContent>
      <mc:AlternateContent xmlns:mc="http://schemas.openxmlformats.org/markup-compatibility/2006" xmlns:p14="http://schemas.microsoft.com/office/powerpoint/2010/main">
        <mc:Choice Requires="p14">
          <p:contentPart p14:bwMode="auto" r:id="rId58">
            <p14:nvContentPartPr>
              <p14:cNvPr id="1049564" name="Encre 1049563"/>
              <p14:cNvContentPartPr/>
              <p14:nvPr/>
            </p14:nvContentPartPr>
            <p14:xfrm>
              <a:off x="4256377" y="1552016"/>
              <a:ext cx="184364" cy="68846"/>
            </p14:xfrm>
          </p:contentPart>
        </mc:Choice>
        <mc:Fallback xmlns="">
          <p:sp>
            <p:nvSpPr>
              <p:cNvPr id="1049564" name=""/>
              <p:cNvSpPr/>
              <p:nvPr/>
            </p:nvSpPr>
            <p:spPr>
              <a:xfrm>
                <a:off x="4256377" y="1552016"/>
                <a:ext cx="184364" cy="68846"/>
              </a:xfrm>
            </p:spPr>
          </p:sp>
        </mc:Fallback>
      </mc:AlternateContent>
      <mc:AlternateContent xmlns:mc="http://schemas.openxmlformats.org/markup-compatibility/2006" xmlns:p14="http://schemas.microsoft.com/office/powerpoint/2010/main">
        <mc:Choice Requires="p14">
          <p:contentPart p14:bwMode="auto" r:id="rId59">
            <p14:nvContentPartPr>
              <p14:cNvPr id="1049565" name="Encre 1049564"/>
              <p14:cNvContentPartPr/>
              <p14:nvPr/>
            </p14:nvContentPartPr>
            <p14:xfrm>
              <a:off x="4188254" y="1739756"/>
              <a:ext cx="292211" cy="5511"/>
            </p14:xfrm>
          </p:contentPart>
        </mc:Choice>
        <mc:Fallback xmlns="">
          <p:sp>
            <p:nvSpPr>
              <p:cNvPr id="1049565" name=""/>
              <p:cNvSpPr/>
              <p:nvPr/>
            </p:nvSpPr>
            <p:spPr>
              <a:xfrm>
                <a:off x="4188254" y="1739756"/>
                <a:ext cx="292211" cy="5511"/>
              </a:xfrm>
            </p:spPr>
          </p:sp>
        </mc:Fallback>
      </mc:AlternateContent>
      <mc:AlternateContent xmlns:mc="http://schemas.openxmlformats.org/markup-compatibility/2006" xmlns:p14="http://schemas.microsoft.com/office/powerpoint/2010/main">
        <mc:Choice Requires="p14">
          <p:contentPart p14:bwMode="auto" r:id="rId60">
            <p14:nvContentPartPr>
              <p14:cNvPr id="1049566" name="Encre 1049565"/>
              <p14:cNvContentPartPr/>
              <p14:nvPr/>
            </p14:nvContentPartPr>
            <p14:xfrm>
              <a:off x="4253354" y="1941593"/>
              <a:ext cx="119308" cy="189745"/>
            </p14:xfrm>
          </p:contentPart>
        </mc:Choice>
        <mc:Fallback xmlns="">
          <p:sp>
            <p:nvSpPr>
              <p:cNvPr id="1049566" name=""/>
              <p:cNvSpPr/>
              <p:nvPr/>
            </p:nvSpPr>
            <p:spPr>
              <a:xfrm>
                <a:off x="4253354" y="1941593"/>
                <a:ext cx="119308" cy="189745"/>
              </a:xfrm>
            </p:spPr>
          </p:sp>
        </mc:Fallback>
      </mc:AlternateContent>
      <mc:AlternateContent xmlns:mc="http://schemas.openxmlformats.org/markup-compatibility/2006" xmlns:p14="http://schemas.microsoft.com/office/powerpoint/2010/main">
        <mc:Choice Requires="p14">
          <p:contentPart p14:bwMode="auto" r:id="rId61">
            <p14:nvContentPartPr>
              <p14:cNvPr id="1049567" name="Encre 1049566"/>
              <p14:cNvContentPartPr/>
              <p14:nvPr/>
            </p14:nvContentPartPr>
            <p14:xfrm>
              <a:off x="4413228" y="1872078"/>
              <a:ext cx="174910" cy="142833"/>
            </p14:xfrm>
          </p:contentPart>
        </mc:Choice>
        <mc:Fallback xmlns="">
          <p:sp>
            <p:nvSpPr>
              <p:cNvPr id="1049567" name=""/>
              <p:cNvSpPr/>
              <p:nvPr/>
            </p:nvSpPr>
            <p:spPr>
              <a:xfrm>
                <a:off x="4413228" y="1872078"/>
                <a:ext cx="174910" cy="142833"/>
              </a:xfrm>
            </p:spPr>
          </p:sp>
        </mc:Fallback>
      </mc:AlternateContent>
      <mc:AlternateContent xmlns:mc="http://schemas.openxmlformats.org/markup-compatibility/2006" xmlns:p14="http://schemas.microsoft.com/office/powerpoint/2010/main">
        <mc:Choice Requires="p14">
          <p:contentPart p14:bwMode="auto" r:id="rId62">
            <p14:nvContentPartPr>
              <p14:cNvPr id="1049568" name="Encre 1049567"/>
              <p14:cNvContentPartPr/>
              <p14:nvPr/>
            </p14:nvContentPartPr>
            <p14:xfrm>
              <a:off x="4638201" y="1677354"/>
              <a:ext cx="140790" cy="19896"/>
            </p14:xfrm>
          </p:contentPart>
        </mc:Choice>
        <mc:Fallback xmlns="">
          <p:sp>
            <p:nvSpPr>
              <p:cNvPr id="1049568" name=""/>
              <p:cNvSpPr/>
              <p:nvPr/>
            </p:nvSpPr>
            <p:spPr>
              <a:xfrm>
                <a:off x="4638201" y="1677354"/>
                <a:ext cx="140790" cy="19896"/>
              </a:xfrm>
            </p:spPr>
          </p:sp>
        </mc:Fallback>
      </mc:AlternateContent>
      <mc:AlternateContent xmlns:mc="http://schemas.openxmlformats.org/markup-compatibility/2006" xmlns:p14="http://schemas.microsoft.com/office/powerpoint/2010/main">
        <mc:Choice Requires="p14">
          <p:contentPart p14:bwMode="auto" r:id="rId63">
            <p14:nvContentPartPr>
              <p14:cNvPr id="1049569" name="Encre 1049568"/>
              <p14:cNvContentPartPr/>
              <p14:nvPr/>
            </p14:nvContentPartPr>
            <p14:xfrm>
              <a:off x="4665114" y="1764589"/>
              <a:ext cx="143852" cy="28932"/>
            </p14:xfrm>
          </p:contentPart>
        </mc:Choice>
        <mc:Fallback xmlns="">
          <p:sp>
            <p:nvSpPr>
              <p:cNvPr id="1049569" name=""/>
              <p:cNvSpPr/>
              <p:nvPr/>
            </p:nvSpPr>
            <p:spPr>
              <a:xfrm>
                <a:off x="4665114" y="1764589"/>
                <a:ext cx="143852" cy="28932"/>
              </a:xfrm>
            </p:spPr>
          </p:sp>
        </mc:Fallback>
      </mc:AlternateContent>
      <mc:AlternateContent xmlns:mc="http://schemas.openxmlformats.org/markup-compatibility/2006" xmlns:p14="http://schemas.microsoft.com/office/powerpoint/2010/main">
        <mc:Choice Requires="p14">
          <p:contentPart p14:bwMode="auto" r:id="rId64">
            <p14:nvContentPartPr>
              <p14:cNvPr id="1049570" name="Encre 1049569"/>
              <p14:cNvContentPartPr/>
              <p14:nvPr/>
            </p14:nvContentPartPr>
            <p14:xfrm>
              <a:off x="4967746" y="1558876"/>
              <a:ext cx="181888" cy="189743"/>
            </p14:xfrm>
          </p:contentPart>
        </mc:Choice>
        <mc:Fallback xmlns="">
          <p:sp>
            <p:nvSpPr>
              <p:cNvPr id="1049570" name=""/>
              <p:cNvSpPr/>
              <p:nvPr/>
            </p:nvSpPr>
            <p:spPr>
              <a:xfrm>
                <a:off x="4967746" y="1558876"/>
                <a:ext cx="181888" cy="189743"/>
              </a:xfrm>
            </p:spPr>
          </p:sp>
        </mc:Fallback>
      </mc:AlternateContent>
      <mc:AlternateContent xmlns:mc="http://schemas.openxmlformats.org/markup-compatibility/2006" xmlns:p14="http://schemas.microsoft.com/office/powerpoint/2010/main">
        <mc:Choice Requires="p14">
          <p:contentPart p14:bwMode="auto" r:id="rId65">
            <p14:nvContentPartPr>
              <p14:cNvPr id="1049571" name="Encre 1049570"/>
              <p14:cNvContentPartPr/>
              <p14:nvPr/>
            </p14:nvContentPartPr>
            <p14:xfrm>
              <a:off x="1864092" y="2663929"/>
              <a:ext cx="270191" cy="13532"/>
            </p14:xfrm>
          </p:contentPart>
        </mc:Choice>
        <mc:Fallback xmlns="">
          <p:sp>
            <p:nvSpPr>
              <p:cNvPr id="1049571" name=""/>
              <p:cNvSpPr/>
              <p:nvPr/>
            </p:nvSpPr>
            <p:spPr>
              <a:xfrm>
                <a:off x="1864092" y="2663929"/>
                <a:ext cx="270191" cy="13532"/>
              </a:xfrm>
            </p:spPr>
          </p:sp>
        </mc:Fallback>
      </mc:AlternateContent>
      <mc:AlternateContent xmlns:mc="http://schemas.openxmlformats.org/markup-compatibility/2006" xmlns:p14="http://schemas.microsoft.com/office/powerpoint/2010/main">
        <mc:Choice Requires="p14">
          <p:contentPart p14:bwMode="auto" r:id="rId66">
            <p14:nvContentPartPr>
              <p14:cNvPr id="1049572" name="Encre 1049571"/>
              <p14:cNvContentPartPr/>
              <p14:nvPr/>
            </p14:nvContentPartPr>
            <p14:xfrm>
              <a:off x="1864092" y="2794547"/>
              <a:ext cx="224973" cy="17518"/>
            </p14:xfrm>
          </p:contentPart>
        </mc:Choice>
        <mc:Fallback xmlns="">
          <p:sp>
            <p:nvSpPr>
              <p:cNvPr id="1049572" name=""/>
              <p:cNvSpPr/>
              <p:nvPr/>
            </p:nvSpPr>
            <p:spPr>
              <a:xfrm>
                <a:off x="1864092" y="2794547"/>
                <a:ext cx="224973" cy="17518"/>
              </a:xfrm>
            </p:spPr>
          </p:sp>
        </mc:Fallback>
      </mc:AlternateContent>
      <mc:AlternateContent xmlns:mc="http://schemas.openxmlformats.org/markup-compatibility/2006" xmlns:p14="http://schemas.microsoft.com/office/powerpoint/2010/main">
        <mc:Choice Requires="p14">
          <p:contentPart p14:bwMode="auto" r:id="rId67">
            <p14:nvContentPartPr>
              <p14:cNvPr id="1049573" name="Encre 1049572"/>
              <p14:cNvContentPartPr/>
              <p14:nvPr/>
            </p14:nvContentPartPr>
            <p14:xfrm>
              <a:off x="2116398" y="2559902"/>
              <a:ext cx="196859" cy="289774"/>
            </p14:xfrm>
          </p:contentPart>
        </mc:Choice>
        <mc:Fallback xmlns="">
          <p:sp>
            <p:nvSpPr>
              <p:cNvPr id="1049573" name=""/>
              <p:cNvSpPr/>
              <p:nvPr/>
            </p:nvSpPr>
            <p:spPr>
              <a:xfrm>
                <a:off x="2116398" y="2559902"/>
                <a:ext cx="196859" cy="289774"/>
              </a:xfrm>
            </p:spPr>
          </p:sp>
        </mc:Fallback>
      </mc:AlternateContent>
      <mc:AlternateContent xmlns:mc="http://schemas.openxmlformats.org/markup-compatibility/2006" xmlns:p14="http://schemas.microsoft.com/office/powerpoint/2010/main">
        <mc:Choice Requires="p14">
          <p:contentPart p14:bwMode="auto" r:id="rId68">
            <p14:nvContentPartPr>
              <p14:cNvPr id="1049574" name="Encre 1049573"/>
              <p14:cNvContentPartPr/>
              <p14:nvPr/>
            </p14:nvContentPartPr>
            <p14:xfrm>
              <a:off x="1639683" y="2566761"/>
              <a:ext cx="176470" cy="393834"/>
            </p14:xfrm>
          </p:contentPart>
        </mc:Choice>
        <mc:Fallback xmlns="">
          <p:sp>
            <p:nvSpPr>
              <p:cNvPr id="1049574" name=""/>
              <p:cNvSpPr/>
              <p:nvPr/>
            </p:nvSpPr>
            <p:spPr>
              <a:xfrm>
                <a:off x="1639683" y="2566761"/>
                <a:ext cx="176470" cy="393834"/>
              </a:xfrm>
            </p:spPr>
          </p:sp>
        </mc:Fallback>
      </mc:AlternateContent>
      <mc:AlternateContent xmlns:mc="http://schemas.openxmlformats.org/markup-compatibility/2006" xmlns:p14="http://schemas.microsoft.com/office/powerpoint/2010/main">
        <mc:Choice Requires="p14">
          <p:contentPart p14:bwMode="auto" r:id="rId69">
            <p14:nvContentPartPr>
              <p14:cNvPr id="1049575" name="Encre 1049574"/>
              <p14:cNvContentPartPr/>
              <p14:nvPr/>
            </p14:nvContentPartPr>
            <p14:xfrm>
              <a:off x="2681985" y="2541925"/>
              <a:ext cx="266159" cy="169593"/>
            </p14:xfrm>
          </p:contentPart>
        </mc:Choice>
        <mc:Fallback xmlns="">
          <p:sp>
            <p:nvSpPr>
              <p:cNvPr id="1049575" name=""/>
              <p:cNvSpPr/>
              <p:nvPr/>
            </p:nvSpPr>
            <p:spPr>
              <a:xfrm>
                <a:off x="2681985" y="2541925"/>
                <a:ext cx="266159" cy="169593"/>
              </a:xfrm>
            </p:spPr>
          </p:sp>
        </mc:Fallback>
      </mc:AlternateContent>
      <mc:AlternateContent xmlns:mc="http://schemas.openxmlformats.org/markup-compatibility/2006" xmlns:p14="http://schemas.microsoft.com/office/powerpoint/2010/main">
        <mc:Choice Requires="p14">
          <p:contentPart p14:bwMode="auto" r:id="rId70">
            <p14:nvContentPartPr>
              <p14:cNvPr id="1049576" name="Encre 1049575"/>
              <p14:cNvContentPartPr/>
              <p14:nvPr/>
            </p14:nvContentPartPr>
            <p14:xfrm>
              <a:off x="3052917" y="2511885"/>
              <a:ext cx="192462" cy="218065"/>
            </p14:xfrm>
          </p:contentPart>
        </mc:Choice>
        <mc:Fallback xmlns="">
          <p:sp>
            <p:nvSpPr>
              <p:cNvPr id="1049576" name=""/>
              <p:cNvSpPr/>
              <p:nvPr/>
            </p:nvSpPr>
            <p:spPr>
              <a:xfrm>
                <a:off x="3052917" y="2511885"/>
                <a:ext cx="192462" cy="218065"/>
              </a:xfrm>
            </p:spPr>
          </p:sp>
        </mc:Fallback>
      </mc:AlternateContent>
      <mc:AlternateContent xmlns:mc="http://schemas.openxmlformats.org/markup-compatibility/2006" xmlns:p14="http://schemas.microsoft.com/office/powerpoint/2010/main">
        <mc:Choice Requires="p14">
          <p:contentPart p14:bwMode="auto" r:id="rId71">
            <p14:nvContentPartPr>
              <p14:cNvPr id="1049577" name="Encre 1049576"/>
              <p14:cNvContentPartPr/>
              <p14:nvPr/>
            </p14:nvContentPartPr>
            <p14:xfrm>
              <a:off x="3220239" y="2374395"/>
              <a:ext cx="200038" cy="151513"/>
            </p14:xfrm>
          </p:contentPart>
        </mc:Choice>
        <mc:Fallback xmlns="">
          <p:sp>
            <p:nvSpPr>
              <p:cNvPr id="1049577" name=""/>
              <p:cNvSpPr/>
              <p:nvPr/>
            </p:nvSpPr>
            <p:spPr>
              <a:xfrm>
                <a:off x="3220239" y="2374395"/>
                <a:ext cx="200038" cy="151513"/>
              </a:xfrm>
            </p:spPr>
          </p:sp>
        </mc:Fallback>
      </mc:AlternateContent>
      <mc:AlternateContent xmlns:mc="http://schemas.openxmlformats.org/markup-compatibility/2006" xmlns:p14="http://schemas.microsoft.com/office/powerpoint/2010/main">
        <mc:Choice Requires="p14">
          <p:contentPart p14:bwMode="auto" r:id="rId72">
            <p14:nvContentPartPr>
              <p14:cNvPr id="1049578" name="Encre 1049577"/>
              <p14:cNvContentPartPr/>
              <p14:nvPr/>
            </p14:nvContentPartPr>
            <p14:xfrm>
              <a:off x="2753472" y="2801406"/>
              <a:ext cx="582827" cy="27674"/>
            </p14:xfrm>
          </p:contentPart>
        </mc:Choice>
        <mc:Fallback xmlns="">
          <p:sp>
            <p:nvSpPr>
              <p:cNvPr id="1049578" name=""/>
              <p:cNvSpPr/>
              <p:nvPr/>
            </p:nvSpPr>
            <p:spPr>
              <a:xfrm>
                <a:off x="2753472" y="2801406"/>
                <a:ext cx="582827" cy="27674"/>
              </a:xfrm>
            </p:spPr>
          </p:sp>
        </mc:Fallback>
      </mc:AlternateContent>
      <mc:AlternateContent xmlns:mc="http://schemas.openxmlformats.org/markup-compatibility/2006" xmlns:p14="http://schemas.microsoft.com/office/powerpoint/2010/main">
        <mc:Choice Requires="p14">
          <p:contentPart p14:bwMode="auto" r:id="rId73">
            <p14:nvContentPartPr>
              <p14:cNvPr id="1049579" name="Encre 1049578"/>
              <p14:cNvContentPartPr/>
              <p14:nvPr/>
            </p14:nvContentPartPr>
            <p14:xfrm>
              <a:off x="2975081" y="2932685"/>
              <a:ext cx="177233" cy="163046"/>
            </p14:xfrm>
          </p:contentPart>
        </mc:Choice>
        <mc:Fallback xmlns="">
          <p:sp>
            <p:nvSpPr>
              <p:cNvPr id="1049579" name=""/>
              <p:cNvSpPr/>
              <p:nvPr/>
            </p:nvSpPr>
            <p:spPr>
              <a:xfrm>
                <a:off x="2975081" y="2932685"/>
                <a:ext cx="177233" cy="163046"/>
              </a:xfrm>
            </p:spPr>
          </p:sp>
        </mc:Fallback>
      </mc:AlternateContent>
      <mc:AlternateContent xmlns:mc="http://schemas.openxmlformats.org/markup-compatibility/2006" xmlns:p14="http://schemas.microsoft.com/office/powerpoint/2010/main">
        <mc:Choice Requires="p14">
          <p:contentPart p14:bwMode="auto" r:id="rId74">
            <p14:nvContentPartPr>
              <p14:cNvPr id="1049580" name="Encre 1049579"/>
              <p14:cNvContentPartPr/>
              <p14:nvPr/>
            </p14:nvContentPartPr>
            <p14:xfrm>
              <a:off x="3517960" y="2773357"/>
              <a:ext cx="162337" cy="14566"/>
            </p14:xfrm>
          </p:contentPart>
        </mc:Choice>
        <mc:Fallback xmlns="">
          <p:sp>
            <p:nvSpPr>
              <p:cNvPr id="1049580" name=""/>
              <p:cNvSpPr/>
              <p:nvPr/>
            </p:nvSpPr>
            <p:spPr>
              <a:xfrm>
                <a:off x="3517960" y="2773357"/>
                <a:ext cx="162337" cy="14566"/>
              </a:xfrm>
            </p:spPr>
          </p:sp>
        </mc:Fallback>
      </mc:AlternateContent>
      <mc:AlternateContent xmlns:mc="http://schemas.openxmlformats.org/markup-compatibility/2006" xmlns:p14="http://schemas.microsoft.com/office/powerpoint/2010/main">
        <mc:Choice Requires="p14">
          <p:contentPart p14:bwMode="auto" r:id="rId75">
            <p14:nvContentPartPr>
              <p14:cNvPr id="1049581" name="Encre 1049580"/>
              <p14:cNvContentPartPr/>
              <p14:nvPr/>
            </p14:nvContentPartPr>
            <p14:xfrm>
              <a:off x="3574729" y="2718618"/>
              <a:ext cx="6426" cy="152503"/>
            </p14:xfrm>
          </p:contentPart>
        </mc:Choice>
        <mc:Fallback xmlns="">
          <p:sp>
            <p:nvSpPr>
              <p:cNvPr id="1049581" name=""/>
              <p:cNvSpPr/>
              <p:nvPr/>
            </p:nvSpPr>
            <p:spPr>
              <a:xfrm>
                <a:off x="3574729" y="2718618"/>
                <a:ext cx="6426" cy="152503"/>
              </a:xfrm>
            </p:spPr>
          </p:sp>
        </mc:Fallback>
      </mc:AlternateContent>
      <mc:AlternateContent xmlns:mc="http://schemas.openxmlformats.org/markup-compatibility/2006" xmlns:p14="http://schemas.microsoft.com/office/powerpoint/2010/main">
        <mc:Choice Requires="p14">
          <p:contentPart p14:bwMode="auto" r:id="rId76">
            <p14:nvContentPartPr>
              <p14:cNvPr id="1049582" name="Encre 1049581"/>
              <p14:cNvContentPartPr/>
              <p14:nvPr/>
            </p14:nvContentPartPr>
            <p14:xfrm>
              <a:off x="3816523" y="2612505"/>
              <a:ext cx="147597" cy="175775"/>
            </p14:xfrm>
          </p:contentPart>
        </mc:Choice>
        <mc:Fallback xmlns="">
          <p:sp>
            <p:nvSpPr>
              <p:cNvPr id="1049582" name=""/>
              <p:cNvSpPr/>
              <p:nvPr/>
            </p:nvSpPr>
            <p:spPr>
              <a:xfrm>
                <a:off x="3816523" y="2612505"/>
                <a:ext cx="147597" cy="175775"/>
              </a:xfrm>
            </p:spPr>
          </p:sp>
        </mc:Fallback>
      </mc:AlternateContent>
      <mc:AlternateContent xmlns:mc="http://schemas.openxmlformats.org/markup-compatibility/2006" xmlns:p14="http://schemas.microsoft.com/office/powerpoint/2010/main">
        <mc:Choice Requires="p14">
          <p:contentPart p14:bwMode="auto" r:id="rId77">
            <p14:nvContentPartPr>
              <p14:cNvPr id="1049583" name="Encre 1049582"/>
              <p14:cNvContentPartPr/>
              <p14:nvPr/>
            </p14:nvContentPartPr>
            <p14:xfrm>
              <a:off x="3874553" y="2705136"/>
              <a:ext cx="122789" cy="110463"/>
            </p14:xfrm>
          </p:contentPart>
        </mc:Choice>
        <mc:Fallback xmlns="">
          <p:sp>
            <p:nvSpPr>
              <p:cNvPr id="1049583" name=""/>
              <p:cNvSpPr/>
              <p:nvPr/>
            </p:nvSpPr>
            <p:spPr>
              <a:xfrm>
                <a:off x="3874553" y="2705136"/>
                <a:ext cx="122789" cy="110463"/>
              </a:xfrm>
            </p:spPr>
          </p:sp>
        </mc:Fallback>
      </mc:AlternateContent>
      <mc:AlternateContent xmlns:mc="http://schemas.openxmlformats.org/markup-compatibility/2006" xmlns:p14="http://schemas.microsoft.com/office/powerpoint/2010/main">
        <mc:Choice Requires="p14">
          <p:contentPart p14:bwMode="auto" r:id="rId78">
            <p14:nvContentPartPr>
              <p14:cNvPr id="1049584" name="Encre 1049583"/>
              <p14:cNvContentPartPr/>
              <p14:nvPr/>
            </p14:nvContentPartPr>
            <p14:xfrm>
              <a:off x="4060451" y="2464814"/>
              <a:ext cx="170247" cy="531255"/>
            </p14:xfrm>
          </p:contentPart>
        </mc:Choice>
        <mc:Fallback xmlns="">
          <p:sp>
            <p:nvSpPr>
              <p:cNvPr id="1049584" name=""/>
              <p:cNvSpPr/>
              <p:nvPr/>
            </p:nvSpPr>
            <p:spPr>
              <a:xfrm>
                <a:off x="4060451" y="2464814"/>
                <a:ext cx="170247" cy="531255"/>
              </a:xfrm>
            </p:spPr>
          </p:sp>
        </mc:Fallback>
      </mc:AlternateContent>
      <mc:AlternateContent xmlns:mc="http://schemas.openxmlformats.org/markup-compatibility/2006" xmlns:p14="http://schemas.microsoft.com/office/powerpoint/2010/main">
        <mc:Choice Requires="p14">
          <p:contentPart p14:bwMode="auto" r:id="rId79">
            <p14:nvContentPartPr>
              <p14:cNvPr id="1049585" name="Encre 1049584"/>
              <p14:cNvContentPartPr/>
              <p14:nvPr/>
            </p14:nvContentPartPr>
            <p14:xfrm>
              <a:off x="2520055" y="2411593"/>
              <a:ext cx="249138" cy="780787"/>
            </p14:xfrm>
          </p:contentPart>
        </mc:Choice>
        <mc:Fallback xmlns="">
          <p:sp>
            <p:nvSpPr>
              <p:cNvPr id="1049585" name=""/>
              <p:cNvSpPr/>
              <p:nvPr/>
            </p:nvSpPr>
            <p:spPr>
              <a:xfrm>
                <a:off x="2520055" y="2411593"/>
                <a:ext cx="249138" cy="780787"/>
              </a:xfrm>
            </p:spPr>
          </p:sp>
        </mc:Fallback>
      </mc:AlternateContent>
      <mc:AlternateContent xmlns:mc="http://schemas.openxmlformats.org/markup-compatibility/2006" xmlns:p14="http://schemas.microsoft.com/office/powerpoint/2010/main">
        <mc:Choice Requires="p14">
          <p:contentPart p14:bwMode="auto" r:id="rId80">
            <p14:nvContentPartPr>
              <p14:cNvPr id="1049586" name="Encre 1049585"/>
              <p14:cNvContentPartPr/>
              <p14:nvPr/>
            </p14:nvContentPartPr>
            <p14:xfrm>
              <a:off x="4392623" y="2492178"/>
              <a:ext cx="110374" cy="200860"/>
            </p14:xfrm>
          </p:contentPart>
        </mc:Choice>
        <mc:Fallback xmlns="">
          <p:sp>
            <p:nvSpPr>
              <p:cNvPr id="1049586" name=""/>
              <p:cNvSpPr/>
              <p:nvPr/>
            </p:nvSpPr>
            <p:spPr>
              <a:xfrm>
                <a:off x="4392623" y="2492178"/>
                <a:ext cx="110374" cy="200860"/>
              </a:xfrm>
            </p:spPr>
          </p:sp>
        </mc:Fallback>
      </mc:AlternateContent>
      <mc:AlternateContent xmlns:mc="http://schemas.openxmlformats.org/markup-compatibility/2006" xmlns:p14="http://schemas.microsoft.com/office/powerpoint/2010/main">
        <mc:Choice Requires="p14">
          <p:contentPart p14:bwMode="auto" r:id="rId81">
            <p14:nvContentPartPr>
              <p14:cNvPr id="1049587" name="Encre 1049586"/>
              <p14:cNvContentPartPr/>
              <p14:nvPr/>
            </p14:nvContentPartPr>
            <p14:xfrm>
              <a:off x="4372018" y="2752070"/>
              <a:ext cx="238850" cy="8178"/>
            </p14:xfrm>
          </p:contentPart>
        </mc:Choice>
        <mc:Fallback xmlns="">
          <p:sp>
            <p:nvSpPr>
              <p:cNvPr id="1049587" name=""/>
              <p:cNvSpPr/>
              <p:nvPr/>
            </p:nvSpPr>
            <p:spPr>
              <a:xfrm>
                <a:off x="4372018" y="2752070"/>
                <a:ext cx="238850" cy="8178"/>
              </a:xfrm>
            </p:spPr>
          </p:sp>
        </mc:Fallback>
      </mc:AlternateContent>
      <mc:AlternateContent xmlns:mc="http://schemas.openxmlformats.org/markup-compatibility/2006" xmlns:p14="http://schemas.microsoft.com/office/powerpoint/2010/main">
        <mc:Choice Requires="p14">
          <p:contentPart p14:bwMode="auto" r:id="rId82">
            <p14:nvContentPartPr>
              <p14:cNvPr id="1049588" name="Encre 1049587"/>
              <p14:cNvContentPartPr/>
              <p14:nvPr/>
            </p14:nvContentPartPr>
            <p14:xfrm>
              <a:off x="4408182" y="2911869"/>
              <a:ext cx="134563" cy="187304"/>
            </p14:xfrm>
          </p:contentPart>
        </mc:Choice>
        <mc:Fallback xmlns="">
          <p:sp>
            <p:nvSpPr>
              <p:cNvPr id="1049588" name=""/>
              <p:cNvSpPr/>
              <p:nvPr/>
            </p:nvSpPr>
            <p:spPr>
              <a:xfrm>
                <a:off x="4408182" y="2911869"/>
                <a:ext cx="134563" cy="187304"/>
              </a:xfrm>
            </p:spPr>
          </p:sp>
        </mc:Fallback>
      </mc:AlternateContent>
      <mc:AlternateContent xmlns:mc="http://schemas.openxmlformats.org/markup-compatibility/2006" xmlns:p14="http://schemas.microsoft.com/office/powerpoint/2010/main">
        <mc:Choice Requires="p14">
          <p:contentPart p14:bwMode="auto" r:id="rId83">
            <p14:nvContentPartPr>
              <p14:cNvPr id="1049589" name="Encre 1049588"/>
              <p14:cNvContentPartPr/>
              <p14:nvPr/>
            </p14:nvContentPartPr>
            <p14:xfrm>
              <a:off x="4590263" y="2878878"/>
              <a:ext cx="154426" cy="148663"/>
            </p14:xfrm>
          </p:contentPart>
        </mc:Choice>
        <mc:Fallback xmlns="">
          <p:sp>
            <p:nvSpPr>
              <p:cNvPr id="1049589" name=""/>
              <p:cNvSpPr/>
              <p:nvPr/>
            </p:nvSpPr>
            <p:spPr>
              <a:xfrm>
                <a:off x="4590263" y="2878878"/>
                <a:ext cx="154426" cy="148663"/>
              </a:xfrm>
            </p:spPr>
          </p:sp>
        </mc:Fallback>
      </mc:AlternateContent>
      <mc:AlternateContent xmlns:mc="http://schemas.openxmlformats.org/markup-compatibility/2006" xmlns:p14="http://schemas.microsoft.com/office/powerpoint/2010/main">
        <mc:Choice Requires="p14">
          <p:contentPart p14:bwMode="auto" r:id="rId84">
            <p14:nvContentPartPr>
              <p14:cNvPr id="1049590" name="Encre 1049589"/>
              <p14:cNvContentPartPr/>
              <p14:nvPr/>
            </p14:nvContentPartPr>
            <p14:xfrm>
              <a:off x="4792746" y="2670365"/>
              <a:ext cx="165464" cy="12634"/>
            </p14:xfrm>
          </p:contentPart>
        </mc:Choice>
        <mc:Fallback xmlns="">
          <p:sp>
            <p:nvSpPr>
              <p:cNvPr id="1049590" name=""/>
              <p:cNvSpPr/>
              <p:nvPr/>
            </p:nvSpPr>
            <p:spPr>
              <a:xfrm>
                <a:off x="4792746" y="2670365"/>
                <a:ext cx="165464" cy="12634"/>
              </a:xfrm>
            </p:spPr>
          </p:sp>
        </mc:Fallback>
      </mc:AlternateContent>
      <mc:AlternateContent xmlns:mc="http://schemas.openxmlformats.org/markup-compatibility/2006" xmlns:p14="http://schemas.microsoft.com/office/powerpoint/2010/main">
        <mc:Choice Requires="p14">
          <p:contentPart p14:bwMode="auto" r:id="rId85">
            <p14:nvContentPartPr>
              <p14:cNvPr id="1049591" name="Encre 1049590"/>
              <p14:cNvContentPartPr/>
              <p14:nvPr/>
            </p14:nvContentPartPr>
            <p14:xfrm>
              <a:off x="4815236" y="2760249"/>
              <a:ext cx="150122" cy="17267"/>
            </p14:xfrm>
          </p:contentPart>
        </mc:Choice>
        <mc:Fallback xmlns="">
          <p:sp>
            <p:nvSpPr>
              <p:cNvPr id="1049591" name=""/>
              <p:cNvSpPr/>
              <p:nvPr/>
            </p:nvSpPr>
            <p:spPr>
              <a:xfrm>
                <a:off x="4815236" y="2760249"/>
                <a:ext cx="150122" cy="17267"/>
              </a:xfrm>
            </p:spPr>
          </p:sp>
        </mc:Fallback>
      </mc:AlternateContent>
      <mc:AlternateContent xmlns:mc="http://schemas.openxmlformats.org/markup-compatibility/2006" xmlns:p14="http://schemas.microsoft.com/office/powerpoint/2010/main">
        <mc:Choice Requires="p14">
          <p:contentPart p14:bwMode="auto" r:id="rId86">
            <p14:nvContentPartPr>
              <p14:cNvPr id="1049592" name="Encre 1049591"/>
              <p14:cNvContentPartPr/>
              <p14:nvPr/>
            </p14:nvContentPartPr>
            <p14:xfrm>
              <a:off x="5105269" y="2613754"/>
              <a:ext cx="147447" cy="161995"/>
            </p14:xfrm>
          </p:contentPart>
        </mc:Choice>
        <mc:Fallback xmlns="">
          <p:sp>
            <p:nvSpPr>
              <p:cNvPr id="1049592" name=""/>
              <p:cNvSpPr/>
              <p:nvPr/>
            </p:nvSpPr>
            <p:spPr>
              <a:xfrm>
                <a:off x="5105269" y="2613754"/>
                <a:ext cx="147447" cy="161995"/>
              </a:xfrm>
            </p:spPr>
          </p:sp>
        </mc:Fallback>
      </mc:AlternateContent>
      <mc:AlternateContent xmlns:mc="http://schemas.openxmlformats.org/markup-compatibility/2006" xmlns:p14="http://schemas.microsoft.com/office/powerpoint/2010/main">
        <mc:Choice Requires="p14">
          <p:contentPart p14:bwMode="auto" r:id="rId87">
            <p14:nvContentPartPr>
              <p14:cNvPr id="1049593" name="Encre 1049592"/>
              <p14:cNvContentPartPr/>
              <p14:nvPr/>
            </p14:nvContentPartPr>
            <p14:xfrm>
              <a:off x="2947748" y="3096598"/>
              <a:ext cx="1131173" cy="126080"/>
            </p14:xfrm>
          </p:contentPart>
        </mc:Choice>
        <mc:Fallback xmlns="">
          <p:sp>
            <p:nvSpPr>
              <p:cNvPr id="1049593" name=""/>
              <p:cNvSpPr/>
              <p:nvPr/>
            </p:nvSpPr>
            <p:spPr>
              <a:xfrm>
                <a:off x="2947748" y="3096598"/>
                <a:ext cx="1131173" cy="126080"/>
              </a:xfrm>
            </p:spPr>
          </p:sp>
        </mc:Fallback>
      </mc:AlternateContent>
      <mc:AlternateContent xmlns:mc="http://schemas.openxmlformats.org/markup-compatibility/2006" xmlns:p14="http://schemas.microsoft.com/office/powerpoint/2010/main">
        <mc:Choice Requires="p14">
          <p:contentPart p14:bwMode="auto" r:id="rId88">
            <p14:nvContentPartPr>
              <p14:cNvPr id="1049594" name="Encre 1049593"/>
              <p14:cNvContentPartPr/>
              <p14:nvPr/>
            </p14:nvContentPartPr>
            <p14:xfrm>
              <a:off x="1093716" y="3551358"/>
              <a:ext cx="239347" cy="187174"/>
            </p14:xfrm>
          </p:contentPart>
        </mc:Choice>
        <mc:Fallback xmlns="">
          <p:sp>
            <p:nvSpPr>
              <p:cNvPr id="1049594" name=""/>
              <p:cNvSpPr/>
              <p:nvPr/>
            </p:nvSpPr>
            <p:spPr>
              <a:xfrm>
                <a:off x="1093716" y="3551358"/>
                <a:ext cx="239347" cy="187174"/>
              </a:xfrm>
            </p:spPr>
          </p:sp>
        </mc:Fallback>
      </mc:AlternateContent>
      <mc:AlternateContent xmlns:mc="http://schemas.openxmlformats.org/markup-compatibility/2006" xmlns:p14="http://schemas.microsoft.com/office/powerpoint/2010/main">
        <mc:Choice Requires="p14">
          <p:contentPart p14:bwMode="auto" r:id="rId89">
            <p14:nvContentPartPr>
              <p14:cNvPr id="1049595" name="Encre 1049594"/>
              <p14:cNvContentPartPr/>
              <p14:nvPr/>
            </p14:nvContentPartPr>
            <p14:xfrm>
              <a:off x="1421484" y="3517450"/>
              <a:ext cx="214333" cy="271252"/>
            </p14:xfrm>
          </p:contentPart>
        </mc:Choice>
        <mc:Fallback xmlns="">
          <p:sp>
            <p:nvSpPr>
              <p:cNvPr id="1049595" name=""/>
              <p:cNvSpPr/>
              <p:nvPr/>
            </p:nvSpPr>
            <p:spPr>
              <a:xfrm>
                <a:off x="1421484" y="3517450"/>
                <a:ext cx="214333" cy="271252"/>
              </a:xfrm>
            </p:spPr>
          </p:sp>
        </mc:Fallback>
      </mc:AlternateContent>
      <mc:AlternateContent xmlns:mc="http://schemas.openxmlformats.org/markup-compatibility/2006" xmlns:p14="http://schemas.microsoft.com/office/powerpoint/2010/main">
        <mc:Choice Requires="p14">
          <p:contentPart p14:bwMode="auto" r:id="rId90">
            <p14:nvContentPartPr>
              <p14:cNvPr id="1049596" name="Encre 1049595"/>
              <p14:cNvContentPartPr/>
              <p14:nvPr/>
            </p14:nvContentPartPr>
            <p14:xfrm>
              <a:off x="1644165" y="3362406"/>
              <a:ext cx="199322" cy="191898"/>
            </p14:xfrm>
          </p:contentPart>
        </mc:Choice>
        <mc:Fallback xmlns="">
          <p:sp>
            <p:nvSpPr>
              <p:cNvPr id="1049596" name=""/>
              <p:cNvSpPr/>
              <p:nvPr/>
            </p:nvSpPr>
            <p:spPr>
              <a:xfrm>
                <a:off x="1644165" y="3362406"/>
                <a:ext cx="199322" cy="191898"/>
              </a:xfrm>
            </p:spPr>
          </p:sp>
        </mc:Fallback>
      </mc:AlternateContent>
      <mc:AlternateContent xmlns:mc="http://schemas.openxmlformats.org/markup-compatibility/2006" xmlns:p14="http://schemas.microsoft.com/office/powerpoint/2010/main">
        <mc:Choice Requires="p14">
          <p:contentPart p14:bwMode="auto" r:id="rId91">
            <p14:nvContentPartPr>
              <p14:cNvPr id="1049597" name="Encre 1049596"/>
              <p14:cNvContentPartPr/>
              <p14:nvPr/>
            </p14:nvContentPartPr>
            <p14:xfrm>
              <a:off x="1114321" y="3873393"/>
              <a:ext cx="585351" cy="19159"/>
            </p14:xfrm>
          </p:contentPart>
        </mc:Choice>
        <mc:Fallback xmlns="">
          <p:sp>
            <p:nvSpPr>
              <p:cNvPr id="1049597" name=""/>
              <p:cNvSpPr/>
              <p:nvPr/>
            </p:nvSpPr>
            <p:spPr>
              <a:xfrm>
                <a:off x="1114321" y="3873393"/>
                <a:ext cx="585351" cy="19159"/>
              </a:xfrm>
            </p:spPr>
          </p:sp>
        </mc:Fallback>
      </mc:AlternateContent>
      <mc:AlternateContent xmlns:mc="http://schemas.openxmlformats.org/markup-compatibility/2006" xmlns:p14="http://schemas.microsoft.com/office/powerpoint/2010/main">
        <mc:Choice Requires="p14">
          <p:contentPart p14:bwMode="auto" r:id="rId92">
            <p14:nvContentPartPr>
              <p14:cNvPr id="1049598" name="Encre 1049597"/>
              <p14:cNvContentPartPr/>
              <p14:nvPr/>
            </p14:nvContentPartPr>
            <p14:xfrm>
              <a:off x="1303551" y="4009639"/>
              <a:ext cx="267444" cy="138288"/>
            </p14:xfrm>
          </p:contentPart>
        </mc:Choice>
        <mc:Fallback xmlns="">
          <p:sp>
            <p:nvSpPr>
              <p:cNvPr id="1049598" name=""/>
              <p:cNvSpPr/>
              <p:nvPr/>
            </p:nvSpPr>
            <p:spPr>
              <a:xfrm>
                <a:off x="1303551" y="4009639"/>
                <a:ext cx="267444" cy="138288"/>
              </a:xfrm>
            </p:spPr>
          </p:sp>
        </mc:Fallback>
      </mc:AlternateContent>
      <mc:AlternateContent xmlns:mc="http://schemas.openxmlformats.org/markup-compatibility/2006" xmlns:p14="http://schemas.microsoft.com/office/powerpoint/2010/main">
        <mc:Choice Requires="p14">
          <p:contentPart p14:bwMode="auto" r:id="rId93">
            <p14:nvContentPartPr>
              <p14:cNvPr id="1049599" name="Encre 1049598"/>
              <p14:cNvContentPartPr/>
              <p14:nvPr/>
            </p14:nvContentPartPr>
            <p14:xfrm>
              <a:off x="1836758" y="3864641"/>
              <a:ext cx="177182" cy="11231"/>
            </p14:xfrm>
          </p:contentPart>
        </mc:Choice>
        <mc:Fallback xmlns="">
          <p:sp>
            <p:nvSpPr>
              <p:cNvPr id="1049599" name=""/>
              <p:cNvSpPr/>
              <p:nvPr/>
            </p:nvSpPr>
            <p:spPr>
              <a:xfrm>
                <a:off x="1836758" y="3864641"/>
                <a:ext cx="177182" cy="11231"/>
              </a:xfrm>
            </p:spPr>
          </p:sp>
        </mc:Fallback>
      </mc:AlternateContent>
      <mc:AlternateContent xmlns:mc="http://schemas.openxmlformats.org/markup-compatibility/2006" xmlns:p14="http://schemas.microsoft.com/office/powerpoint/2010/main">
        <mc:Choice Requires="p14">
          <p:contentPart p14:bwMode="auto" r:id="rId94">
            <p14:nvContentPartPr>
              <p14:cNvPr id="1049600" name="Encre 1049599"/>
              <p14:cNvContentPartPr/>
              <p14:nvPr/>
            </p14:nvContentPartPr>
            <p14:xfrm>
              <a:off x="1906899" y="3782090"/>
              <a:ext cx="8464" cy="201915"/>
            </p14:xfrm>
          </p:contentPart>
        </mc:Choice>
        <mc:Fallback xmlns="">
          <p:sp>
            <p:nvSpPr>
              <p:cNvPr id="1049600" name=""/>
              <p:cNvSpPr/>
              <p:nvPr/>
            </p:nvSpPr>
            <p:spPr>
              <a:xfrm>
                <a:off x="1906899" y="3782090"/>
                <a:ext cx="8464" cy="201915"/>
              </a:xfrm>
            </p:spPr>
          </p:sp>
        </mc:Fallback>
      </mc:AlternateContent>
      <mc:AlternateContent xmlns:mc="http://schemas.openxmlformats.org/markup-compatibility/2006" xmlns:p14="http://schemas.microsoft.com/office/powerpoint/2010/main">
        <mc:Choice Requires="p14">
          <p:contentPart p14:bwMode="auto" r:id="rId95">
            <p14:nvContentPartPr>
              <p14:cNvPr id="1049601" name="Encre 1049600"/>
              <p14:cNvContentPartPr/>
              <p14:nvPr/>
            </p14:nvContentPartPr>
            <p14:xfrm>
              <a:off x="2136583" y="3706161"/>
              <a:ext cx="222355" cy="257294"/>
            </p14:xfrm>
          </p:contentPart>
        </mc:Choice>
        <mc:Fallback xmlns="">
          <p:sp>
            <p:nvSpPr>
              <p:cNvPr id="1049601" name=""/>
              <p:cNvSpPr/>
              <p:nvPr/>
            </p:nvSpPr>
            <p:spPr>
              <a:xfrm>
                <a:off x="2136583" y="3706161"/>
                <a:ext cx="222355" cy="257294"/>
              </a:xfrm>
            </p:spPr>
          </p:sp>
        </mc:Fallback>
      </mc:AlternateContent>
      <mc:AlternateContent xmlns:mc="http://schemas.openxmlformats.org/markup-compatibility/2006" xmlns:p14="http://schemas.microsoft.com/office/powerpoint/2010/main">
        <mc:Choice Requires="p14">
          <p:contentPart p14:bwMode="auto" r:id="rId96">
            <p14:nvContentPartPr>
              <p14:cNvPr id="1049602" name="Encre 1049601"/>
              <p14:cNvContentPartPr/>
              <p14:nvPr/>
            </p14:nvContentPartPr>
            <p14:xfrm>
              <a:off x="2211434" y="3830107"/>
              <a:ext cx="183939" cy="115447"/>
            </p14:xfrm>
          </p:contentPart>
        </mc:Choice>
        <mc:Fallback xmlns="">
          <p:sp>
            <p:nvSpPr>
              <p:cNvPr id="1049602" name=""/>
              <p:cNvSpPr/>
              <p:nvPr/>
            </p:nvSpPr>
            <p:spPr>
              <a:xfrm>
                <a:off x="2211434" y="3830107"/>
                <a:ext cx="183939" cy="115447"/>
              </a:xfrm>
            </p:spPr>
          </p:sp>
        </mc:Fallback>
      </mc:AlternateContent>
      <mc:AlternateContent xmlns:mc="http://schemas.openxmlformats.org/markup-compatibility/2006" xmlns:p14="http://schemas.microsoft.com/office/powerpoint/2010/main">
        <mc:Choice Requires="p14">
          <p:contentPart p14:bwMode="auto" r:id="rId97">
            <p14:nvContentPartPr>
              <p14:cNvPr id="1049603" name="Encre 1049602"/>
              <p14:cNvContentPartPr/>
              <p14:nvPr/>
            </p14:nvContentPartPr>
            <p14:xfrm>
              <a:off x="2554538" y="3819668"/>
              <a:ext cx="161508" cy="3579"/>
            </p14:xfrm>
          </p:contentPart>
        </mc:Choice>
        <mc:Fallback xmlns="">
          <p:sp>
            <p:nvSpPr>
              <p:cNvPr id="1049603" name=""/>
              <p:cNvSpPr/>
              <p:nvPr/>
            </p:nvSpPr>
            <p:spPr>
              <a:xfrm>
                <a:off x="2554538" y="3819668"/>
                <a:ext cx="161508" cy="3579"/>
              </a:xfrm>
            </p:spPr>
          </p:sp>
        </mc:Fallback>
      </mc:AlternateContent>
      <mc:AlternateContent xmlns:mc="http://schemas.openxmlformats.org/markup-compatibility/2006" xmlns:p14="http://schemas.microsoft.com/office/powerpoint/2010/main">
        <mc:Choice Requires="p14">
          <p:contentPart p14:bwMode="auto" r:id="rId98">
            <p14:nvContentPartPr>
              <p14:cNvPr id="1049604" name="Encre 1049603"/>
              <p14:cNvContentPartPr/>
              <p14:nvPr/>
            </p14:nvContentPartPr>
            <p14:xfrm>
              <a:off x="2575247" y="3944572"/>
              <a:ext cx="174861" cy="2857"/>
            </p14:xfrm>
          </p:contentPart>
        </mc:Choice>
        <mc:Fallback xmlns="">
          <p:sp>
            <p:nvSpPr>
              <p:cNvPr id="1049604" name=""/>
              <p:cNvSpPr/>
              <p:nvPr/>
            </p:nvSpPr>
            <p:spPr>
              <a:xfrm>
                <a:off x="2575247" y="3944572"/>
                <a:ext cx="174861" cy="2857"/>
              </a:xfrm>
            </p:spPr>
          </p:sp>
        </mc:Fallback>
      </mc:AlternateContent>
      <mc:AlternateContent xmlns:mc="http://schemas.openxmlformats.org/markup-compatibility/2006" xmlns:p14="http://schemas.microsoft.com/office/powerpoint/2010/main">
        <mc:Choice Requires="p14">
          <p:contentPart p14:bwMode="auto" r:id="rId99">
            <p14:nvContentPartPr>
              <p14:cNvPr id="1049605" name="Encre 1049604"/>
              <p14:cNvContentPartPr/>
              <p14:nvPr/>
            </p14:nvContentPartPr>
            <p14:xfrm>
              <a:off x="2916638" y="3755880"/>
              <a:ext cx="194889" cy="256807"/>
            </p14:xfrm>
          </p:contentPart>
        </mc:Choice>
        <mc:Fallback xmlns="">
          <p:sp>
            <p:nvSpPr>
              <p:cNvPr id="1049605" name=""/>
              <p:cNvSpPr/>
              <p:nvPr/>
            </p:nvSpPr>
            <p:spPr>
              <a:xfrm>
                <a:off x="2916638" y="3755880"/>
                <a:ext cx="194889" cy="256807"/>
              </a:xfrm>
            </p:spPr>
          </p:sp>
        </mc:Fallback>
      </mc:AlternateContent>
      <mc:AlternateContent xmlns:mc="http://schemas.openxmlformats.org/markup-compatibility/2006" xmlns:p14="http://schemas.microsoft.com/office/powerpoint/2010/main">
        <mc:Choice Requires="p14">
          <p:contentPart p14:bwMode="auto" r:id="rId100">
            <p14:nvContentPartPr>
              <p14:cNvPr id="1049606" name="Encre 1049605"/>
              <p14:cNvContentPartPr/>
              <p14:nvPr/>
            </p14:nvContentPartPr>
            <p14:xfrm>
              <a:off x="1352751" y="4555330"/>
              <a:ext cx="192174" cy="223088"/>
            </p14:xfrm>
          </p:contentPart>
        </mc:Choice>
        <mc:Fallback xmlns="">
          <p:sp>
            <p:nvSpPr>
              <p:cNvPr id="1049606" name=""/>
              <p:cNvSpPr/>
              <p:nvPr/>
            </p:nvSpPr>
            <p:spPr>
              <a:xfrm>
                <a:off x="1352751" y="4555330"/>
                <a:ext cx="192174" cy="223088"/>
              </a:xfrm>
            </p:spPr>
          </p:sp>
        </mc:Fallback>
      </mc:AlternateContent>
      <mc:AlternateContent xmlns:mc="http://schemas.openxmlformats.org/markup-compatibility/2006" xmlns:p14="http://schemas.microsoft.com/office/powerpoint/2010/main">
        <mc:Choice Requires="p14">
          <p:contentPart p14:bwMode="auto" r:id="rId101">
            <p14:nvContentPartPr>
              <p14:cNvPr id="1049607" name="Encre 1049606"/>
              <p14:cNvContentPartPr/>
              <p14:nvPr/>
            </p14:nvContentPartPr>
            <p14:xfrm>
              <a:off x="1652575" y="4575672"/>
              <a:ext cx="151221" cy="6234"/>
            </p14:xfrm>
          </p:contentPart>
        </mc:Choice>
        <mc:Fallback xmlns="">
          <p:sp>
            <p:nvSpPr>
              <p:cNvPr id="1049607" name=""/>
              <p:cNvSpPr/>
              <p:nvPr/>
            </p:nvSpPr>
            <p:spPr>
              <a:xfrm>
                <a:off x="1652575" y="4575672"/>
                <a:ext cx="151221" cy="6234"/>
              </a:xfrm>
            </p:spPr>
          </p:sp>
        </mc:Fallback>
      </mc:AlternateContent>
      <mc:AlternateContent xmlns:mc="http://schemas.openxmlformats.org/markup-compatibility/2006" xmlns:p14="http://schemas.microsoft.com/office/powerpoint/2010/main">
        <mc:Choice Requires="p14">
          <p:contentPart p14:bwMode="auto" r:id="rId102">
            <p14:nvContentPartPr>
              <p14:cNvPr id="1049608" name="Encre 1049607"/>
              <p14:cNvContentPartPr/>
              <p14:nvPr/>
            </p14:nvContentPartPr>
            <p14:xfrm>
              <a:off x="1645847" y="4748581"/>
              <a:ext cx="158422" cy="27973"/>
            </p14:xfrm>
          </p:contentPart>
        </mc:Choice>
        <mc:Fallback xmlns="">
          <p:sp>
            <p:nvSpPr>
              <p:cNvPr id="1049608" name=""/>
              <p:cNvSpPr/>
              <p:nvPr/>
            </p:nvSpPr>
            <p:spPr>
              <a:xfrm>
                <a:off x="1645847" y="4748581"/>
                <a:ext cx="158422" cy="27973"/>
              </a:xfrm>
            </p:spPr>
          </p:sp>
        </mc:Fallback>
      </mc:AlternateContent>
      <mc:AlternateContent xmlns:mc="http://schemas.openxmlformats.org/markup-compatibility/2006" xmlns:p14="http://schemas.microsoft.com/office/powerpoint/2010/main">
        <mc:Choice Requires="p14">
          <p:contentPart p14:bwMode="auto" r:id="rId103">
            <p14:nvContentPartPr>
              <p14:cNvPr id="1049609" name="Encre 1049608"/>
              <p14:cNvContentPartPr/>
              <p14:nvPr/>
            </p14:nvContentPartPr>
            <p14:xfrm>
              <a:off x="1925486" y="4644741"/>
              <a:ext cx="190912" cy="41394"/>
            </p14:xfrm>
          </p:contentPart>
        </mc:Choice>
        <mc:Fallback xmlns="">
          <p:sp>
            <p:nvSpPr>
              <p:cNvPr id="1049609" name=""/>
              <p:cNvSpPr/>
              <p:nvPr/>
            </p:nvSpPr>
            <p:spPr>
              <a:xfrm>
                <a:off x="1925486" y="4644741"/>
                <a:ext cx="190912" cy="41394"/>
              </a:xfrm>
            </p:spPr>
          </p:sp>
        </mc:Fallback>
      </mc:AlternateContent>
      <mc:AlternateContent xmlns:mc="http://schemas.openxmlformats.org/markup-compatibility/2006" xmlns:p14="http://schemas.microsoft.com/office/powerpoint/2010/main">
        <mc:Choice Requires="p14">
          <p:contentPart p14:bwMode="auto" r:id="rId104">
            <p14:nvContentPartPr>
              <p14:cNvPr id="1049610" name="Encre 1049609"/>
              <p14:cNvContentPartPr/>
              <p14:nvPr/>
            </p14:nvContentPartPr>
            <p14:xfrm>
              <a:off x="2177372" y="4410096"/>
              <a:ext cx="287768" cy="233334"/>
            </p14:xfrm>
          </p:contentPart>
        </mc:Choice>
        <mc:Fallback xmlns="">
          <p:sp>
            <p:nvSpPr>
              <p:cNvPr id="1049610" name=""/>
              <p:cNvSpPr/>
              <p:nvPr/>
            </p:nvSpPr>
            <p:spPr>
              <a:xfrm>
                <a:off x="2177372" y="4410096"/>
                <a:ext cx="287768" cy="233334"/>
              </a:xfrm>
            </p:spPr>
          </p:sp>
        </mc:Fallback>
      </mc:AlternateContent>
      <mc:AlternateContent xmlns:mc="http://schemas.openxmlformats.org/markup-compatibility/2006" xmlns:p14="http://schemas.microsoft.com/office/powerpoint/2010/main">
        <mc:Choice Requires="p14">
          <p:contentPart p14:bwMode="auto" r:id="rId105">
            <p14:nvContentPartPr>
              <p14:cNvPr id="1049611" name="Encre 1049610"/>
              <p14:cNvContentPartPr/>
              <p14:nvPr/>
            </p14:nvContentPartPr>
            <p14:xfrm>
              <a:off x="2573035" y="4416004"/>
              <a:ext cx="129134" cy="270665"/>
            </p14:xfrm>
          </p:contentPart>
        </mc:Choice>
        <mc:Fallback xmlns="">
          <p:sp>
            <p:nvSpPr>
              <p:cNvPr id="1049611" name=""/>
              <p:cNvSpPr/>
              <p:nvPr/>
            </p:nvSpPr>
            <p:spPr>
              <a:xfrm>
                <a:off x="2573035" y="4416004"/>
                <a:ext cx="129134" cy="270665"/>
              </a:xfrm>
            </p:spPr>
          </p:sp>
        </mc:Fallback>
      </mc:AlternateContent>
      <mc:AlternateContent xmlns:mc="http://schemas.openxmlformats.org/markup-compatibility/2006" xmlns:p14="http://schemas.microsoft.com/office/powerpoint/2010/main">
        <mc:Choice Requires="p14">
          <p:contentPart p14:bwMode="auto" r:id="rId106">
            <p14:nvContentPartPr>
              <p14:cNvPr id="1049612" name="Encre 1049611"/>
              <p14:cNvContentPartPr/>
              <p14:nvPr/>
            </p14:nvContentPartPr>
            <p14:xfrm>
              <a:off x="2695441" y="4209749"/>
              <a:ext cx="245668" cy="276852"/>
            </p14:xfrm>
          </p:contentPart>
        </mc:Choice>
        <mc:Fallback xmlns="">
          <p:sp>
            <p:nvSpPr>
              <p:cNvPr id="1049612" name=""/>
              <p:cNvSpPr/>
              <p:nvPr/>
            </p:nvSpPr>
            <p:spPr>
              <a:xfrm>
                <a:off x="2695441" y="4209749"/>
                <a:ext cx="245668" cy="276852"/>
              </a:xfrm>
            </p:spPr>
          </p:sp>
        </mc:Fallback>
      </mc:AlternateContent>
      <mc:AlternateContent xmlns:mc="http://schemas.openxmlformats.org/markup-compatibility/2006" xmlns:p14="http://schemas.microsoft.com/office/powerpoint/2010/main">
        <mc:Choice Requires="p14">
          <p:contentPart p14:bwMode="auto" r:id="rId107">
            <p14:nvContentPartPr>
              <p14:cNvPr id="1049613" name="Encre 1049612"/>
              <p14:cNvContentPartPr/>
              <p14:nvPr/>
            </p14:nvContentPartPr>
            <p14:xfrm>
              <a:off x="2224938" y="4761799"/>
              <a:ext cx="634082" cy="42114"/>
            </p14:xfrm>
          </p:contentPart>
        </mc:Choice>
        <mc:Fallback xmlns="">
          <p:sp>
            <p:nvSpPr>
              <p:cNvPr id="1049613" name=""/>
              <p:cNvSpPr/>
              <p:nvPr/>
            </p:nvSpPr>
            <p:spPr>
              <a:xfrm>
                <a:off x="2224938" y="4761799"/>
                <a:ext cx="634082" cy="42114"/>
              </a:xfrm>
            </p:spPr>
          </p:sp>
        </mc:Fallback>
      </mc:AlternateContent>
      <mc:AlternateContent xmlns:mc="http://schemas.openxmlformats.org/markup-compatibility/2006" xmlns:p14="http://schemas.microsoft.com/office/powerpoint/2010/main">
        <mc:Choice Requires="p14">
          <p:contentPart p14:bwMode="auto" r:id="rId108">
            <p14:nvContentPartPr>
              <p14:cNvPr id="1049614" name="Encre 1049613"/>
              <p14:cNvContentPartPr/>
              <p14:nvPr/>
            </p14:nvContentPartPr>
            <p14:xfrm>
              <a:off x="2380789" y="4865667"/>
              <a:ext cx="215832" cy="262114"/>
            </p14:xfrm>
          </p:contentPart>
        </mc:Choice>
        <mc:Fallback xmlns="">
          <p:sp>
            <p:nvSpPr>
              <p:cNvPr id="1049614" name=""/>
              <p:cNvSpPr/>
              <p:nvPr/>
            </p:nvSpPr>
            <p:spPr>
              <a:xfrm>
                <a:off x="2380789" y="4865667"/>
                <a:ext cx="215832" cy="262114"/>
              </a:xfrm>
            </p:spPr>
          </p:sp>
        </mc:Fallback>
      </mc:AlternateContent>
      <mc:AlternateContent xmlns:mc="http://schemas.openxmlformats.org/markup-compatibility/2006" xmlns:p14="http://schemas.microsoft.com/office/powerpoint/2010/main">
        <mc:Choice Requires="p14">
          <p:contentPart p14:bwMode="auto" r:id="rId109">
            <p14:nvContentPartPr>
              <p14:cNvPr id="1049615" name="Encre 1049614"/>
              <p14:cNvContentPartPr/>
              <p14:nvPr/>
            </p14:nvContentPartPr>
            <p14:xfrm>
              <a:off x="2457012" y="4996709"/>
              <a:ext cx="198492" cy="236278"/>
            </p14:xfrm>
          </p:contentPart>
        </mc:Choice>
        <mc:Fallback xmlns="">
          <p:sp>
            <p:nvSpPr>
              <p:cNvPr id="1049615" name=""/>
              <p:cNvSpPr/>
              <p:nvPr/>
            </p:nvSpPr>
            <p:spPr>
              <a:xfrm>
                <a:off x="2457012" y="4996709"/>
                <a:ext cx="198492" cy="236278"/>
              </a:xfrm>
            </p:spPr>
          </p:sp>
        </mc:Fallback>
      </mc:AlternateContent>
      <mc:AlternateContent xmlns:mc="http://schemas.openxmlformats.org/markup-compatibility/2006" xmlns:p14="http://schemas.microsoft.com/office/powerpoint/2010/main">
        <mc:Choice Requires="p14">
          <p:contentPart p14:bwMode="auto" r:id="rId110">
            <p14:nvContentPartPr>
              <p14:cNvPr id="1049616" name="Encre 1049615"/>
              <p14:cNvContentPartPr/>
              <p14:nvPr/>
            </p14:nvContentPartPr>
            <p14:xfrm>
              <a:off x="1477222" y="5293563"/>
              <a:ext cx="240344" cy="286234"/>
            </p14:xfrm>
          </p:contentPart>
        </mc:Choice>
        <mc:Fallback xmlns="">
          <p:sp>
            <p:nvSpPr>
              <p:cNvPr id="1049616" name=""/>
              <p:cNvSpPr/>
              <p:nvPr/>
            </p:nvSpPr>
            <p:spPr>
              <a:xfrm>
                <a:off x="1477222" y="5293563"/>
                <a:ext cx="240344" cy="286234"/>
              </a:xfrm>
            </p:spPr>
          </p:sp>
        </mc:Fallback>
      </mc:AlternateContent>
      <mc:AlternateContent xmlns:mc="http://schemas.openxmlformats.org/markup-compatibility/2006" xmlns:p14="http://schemas.microsoft.com/office/powerpoint/2010/main">
        <mc:Choice Requires="p14">
          <p:contentPart p14:bwMode="auto" r:id="rId111">
            <p14:nvContentPartPr>
              <p14:cNvPr id="1049617" name="Encre 1049616"/>
              <p14:cNvContentPartPr/>
              <p14:nvPr/>
            </p14:nvContentPartPr>
            <p14:xfrm>
              <a:off x="1727846" y="5293563"/>
              <a:ext cx="161205" cy="324765"/>
            </p14:xfrm>
          </p:contentPart>
        </mc:Choice>
        <mc:Fallback xmlns="">
          <p:sp>
            <p:nvSpPr>
              <p:cNvPr id="1049617" name=""/>
              <p:cNvSpPr/>
              <p:nvPr/>
            </p:nvSpPr>
            <p:spPr>
              <a:xfrm>
                <a:off x="1727846" y="5293563"/>
                <a:ext cx="161205" cy="324765"/>
              </a:xfrm>
            </p:spPr>
          </p:sp>
        </mc:Fallback>
      </mc:AlternateContent>
      <mc:AlternateContent xmlns:mc="http://schemas.openxmlformats.org/markup-compatibility/2006" xmlns:p14="http://schemas.microsoft.com/office/powerpoint/2010/main">
        <mc:Choice Requires="p14">
          <p:contentPart p14:bwMode="auto" r:id="rId112">
            <p14:nvContentPartPr>
              <p14:cNvPr id="1049618" name="Encre 1049617"/>
              <p14:cNvContentPartPr/>
              <p14:nvPr/>
            </p14:nvContentPartPr>
            <p14:xfrm>
              <a:off x="2007263" y="5424841"/>
              <a:ext cx="161965" cy="188795"/>
            </p14:xfrm>
          </p:contentPart>
        </mc:Choice>
        <mc:Fallback xmlns="">
          <p:sp>
            <p:nvSpPr>
              <p:cNvPr id="1049618" name=""/>
              <p:cNvSpPr/>
              <p:nvPr/>
            </p:nvSpPr>
            <p:spPr>
              <a:xfrm>
                <a:off x="2007263" y="5424841"/>
                <a:ext cx="161965" cy="188795"/>
              </a:xfrm>
            </p:spPr>
          </p:sp>
        </mc:Fallback>
      </mc:AlternateContent>
      <mc:AlternateContent xmlns:mc="http://schemas.openxmlformats.org/markup-compatibility/2006" xmlns:p14="http://schemas.microsoft.com/office/powerpoint/2010/main">
        <mc:Choice Requires="p14">
          <p:contentPart p14:bwMode="auto" r:id="rId113">
            <p14:nvContentPartPr>
              <p14:cNvPr id="1049619" name="Encre 1049618"/>
              <p14:cNvContentPartPr/>
              <p14:nvPr/>
            </p14:nvContentPartPr>
            <p14:xfrm>
              <a:off x="1114321" y="4513463"/>
              <a:ext cx="142539" cy="1117159"/>
            </p14:xfrm>
          </p:contentPart>
        </mc:Choice>
        <mc:Fallback xmlns="">
          <p:sp>
            <p:nvSpPr>
              <p:cNvPr id="1049619" name=""/>
              <p:cNvSpPr/>
              <p:nvPr/>
            </p:nvSpPr>
            <p:spPr>
              <a:xfrm>
                <a:off x="1114321" y="4513463"/>
                <a:ext cx="142539" cy="1117159"/>
              </a:xfrm>
            </p:spPr>
          </p:sp>
        </mc:Fallback>
      </mc:AlternateContent>
      <mc:AlternateContent xmlns:mc="http://schemas.openxmlformats.org/markup-compatibility/2006" xmlns:p14="http://schemas.microsoft.com/office/powerpoint/2010/main">
        <mc:Choice Requires="p14">
          <p:contentPart p14:bwMode="auto" r:id="rId114">
            <p14:nvContentPartPr>
              <p14:cNvPr id="1049620" name="Encre 1049619"/>
              <p14:cNvContentPartPr/>
              <p14:nvPr/>
            </p14:nvContentPartPr>
            <p14:xfrm>
              <a:off x="3369225" y="4865667"/>
              <a:ext cx="110048" cy="326096"/>
            </p14:xfrm>
          </p:contentPart>
        </mc:Choice>
        <mc:Fallback xmlns="">
          <p:sp>
            <p:nvSpPr>
              <p:cNvPr id="1049620" name=""/>
              <p:cNvSpPr/>
              <p:nvPr/>
            </p:nvSpPr>
            <p:spPr>
              <a:xfrm>
                <a:off x="3369225" y="4865667"/>
                <a:ext cx="110048" cy="326096"/>
              </a:xfrm>
            </p:spPr>
          </p:sp>
        </mc:Fallback>
      </mc:AlternateContent>
      <mc:AlternateContent xmlns:mc="http://schemas.openxmlformats.org/markup-compatibility/2006" xmlns:p14="http://schemas.microsoft.com/office/powerpoint/2010/main">
        <mc:Choice Requires="p14">
          <p:contentPart p14:bwMode="auto" r:id="rId115">
            <p14:nvContentPartPr>
              <p14:cNvPr id="1049621" name="Encre 1049620"/>
              <p14:cNvContentPartPr/>
              <p14:nvPr/>
            </p14:nvContentPartPr>
            <p14:xfrm>
              <a:off x="3506607" y="4693221"/>
              <a:ext cx="912834" cy="500310"/>
            </p14:xfrm>
          </p:contentPart>
        </mc:Choice>
        <mc:Fallback xmlns="">
          <p:sp>
            <p:nvSpPr>
              <p:cNvPr id="1049621" name=""/>
              <p:cNvSpPr/>
              <p:nvPr/>
            </p:nvSpPr>
            <p:spPr>
              <a:xfrm>
                <a:off x="3506607" y="4693221"/>
                <a:ext cx="912834" cy="500310"/>
              </a:xfrm>
            </p:spPr>
          </p:sp>
        </mc:Fallback>
      </mc:AlternateContent>
      <mc:AlternateContent xmlns:mc="http://schemas.openxmlformats.org/markup-compatibility/2006" xmlns:p14="http://schemas.microsoft.com/office/powerpoint/2010/main">
        <mc:Choice Requires="p14">
          <p:contentPart p14:bwMode="auto" r:id="rId116">
            <p14:nvContentPartPr>
              <p14:cNvPr id="1049622" name="Encre 1049621"/>
              <p14:cNvContentPartPr/>
              <p14:nvPr/>
            </p14:nvContentPartPr>
            <p14:xfrm>
              <a:off x="3953860" y="4928113"/>
              <a:ext cx="145666" cy="15413"/>
            </p14:xfrm>
          </p:contentPart>
        </mc:Choice>
        <mc:Fallback xmlns="">
          <p:sp>
            <p:nvSpPr>
              <p:cNvPr id="1049622" name=""/>
              <p:cNvSpPr/>
              <p:nvPr/>
            </p:nvSpPr>
            <p:spPr>
              <a:xfrm>
                <a:off x="3953860" y="4928113"/>
                <a:ext cx="145666" cy="15413"/>
              </a:xfrm>
            </p:spPr>
          </p:sp>
        </mc:Fallback>
      </mc:AlternateContent>
      <mc:AlternateContent xmlns:mc="http://schemas.openxmlformats.org/markup-compatibility/2006" xmlns:p14="http://schemas.microsoft.com/office/powerpoint/2010/main">
        <mc:Choice Requires="p14">
          <p:contentPart p14:bwMode="auto" r:id="rId117">
            <p14:nvContentPartPr>
              <p14:cNvPr id="1049623" name="Encre 1049622"/>
              <p14:cNvContentPartPr/>
              <p14:nvPr/>
            </p14:nvContentPartPr>
            <p14:xfrm>
              <a:off x="3481962" y="5280080"/>
              <a:ext cx="107954" cy="360017"/>
            </p14:xfrm>
          </p:contentPart>
        </mc:Choice>
        <mc:Fallback xmlns="">
          <p:sp>
            <p:nvSpPr>
              <p:cNvPr id="1049623" name=""/>
              <p:cNvSpPr/>
              <p:nvPr/>
            </p:nvSpPr>
            <p:spPr>
              <a:xfrm>
                <a:off x="3481962" y="5280080"/>
                <a:ext cx="107954" cy="360017"/>
              </a:xfrm>
            </p:spPr>
          </p:sp>
        </mc:Fallback>
      </mc:AlternateContent>
      <mc:AlternateContent xmlns:mc="http://schemas.openxmlformats.org/markup-compatibility/2006" xmlns:p14="http://schemas.microsoft.com/office/powerpoint/2010/main">
        <mc:Choice Requires="p14">
          <p:contentPart p14:bwMode="auto" r:id="rId118">
            <p14:nvContentPartPr>
              <p14:cNvPr id="1049624" name="Encre 1049623"/>
              <p14:cNvContentPartPr/>
              <p14:nvPr/>
            </p14:nvContentPartPr>
            <p14:xfrm>
              <a:off x="3670185" y="5500770"/>
              <a:ext cx="2849" cy="183419"/>
            </p14:xfrm>
          </p:contentPart>
        </mc:Choice>
        <mc:Fallback xmlns="">
          <p:sp>
            <p:nvSpPr>
              <p:cNvPr id="1049624" name=""/>
              <p:cNvSpPr/>
              <p:nvPr/>
            </p:nvSpPr>
            <p:spPr>
              <a:xfrm>
                <a:off x="3670185" y="5500770"/>
                <a:ext cx="2849" cy="183419"/>
              </a:xfrm>
            </p:spPr>
          </p:sp>
        </mc:Fallback>
      </mc:AlternateContent>
      <mc:AlternateContent xmlns:mc="http://schemas.openxmlformats.org/markup-compatibility/2006" xmlns:p14="http://schemas.microsoft.com/office/powerpoint/2010/main">
        <mc:Choice Requires="p14">
          <p:contentPart p14:bwMode="auto" r:id="rId119">
            <p14:nvContentPartPr>
              <p14:cNvPr id="1049625" name="Encre 1049624"/>
              <p14:cNvContentPartPr/>
              <p14:nvPr/>
            </p14:nvContentPartPr>
            <p14:xfrm>
              <a:off x="3867825" y="5390307"/>
              <a:ext cx="35226" cy="342792"/>
            </p14:xfrm>
          </p:contentPart>
        </mc:Choice>
        <mc:Fallback xmlns="">
          <p:sp>
            <p:nvSpPr>
              <p:cNvPr id="1049625" name=""/>
              <p:cNvSpPr/>
              <p:nvPr/>
            </p:nvSpPr>
            <p:spPr>
              <a:xfrm>
                <a:off x="3867825" y="5390307"/>
                <a:ext cx="35226" cy="342792"/>
              </a:xfrm>
            </p:spPr>
          </p:sp>
        </mc:Fallback>
      </mc:AlternateContent>
      <mc:AlternateContent xmlns:mc="http://schemas.openxmlformats.org/markup-compatibility/2006" xmlns:p14="http://schemas.microsoft.com/office/powerpoint/2010/main">
        <mc:Choice Requires="p14">
          <p:contentPart p14:bwMode="auto" r:id="rId120">
            <p14:nvContentPartPr>
              <p14:cNvPr id="1049626" name="Encre 1049625"/>
              <p14:cNvContentPartPr/>
              <p14:nvPr/>
            </p14:nvContentPartPr>
            <p14:xfrm>
              <a:off x="3903351" y="5521585"/>
              <a:ext cx="134538" cy="193264"/>
            </p14:xfrm>
          </p:contentPart>
        </mc:Choice>
        <mc:Fallback xmlns="">
          <p:sp>
            <p:nvSpPr>
              <p:cNvPr id="1049626" name=""/>
              <p:cNvSpPr/>
              <p:nvPr/>
            </p:nvSpPr>
            <p:spPr>
              <a:xfrm>
                <a:off x="3903351" y="5521585"/>
                <a:ext cx="134538" cy="193264"/>
              </a:xfrm>
            </p:spPr>
          </p:sp>
        </mc:Fallback>
      </mc:AlternateContent>
      <mc:AlternateContent xmlns:mc="http://schemas.openxmlformats.org/markup-compatibility/2006" xmlns:p14="http://schemas.microsoft.com/office/powerpoint/2010/main">
        <mc:Choice Requires="p14">
          <p:contentPart p14:bwMode="auto" r:id="rId121">
            <p14:nvContentPartPr>
              <p14:cNvPr id="1049627" name="Encre 1049626"/>
              <p14:cNvContentPartPr/>
              <p14:nvPr/>
            </p14:nvContentPartPr>
            <p14:xfrm>
              <a:off x="4134836" y="5479954"/>
              <a:ext cx="163113" cy="345530"/>
            </p14:xfrm>
          </p:contentPart>
        </mc:Choice>
        <mc:Fallback xmlns="">
          <p:sp>
            <p:nvSpPr>
              <p:cNvPr id="1049627" name=""/>
              <p:cNvSpPr/>
              <p:nvPr/>
            </p:nvSpPr>
            <p:spPr>
              <a:xfrm>
                <a:off x="4134836" y="5479954"/>
                <a:ext cx="163113" cy="345530"/>
              </a:xfrm>
            </p:spPr>
          </p:sp>
        </mc:Fallback>
      </mc:AlternateContent>
      <mc:AlternateContent xmlns:mc="http://schemas.openxmlformats.org/markup-compatibility/2006" xmlns:p14="http://schemas.microsoft.com/office/powerpoint/2010/main">
        <mc:Choice Requires="p14">
          <p:contentPart p14:bwMode="auto" r:id="rId122">
            <p14:nvContentPartPr>
              <p14:cNvPr id="1049628" name="Encre 1049627"/>
              <p14:cNvContentPartPr/>
              <p14:nvPr/>
            </p14:nvContentPartPr>
            <p14:xfrm>
              <a:off x="4330892" y="5586878"/>
              <a:ext cx="125310" cy="178060"/>
            </p14:xfrm>
          </p:contentPart>
        </mc:Choice>
        <mc:Fallback xmlns="">
          <p:sp>
            <p:nvSpPr>
              <p:cNvPr id="1049628" name=""/>
              <p:cNvSpPr/>
              <p:nvPr/>
            </p:nvSpPr>
            <p:spPr>
              <a:xfrm>
                <a:off x="4330892" y="5586878"/>
                <a:ext cx="125310" cy="178060"/>
              </a:xfrm>
            </p:spPr>
          </p:sp>
        </mc:Fallback>
      </mc:AlternateContent>
      <mc:AlternateContent xmlns:mc="http://schemas.openxmlformats.org/markup-compatibility/2006" xmlns:p14="http://schemas.microsoft.com/office/powerpoint/2010/main">
        <mc:Choice Requires="p14">
          <p:contentPart p14:bwMode="auto" r:id="rId123">
            <p14:nvContentPartPr>
              <p14:cNvPr id="1049629" name="Encre 1049628"/>
              <p14:cNvContentPartPr/>
              <p14:nvPr/>
            </p14:nvContentPartPr>
            <p14:xfrm>
              <a:off x="3735955" y="5932670"/>
              <a:ext cx="690728" cy="16730"/>
            </p14:xfrm>
          </p:contentPart>
        </mc:Choice>
        <mc:Fallback xmlns="">
          <p:sp>
            <p:nvSpPr>
              <p:cNvPr id="1049629" name=""/>
              <p:cNvSpPr/>
              <p:nvPr/>
            </p:nvSpPr>
            <p:spPr>
              <a:xfrm>
                <a:off x="3735955" y="5932670"/>
                <a:ext cx="690728" cy="16730"/>
              </a:xfrm>
            </p:spPr>
          </p:sp>
        </mc:Fallback>
      </mc:AlternateContent>
      <mc:AlternateContent xmlns:mc="http://schemas.openxmlformats.org/markup-compatibility/2006" xmlns:p14="http://schemas.microsoft.com/office/powerpoint/2010/main">
        <mc:Choice Requires="p14">
          <p:contentPart p14:bwMode="auto" r:id="rId124">
            <p14:nvContentPartPr>
              <p14:cNvPr id="1049630" name="Encre 1049629"/>
              <p14:cNvContentPartPr/>
              <p14:nvPr/>
            </p14:nvContentPartPr>
            <p14:xfrm>
              <a:off x="5690422" y="157393"/>
              <a:ext cx="113014" cy="5854534"/>
            </p14:xfrm>
          </p:contentPart>
        </mc:Choice>
        <mc:Fallback xmlns="">
          <p:sp>
            <p:nvSpPr>
              <p:cNvPr id="1049630" name=""/>
              <p:cNvSpPr/>
              <p:nvPr/>
            </p:nvSpPr>
            <p:spPr>
              <a:xfrm>
                <a:off x="5690422" y="157393"/>
                <a:ext cx="113014" cy="5854534"/>
              </a:xfrm>
            </p:spPr>
          </p:sp>
        </mc:Fallback>
      </mc:AlternateContent>
      <mc:AlternateContent xmlns:mc="http://schemas.openxmlformats.org/markup-compatibility/2006" xmlns:p14="http://schemas.microsoft.com/office/powerpoint/2010/main">
        <mc:Choice Requires="p14">
          <p:contentPart p14:bwMode="auto" r:id="rId125">
            <p14:nvContentPartPr>
              <p14:cNvPr id="1049632" name="Encre 1049631"/>
              <p14:cNvContentPartPr/>
              <p14:nvPr/>
            </p14:nvContentPartPr>
            <p14:xfrm>
              <a:off x="6192671" y="309249"/>
              <a:ext cx="16928" cy="409787"/>
            </p14:xfrm>
          </p:contentPart>
        </mc:Choice>
        <mc:Fallback xmlns="">
          <p:sp>
            <p:nvSpPr>
              <p:cNvPr id="1049632" name=""/>
              <p:cNvSpPr/>
              <p:nvPr/>
            </p:nvSpPr>
            <p:spPr>
              <a:xfrm>
                <a:off x="6192671" y="309249"/>
                <a:ext cx="16928" cy="409787"/>
              </a:xfrm>
            </p:spPr>
          </p:sp>
        </mc:Fallback>
      </mc:AlternateContent>
      <mc:AlternateContent xmlns:mc="http://schemas.openxmlformats.org/markup-compatibility/2006" xmlns:p14="http://schemas.microsoft.com/office/powerpoint/2010/main">
        <mc:Choice Requires="p14">
          <p:contentPart p14:bwMode="auto" r:id="rId126">
            <p14:nvContentPartPr>
              <p14:cNvPr id="1049633" name="Encre 1049632"/>
              <p14:cNvContentPartPr/>
              <p14:nvPr/>
            </p14:nvContentPartPr>
            <p14:xfrm>
              <a:off x="6177675" y="378318"/>
              <a:ext cx="280076" cy="248600"/>
            </p14:xfrm>
          </p:contentPart>
        </mc:Choice>
        <mc:Fallback xmlns="">
          <p:sp>
            <p:nvSpPr>
              <p:cNvPr id="1049633" name=""/>
              <p:cNvSpPr/>
              <p:nvPr/>
            </p:nvSpPr>
            <p:spPr>
              <a:xfrm>
                <a:off x="6177675" y="378318"/>
                <a:ext cx="280076" cy="248600"/>
              </a:xfrm>
            </p:spPr>
          </p:sp>
        </mc:Fallback>
      </mc:AlternateContent>
      <mc:AlternateContent xmlns:mc="http://schemas.openxmlformats.org/markup-compatibility/2006" xmlns:p14="http://schemas.microsoft.com/office/powerpoint/2010/main">
        <mc:Choice Requires="p14">
          <p:contentPart p14:bwMode="auto" r:id="rId127">
            <p14:nvContentPartPr>
              <p14:cNvPr id="1049634" name="Encre 1049633"/>
              <p14:cNvContentPartPr/>
              <p14:nvPr/>
            </p14:nvContentPartPr>
            <p14:xfrm>
              <a:off x="6522916" y="309249"/>
              <a:ext cx="173264" cy="338825"/>
            </p14:xfrm>
          </p:contentPart>
        </mc:Choice>
        <mc:Fallback xmlns="">
          <p:sp>
            <p:nvSpPr>
              <p:cNvPr id="1049634" name=""/>
              <p:cNvSpPr/>
              <p:nvPr/>
            </p:nvSpPr>
            <p:spPr>
              <a:xfrm>
                <a:off x="6522916" y="309249"/>
                <a:ext cx="173264" cy="338825"/>
              </a:xfrm>
            </p:spPr>
          </p:sp>
        </mc:Fallback>
      </mc:AlternateContent>
      <mc:AlternateContent xmlns:mc="http://schemas.openxmlformats.org/markup-compatibility/2006" xmlns:p14="http://schemas.microsoft.com/office/powerpoint/2010/main">
        <mc:Choice Requires="p14">
          <p:contentPart p14:bwMode="auto" r:id="rId128">
            <p14:nvContentPartPr>
              <p14:cNvPr id="1049635" name="Encre 1049634"/>
              <p14:cNvContentPartPr/>
              <p14:nvPr/>
            </p14:nvContentPartPr>
            <p14:xfrm>
              <a:off x="6791636" y="422232"/>
              <a:ext cx="163019" cy="157252"/>
            </p14:xfrm>
          </p:contentPart>
        </mc:Choice>
        <mc:Fallback xmlns="">
          <p:sp>
            <p:nvSpPr>
              <p:cNvPr id="1049635" name=""/>
              <p:cNvSpPr/>
              <p:nvPr/>
            </p:nvSpPr>
            <p:spPr>
              <a:xfrm>
                <a:off x="6791636" y="422232"/>
                <a:ext cx="163019" cy="157252"/>
              </a:xfrm>
            </p:spPr>
          </p:sp>
        </mc:Fallback>
      </mc:AlternateContent>
      <mc:AlternateContent xmlns:mc="http://schemas.openxmlformats.org/markup-compatibility/2006" xmlns:p14="http://schemas.microsoft.com/office/powerpoint/2010/main">
        <mc:Choice Requires="p14">
          <p:contentPart p14:bwMode="auto" r:id="rId129">
            <p14:nvContentPartPr>
              <p14:cNvPr id="1049636" name="Encre 1049635"/>
              <p14:cNvContentPartPr/>
              <p14:nvPr/>
            </p14:nvContentPartPr>
            <p14:xfrm>
              <a:off x="5990961" y="95420"/>
              <a:ext cx="1138329" cy="765504"/>
            </p14:xfrm>
          </p:contentPart>
        </mc:Choice>
        <mc:Fallback xmlns="">
          <p:sp>
            <p:nvSpPr>
              <p:cNvPr id="1049636" name=""/>
              <p:cNvSpPr/>
              <p:nvPr/>
            </p:nvSpPr>
            <p:spPr>
              <a:xfrm>
                <a:off x="5990961" y="95420"/>
                <a:ext cx="1138329" cy="765504"/>
              </a:xfrm>
            </p:spPr>
          </p:sp>
        </mc:Fallback>
      </mc:AlternateContent>
      <mc:AlternateContent xmlns:mc="http://schemas.openxmlformats.org/markup-compatibility/2006" xmlns:p14="http://schemas.microsoft.com/office/powerpoint/2010/main">
        <mc:Choice Requires="p14">
          <p:contentPart p14:bwMode="auto" r:id="rId130">
            <p14:nvContentPartPr>
              <p14:cNvPr id="1049637" name="Encre 1049636"/>
              <p14:cNvContentPartPr/>
              <p14:nvPr/>
            </p14:nvContentPartPr>
            <p14:xfrm>
              <a:off x="7411699" y="482158"/>
              <a:ext cx="505934" cy="468061"/>
            </p14:xfrm>
          </p:contentPart>
        </mc:Choice>
        <mc:Fallback xmlns="">
          <p:sp>
            <p:nvSpPr>
              <p:cNvPr id="1049637" name=""/>
              <p:cNvSpPr/>
              <p:nvPr/>
            </p:nvSpPr>
            <p:spPr>
              <a:xfrm>
                <a:off x="7411699" y="482158"/>
                <a:ext cx="505934" cy="468061"/>
              </a:xfrm>
            </p:spPr>
          </p:sp>
        </mc:Fallback>
      </mc:AlternateContent>
      <mc:AlternateContent xmlns:mc="http://schemas.openxmlformats.org/markup-compatibility/2006" xmlns:p14="http://schemas.microsoft.com/office/powerpoint/2010/main">
        <mc:Choice Requires="p14">
          <p:contentPart p14:bwMode="auto" r:id="rId131">
            <p14:nvContentPartPr>
              <p14:cNvPr id="1049638" name="Encre 1049637"/>
              <p14:cNvContentPartPr/>
              <p14:nvPr/>
            </p14:nvContentPartPr>
            <p14:xfrm>
              <a:off x="7590539" y="566602"/>
              <a:ext cx="9319" cy="74457"/>
            </p14:xfrm>
          </p:contentPart>
        </mc:Choice>
        <mc:Fallback xmlns="">
          <p:sp>
            <p:nvSpPr>
              <p:cNvPr id="1049638" name=""/>
              <p:cNvSpPr/>
              <p:nvPr/>
            </p:nvSpPr>
            <p:spPr>
              <a:xfrm>
                <a:off x="7590539" y="566602"/>
                <a:ext cx="9319" cy="74457"/>
              </a:xfrm>
            </p:spPr>
          </p:sp>
        </mc:Fallback>
      </mc:AlternateContent>
      <mc:AlternateContent xmlns:mc="http://schemas.openxmlformats.org/markup-compatibility/2006" xmlns:p14="http://schemas.microsoft.com/office/powerpoint/2010/main">
        <mc:Choice Requires="p14">
          <p:contentPart p14:bwMode="auto" r:id="rId132">
            <p14:nvContentPartPr>
              <p14:cNvPr id="1049639" name="Encre 1049638"/>
              <p14:cNvContentPartPr/>
              <p14:nvPr/>
            </p14:nvContentPartPr>
            <p14:xfrm>
              <a:off x="7316434" y="1075630"/>
              <a:ext cx="143165" cy="211354"/>
            </p14:xfrm>
          </p:contentPart>
        </mc:Choice>
        <mc:Fallback xmlns="">
          <p:sp>
            <p:nvSpPr>
              <p:cNvPr id="1049639" name=""/>
              <p:cNvSpPr/>
              <p:nvPr/>
            </p:nvSpPr>
            <p:spPr>
              <a:xfrm>
                <a:off x="7316434" y="1075630"/>
                <a:ext cx="143165" cy="211354"/>
              </a:xfrm>
            </p:spPr>
          </p:sp>
        </mc:Fallback>
      </mc:AlternateContent>
      <mc:AlternateContent xmlns:mc="http://schemas.openxmlformats.org/markup-compatibility/2006" xmlns:p14="http://schemas.microsoft.com/office/powerpoint/2010/main">
        <mc:Choice Requires="p14">
          <p:contentPart p14:bwMode="auto" r:id="rId133">
            <p14:nvContentPartPr>
              <p14:cNvPr id="1049640" name="Encre 1049639"/>
              <p14:cNvContentPartPr/>
              <p14:nvPr/>
            </p14:nvContentPartPr>
            <p14:xfrm>
              <a:off x="7500618" y="1192953"/>
              <a:ext cx="140251" cy="13907"/>
            </p14:xfrm>
          </p:contentPart>
        </mc:Choice>
        <mc:Fallback xmlns="">
          <p:sp>
            <p:nvSpPr>
              <p:cNvPr id="1049640" name=""/>
              <p:cNvSpPr/>
              <p:nvPr/>
            </p:nvSpPr>
            <p:spPr>
              <a:xfrm>
                <a:off x="7500618" y="1192953"/>
                <a:ext cx="140251" cy="13907"/>
              </a:xfrm>
            </p:spPr>
          </p:sp>
        </mc:Fallback>
      </mc:AlternateContent>
      <mc:AlternateContent xmlns:mc="http://schemas.openxmlformats.org/markup-compatibility/2006" xmlns:p14="http://schemas.microsoft.com/office/powerpoint/2010/main">
        <mc:Choice Requires="p14">
          <p:contentPart p14:bwMode="auto" r:id="rId134">
            <p14:nvContentPartPr>
              <p14:cNvPr id="1049641" name="Encre 1049640"/>
              <p14:cNvContentPartPr/>
              <p14:nvPr/>
            </p14:nvContentPartPr>
            <p14:xfrm>
              <a:off x="7575469" y="1130743"/>
              <a:ext cx="79174" cy="190233"/>
            </p14:xfrm>
          </p:contentPart>
        </mc:Choice>
        <mc:Fallback xmlns="">
          <p:sp>
            <p:nvSpPr>
              <p:cNvPr id="1049641" name=""/>
              <p:cNvSpPr/>
              <p:nvPr/>
            </p:nvSpPr>
            <p:spPr>
              <a:xfrm>
                <a:off x="7575469" y="1130743"/>
                <a:ext cx="79174" cy="190233"/>
              </a:xfrm>
            </p:spPr>
          </p:sp>
        </mc:Fallback>
      </mc:AlternateContent>
      <mc:AlternateContent xmlns:mc="http://schemas.openxmlformats.org/markup-compatibility/2006" xmlns:p14="http://schemas.microsoft.com/office/powerpoint/2010/main">
        <mc:Choice Requires="p14">
          <p:contentPart p14:bwMode="auto" r:id="rId135">
            <p14:nvContentPartPr>
              <p14:cNvPr id="1049642" name="Encre 1049641"/>
              <p14:cNvContentPartPr/>
              <p14:nvPr/>
            </p14:nvContentPartPr>
            <p14:xfrm>
              <a:off x="7702293" y="1130743"/>
              <a:ext cx="151322" cy="170422"/>
            </p14:xfrm>
          </p:contentPart>
        </mc:Choice>
        <mc:Fallback xmlns="">
          <p:sp>
            <p:nvSpPr>
              <p:cNvPr id="1049642" name=""/>
              <p:cNvSpPr/>
              <p:nvPr/>
            </p:nvSpPr>
            <p:spPr>
              <a:xfrm>
                <a:off x="7702293" y="1130743"/>
                <a:ext cx="151322" cy="170422"/>
              </a:xfrm>
            </p:spPr>
          </p:sp>
        </mc:Fallback>
      </mc:AlternateContent>
      <mc:AlternateContent xmlns:mc="http://schemas.openxmlformats.org/markup-compatibility/2006" xmlns:p14="http://schemas.microsoft.com/office/powerpoint/2010/main">
        <mc:Choice Requires="p14">
          <p:contentPart p14:bwMode="auto" r:id="rId136">
            <p14:nvContentPartPr>
              <p14:cNvPr id="1049643" name="Encre 1049642"/>
              <p14:cNvContentPartPr/>
              <p14:nvPr/>
            </p14:nvContentPartPr>
            <p14:xfrm>
              <a:off x="7834503" y="1075630"/>
              <a:ext cx="116061" cy="20815"/>
            </p14:xfrm>
          </p:contentPart>
        </mc:Choice>
        <mc:Fallback xmlns="">
          <p:sp>
            <p:nvSpPr>
              <p:cNvPr id="1049643" name=""/>
              <p:cNvSpPr/>
              <p:nvPr/>
            </p:nvSpPr>
            <p:spPr>
              <a:xfrm>
                <a:off x="7834503" y="1075630"/>
                <a:ext cx="116061" cy="20815"/>
              </a:xfrm>
            </p:spPr>
          </p:sp>
        </mc:Fallback>
      </mc:AlternateContent>
      <mc:AlternateContent xmlns:mc="http://schemas.openxmlformats.org/markup-compatibility/2006" xmlns:p14="http://schemas.microsoft.com/office/powerpoint/2010/main">
        <mc:Choice Requires="p14">
          <p:contentPart p14:bwMode="auto" r:id="rId137">
            <p14:nvContentPartPr>
              <p14:cNvPr id="1049644" name="Encre 1049643"/>
              <p14:cNvContentPartPr/>
              <p14:nvPr/>
            </p14:nvContentPartPr>
            <p14:xfrm>
              <a:off x="7882442" y="1034473"/>
              <a:ext cx="5455" cy="134162"/>
            </p14:xfrm>
          </p:contentPart>
        </mc:Choice>
        <mc:Fallback xmlns="">
          <p:sp>
            <p:nvSpPr>
              <p:cNvPr id="1049644" name=""/>
              <p:cNvSpPr/>
              <p:nvPr/>
            </p:nvSpPr>
            <p:spPr>
              <a:xfrm>
                <a:off x="7882442" y="1034473"/>
                <a:ext cx="5455" cy="134162"/>
              </a:xfrm>
            </p:spPr>
          </p:sp>
        </mc:Fallback>
      </mc:AlternateContent>
      <mc:AlternateContent xmlns:mc="http://schemas.openxmlformats.org/markup-compatibility/2006" xmlns:p14="http://schemas.microsoft.com/office/powerpoint/2010/main">
        <mc:Choice Requires="p14">
          <p:contentPart p14:bwMode="auto" r:id="rId138">
            <p14:nvContentPartPr>
              <p14:cNvPr id="1049645" name="Encre 1049644"/>
              <p14:cNvContentPartPr/>
              <p14:nvPr/>
            </p14:nvContentPartPr>
            <p14:xfrm>
              <a:off x="8133446" y="523316"/>
              <a:ext cx="185065" cy="355256"/>
            </p14:xfrm>
          </p:contentPart>
        </mc:Choice>
        <mc:Fallback xmlns="">
          <p:sp>
            <p:nvSpPr>
              <p:cNvPr id="1049645" name=""/>
              <p:cNvSpPr/>
              <p:nvPr/>
            </p:nvSpPr>
            <p:spPr>
              <a:xfrm>
                <a:off x="8133446" y="523316"/>
                <a:ext cx="185065" cy="355256"/>
              </a:xfrm>
            </p:spPr>
          </p:sp>
        </mc:Fallback>
      </mc:AlternateContent>
      <mc:AlternateContent xmlns:mc="http://schemas.openxmlformats.org/markup-compatibility/2006" xmlns:p14="http://schemas.microsoft.com/office/powerpoint/2010/main">
        <mc:Choice Requires="p14">
          <p:contentPart p14:bwMode="auto" r:id="rId139">
            <p14:nvContentPartPr>
              <p14:cNvPr id="1049646" name="Encre 1049645"/>
              <p14:cNvContentPartPr/>
              <p14:nvPr/>
            </p14:nvContentPartPr>
            <p14:xfrm>
              <a:off x="8134328" y="716567"/>
              <a:ext cx="78635" cy="27911"/>
            </p14:xfrm>
          </p:contentPart>
        </mc:Choice>
        <mc:Fallback xmlns="">
          <p:sp>
            <p:nvSpPr>
              <p:cNvPr id="1049646" name=""/>
              <p:cNvSpPr/>
              <p:nvPr/>
            </p:nvSpPr>
            <p:spPr>
              <a:xfrm>
                <a:off x="8134328" y="716567"/>
                <a:ext cx="78635" cy="27911"/>
              </a:xfrm>
            </p:spPr>
          </p:sp>
        </mc:Fallback>
      </mc:AlternateContent>
      <mc:AlternateContent xmlns:mc="http://schemas.openxmlformats.org/markup-compatibility/2006" xmlns:p14="http://schemas.microsoft.com/office/powerpoint/2010/main">
        <mc:Choice Requires="p14">
          <p:contentPart p14:bwMode="auto" r:id="rId140">
            <p14:nvContentPartPr>
              <p14:cNvPr id="1049647" name="Encre 1049646"/>
              <p14:cNvContentPartPr/>
              <p14:nvPr/>
            </p14:nvContentPartPr>
            <p14:xfrm>
              <a:off x="8259817" y="873391"/>
              <a:ext cx="36591" cy="240729"/>
            </p14:xfrm>
          </p:contentPart>
        </mc:Choice>
        <mc:Fallback xmlns="">
          <p:sp>
            <p:nvSpPr>
              <p:cNvPr id="1049647" name=""/>
              <p:cNvSpPr/>
              <p:nvPr/>
            </p:nvSpPr>
            <p:spPr>
              <a:xfrm>
                <a:off x="8259817" y="873391"/>
                <a:ext cx="36591" cy="240729"/>
              </a:xfrm>
            </p:spPr>
          </p:sp>
        </mc:Fallback>
      </mc:AlternateContent>
      <mc:AlternateContent xmlns:mc="http://schemas.openxmlformats.org/markup-compatibility/2006" xmlns:p14="http://schemas.microsoft.com/office/powerpoint/2010/main">
        <mc:Choice Requires="p14">
          <p:contentPart p14:bwMode="auto" r:id="rId141">
            <p14:nvContentPartPr>
              <p14:cNvPr id="1049648" name="Encre 1049647"/>
              <p14:cNvContentPartPr/>
              <p14:nvPr/>
            </p14:nvContentPartPr>
            <p14:xfrm>
              <a:off x="8279921" y="831964"/>
              <a:ext cx="83103" cy="134087"/>
            </p14:xfrm>
          </p:contentPart>
        </mc:Choice>
        <mc:Fallback xmlns="">
          <p:sp>
            <p:nvSpPr>
              <p:cNvPr id="1049648" name=""/>
              <p:cNvSpPr/>
              <p:nvPr/>
            </p:nvSpPr>
            <p:spPr>
              <a:xfrm>
                <a:off x="8279921" y="831964"/>
                <a:ext cx="83103" cy="134087"/>
              </a:xfrm>
            </p:spPr>
          </p:sp>
        </mc:Fallback>
      </mc:AlternateContent>
      <mc:AlternateContent xmlns:mc="http://schemas.openxmlformats.org/markup-compatibility/2006" xmlns:p14="http://schemas.microsoft.com/office/powerpoint/2010/main">
        <mc:Choice Requires="p14">
          <p:contentPart p14:bwMode="auto" r:id="rId142">
            <p14:nvContentPartPr>
              <p14:cNvPr id="1049649" name="Encre 1049648"/>
              <p14:cNvContentPartPr/>
              <p14:nvPr/>
            </p14:nvContentPartPr>
            <p14:xfrm>
              <a:off x="8366029" y="963440"/>
              <a:ext cx="245522" cy="367937"/>
            </p14:xfrm>
          </p:contentPart>
        </mc:Choice>
        <mc:Fallback xmlns="">
          <p:sp>
            <p:nvSpPr>
              <p:cNvPr id="1049649" name=""/>
              <p:cNvSpPr/>
              <p:nvPr/>
            </p:nvSpPr>
            <p:spPr>
              <a:xfrm>
                <a:off x="8366029" y="963440"/>
                <a:ext cx="245522" cy="367937"/>
              </a:xfrm>
            </p:spPr>
          </p:sp>
        </mc:Fallback>
      </mc:AlternateContent>
      <mc:AlternateContent xmlns:mc="http://schemas.openxmlformats.org/markup-compatibility/2006" xmlns:p14="http://schemas.microsoft.com/office/powerpoint/2010/main">
        <mc:Choice Requires="p14">
          <p:contentPart p14:bwMode="auto" r:id="rId143">
            <p14:nvContentPartPr>
              <p14:cNvPr id="1049650" name="Encre 1049649"/>
              <p14:cNvContentPartPr/>
              <p14:nvPr/>
            </p14:nvContentPartPr>
            <p14:xfrm>
              <a:off x="8610236" y="544131"/>
              <a:ext cx="74547" cy="373541"/>
            </p14:xfrm>
          </p:contentPart>
        </mc:Choice>
        <mc:Fallback xmlns="">
          <p:sp>
            <p:nvSpPr>
              <p:cNvPr id="1049650" name=""/>
              <p:cNvSpPr/>
              <p:nvPr/>
            </p:nvSpPr>
            <p:spPr>
              <a:xfrm>
                <a:off x="8610236" y="544131"/>
                <a:ext cx="74547" cy="373541"/>
              </a:xfrm>
            </p:spPr>
          </p:sp>
        </mc:Fallback>
      </mc:AlternateContent>
      <mc:AlternateContent xmlns:mc="http://schemas.openxmlformats.org/markup-compatibility/2006" xmlns:p14="http://schemas.microsoft.com/office/powerpoint/2010/main">
        <mc:Choice Requires="p14">
          <p:contentPart p14:bwMode="auto" r:id="rId144">
            <p14:nvContentPartPr>
              <p14:cNvPr id="1049651" name="Encre 1049650"/>
              <p14:cNvContentPartPr/>
              <p14:nvPr/>
            </p14:nvContentPartPr>
            <p14:xfrm>
              <a:off x="8745631" y="688905"/>
              <a:ext cx="138942" cy="202547"/>
            </p14:xfrm>
          </p:contentPart>
        </mc:Choice>
        <mc:Fallback xmlns="">
          <p:sp>
            <p:nvSpPr>
              <p:cNvPr id="1049651" name=""/>
              <p:cNvSpPr/>
              <p:nvPr/>
            </p:nvSpPr>
            <p:spPr>
              <a:xfrm>
                <a:off x="8745631" y="688905"/>
                <a:ext cx="138942" cy="202547"/>
              </a:xfrm>
            </p:spPr>
          </p:sp>
        </mc:Fallback>
      </mc:AlternateContent>
      <mc:AlternateContent xmlns:mc="http://schemas.openxmlformats.org/markup-compatibility/2006" xmlns:p14="http://schemas.microsoft.com/office/powerpoint/2010/main">
        <mc:Choice Requires="p14">
          <p:contentPart p14:bwMode="auto" r:id="rId145">
            <p14:nvContentPartPr>
              <p14:cNvPr id="1049652" name="Encre 1049651"/>
              <p14:cNvContentPartPr/>
              <p14:nvPr/>
            </p14:nvContentPartPr>
            <p14:xfrm>
              <a:off x="8890827" y="564710"/>
              <a:ext cx="51556" cy="358570"/>
            </p14:xfrm>
          </p:contentPart>
        </mc:Choice>
        <mc:Fallback xmlns="">
          <p:sp>
            <p:nvSpPr>
              <p:cNvPr id="1049652" name=""/>
              <p:cNvSpPr/>
              <p:nvPr/>
            </p:nvSpPr>
            <p:spPr>
              <a:xfrm>
                <a:off x="8890827" y="564710"/>
                <a:ext cx="51556" cy="358570"/>
              </a:xfrm>
            </p:spPr>
          </p:sp>
        </mc:Fallback>
      </mc:AlternateContent>
      <mc:AlternateContent xmlns:mc="http://schemas.openxmlformats.org/markup-compatibility/2006" xmlns:p14="http://schemas.microsoft.com/office/powerpoint/2010/main">
        <mc:Choice Requires="p14">
          <p:contentPart p14:bwMode="auto" r:id="rId146">
            <p14:nvContentPartPr>
              <p14:cNvPr id="1049653" name="Encre 1049652"/>
              <p14:cNvContentPartPr/>
              <p14:nvPr/>
            </p14:nvContentPartPr>
            <p14:xfrm>
              <a:off x="9075010" y="772153"/>
              <a:ext cx="129518" cy="13482"/>
            </p14:xfrm>
          </p:contentPart>
        </mc:Choice>
        <mc:Fallback xmlns="">
          <p:sp>
            <p:nvSpPr>
              <p:cNvPr id="1049653" name=""/>
              <p:cNvSpPr/>
              <p:nvPr/>
            </p:nvSpPr>
            <p:spPr>
              <a:xfrm>
                <a:off x="9075010" y="772153"/>
                <a:ext cx="129518" cy="13482"/>
              </a:xfrm>
            </p:spPr>
          </p:sp>
        </mc:Fallback>
      </mc:AlternateContent>
      <mc:AlternateContent xmlns:mc="http://schemas.openxmlformats.org/markup-compatibility/2006" xmlns:p14="http://schemas.microsoft.com/office/powerpoint/2010/main">
        <mc:Choice Requires="p14">
          <p:contentPart p14:bwMode="auto" r:id="rId147">
            <p14:nvContentPartPr>
              <p14:cNvPr id="1049654" name="Encre 1049653"/>
              <p14:cNvContentPartPr/>
              <p14:nvPr/>
            </p14:nvContentPartPr>
            <p14:xfrm>
              <a:off x="9095615" y="882434"/>
              <a:ext cx="136246" cy="13664"/>
            </p14:xfrm>
          </p:contentPart>
        </mc:Choice>
        <mc:Fallback xmlns="">
          <p:sp>
            <p:nvSpPr>
              <p:cNvPr id="1049654" name=""/>
              <p:cNvSpPr/>
              <p:nvPr/>
            </p:nvSpPr>
            <p:spPr>
              <a:xfrm>
                <a:off x="9095615" y="882434"/>
                <a:ext cx="136246" cy="13664"/>
              </a:xfrm>
            </p:spPr>
          </p:sp>
        </mc:Fallback>
      </mc:AlternateContent>
      <mc:AlternateContent xmlns:mc="http://schemas.openxmlformats.org/markup-compatibility/2006" xmlns:p14="http://schemas.microsoft.com/office/powerpoint/2010/main">
        <mc:Choice Requires="p14">
          <p:contentPart p14:bwMode="auto" r:id="rId148">
            <p14:nvContentPartPr>
              <p14:cNvPr id="1049655" name="Encre 1049654"/>
              <p14:cNvContentPartPr/>
              <p14:nvPr/>
            </p14:nvContentPartPr>
            <p14:xfrm>
              <a:off x="9334045" y="806451"/>
              <a:ext cx="174505" cy="6208"/>
            </p14:xfrm>
          </p:contentPart>
        </mc:Choice>
        <mc:Fallback xmlns="">
          <p:sp>
            <p:nvSpPr>
              <p:cNvPr id="1049655" name=""/>
              <p:cNvSpPr/>
              <p:nvPr/>
            </p:nvSpPr>
            <p:spPr>
              <a:xfrm>
                <a:off x="9334045" y="806451"/>
                <a:ext cx="174505" cy="6208"/>
              </a:xfrm>
            </p:spPr>
          </p:sp>
        </mc:Fallback>
      </mc:AlternateContent>
      <mc:AlternateContent xmlns:mc="http://schemas.openxmlformats.org/markup-compatibility/2006" xmlns:p14="http://schemas.microsoft.com/office/powerpoint/2010/main">
        <mc:Choice Requires="p14">
          <p:contentPart p14:bwMode="auto" r:id="rId149">
            <p14:nvContentPartPr>
              <p14:cNvPr id="1049656" name="Encre 1049655"/>
              <p14:cNvContentPartPr/>
              <p14:nvPr/>
            </p14:nvContentPartPr>
            <p14:xfrm>
              <a:off x="9419719" y="723663"/>
              <a:ext cx="13827" cy="232156"/>
            </p14:xfrm>
          </p:contentPart>
        </mc:Choice>
        <mc:Fallback xmlns="">
          <p:sp>
            <p:nvSpPr>
              <p:cNvPr id="1049656" name=""/>
              <p:cNvSpPr/>
              <p:nvPr/>
            </p:nvSpPr>
            <p:spPr>
              <a:xfrm>
                <a:off x="9419719" y="723663"/>
                <a:ext cx="13827" cy="232156"/>
              </a:xfrm>
            </p:spPr>
          </p:sp>
        </mc:Fallback>
      </mc:AlternateContent>
      <mc:AlternateContent xmlns:mc="http://schemas.openxmlformats.org/markup-compatibility/2006" xmlns:p14="http://schemas.microsoft.com/office/powerpoint/2010/main">
        <mc:Choice Requires="p14">
          <p:contentPart p14:bwMode="auto" r:id="rId150">
            <p14:nvContentPartPr>
              <p14:cNvPr id="1049657" name="Encre 1049656"/>
              <p14:cNvContentPartPr/>
              <p14:nvPr/>
            </p14:nvContentPartPr>
            <p14:xfrm>
              <a:off x="9654474" y="716953"/>
              <a:ext cx="164043" cy="133385"/>
            </p14:xfrm>
          </p:contentPart>
        </mc:Choice>
        <mc:Fallback xmlns="">
          <p:sp>
            <p:nvSpPr>
              <p:cNvPr id="1049657" name=""/>
              <p:cNvSpPr/>
              <p:nvPr/>
            </p:nvSpPr>
            <p:spPr>
              <a:xfrm>
                <a:off x="9654474" y="716953"/>
                <a:ext cx="164043" cy="133385"/>
              </a:xfrm>
            </p:spPr>
          </p:sp>
        </mc:Fallback>
      </mc:AlternateContent>
      <mc:AlternateContent xmlns:mc="http://schemas.openxmlformats.org/markup-compatibility/2006" xmlns:p14="http://schemas.microsoft.com/office/powerpoint/2010/main">
        <mc:Choice Requires="p14">
          <p:contentPart p14:bwMode="auto" r:id="rId151">
            <p14:nvContentPartPr>
              <p14:cNvPr id="1049658" name="Encre 1049657"/>
              <p14:cNvContentPartPr/>
              <p14:nvPr/>
            </p14:nvContentPartPr>
            <p14:xfrm>
              <a:off x="9824781" y="733612"/>
              <a:ext cx="179907" cy="167698"/>
            </p14:xfrm>
          </p:contentPart>
        </mc:Choice>
        <mc:Fallback xmlns="">
          <p:sp>
            <p:nvSpPr>
              <p:cNvPr id="1049658" name=""/>
              <p:cNvSpPr/>
              <p:nvPr/>
            </p:nvSpPr>
            <p:spPr>
              <a:xfrm>
                <a:off x="9824781" y="733612"/>
                <a:ext cx="179907" cy="167698"/>
              </a:xfrm>
            </p:spPr>
          </p:sp>
        </mc:Fallback>
      </mc:AlternateContent>
      <mc:AlternateContent xmlns:mc="http://schemas.openxmlformats.org/markup-compatibility/2006" xmlns:p14="http://schemas.microsoft.com/office/powerpoint/2010/main">
        <mc:Choice Requires="p14">
          <p:contentPart p14:bwMode="auto" r:id="rId152">
            <p14:nvContentPartPr>
              <p14:cNvPr id="1049659" name="Encre 1049658"/>
              <p14:cNvContentPartPr/>
              <p14:nvPr/>
            </p14:nvContentPartPr>
            <p14:xfrm>
              <a:off x="6338472" y="1591282"/>
              <a:ext cx="535164" cy="439226"/>
            </p14:xfrm>
          </p:contentPart>
        </mc:Choice>
        <mc:Fallback xmlns="">
          <p:sp>
            <p:nvSpPr>
              <p:cNvPr id="1049659" name=""/>
              <p:cNvSpPr/>
              <p:nvPr/>
            </p:nvSpPr>
            <p:spPr>
              <a:xfrm>
                <a:off x="6338472" y="1591282"/>
                <a:ext cx="535164" cy="439226"/>
              </a:xfrm>
            </p:spPr>
          </p:sp>
        </mc:Fallback>
      </mc:AlternateContent>
      <mc:AlternateContent xmlns:mc="http://schemas.openxmlformats.org/markup-compatibility/2006" xmlns:p14="http://schemas.microsoft.com/office/powerpoint/2010/main">
        <mc:Choice Requires="p14">
          <p:contentPart p14:bwMode="auto" r:id="rId153">
            <p14:nvContentPartPr>
              <p14:cNvPr id="1049660" name="Encre 1049659"/>
              <p14:cNvContentPartPr/>
              <p14:nvPr/>
            </p14:nvContentPartPr>
            <p14:xfrm>
              <a:off x="6540864" y="1731548"/>
              <a:ext cx="5614" cy="35217"/>
            </p14:xfrm>
          </p:contentPart>
        </mc:Choice>
        <mc:Fallback xmlns="">
          <p:sp>
            <p:nvSpPr>
              <p:cNvPr id="1049660" name=""/>
              <p:cNvSpPr/>
              <p:nvPr/>
            </p:nvSpPr>
            <p:spPr>
              <a:xfrm>
                <a:off x="6540864" y="1731548"/>
                <a:ext cx="5614" cy="35217"/>
              </a:xfrm>
            </p:spPr>
          </p:sp>
        </mc:Fallback>
      </mc:AlternateContent>
      <mc:AlternateContent xmlns:mc="http://schemas.openxmlformats.org/markup-compatibility/2006" xmlns:p14="http://schemas.microsoft.com/office/powerpoint/2010/main">
        <mc:Choice Requires="p14">
          <p:contentPart p14:bwMode="auto" r:id="rId154">
            <p14:nvContentPartPr>
              <p14:cNvPr id="1049661" name="Encre 1049660"/>
              <p14:cNvContentPartPr/>
              <p14:nvPr/>
            </p14:nvContentPartPr>
            <p14:xfrm>
              <a:off x="6300900" y="2246431"/>
              <a:ext cx="137136" cy="156116"/>
            </p14:xfrm>
          </p:contentPart>
        </mc:Choice>
        <mc:Fallback xmlns="">
          <p:sp>
            <p:nvSpPr>
              <p:cNvPr id="1049661" name=""/>
              <p:cNvSpPr/>
              <p:nvPr/>
            </p:nvSpPr>
            <p:spPr>
              <a:xfrm>
                <a:off x="6300900" y="2246431"/>
                <a:ext cx="137136" cy="156116"/>
              </a:xfrm>
            </p:spPr>
          </p:sp>
        </mc:Fallback>
      </mc:AlternateContent>
      <mc:AlternateContent xmlns:mc="http://schemas.openxmlformats.org/markup-compatibility/2006" xmlns:p14="http://schemas.microsoft.com/office/powerpoint/2010/main">
        <mc:Choice Requires="p14">
          <p:contentPart p14:bwMode="auto" r:id="rId155">
            <p14:nvContentPartPr>
              <p14:cNvPr id="1049662" name="Encre 1049661"/>
              <p14:cNvContentPartPr/>
              <p14:nvPr/>
            </p14:nvContentPartPr>
            <p14:xfrm>
              <a:off x="6519145" y="2332353"/>
              <a:ext cx="134595" cy="17656"/>
            </p14:xfrm>
          </p:contentPart>
        </mc:Choice>
        <mc:Fallback xmlns="">
          <p:sp>
            <p:nvSpPr>
              <p:cNvPr id="1049662" name=""/>
              <p:cNvSpPr/>
              <p:nvPr/>
            </p:nvSpPr>
            <p:spPr>
              <a:xfrm>
                <a:off x="6519145" y="2332353"/>
                <a:ext cx="134595" cy="17656"/>
              </a:xfrm>
            </p:spPr>
          </p:sp>
        </mc:Fallback>
      </mc:AlternateContent>
      <mc:AlternateContent xmlns:mc="http://schemas.openxmlformats.org/markup-compatibility/2006" xmlns:p14="http://schemas.microsoft.com/office/powerpoint/2010/main">
        <mc:Choice Requires="p14">
          <p:contentPart p14:bwMode="auto" r:id="rId156">
            <p14:nvContentPartPr>
              <p14:cNvPr id="1049663" name="Encre 1049662"/>
              <p14:cNvContentPartPr/>
              <p14:nvPr/>
            </p14:nvContentPartPr>
            <p14:xfrm>
              <a:off x="6606115" y="2263047"/>
              <a:ext cx="90320" cy="175401"/>
            </p14:xfrm>
          </p:contentPart>
        </mc:Choice>
        <mc:Fallback xmlns="">
          <p:sp>
            <p:nvSpPr>
              <p:cNvPr id="1049663" name=""/>
              <p:cNvSpPr/>
              <p:nvPr/>
            </p:nvSpPr>
            <p:spPr>
              <a:xfrm>
                <a:off x="6606115" y="2263047"/>
                <a:ext cx="90320" cy="175401"/>
              </a:xfrm>
            </p:spPr>
          </p:sp>
        </mc:Fallback>
      </mc:AlternateContent>
      <mc:AlternateContent xmlns:mc="http://schemas.openxmlformats.org/markup-compatibility/2006" xmlns:p14="http://schemas.microsoft.com/office/powerpoint/2010/main">
        <mc:Choice Requires="p14">
          <p:contentPart p14:bwMode="auto" r:id="rId157">
            <p14:nvContentPartPr>
              <p14:cNvPr id="1049664" name="Encre 1049663"/>
              <p14:cNvContentPartPr/>
              <p14:nvPr/>
            </p14:nvContentPartPr>
            <p14:xfrm>
              <a:off x="6744119" y="2363339"/>
              <a:ext cx="126152" cy="3815"/>
            </p14:xfrm>
          </p:contentPart>
        </mc:Choice>
        <mc:Fallback xmlns="">
          <p:sp>
            <p:nvSpPr>
              <p:cNvPr id="1049664" name=""/>
              <p:cNvSpPr/>
              <p:nvPr/>
            </p:nvSpPr>
            <p:spPr>
              <a:xfrm>
                <a:off x="6744119" y="2363339"/>
                <a:ext cx="126152" cy="3815"/>
              </a:xfrm>
            </p:spPr>
          </p:sp>
        </mc:Fallback>
      </mc:AlternateContent>
      <mc:AlternateContent xmlns:mc="http://schemas.openxmlformats.org/markup-compatibility/2006" xmlns:p14="http://schemas.microsoft.com/office/powerpoint/2010/main">
        <mc:Choice Requires="p14">
          <p:contentPart p14:bwMode="auto" r:id="rId158">
            <p14:nvContentPartPr>
              <p14:cNvPr id="1049665" name="Encre 1049664"/>
              <p14:cNvContentPartPr/>
              <p14:nvPr/>
            </p14:nvContentPartPr>
            <p14:xfrm>
              <a:off x="6822334" y="2304442"/>
              <a:ext cx="3364" cy="86572"/>
            </p14:xfrm>
          </p:contentPart>
        </mc:Choice>
        <mc:Fallback xmlns="">
          <p:sp>
            <p:nvSpPr>
              <p:cNvPr id="1049665" name=""/>
              <p:cNvSpPr/>
              <p:nvPr/>
            </p:nvSpPr>
            <p:spPr>
              <a:xfrm>
                <a:off x="6822334" y="2304442"/>
                <a:ext cx="3364" cy="86572"/>
              </a:xfrm>
            </p:spPr>
          </p:sp>
        </mc:Fallback>
      </mc:AlternateContent>
      <mc:AlternateContent xmlns:mc="http://schemas.openxmlformats.org/markup-compatibility/2006" xmlns:p14="http://schemas.microsoft.com/office/powerpoint/2010/main">
        <mc:Choice Requires="p14">
          <p:contentPart p14:bwMode="auto" r:id="rId159">
            <p14:nvContentPartPr>
              <p14:cNvPr id="1049666" name="Encre 1049665"/>
              <p14:cNvContentPartPr/>
              <p14:nvPr/>
            </p14:nvContentPartPr>
            <p14:xfrm>
              <a:off x="6941759" y="2312129"/>
              <a:ext cx="67913" cy="77818"/>
            </p14:xfrm>
          </p:contentPart>
        </mc:Choice>
        <mc:Fallback xmlns="">
          <p:sp>
            <p:nvSpPr>
              <p:cNvPr id="1049666" name=""/>
              <p:cNvSpPr/>
              <p:nvPr/>
            </p:nvSpPr>
            <p:spPr>
              <a:xfrm>
                <a:off x="6941759" y="2312129"/>
                <a:ext cx="67913" cy="77818"/>
              </a:xfrm>
            </p:spPr>
          </p:sp>
        </mc:Fallback>
      </mc:AlternateContent>
      <mc:AlternateContent xmlns:mc="http://schemas.openxmlformats.org/markup-compatibility/2006" xmlns:p14="http://schemas.microsoft.com/office/powerpoint/2010/main">
        <mc:Choice Requires="p14">
          <p:contentPart p14:bwMode="auto" r:id="rId160">
            <p14:nvContentPartPr>
              <p14:cNvPr id="1049667" name="Encre 1049666"/>
              <p14:cNvContentPartPr/>
              <p14:nvPr/>
            </p14:nvContentPartPr>
            <p14:xfrm>
              <a:off x="7023338" y="2334232"/>
              <a:ext cx="78831" cy="59600"/>
            </p14:xfrm>
          </p:contentPart>
        </mc:Choice>
        <mc:Fallback xmlns="">
          <p:sp>
            <p:nvSpPr>
              <p:cNvPr id="1049667" name=""/>
              <p:cNvSpPr/>
              <p:nvPr/>
            </p:nvSpPr>
            <p:spPr>
              <a:xfrm>
                <a:off x="7023338" y="2334232"/>
                <a:ext cx="78831" cy="59600"/>
              </a:xfrm>
            </p:spPr>
          </p:sp>
        </mc:Fallback>
      </mc:AlternateContent>
      <mc:AlternateContent xmlns:mc="http://schemas.openxmlformats.org/markup-compatibility/2006" xmlns:p14="http://schemas.microsoft.com/office/powerpoint/2010/main">
        <mc:Choice Requires="p14">
          <p:contentPart p14:bwMode="auto" r:id="rId161">
            <p14:nvContentPartPr>
              <p14:cNvPr id="1049668" name="Encre 1049667"/>
              <p14:cNvContentPartPr/>
              <p14:nvPr/>
            </p14:nvContentPartPr>
            <p14:xfrm>
              <a:off x="7219792" y="1744411"/>
              <a:ext cx="158036" cy="262876"/>
            </p14:xfrm>
          </p:contentPart>
        </mc:Choice>
        <mc:Fallback xmlns="">
          <p:sp>
            <p:nvSpPr>
              <p:cNvPr id="1049668" name=""/>
              <p:cNvSpPr/>
              <p:nvPr/>
            </p:nvSpPr>
            <p:spPr>
              <a:xfrm>
                <a:off x="7219792" y="1744411"/>
                <a:ext cx="158036" cy="262876"/>
              </a:xfrm>
            </p:spPr>
          </p:sp>
        </mc:Fallback>
      </mc:AlternateContent>
      <mc:AlternateContent xmlns:mc="http://schemas.openxmlformats.org/markup-compatibility/2006" xmlns:p14="http://schemas.microsoft.com/office/powerpoint/2010/main">
        <mc:Choice Requires="p14">
          <p:contentPart p14:bwMode="auto" r:id="rId162">
            <p14:nvContentPartPr>
              <p14:cNvPr id="1049669" name="Encre 1049668"/>
              <p14:cNvContentPartPr/>
              <p14:nvPr/>
            </p14:nvContentPartPr>
            <p14:xfrm>
              <a:off x="7200794" y="1869449"/>
              <a:ext cx="122368" cy="34534"/>
            </p14:xfrm>
          </p:contentPart>
        </mc:Choice>
        <mc:Fallback xmlns="">
          <p:sp>
            <p:nvSpPr>
              <p:cNvPr id="1049669" name=""/>
              <p:cNvSpPr/>
              <p:nvPr/>
            </p:nvSpPr>
            <p:spPr>
              <a:xfrm>
                <a:off x="7200794" y="1869449"/>
                <a:ext cx="122368" cy="34534"/>
              </a:xfrm>
            </p:spPr>
          </p:sp>
        </mc:Fallback>
      </mc:AlternateContent>
      <mc:AlternateContent xmlns:mc="http://schemas.openxmlformats.org/markup-compatibility/2006" xmlns:p14="http://schemas.microsoft.com/office/powerpoint/2010/main">
        <mc:Choice Requires="p14">
          <p:contentPart p14:bwMode="auto" r:id="rId163">
            <p14:nvContentPartPr>
              <p14:cNvPr id="1049670" name="Encre 1049669"/>
              <p14:cNvContentPartPr/>
              <p14:nvPr/>
            </p14:nvContentPartPr>
            <p14:xfrm>
              <a:off x="7360623" y="2015866"/>
              <a:ext cx="22673" cy="251450"/>
            </p14:xfrm>
          </p:contentPart>
        </mc:Choice>
        <mc:Fallback xmlns="">
          <p:sp>
            <p:nvSpPr>
              <p:cNvPr id="1049670" name=""/>
              <p:cNvSpPr/>
              <p:nvPr/>
            </p:nvSpPr>
            <p:spPr>
              <a:xfrm>
                <a:off x="7360623" y="2015866"/>
                <a:ext cx="22673" cy="251450"/>
              </a:xfrm>
            </p:spPr>
          </p:sp>
        </mc:Fallback>
      </mc:AlternateContent>
      <mc:AlternateContent xmlns:mc="http://schemas.openxmlformats.org/markup-compatibility/2006" xmlns:p14="http://schemas.microsoft.com/office/powerpoint/2010/main">
        <mc:Choice Requires="p14">
          <p:contentPart p14:bwMode="auto" r:id="rId164">
            <p14:nvContentPartPr>
              <p14:cNvPr id="1049671" name="Encre 1049670"/>
              <p14:cNvContentPartPr/>
              <p14:nvPr/>
            </p14:nvContentPartPr>
            <p14:xfrm>
              <a:off x="7338721" y="1936573"/>
              <a:ext cx="156204" cy="139887"/>
            </p14:xfrm>
          </p:contentPart>
        </mc:Choice>
        <mc:Fallback xmlns="">
          <p:sp>
            <p:nvSpPr>
              <p:cNvPr id="1049671" name=""/>
              <p:cNvSpPr/>
              <p:nvPr/>
            </p:nvSpPr>
            <p:spPr>
              <a:xfrm>
                <a:off x="7338721" y="1936573"/>
                <a:ext cx="156204" cy="139887"/>
              </a:xfrm>
            </p:spPr>
          </p:sp>
        </mc:Fallback>
      </mc:AlternateContent>
      <mc:AlternateContent xmlns:mc="http://schemas.openxmlformats.org/markup-compatibility/2006" xmlns:p14="http://schemas.microsoft.com/office/powerpoint/2010/main">
        <mc:Choice Requires="p14">
          <p:contentPart p14:bwMode="auto" r:id="rId165">
            <p14:nvContentPartPr>
              <p14:cNvPr id="1049672" name="Encre 1049671"/>
              <p14:cNvContentPartPr/>
              <p14:nvPr/>
            </p14:nvContentPartPr>
            <p14:xfrm>
              <a:off x="7433951" y="2113544"/>
              <a:ext cx="289604" cy="308630"/>
            </p14:xfrm>
          </p:contentPart>
        </mc:Choice>
        <mc:Fallback xmlns="">
          <p:sp>
            <p:nvSpPr>
              <p:cNvPr id="1049672" name=""/>
              <p:cNvSpPr/>
              <p:nvPr/>
            </p:nvSpPr>
            <p:spPr>
              <a:xfrm>
                <a:off x="7433951" y="2113544"/>
                <a:ext cx="289604" cy="308630"/>
              </a:xfrm>
            </p:spPr>
          </p:sp>
        </mc:Fallback>
      </mc:AlternateContent>
      <mc:AlternateContent xmlns:mc="http://schemas.openxmlformats.org/markup-compatibility/2006" xmlns:p14="http://schemas.microsoft.com/office/powerpoint/2010/main">
        <mc:Choice Requires="p14">
          <p:contentPart p14:bwMode="auto" r:id="rId166">
            <p14:nvContentPartPr>
              <p14:cNvPr id="1049673" name="Encre 1049672"/>
              <p14:cNvContentPartPr/>
              <p14:nvPr/>
            </p14:nvContentPartPr>
            <p14:xfrm>
              <a:off x="7756398" y="1731548"/>
              <a:ext cx="105438" cy="444434"/>
            </p14:xfrm>
          </p:contentPart>
        </mc:Choice>
        <mc:Fallback xmlns="">
          <p:sp>
            <p:nvSpPr>
              <p:cNvPr id="1049673" name=""/>
              <p:cNvSpPr/>
              <p:nvPr/>
            </p:nvSpPr>
            <p:spPr>
              <a:xfrm>
                <a:off x="7756398" y="1731548"/>
                <a:ext cx="105438" cy="444434"/>
              </a:xfrm>
            </p:spPr>
          </p:sp>
        </mc:Fallback>
      </mc:AlternateContent>
      <mc:AlternateContent xmlns:mc="http://schemas.openxmlformats.org/markup-compatibility/2006" xmlns:p14="http://schemas.microsoft.com/office/powerpoint/2010/main">
        <mc:Choice Requires="p14">
          <p:contentPart p14:bwMode="auto" r:id="rId167">
            <p14:nvContentPartPr>
              <p14:cNvPr id="1049674" name="Encre 1049673"/>
              <p14:cNvContentPartPr/>
              <p14:nvPr/>
            </p14:nvContentPartPr>
            <p14:xfrm>
              <a:off x="7868564" y="1903984"/>
              <a:ext cx="100304" cy="153266"/>
            </p14:xfrm>
          </p:contentPart>
        </mc:Choice>
        <mc:Fallback xmlns="">
          <p:sp>
            <p:nvSpPr>
              <p:cNvPr id="1049674" name=""/>
              <p:cNvSpPr/>
              <p:nvPr/>
            </p:nvSpPr>
            <p:spPr>
              <a:xfrm>
                <a:off x="7868564" y="1903984"/>
                <a:ext cx="100304" cy="153266"/>
              </a:xfrm>
            </p:spPr>
          </p:sp>
        </mc:Fallback>
      </mc:AlternateContent>
      <mc:AlternateContent xmlns:mc="http://schemas.openxmlformats.org/markup-compatibility/2006" xmlns:p14="http://schemas.microsoft.com/office/powerpoint/2010/main">
        <mc:Choice Requires="p14">
          <p:contentPart p14:bwMode="auto" r:id="rId168">
            <p14:nvContentPartPr>
              <p14:cNvPr id="1049675" name="Encre 1049674"/>
              <p14:cNvContentPartPr/>
              <p14:nvPr/>
            </p14:nvContentPartPr>
            <p14:xfrm>
              <a:off x="8025415" y="1786661"/>
              <a:ext cx="68429" cy="289995"/>
            </p14:xfrm>
          </p:contentPart>
        </mc:Choice>
        <mc:Fallback xmlns="">
          <p:sp>
            <p:nvSpPr>
              <p:cNvPr id="1049675" name=""/>
              <p:cNvSpPr/>
              <p:nvPr/>
            </p:nvSpPr>
            <p:spPr>
              <a:xfrm>
                <a:off x="8025415" y="1786661"/>
                <a:ext cx="68429" cy="289995"/>
              </a:xfrm>
            </p:spPr>
          </p:sp>
        </mc:Fallback>
      </mc:AlternateContent>
      <mc:AlternateContent xmlns:mc="http://schemas.openxmlformats.org/markup-compatibility/2006" xmlns:p14="http://schemas.microsoft.com/office/powerpoint/2010/main">
        <mc:Choice Requires="p14">
          <p:contentPart p14:bwMode="auto" r:id="rId169">
            <p14:nvContentPartPr>
              <p14:cNvPr id="1049676" name="Encre 1049675"/>
              <p14:cNvContentPartPr/>
              <p14:nvPr/>
            </p14:nvContentPartPr>
            <p14:xfrm>
              <a:off x="8250388" y="1953863"/>
              <a:ext cx="139481" cy="32908"/>
            </p14:xfrm>
          </p:contentPart>
        </mc:Choice>
        <mc:Fallback xmlns="">
          <p:sp>
            <p:nvSpPr>
              <p:cNvPr id="1049676" name=""/>
              <p:cNvSpPr/>
              <p:nvPr/>
            </p:nvSpPr>
            <p:spPr>
              <a:xfrm>
                <a:off x="8250388" y="1953863"/>
                <a:ext cx="139481" cy="32908"/>
              </a:xfrm>
            </p:spPr>
          </p:sp>
        </mc:Fallback>
      </mc:AlternateContent>
      <mc:AlternateContent xmlns:mc="http://schemas.openxmlformats.org/markup-compatibility/2006" xmlns:p14="http://schemas.microsoft.com/office/powerpoint/2010/main">
        <mc:Choice Requires="p14">
          <p:contentPart p14:bwMode="auto" r:id="rId170">
            <p14:nvContentPartPr>
              <p14:cNvPr id="1049677" name="Encre 1049676"/>
              <p14:cNvContentPartPr/>
              <p14:nvPr/>
            </p14:nvContentPartPr>
            <p14:xfrm>
              <a:off x="8263845" y="2048981"/>
              <a:ext cx="164900" cy="8254"/>
            </p14:xfrm>
          </p:contentPart>
        </mc:Choice>
        <mc:Fallback xmlns="">
          <p:sp>
            <p:nvSpPr>
              <p:cNvPr id="1049677" name=""/>
              <p:cNvSpPr/>
              <p:nvPr/>
            </p:nvSpPr>
            <p:spPr>
              <a:xfrm>
                <a:off x="8263845" y="2048981"/>
                <a:ext cx="164900" cy="8254"/>
              </a:xfrm>
            </p:spPr>
          </p:sp>
        </mc:Fallback>
      </mc:AlternateContent>
      <mc:AlternateContent xmlns:mc="http://schemas.openxmlformats.org/markup-compatibility/2006" xmlns:p14="http://schemas.microsoft.com/office/powerpoint/2010/main">
        <mc:Choice Requires="p14">
          <p:contentPart p14:bwMode="auto" r:id="rId171">
            <p14:nvContentPartPr>
              <p14:cNvPr id="1049678" name="Encre 1049677"/>
              <p14:cNvContentPartPr/>
              <p14:nvPr/>
            </p14:nvContentPartPr>
            <p14:xfrm>
              <a:off x="8619147" y="1821196"/>
              <a:ext cx="151834" cy="243366"/>
            </p14:xfrm>
          </p:contentPart>
        </mc:Choice>
        <mc:Fallback xmlns="">
          <p:sp>
            <p:nvSpPr>
              <p:cNvPr id="1049678" name=""/>
              <p:cNvSpPr/>
              <p:nvPr/>
            </p:nvSpPr>
            <p:spPr>
              <a:xfrm>
                <a:off x="8619147" y="1821196"/>
                <a:ext cx="151834" cy="243366"/>
              </a:xfrm>
            </p:spPr>
          </p:sp>
        </mc:Fallback>
      </mc:AlternateContent>
      <mc:AlternateContent xmlns:mc="http://schemas.openxmlformats.org/markup-compatibility/2006" xmlns:p14="http://schemas.microsoft.com/office/powerpoint/2010/main">
        <mc:Choice Requires="p14">
          <p:contentPart p14:bwMode="auto" r:id="rId172">
            <p14:nvContentPartPr>
              <p14:cNvPr id="1049679" name="Encre 1049678"/>
              <p14:cNvContentPartPr/>
              <p14:nvPr/>
            </p14:nvContentPartPr>
            <p14:xfrm>
              <a:off x="8850037" y="1759554"/>
              <a:ext cx="129106" cy="13625"/>
            </p14:xfrm>
          </p:contentPart>
        </mc:Choice>
        <mc:Fallback xmlns="">
          <p:sp>
            <p:nvSpPr>
              <p:cNvPr id="1049679" name=""/>
              <p:cNvSpPr/>
              <p:nvPr/>
            </p:nvSpPr>
            <p:spPr>
              <a:xfrm>
                <a:off x="8850037" y="1759554"/>
                <a:ext cx="129106" cy="13625"/>
              </a:xfrm>
            </p:spPr>
          </p:sp>
        </mc:Fallback>
      </mc:AlternateContent>
      <mc:AlternateContent xmlns:mc="http://schemas.openxmlformats.org/markup-compatibility/2006" xmlns:p14="http://schemas.microsoft.com/office/powerpoint/2010/main">
        <mc:Choice Requires="p14">
          <p:contentPart p14:bwMode="auto" r:id="rId173">
            <p14:nvContentPartPr>
              <p14:cNvPr id="1049680" name="Encre 1049679"/>
              <p14:cNvContentPartPr/>
              <p14:nvPr/>
            </p14:nvContentPartPr>
            <p14:xfrm>
              <a:off x="6942977" y="2615015"/>
              <a:ext cx="18458" cy="2712917"/>
            </p14:xfrm>
          </p:contentPart>
        </mc:Choice>
        <mc:Fallback xmlns="">
          <p:sp>
            <p:nvSpPr>
              <p:cNvPr id="1049680" name=""/>
              <p:cNvSpPr/>
              <p:nvPr/>
            </p:nvSpPr>
            <p:spPr>
              <a:xfrm>
                <a:off x="6942977" y="2615015"/>
                <a:ext cx="18458" cy="2712917"/>
              </a:xfrm>
            </p:spPr>
          </p:sp>
        </mc:Fallback>
      </mc:AlternateContent>
      <mc:AlternateContent xmlns:mc="http://schemas.openxmlformats.org/markup-compatibility/2006" xmlns:p14="http://schemas.microsoft.com/office/powerpoint/2010/main">
        <mc:Choice Requires="p14">
          <p:contentPart p14:bwMode="auto" r:id="rId174">
            <p14:nvContentPartPr>
              <p14:cNvPr id="1049681" name="Encre 1049680"/>
              <p14:cNvContentPartPr/>
              <p14:nvPr/>
            </p14:nvContentPartPr>
            <p14:xfrm>
              <a:off x="6961943" y="3991656"/>
              <a:ext cx="3046600" cy="66765"/>
            </p14:xfrm>
          </p:contentPart>
        </mc:Choice>
        <mc:Fallback xmlns="">
          <p:sp>
            <p:nvSpPr>
              <p:cNvPr id="1049681" name=""/>
              <p:cNvSpPr/>
              <p:nvPr/>
            </p:nvSpPr>
            <p:spPr>
              <a:xfrm>
                <a:off x="6961943" y="3991656"/>
                <a:ext cx="3046600" cy="66765"/>
              </a:xfrm>
            </p:spPr>
          </p:sp>
        </mc:Fallback>
      </mc:AlternateContent>
      <mc:AlternateContent xmlns:mc="http://schemas.openxmlformats.org/markup-compatibility/2006" xmlns:p14="http://schemas.microsoft.com/office/powerpoint/2010/main">
        <mc:Choice Requires="p14">
          <p:contentPart p14:bwMode="auto" r:id="rId175">
            <p14:nvContentPartPr>
              <p14:cNvPr id="1049682" name="Encre 1049681"/>
              <p14:cNvContentPartPr/>
              <p14:nvPr/>
            </p14:nvContentPartPr>
            <p14:xfrm>
              <a:off x="9862737" y="3933710"/>
              <a:ext cx="154552" cy="130827"/>
            </p14:xfrm>
          </p:contentPart>
        </mc:Choice>
        <mc:Fallback xmlns="">
          <p:sp>
            <p:nvSpPr>
              <p:cNvPr id="1049682" name=""/>
              <p:cNvSpPr/>
              <p:nvPr/>
            </p:nvSpPr>
            <p:spPr>
              <a:xfrm>
                <a:off x="9862737" y="3933710"/>
                <a:ext cx="154552" cy="130827"/>
              </a:xfrm>
            </p:spPr>
          </p:sp>
        </mc:Fallback>
      </mc:AlternateContent>
      <mc:AlternateContent xmlns:mc="http://schemas.openxmlformats.org/markup-compatibility/2006" xmlns:p14="http://schemas.microsoft.com/office/powerpoint/2010/main">
        <mc:Choice Requires="p14">
          <p:contentPart p14:bwMode="auto" r:id="rId176">
            <p14:nvContentPartPr>
              <p14:cNvPr id="1049683" name="Encre 1049682"/>
              <p14:cNvContentPartPr/>
              <p14:nvPr/>
            </p14:nvContentPartPr>
            <p14:xfrm>
              <a:off x="9656973" y="4001410"/>
              <a:ext cx="358720" cy="14515"/>
            </p14:xfrm>
          </p:contentPart>
        </mc:Choice>
        <mc:Fallback xmlns="">
          <p:sp>
            <p:nvSpPr>
              <p:cNvPr id="1049683" name=""/>
              <p:cNvSpPr/>
              <p:nvPr/>
            </p:nvSpPr>
            <p:spPr>
              <a:xfrm>
                <a:off x="9656973" y="4001410"/>
                <a:ext cx="358720" cy="14515"/>
              </a:xfrm>
            </p:spPr>
          </p:sp>
        </mc:Fallback>
      </mc:AlternateContent>
      <mc:AlternateContent xmlns:mc="http://schemas.openxmlformats.org/markup-compatibility/2006" xmlns:p14="http://schemas.microsoft.com/office/powerpoint/2010/main">
        <mc:Choice Requires="p14">
          <p:contentPart p14:bwMode="auto" r:id="rId177">
            <p14:nvContentPartPr>
              <p14:cNvPr id="1049684" name="Encre 1049683"/>
              <p14:cNvContentPartPr/>
              <p14:nvPr/>
            </p14:nvContentPartPr>
            <p14:xfrm>
              <a:off x="10053118" y="4072227"/>
              <a:ext cx="144460" cy="173224"/>
            </p14:xfrm>
          </p:contentPart>
        </mc:Choice>
        <mc:Fallback xmlns="">
          <p:sp>
            <p:nvSpPr>
              <p:cNvPr id="1049684" name=""/>
              <p:cNvSpPr/>
              <p:nvPr/>
            </p:nvSpPr>
            <p:spPr>
              <a:xfrm>
                <a:off x="10053118" y="4072227"/>
                <a:ext cx="144460" cy="173224"/>
              </a:xfrm>
            </p:spPr>
          </p:sp>
        </mc:Fallback>
      </mc:AlternateContent>
      <mc:AlternateContent xmlns:mc="http://schemas.openxmlformats.org/markup-compatibility/2006" xmlns:p14="http://schemas.microsoft.com/office/powerpoint/2010/main">
        <mc:Choice Requires="p14">
          <p:contentPart p14:bwMode="auto" r:id="rId178">
            <p14:nvContentPartPr>
              <p14:cNvPr id="1049685" name="Encre 1049684"/>
              <p14:cNvContentPartPr/>
              <p14:nvPr/>
            </p14:nvContentPartPr>
            <p14:xfrm>
              <a:off x="6880810" y="2565523"/>
              <a:ext cx="161908" cy="139612"/>
            </p14:xfrm>
          </p:contentPart>
        </mc:Choice>
        <mc:Fallback xmlns="">
          <p:sp>
            <p:nvSpPr>
              <p:cNvPr id="1049685" name=""/>
              <p:cNvSpPr/>
              <p:nvPr/>
            </p:nvSpPr>
            <p:spPr>
              <a:xfrm>
                <a:off x="6880810" y="2565523"/>
                <a:ext cx="161908" cy="139612"/>
              </a:xfrm>
            </p:spPr>
          </p:sp>
        </mc:Fallback>
      </mc:AlternateContent>
      <mc:AlternateContent xmlns:mc="http://schemas.openxmlformats.org/markup-compatibility/2006" xmlns:p14="http://schemas.microsoft.com/office/powerpoint/2010/main">
        <mc:Choice Requires="p14">
          <p:contentPart p14:bwMode="auto" r:id="rId179">
            <p14:nvContentPartPr>
              <p14:cNvPr id="1049686" name="Encre 1049685"/>
              <p14:cNvContentPartPr/>
              <p14:nvPr/>
            </p14:nvContentPartPr>
            <p14:xfrm>
              <a:off x="7134933" y="2455885"/>
              <a:ext cx="150478" cy="229229"/>
            </p14:xfrm>
          </p:contentPart>
        </mc:Choice>
        <mc:Fallback xmlns="">
          <p:sp>
            <p:nvSpPr>
              <p:cNvPr id="1049686" name=""/>
              <p:cNvSpPr/>
              <p:nvPr/>
            </p:nvSpPr>
            <p:spPr>
              <a:xfrm>
                <a:off x="7134933" y="2455885"/>
                <a:ext cx="150478" cy="229229"/>
              </a:xfrm>
            </p:spPr>
          </p:sp>
        </mc:Fallback>
      </mc:AlternateContent>
      <mc:AlternateContent xmlns:mc="http://schemas.openxmlformats.org/markup-compatibility/2006" xmlns:p14="http://schemas.microsoft.com/office/powerpoint/2010/main">
        <mc:Choice Requires="p14">
          <p:contentPart p14:bwMode="auto" r:id="rId180">
            <p14:nvContentPartPr>
              <p14:cNvPr id="1049687" name="Encre 1049686"/>
              <p14:cNvContentPartPr/>
              <p14:nvPr/>
            </p14:nvContentPartPr>
            <p14:xfrm>
              <a:off x="7139399" y="2573621"/>
              <a:ext cx="122788" cy="13955"/>
            </p14:xfrm>
          </p:contentPart>
        </mc:Choice>
        <mc:Fallback xmlns="">
          <p:sp>
            <p:nvSpPr>
              <p:cNvPr id="1049687" name=""/>
              <p:cNvSpPr/>
              <p:nvPr/>
            </p:nvSpPr>
            <p:spPr>
              <a:xfrm>
                <a:off x="7139399" y="2573621"/>
                <a:ext cx="122788" cy="13955"/>
              </a:xfrm>
            </p:spPr>
          </p:sp>
        </mc:Fallback>
      </mc:AlternateContent>
      <mc:AlternateContent xmlns:mc="http://schemas.openxmlformats.org/markup-compatibility/2006" xmlns:p14="http://schemas.microsoft.com/office/powerpoint/2010/main">
        <mc:Choice Requires="p14">
          <p:contentPart p14:bwMode="auto" r:id="rId181">
            <p14:nvContentPartPr>
              <p14:cNvPr id="1049688" name="Encre 1049687"/>
              <p14:cNvContentPartPr/>
              <p14:nvPr/>
            </p14:nvContentPartPr>
            <p14:xfrm>
              <a:off x="7234956" y="2702770"/>
              <a:ext cx="46155" cy="223600"/>
            </p14:xfrm>
          </p:contentPart>
        </mc:Choice>
        <mc:Fallback xmlns="">
          <p:sp>
            <p:nvSpPr>
              <p:cNvPr id="1049688" name=""/>
              <p:cNvSpPr/>
              <p:nvPr/>
            </p:nvSpPr>
            <p:spPr>
              <a:xfrm>
                <a:off x="7234956" y="2702770"/>
                <a:ext cx="46155" cy="223600"/>
              </a:xfrm>
            </p:spPr>
          </p:sp>
        </mc:Fallback>
      </mc:AlternateContent>
      <mc:AlternateContent xmlns:mc="http://schemas.openxmlformats.org/markup-compatibility/2006" xmlns:p14="http://schemas.microsoft.com/office/powerpoint/2010/main">
        <mc:Choice Requires="p14">
          <p:contentPart p14:bwMode="auto" r:id="rId182">
            <p14:nvContentPartPr>
              <p14:cNvPr id="1049689" name="Encre 1049688"/>
              <p14:cNvContentPartPr/>
              <p14:nvPr/>
            </p14:nvContentPartPr>
            <p14:xfrm>
              <a:off x="7248312" y="2665405"/>
              <a:ext cx="86240" cy="102790"/>
            </p14:xfrm>
          </p:contentPart>
        </mc:Choice>
        <mc:Fallback xmlns="">
          <p:sp>
            <p:nvSpPr>
              <p:cNvPr id="1049689" name=""/>
              <p:cNvSpPr/>
              <p:nvPr/>
            </p:nvSpPr>
            <p:spPr>
              <a:xfrm>
                <a:off x="7248312" y="2665405"/>
                <a:ext cx="86240" cy="102790"/>
              </a:xfrm>
            </p:spPr>
          </p:sp>
        </mc:Fallback>
      </mc:AlternateContent>
      <mc:AlternateContent xmlns:mc="http://schemas.openxmlformats.org/markup-compatibility/2006" xmlns:p14="http://schemas.microsoft.com/office/powerpoint/2010/main">
        <mc:Choice Requires="p14">
          <p:contentPart p14:bwMode="auto" r:id="rId183">
            <p14:nvContentPartPr>
              <p14:cNvPr id="1049690" name="Encre 1049689"/>
              <p14:cNvContentPartPr/>
              <p14:nvPr/>
            </p14:nvContentPartPr>
            <p14:xfrm>
              <a:off x="7343767" y="2689072"/>
              <a:ext cx="290992" cy="266010"/>
            </p14:xfrm>
          </p:contentPart>
        </mc:Choice>
        <mc:Fallback xmlns="">
          <p:sp>
            <p:nvSpPr>
              <p:cNvPr id="1049690" name=""/>
              <p:cNvSpPr/>
              <p:nvPr/>
            </p:nvSpPr>
            <p:spPr>
              <a:xfrm>
                <a:off x="7343767" y="2689072"/>
                <a:ext cx="290992" cy="266010"/>
              </a:xfrm>
            </p:spPr>
          </p:sp>
        </mc:Fallback>
      </mc:AlternateContent>
      <mc:AlternateContent xmlns:mc="http://schemas.openxmlformats.org/markup-compatibility/2006" xmlns:p14="http://schemas.microsoft.com/office/powerpoint/2010/main">
        <mc:Choice Requires="p14">
          <p:contentPart p14:bwMode="auto" r:id="rId184">
            <p14:nvContentPartPr>
              <p14:cNvPr id="1049691" name="Encre 1049690"/>
              <p14:cNvContentPartPr/>
              <p14:nvPr/>
            </p14:nvContentPartPr>
            <p14:xfrm>
              <a:off x="7622627" y="2535775"/>
              <a:ext cx="81097" cy="210518"/>
            </p14:xfrm>
          </p:contentPart>
        </mc:Choice>
        <mc:Fallback xmlns="">
          <p:sp>
            <p:nvSpPr>
              <p:cNvPr id="1049691" name=""/>
              <p:cNvSpPr/>
              <p:nvPr/>
            </p:nvSpPr>
            <p:spPr>
              <a:xfrm>
                <a:off x="7622627" y="2535775"/>
                <a:ext cx="81097" cy="210518"/>
              </a:xfrm>
            </p:spPr>
          </p:sp>
        </mc:Fallback>
      </mc:AlternateContent>
      <mc:AlternateContent xmlns:mc="http://schemas.openxmlformats.org/markup-compatibility/2006" xmlns:p14="http://schemas.microsoft.com/office/powerpoint/2010/main">
        <mc:Choice Requires="p14">
          <p:contentPart p14:bwMode="auto" r:id="rId185">
            <p14:nvContentPartPr>
              <p14:cNvPr id="1049692" name="Encre 1049691"/>
              <p14:cNvContentPartPr/>
              <p14:nvPr/>
            </p14:nvContentPartPr>
            <p14:xfrm>
              <a:off x="7753115" y="2587577"/>
              <a:ext cx="89701" cy="149966"/>
            </p14:xfrm>
          </p:contentPart>
        </mc:Choice>
        <mc:Fallback xmlns="">
          <p:sp>
            <p:nvSpPr>
              <p:cNvPr id="1049692" name=""/>
              <p:cNvSpPr/>
              <p:nvPr/>
            </p:nvSpPr>
            <p:spPr>
              <a:xfrm>
                <a:off x="7753115" y="2587577"/>
                <a:ext cx="89701" cy="149966"/>
              </a:xfrm>
            </p:spPr>
          </p:sp>
        </mc:Fallback>
      </mc:AlternateContent>
      <mc:AlternateContent xmlns:mc="http://schemas.openxmlformats.org/markup-compatibility/2006" xmlns:p14="http://schemas.microsoft.com/office/powerpoint/2010/main">
        <mc:Choice Requires="p14">
          <p:contentPart p14:bwMode="auto" r:id="rId186">
            <p14:nvContentPartPr>
              <p14:cNvPr id="1049693" name="Encre 1049692"/>
              <p14:cNvContentPartPr/>
              <p14:nvPr/>
            </p14:nvContentPartPr>
            <p14:xfrm>
              <a:off x="7895898" y="2504552"/>
              <a:ext cx="32840" cy="249254"/>
            </p14:xfrm>
          </p:contentPart>
        </mc:Choice>
        <mc:Fallback xmlns="">
          <p:sp>
            <p:nvSpPr>
              <p:cNvPr id="1049693" name=""/>
              <p:cNvSpPr/>
              <p:nvPr/>
            </p:nvSpPr>
            <p:spPr>
              <a:xfrm>
                <a:off x="7895898" y="2504552"/>
                <a:ext cx="32840" cy="249254"/>
              </a:xfrm>
            </p:spPr>
          </p:sp>
        </mc:Fallback>
      </mc:AlternateContent>
      <mc:AlternateContent xmlns:mc="http://schemas.openxmlformats.org/markup-compatibility/2006" xmlns:p14="http://schemas.microsoft.com/office/powerpoint/2010/main">
        <mc:Choice Requires="p14">
          <p:contentPart p14:bwMode="auto" r:id="rId187">
            <p14:nvContentPartPr>
              <p14:cNvPr id="1049694" name="Encre 1049693"/>
              <p14:cNvContentPartPr/>
              <p14:nvPr/>
            </p14:nvContentPartPr>
            <p14:xfrm>
              <a:off x="8394754" y="4016498"/>
              <a:ext cx="1579729" cy="247366"/>
            </p14:xfrm>
          </p:contentPart>
        </mc:Choice>
        <mc:Fallback xmlns="">
          <p:sp>
            <p:nvSpPr>
              <p:cNvPr id="1049694" name=""/>
              <p:cNvSpPr/>
              <p:nvPr/>
            </p:nvSpPr>
            <p:spPr>
              <a:xfrm>
                <a:off x="8394754" y="4016498"/>
                <a:ext cx="1579729" cy="247366"/>
              </a:xfrm>
            </p:spPr>
          </p:sp>
        </mc:Fallback>
      </mc:AlternateContent>
      <mc:AlternateContent xmlns:mc="http://schemas.openxmlformats.org/markup-compatibility/2006" xmlns:p14="http://schemas.microsoft.com/office/powerpoint/2010/main">
        <mc:Choice Requires="p14">
          <p:contentPart p14:bwMode="auto" r:id="rId188">
            <p14:nvContentPartPr>
              <p14:cNvPr id="1049695" name="Encre 1049694"/>
              <p14:cNvContentPartPr/>
              <p14:nvPr/>
            </p14:nvContentPartPr>
            <p14:xfrm>
              <a:off x="6982761" y="2553042"/>
              <a:ext cx="1610269" cy="2435748"/>
            </p14:xfrm>
          </p:contentPart>
        </mc:Choice>
        <mc:Fallback xmlns="">
          <p:sp>
            <p:nvSpPr>
              <p:cNvPr id="1049695" name=""/>
              <p:cNvSpPr/>
              <p:nvPr/>
            </p:nvSpPr>
            <p:spPr>
              <a:xfrm>
                <a:off x="6982761" y="2553042"/>
                <a:ext cx="1610269" cy="2435748"/>
              </a:xfrm>
            </p:spPr>
          </p:sp>
        </mc:Fallback>
      </mc:AlternateContent>
      <mc:AlternateContent xmlns:mc="http://schemas.openxmlformats.org/markup-compatibility/2006" xmlns:p14="http://schemas.microsoft.com/office/powerpoint/2010/main">
        <mc:Choice Requires="p14">
          <p:contentPart p14:bwMode="auto" r:id="rId189">
            <p14:nvContentPartPr>
              <p14:cNvPr id="1049696" name="Encre 1049695"/>
              <p14:cNvContentPartPr/>
              <p14:nvPr/>
            </p14:nvContentPartPr>
            <p14:xfrm>
              <a:off x="7749171" y="3996156"/>
              <a:ext cx="10481" cy="103130"/>
            </p14:xfrm>
          </p:contentPart>
        </mc:Choice>
        <mc:Fallback xmlns="">
          <p:sp>
            <p:nvSpPr>
              <p:cNvPr id="1049696" name=""/>
              <p:cNvSpPr/>
              <p:nvPr/>
            </p:nvSpPr>
            <p:spPr>
              <a:xfrm>
                <a:off x="7749171" y="3996156"/>
                <a:ext cx="10481" cy="103130"/>
              </a:xfrm>
            </p:spPr>
          </p:sp>
        </mc:Fallback>
      </mc:AlternateContent>
      <mc:AlternateContent xmlns:mc="http://schemas.openxmlformats.org/markup-compatibility/2006" xmlns:p14="http://schemas.microsoft.com/office/powerpoint/2010/main">
        <mc:Choice Requires="p14">
          <p:contentPart p14:bwMode="auto" r:id="rId190">
            <p14:nvContentPartPr>
              <p14:cNvPr id="1049697" name="Encre 1049696"/>
              <p14:cNvContentPartPr/>
              <p14:nvPr/>
            </p14:nvContentPartPr>
            <p14:xfrm>
              <a:off x="7704986" y="4265335"/>
              <a:ext cx="13876" cy="117086"/>
            </p14:xfrm>
          </p:contentPart>
        </mc:Choice>
        <mc:Fallback xmlns="">
          <p:sp>
            <p:nvSpPr>
              <p:cNvPr id="1049697" name=""/>
              <p:cNvSpPr/>
              <p:nvPr/>
            </p:nvSpPr>
            <p:spPr>
              <a:xfrm>
                <a:off x="7704986" y="4265335"/>
                <a:ext cx="13876" cy="117086"/>
              </a:xfrm>
            </p:spPr>
          </p:sp>
        </mc:Fallback>
      </mc:AlternateContent>
      <mc:AlternateContent xmlns:mc="http://schemas.openxmlformats.org/markup-compatibility/2006" xmlns:p14="http://schemas.microsoft.com/office/powerpoint/2010/main">
        <mc:Choice Requires="p14">
          <p:contentPart p14:bwMode="auto" r:id="rId191">
            <p14:nvContentPartPr>
              <p14:cNvPr id="1049698" name="Encre 1049697"/>
              <p14:cNvContentPartPr/>
              <p14:nvPr/>
            </p14:nvContentPartPr>
            <p14:xfrm>
              <a:off x="7704986" y="4492884"/>
              <a:ext cx="10092" cy="90121"/>
            </p14:xfrm>
          </p:contentPart>
        </mc:Choice>
        <mc:Fallback xmlns="">
          <p:sp>
            <p:nvSpPr>
              <p:cNvPr id="1049698" name=""/>
              <p:cNvSpPr/>
              <p:nvPr/>
            </p:nvSpPr>
            <p:spPr>
              <a:xfrm>
                <a:off x="7704986" y="4492884"/>
                <a:ext cx="10092" cy="90121"/>
              </a:xfrm>
            </p:spPr>
          </p:sp>
        </mc:Fallback>
      </mc:AlternateContent>
      <mc:AlternateContent xmlns:mc="http://schemas.openxmlformats.org/markup-compatibility/2006" xmlns:p14="http://schemas.microsoft.com/office/powerpoint/2010/main">
        <mc:Choice Requires="p14">
          <p:contentPart p14:bwMode="auto" r:id="rId192">
            <p14:nvContentPartPr>
              <p14:cNvPr id="1049699" name="Encre 1049698"/>
              <p14:cNvContentPartPr/>
              <p14:nvPr/>
            </p14:nvContentPartPr>
            <p14:xfrm>
              <a:off x="7677651" y="4720906"/>
              <a:ext cx="1" cy="34840"/>
            </p14:xfrm>
          </p:contentPart>
        </mc:Choice>
        <mc:Fallback xmlns="">
          <p:sp>
            <p:nvSpPr>
              <p:cNvPr id="1049699" name=""/>
              <p:cNvSpPr/>
              <p:nvPr/>
            </p:nvSpPr>
            <p:spPr>
              <a:xfrm>
                <a:off x="7677651" y="4720906"/>
                <a:ext cx="1" cy="34840"/>
              </a:xfrm>
            </p:spPr>
          </p:sp>
        </mc:Fallback>
      </mc:AlternateContent>
      <mc:AlternateContent xmlns:mc="http://schemas.openxmlformats.org/markup-compatibility/2006" xmlns:p14="http://schemas.microsoft.com/office/powerpoint/2010/main">
        <mc:Choice Requires="p14">
          <p:contentPart p14:bwMode="auto" r:id="rId193">
            <p14:nvContentPartPr>
              <p14:cNvPr id="1049700" name="Encre 1049699"/>
              <p14:cNvContentPartPr/>
              <p14:nvPr/>
            </p14:nvContentPartPr>
            <p14:xfrm>
              <a:off x="7632278" y="4858807"/>
              <a:ext cx="11314" cy="29419"/>
            </p14:xfrm>
          </p:contentPart>
        </mc:Choice>
        <mc:Fallback xmlns="">
          <p:sp>
            <p:nvSpPr>
              <p:cNvPr id="1049700" name=""/>
              <p:cNvSpPr/>
              <p:nvPr/>
            </p:nvSpPr>
            <p:spPr>
              <a:xfrm>
                <a:off x="7632278" y="4858807"/>
                <a:ext cx="11314" cy="29419"/>
              </a:xfrm>
            </p:spPr>
          </p:sp>
        </mc:Fallback>
      </mc:AlternateContent>
      <mc:AlternateContent xmlns:mc="http://schemas.openxmlformats.org/markup-compatibility/2006" xmlns:p14="http://schemas.microsoft.com/office/powerpoint/2010/main">
        <mc:Choice Requires="p14">
          <p:contentPart p14:bwMode="auto" r:id="rId194">
            <p14:nvContentPartPr>
              <p14:cNvPr id="1049701" name="Encre 1049700"/>
              <p14:cNvContentPartPr/>
              <p14:nvPr/>
            </p14:nvContentPartPr>
            <p14:xfrm>
              <a:off x="7405162" y="4983226"/>
              <a:ext cx="381824" cy="62751"/>
            </p14:xfrm>
          </p:contentPart>
        </mc:Choice>
        <mc:Fallback xmlns="">
          <p:sp>
            <p:nvSpPr>
              <p:cNvPr id="1049701" name=""/>
              <p:cNvSpPr/>
              <p:nvPr/>
            </p:nvSpPr>
            <p:spPr>
              <a:xfrm>
                <a:off x="7405162" y="4983226"/>
                <a:ext cx="381824" cy="62751"/>
              </a:xfrm>
            </p:spPr>
          </p:sp>
        </mc:Fallback>
      </mc:AlternateContent>
      <mc:AlternateContent xmlns:mc="http://schemas.openxmlformats.org/markup-compatibility/2006" xmlns:p14="http://schemas.microsoft.com/office/powerpoint/2010/main">
        <mc:Choice Requires="p14">
          <p:contentPart p14:bwMode="auto" r:id="rId195">
            <p14:nvContentPartPr>
              <p14:cNvPr id="1049702" name="Encre 1049701"/>
              <p14:cNvContentPartPr/>
              <p14:nvPr/>
            </p14:nvContentPartPr>
            <p14:xfrm>
              <a:off x="7329228" y="4934972"/>
              <a:ext cx="135971" cy="114578"/>
            </p14:xfrm>
          </p:contentPart>
        </mc:Choice>
        <mc:Fallback xmlns="">
          <p:sp>
            <p:nvSpPr>
              <p:cNvPr id="1049702" name=""/>
              <p:cNvSpPr/>
              <p:nvPr/>
            </p:nvSpPr>
            <p:spPr>
              <a:xfrm>
                <a:off x="7329228" y="4934972"/>
                <a:ext cx="135971" cy="114578"/>
              </a:xfrm>
            </p:spPr>
          </p:sp>
        </mc:Fallback>
      </mc:AlternateContent>
      <mc:AlternateContent xmlns:mc="http://schemas.openxmlformats.org/markup-compatibility/2006" xmlns:p14="http://schemas.microsoft.com/office/powerpoint/2010/main">
        <mc:Choice Requires="p14">
          <p:contentPart p14:bwMode="auto" r:id="rId196">
            <p14:nvContentPartPr>
              <p14:cNvPr id="1049703" name="Encre 1049702"/>
              <p14:cNvContentPartPr/>
              <p14:nvPr/>
            </p14:nvContentPartPr>
            <p14:xfrm>
              <a:off x="7773314" y="5010901"/>
              <a:ext cx="53878" cy="128601"/>
            </p14:xfrm>
          </p:contentPart>
        </mc:Choice>
        <mc:Fallback xmlns="">
          <p:sp>
            <p:nvSpPr>
              <p:cNvPr id="1049703" name=""/>
              <p:cNvSpPr/>
              <p:nvPr/>
            </p:nvSpPr>
            <p:spPr>
              <a:xfrm>
                <a:off x="7773314" y="5010901"/>
                <a:ext cx="53878" cy="128601"/>
              </a:xfrm>
            </p:spPr>
          </p:sp>
        </mc:Fallback>
      </mc:AlternateContent>
      <mc:AlternateContent xmlns:mc="http://schemas.openxmlformats.org/markup-compatibility/2006" xmlns:p14="http://schemas.microsoft.com/office/powerpoint/2010/main">
        <mc:Choice Requires="p14">
          <p:contentPart p14:bwMode="auto" r:id="rId197">
            <p14:nvContentPartPr>
              <p14:cNvPr id="1049704" name="Encre 1049703"/>
              <p14:cNvContentPartPr/>
              <p14:nvPr/>
            </p14:nvContentPartPr>
            <p14:xfrm>
              <a:off x="7548136" y="3788949"/>
              <a:ext cx="126417" cy="4719"/>
            </p14:xfrm>
          </p:contentPart>
        </mc:Choice>
        <mc:Fallback xmlns="">
          <p:sp>
            <p:nvSpPr>
              <p:cNvPr id="1049704" name=""/>
              <p:cNvSpPr/>
              <p:nvPr/>
            </p:nvSpPr>
            <p:spPr>
              <a:xfrm>
                <a:off x="7548136" y="3788949"/>
                <a:ext cx="126417" cy="4719"/>
              </a:xfrm>
            </p:spPr>
          </p:sp>
        </mc:Fallback>
      </mc:AlternateContent>
      <mc:AlternateContent xmlns:mc="http://schemas.openxmlformats.org/markup-compatibility/2006" xmlns:p14="http://schemas.microsoft.com/office/powerpoint/2010/main">
        <mc:Choice Requires="p14">
          <p:contentPart p14:bwMode="auto" r:id="rId198">
            <p14:nvContentPartPr>
              <p14:cNvPr id="1049705" name="Encre 1049704"/>
              <p14:cNvContentPartPr/>
              <p14:nvPr/>
            </p14:nvContentPartPr>
            <p14:xfrm>
              <a:off x="7725591" y="3650575"/>
              <a:ext cx="172706" cy="144409"/>
            </p14:xfrm>
          </p:contentPart>
        </mc:Choice>
        <mc:Fallback xmlns="">
          <p:sp>
            <p:nvSpPr>
              <p:cNvPr id="1049705" name=""/>
              <p:cNvSpPr/>
              <p:nvPr/>
            </p:nvSpPr>
            <p:spPr>
              <a:xfrm>
                <a:off x="7725591" y="3650575"/>
                <a:ext cx="172706" cy="144409"/>
              </a:xfrm>
            </p:spPr>
          </p:sp>
        </mc:Fallback>
      </mc:AlternateContent>
      <mc:AlternateContent xmlns:mc="http://schemas.openxmlformats.org/markup-compatibility/2006" xmlns:p14="http://schemas.microsoft.com/office/powerpoint/2010/main">
        <mc:Choice Requires="p14">
          <p:contentPart p14:bwMode="auto" r:id="rId199">
            <p14:nvContentPartPr>
              <p14:cNvPr id="1049706" name="Encre 1049705"/>
              <p14:cNvContentPartPr/>
              <p14:nvPr/>
            </p14:nvContentPartPr>
            <p14:xfrm>
              <a:off x="7973322" y="3623373"/>
              <a:ext cx="92751" cy="165665"/>
            </p14:xfrm>
          </p:contentPart>
        </mc:Choice>
        <mc:Fallback xmlns="">
          <p:sp>
            <p:nvSpPr>
              <p:cNvPr id="1049706" name=""/>
              <p:cNvSpPr/>
              <p:nvPr/>
            </p:nvSpPr>
            <p:spPr>
              <a:xfrm>
                <a:off x="7973322" y="3623373"/>
                <a:ext cx="92751" cy="165665"/>
              </a:xfrm>
            </p:spPr>
          </p:sp>
        </mc:Fallback>
      </mc:AlternateContent>
      <mc:AlternateContent xmlns:mc="http://schemas.openxmlformats.org/markup-compatibility/2006" xmlns:p14="http://schemas.microsoft.com/office/powerpoint/2010/main">
        <mc:Choice Requires="p14">
          <p:contentPart p14:bwMode="auto" r:id="rId200">
            <p14:nvContentPartPr>
              <p14:cNvPr id="1049707" name="Encre 1049706"/>
              <p14:cNvContentPartPr/>
              <p14:nvPr/>
            </p14:nvContentPartPr>
            <p14:xfrm>
              <a:off x="8080082" y="3490376"/>
              <a:ext cx="105977" cy="126678"/>
            </p14:xfrm>
          </p:contentPart>
        </mc:Choice>
        <mc:Fallback xmlns="">
          <p:sp>
            <p:nvSpPr>
              <p:cNvPr id="1049707" name=""/>
              <p:cNvSpPr/>
              <p:nvPr/>
            </p:nvSpPr>
            <p:spPr>
              <a:xfrm>
                <a:off x="8080082" y="3490376"/>
                <a:ext cx="105977" cy="126678"/>
              </a:xfrm>
            </p:spPr>
          </p:sp>
        </mc:Fallback>
      </mc:AlternateContent>
      <mc:AlternateContent xmlns:mc="http://schemas.openxmlformats.org/markup-compatibility/2006" xmlns:p14="http://schemas.microsoft.com/office/powerpoint/2010/main">
        <mc:Choice Requires="p14">
          <p:contentPart p14:bwMode="auto" r:id="rId201">
            <p14:nvContentPartPr>
              <p14:cNvPr id="1049708" name="Encre 1049707"/>
              <p14:cNvContentPartPr/>
              <p14:nvPr/>
            </p14:nvContentPartPr>
            <p14:xfrm>
              <a:off x="7752924" y="3850922"/>
              <a:ext cx="381404" cy="7145"/>
            </p14:xfrm>
          </p:contentPart>
        </mc:Choice>
        <mc:Fallback xmlns="">
          <p:sp>
            <p:nvSpPr>
              <p:cNvPr id="1049708" name=""/>
              <p:cNvSpPr/>
              <p:nvPr/>
            </p:nvSpPr>
            <p:spPr>
              <a:xfrm>
                <a:off x="7752924" y="3850922"/>
                <a:ext cx="381404" cy="7145"/>
              </a:xfrm>
            </p:spPr>
          </p:sp>
        </mc:Fallback>
      </mc:AlternateContent>
      <mc:AlternateContent xmlns:mc="http://schemas.openxmlformats.org/markup-compatibility/2006" xmlns:p14="http://schemas.microsoft.com/office/powerpoint/2010/main">
        <mc:Choice Requires="p14">
          <p:contentPart p14:bwMode="auto" r:id="rId202">
            <p14:nvContentPartPr>
              <p14:cNvPr id="1049709" name="Encre 1049708"/>
              <p14:cNvContentPartPr/>
              <p14:nvPr/>
            </p14:nvContentPartPr>
            <p14:xfrm>
              <a:off x="7861837" y="3912895"/>
              <a:ext cx="3867" cy="184100"/>
            </p14:xfrm>
          </p:contentPart>
        </mc:Choice>
        <mc:Fallback xmlns="">
          <p:sp>
            <p:nvSpPr>
              <p:cNvPr id="1049709" name=""/>
              <p:cNvSpPr/>
              <p:nvPr/>
            </p:nvSpPr>
            <p:spPr>
              <a:xfrm>
                <a:off x="7861837" y="3912895"/>
                <a:ext cx="3867" cy="184100"/>
              </a:xfrm>
            </p:spPr>
          </p:sp>
        </mc:Fallback>
      </mc:AlternateContent>
      <mc:AlternateContent xmlns:mc="http://schemas.openxmlformats.org/markup-compatibility/2006" xmlns:p14="http://schemas.microsoft.com/office/powerpoint/2010/main">
        <mc:Choice Requires="p14">
          <p:contentPart p14:bwMode="auto" r:id="rId203">
            <p14:nvContentPartPr>
              <p14:cNvPr id="1049710" name="Encre 1049709"/>
              <p14:cNvContentPartPr/>
              <p14:nvPr/>
            </p14:nvContentPartPr>
            <p14:xfrm>
              <a:off x="7894149" y="3940570"/>
              <a:ext cx="130855" cy="179594"/>
            </p14:xfrm>
          </p:contentPart>
        </mc:Choice>
        <mc:Fallback xmlns="">
          <p:sp>
            <p:nvSpPr>
              <p:cNvPr id="1049710" name=""/>
              <p:cNvSpPr/>
              <p:nvPr/>
            </p:nvSpPr>
            <p:spPr>
              <a:xfrm>
                <a:off x="7894149" y="3940570"/>
                <a:ext cx="130855" cy="179594"/>
              </a:xfrm>
            </p:spPr>
          </p:sp>
        </mc:Fallback>
      </mc:AlternateContent>
      <mc:AlternateContent xmlns:mc="http://schemas.openxmlformats.org/markup-compatibility/2006" xmlns:p14="http://schemas.microsoft.com/office/powerpoint/2010/main">
        <mc:Choice Requires="p14">
          <p:contentPart p14:bwMode="auto" r:id="rId204">
            <p14:nvContentPartPr>
              <p14:cNvPr id="1049711" name="Encre 1049710"/>
              <p14:cNvContentPartPr/>
              <p14:nvPr/>
            </p14:nvContentPartPr>
            <p14:xfrm>
              <a:off x="7719795" y="4016498"/>
              <a:ext cx="67190" cy="68860"/>
            </p14:xfrm>
          </p:contentPart>
        </mc:Choice>
        <mc:Fallback xmlns="">
          <p:sp>
            <p:nvSpPr>
              <p:cNvPr id="1049711" name=""/>
              <p:cNvSpPr/>
              <p:nvPr/>
            </p:nvSpPr>
            <p:spPr>
              <a:xfrm>
                <a:off x="7719795" y="4016498"/>
                <a:ext cx="67190" cy="68860"/>
              </a:xfrm>
            </p:spPr>
          </p:sp>
        </mc:Fallback>
      </mc:AlternateContent>
      <mc:AlternateContent xmlns:mc="http://schemas.openxmlformats.org/markup-compatibility/2006" xmlns:p14="http://schemas.microsoft.com/office/powerpoint/2010/main">
        <mc:Choice Requires="p14">
          <p:contentPart p14:bwMode="auto" r:id="rId205">
            <p14:nvContentPartPr>
              <p14:cNvPr id="1049712" name="Encre 1049711"/>
              <p14:cNvContentPartPr/>
              <p14:nvPr/>
            </p14:nvContentPartPr>
            <p14:xfrm>
              <a:off x="7711714" y="4030217"/>
              <a:ext cx="81999" cy="107151"/>
            </p14:xfrm>
          </p:contentPart>
        </mc:Choice>
        <mc:Fallback xmlns="">
          <p:sp>
            <p:nvSpPr>
              <p:cNvPr id="1049712" name=""/>
              <p:cNvSpPr/>
              <p:nvPr/>
            </p:nvSpPr>
            <p:spPr>
              <a:xfrm>
                <a:off x="7711714" y="4030217"/>
                <a:ext cx="81999" cy="107151"/>
              </a:xfrm>
            </p:spPr>
          </p:sp>
        </mc:Fallback>
      </mc:AlternateContent>
      <mc:AlternateContent xmlns:mc="http://schemas.openxmlformats.org/markup-compatibility/2006" xmlns:p14="http://schemas.microsoft.com/office/powerpoint/2010/main">
        <mc:Choice Requires="p14">
          <p:contentPart p14:bwMode="auto" r:id="rId206">
            <p14:nvContentPartPr>
              <p14:cNvPr id="1049713" name="Encre 1049712"/>
              <p14:cNvContentPartPr/>
              <p14:nvPr/>
            </p14:nvContentPartPr>
            <p14:xfrm>
              <a:off x="6826950" y="4934972"/>
              <a:ext cx="257782" cy="11592"/>
            </p14:xfrm>
          </p:contentPart>
        </mc:Choice>
        <mc:Fallback xmlns="">
          <p:sp>
            <p:nvSpPr>
              <p:cNvPr id="1049713" name=""/>
              <p:cNvSpPr/>
              <p:nvPr/>
            </p:nvSpPr>
            <p:spPr>
              <a:xfrm>
                <a:off x="6826950" y="4934972"/>
                <a:ext cx="257782" cy="11592"/>
              </a:xfrm>
            </p:spPr>
          </p:sp>
        </mc:Fallback>
      </mc:AlternateContent>
      <mc:AlternateContent xmlns:mc="http://schemas.openxmlformats.org/markup-compatibility/2006" xmlns:p14="http://schemas.microsoft.com/office/powerpoint/2010/main">
        <mc:Choice Requires="p14">
          <p:contentPart p14:bwMode="auto" r:id="rId207">
            <p14:nvContentPartPr>
              <p14:cNvPr id="1049714" name="Encre 1049713"/>
              <p14:cNvContentPartPr/>
              <p14:nvPr/>
            </p14:nvContentPartPr>
            <p14:xfrm>
              <a:off x="5858404" y="4677093"/>
              <a:ext cx="161909" cy="278540"/>
            </p14:xfrm>
          </p:contentPart>
        </mc:Choice>
        <mc:Fallback xmlns="">
          <p:sp>
            <p:nvSpPr>
              <p:cNvPr id="1049714" name=""/>
              <p:cNvSpPr/>
              <p:nvPr/>
            </p:nvSpPr>
            <p:spPr>
              <a:xfrm>
                <a:off x="5858404" y="4677093"/>
                <a:ext cx="161909" cy="278540"/>
              </a:xfrm>
            </p:spPr>
          </p:sp>
        </mc:Fallback>
      </mc:AlternateContent>
      <mc:AlternateContent xmlns:mc="http://schemas.openxmlformats.org/markup-compatibility/2006" xmlns:p14="http://schemas.microsoft.com/office/powerpoint/2010/main">
        <mc:Choice Requires="p14">
          <p:contentPart p14:bwMode="auto" r:id="rId208">
            <p14:nvContentPartPr>
              <p14:cNvPr id="1049715" name="Encre 1049714"/>
              <p14:cNvContentPartPr/>
              <p14:nvPr/>
            </p14:nvContentPartPr>
            <p14:xfrm>
              <a:off x="5906330" y="4960443"/>
              <a:ext cx="94334" cy="128363"/>
            </p14:xfrm>
          </p:contentPart>
        </mc:Choice>
        <mc:Fallback xmlns="">
          <p:sp>
            <p:nvSpPr>
              <p:cNvPr id="1049715" name=""/>
              <p:cNvSpPr/>
              <p:nvPr/>
            </p:nvSpPr>
            <p:spPr>
              <a:xfrm>
                <a:off x="5906330" y="4960443"/>
                <a:ext cx="94334" cy="128363"/>
              </a:xfrm>
            </p:spPr>
          </p:sp>
        </mc:Fallback>
      </mc:AlternateContent>
      <mc:AlternateContent xmlns:mc="http://schemas.openxmlformats.org/markup-compatibility/2006" xmlns:p14="http://schemas.microsoft.com/office/powerpoint/2010/main">
        <mc:Choice Requires="p14">
          <p:contentPart p14:bwMode="auto" r:id="rId209">
            <p14:nvContentPartPr>
              <p14:cNvPr id="1049716" name="Encre 1049715"/>
              <p14:cNvContentPartPr/>
              <p14:nvPr/>
            </p14:nvContentPartPr>
            <p14:xfrm>
              <a:off x="6055743" y="4879623"/>
              <a:ext cx="117086" cy="3821"/>
            </p14:xfrm>
          </p:contentPart>
        </mc:Choice>
        <mc:Fallback xmlns="">
          <p:sp>
            <p:nvSpPr>
              <p:cNvPr id="1049716" name=""/>
              <p:cNvSpPr/>
              <p:nvPr/>
            </p:nvSpPr>
            <p:spPr>
              <a:xfrm>
                <a:off x="6055743" y="4879623"/>
                <a:ext cx="117086" cy="3821"/>
              </a:xfrm>
            </p:spPr>
          </p:sp>
        </mc:Fallback>
      </mc:AlternateContent>
      <mc:AlternateContent xmlns:mc="http://schemas.openxmlformats.org/markup-compatibility/2006" xmlns:p14="http://schemas.microsoft.com/office/powerpoint/2010/main">
        <mc:Choice Requires="p14">
          <p:contentPart p14:bwMode="auto" r:id="rId210">
            <p14:nvContentPartPr>
              <p14:cNvPr id="1049717" name="Encre 1049716"/>
              <p14:cNvContentPartPr/>
              <p14:nvPr/>
            </p14:nvContentPartPr>
            <p14:xfrm>
              <a:off x="6055743" y="4948205"/>
              <a:ext cx="113728" cy="14442"/>
            </p14:xfrm>
          </p:contentPart>
        </mc:Choice>
        <mc:Fallback xmlns="">
          <p:sp>
            <p:nvSpPr>
              <p:cNvPr id="1049717" name=""/>
              <p:cNvSpPr/>
              <p:nvPr/>
            </p:nvSpPr>
            <p:spPr>
              <a:xfrm>
                <a:off x="6055743" y="4948205"/>
                <a:ext cx="113728" cy="14442"/>
              </a:xfrm>
            </p:spPr>
          </p:sp>
        </mc:Fallback>
      </mc:AlternateContent>
      <mc:AlternateContent xmlns:mc="http://schemas.openxmlformats.org/markup-compatibility/2006" xmlns:p14="http://schemas.microsoft.com/office/powerpoint/2010/main">
        <mc:Choice Requires="p14">
          <p:contentPart p14:bwMode="auto" r:id="rId211">
            <p14:nvContentPartPr>
              <p14:cNvPr id="1049718" name="Encre 1049717"/>
              <p14:cNvContentPartPr/>
              <p14:nvPr/>
            </p14:nvContentPartPr>
            <p14:xfrm>
              <a:off x="6239506" y="4893578"/>
              <a:ext cx="81999" cy="6860"/>
            </p14:xfrm>
          </p:contentPart>
        </mc:Choice>
        <mc:Fallback xmlns="">
          <p:sp>
            <p:nvSpPr>
              <p:cNvPr id="1049718" name=""/>
              <p:cNvSpPr/>
              <p:nvPr/>
            </p:nvSpPr>
            <p:spPr>
              <a:xfrm>
                <a:off x="6239506" y="4893578"/>
                <a:ext cx="81999" cy="6860"/>
              </a:xfrm>
            </p:spPr>
          </p:sp>
        </mc:Fallback>
      </mc:AlternateContent>
      <mc:AlternateContent xmlns:mc="http://schemas.openxmlformats.org/markup-compatibility/2006" xmlns:p14="http://schemas.microsoft.com/office/powerpoint/2010/main">
        <mc:Choice Requires="p14">
          <p:contentPart p14:bwMode="auto" r:id="rId212">
            <p14:nvContentPartPr>
              <p14:cNvPr id="1049719" name="Encre 1049718"/>
              <p14:cNvContentPartPr/>
              <p14:nvPr/>
            </p14:nvContentPartPr>
            <p14:xfrm>
              <a:off x="6407676" y="4665642"/>
              <a:ext cx="128132" cy="204231"/>
            </p14:xfrm>
          </p:contentPart>
        </mc:Choice>
        <mc:Fallback xmlns="">
          <p:sp>
            <p:nvSpPr>
              <p:cNvPr id="1049719" name=""/>
              <p:cNvSpPr/>
              <p:nvPr/>
            </p:nvSpPr>
            <p:spPr>
              <a:xfrm>
                <a:off x="6407676" y="4665642"/>
                <a:ext cx="128132" cy="204231"/>
              </a:xfrm>
            </p:spPr>
          </p:sp>
        </mc:Fallback>
      </mc:AlternateContent>
      <mc:AlternateContent xmlns:mc="http://schemas.openxmlformats.org/markup-compatibility/2006" xmlns:p14="http://schemas.microsoft.com/office/powerpoint/2010/main">
        <mc:Choice Requires="p14">
          <p:contentPart p14:bwMode="auto" r:id="rId213">
            <p14:nvContentPartPr>
              <p14:cNvPr id="1049720" name="Encre 1049719"/>
              <p14:cNvContentPartPr/>
              <p14:nvPr/>
            </p14:nvContentPartPr>
            <p14:xfrm>
              <a:off x="6438828" y="4772235"/>
              <a:ext cx="91731" cy="142217"/>
            </p14:xfrm>
          </p:contentPart>
        </mc:Choice>
        <mc:Fallback xmlns="">
          <p:sp>
            <p:nvSpPr>
              <p:cNvPr id="1049720" name=""/>
              <p:cNvSpPr/>
              <p:nvPr/>
            </p:nvSpPr>
            <p:spPr>
              <a:xfrm>
                <a:off x="6438828" y="4772235"/>
                <a:ext cx="91731" cy="142217"/>
              </a:xfrm>
            </p:spPr>
          </p:sp>
        </mc:Fallback>
      </mc:AlternateContent>
      <mc:AlternateContent xmlns:mc="http://schemas.openxmlformats.org/markup-compatibility/2006" xmlns:p14="http://schemas.microsoft.com/office/powerpoint/2010/main">
        <mc:Choice Requires="p14">
          <p:contentPart p14:bwMode="auto" r:id="rId214">
            <p14:nvContentPartPr>
              <p14:cNvPr id="1049721" name="Encre 1049720"/>
              <p14:cNvContentPartPr/>
              <p14:nvPr/>
            </p14:nvContentPartPr>
            <p14:xfrm>
              <a:off x="6532602" y="4557745"/>
              <a:ext cx="192924" cy="204704"/>
            </p14:xfrm>
          </p:contentPart>
        </mc:Choice>
        <mc:Fallback xmlns="">
          <p:sp>
            <p:nvSpPr>
              <p:cNvPr id="1049721" name=""/>
              <p:cNvSpPr/>
              <p:nvPr/>
            </p:nvSpPr>
            <p:spPr>
              <a:xfrm>
                <a:off x="6532602" y="4557745"/>
                <a:ext cx="192924" cy="204704"/>
              </a:xfrm>
            </p:spPr>
          </p:sp>
        </mc:Fallback>
      </mc:AlternateContent>
      <mc:AlternateContent xmlns:mc="http://schemas.openxmlformats.org/markup-compatibility/2006" xmlns:p14="http://schemas.microsoft.com/office/powerpoint/2010/main">
        <mc:Choice Requires="p14">
          <p:contentPart p14:bwMode="auto" r:id="rId215">
            <p14:nvContentPartPr>
              <p14:cNvPr id="1049722" name="Encre 1049721"/>
              <p14:cNvContentPartPr/>
              <p14:nvPr/>
            </p14:nvContentPartPr>
            <p14:xfrm>
              <a:off x="6290808" y="5007007"/>
              <a:ext cx="398643" cy="17377"/>
            </p14:xfrm>
          </p:contentPart>
        </mc:Choice>
        <mc:Fallback xmlns="">
          <p:sp>
            <p:nvSpPr>
              <p:cNvPr id="1049722" name=""/>
              <p:cNvSpPr/>
              <p:nvPr/>
            </p:nvSpPr>
            <p:spPr>
              <a:xfrm>
                <a:off x="6290808" y="5007007"/>
                <a:ext cx="398643" cy="17377"/>
              </a:xfrm>
            </p:spPr>
          </p:sp>
        </mc:Fallback>
      </mc:AlternateContent>
      <mc:AlternateContent xmlns:mc="http://schemas.openxmlformats.org/markup-compatibility/2006" xmlns:p14="http://schemas.microsoft.com/office/powerpoint/2010/main">
        <mc:Choice Requires="p14">
          <p:contentPart p14:bwMode="auto" r:id="rId216">
            <p14:nvContentPartPr>
              <p14:cNvPr id="1049723" name="Encre 1049722"/>
              <p14:cNvContentPartPr/>
              <p14:nvPr/>
            </p14:nvContentPartPr>
            <p14:xfrm>
              <a:off x="6256314" y="5100747"/>
              <a:ext cx="285740" cy="173794"/>
            </p14:xfrm>
          </p:contentPart>
        </mc:Choice>
        <mc:Fallback xmlns="">
          <p:sp>
            <p:nvSpPr>
              <p:cNvPr id="1049723" name=""/>
              <p:cNvSpPr/>
              <p:nvPr/>
            </p:nvSpPr>
            <p:spPr>
              <a:xfrm>
                <a:off x="6256314" y="5100747"/>
                <a:ext cx="285740" cy="173794"/>
              </a:xfrm>
            </p:spPr>
          </p:sp>
        </mc:Fallback>
      </mc:AlternateContent>
      <mc:AlternateContent xmlns:mc="http://schemas.openxmlformats.org/markup-compatibility/2006" xmlns:p14="http://schemas.microsoft.com/office/powerpoint/2010/main">
        <mc:Choice Requires="p14">
          <p:contentPart p14:bwMode="auto" r:id="rId217">
            <p14:nvContentPartPr>
              <p14:cNvPr id="1049724" name="Encre 1049723"/>
              <p14:cNvContentPartPr/>
              <p14:nvPr/>
            </p14:nvContentPartPr>
            <p14:xfrm>
              <a:off x="6576362" y="5175002"/>
              <a:ext cx="121225" cy="154891"/>
            </p14:xfrm>
          </p:contentPart>
        </mc:Choice>
        <mc:Fallback xmlns="">
          <p:sp>
            <p:nvSpPr>
              <p:cNvPr id="1049724" name=""/>
              <p:cNvSpPr/>
              <p:nvPr/>
            </p:nvSpPr>
            <p:spPr>
              <a:xfrm>
                <a:off x="6576362" y="5175002"/>
                <a:ext cx="121225" cy="154891"/>
              </a:xfrm>
            </p:spPr>
          </p:sp>
        </mc:Fallback>
      </mc:AlternateContent>
      <mc:AlternateContent xmlns:mc="http://schemas.openxmlformats.org/markup-compatibility/2006" xmlns:p14="http://schemas.microsoft.com/office/powerpoint/2010/main">
        <mc:Choice Requires="p14">
          <p:contentPart p14:bwMode="auto" r:id="rId218">
            <p14:nvContentPartPr>
              <p14:cNvPr id="1049725" name="Encre 1049724"/>
              <p14:cNvContentPartPr/>
              <p14:nvPr/>
            </p14:nvContentPartPr>
            <p14:xfrm>
              <a:off x="6730242" y="5118679"/>
              <a:ext cx="109545" cy="143128"/>
            </p14:xfrm>
          </p:contentPart>
        </mc:Choice>
        <mc:Fallback xmlns="">
          <p:sp>
            <p:nvSpPr>
              <p:cNvPr id="1049725" name=""/>
              <p:cNvSpPr/>
              <p:nvPr/>
            </p:nvSpPr>
            <p:spPr>
              <a:xfrm>
                <a:off x="6730242" y="5118679"/>
                <a:ext cx="109545" cy="143128"/>
              </a:xfrm>
            </p:spPr>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049726" name="Encre 1049725"/>
              <p14:cNvContentPartPr/>
              <p14:nvPr/>
            </p14:nvContentPartPr>
            <p14:xfrm>
              <a:off x="623944" y="330065"/>
              <a:ext cx="21580" cy="314940"/>
            </p14:xfrm>
          </p:contentPart>
        </mc:Choice>
        <mc:Fallback xmlns="">
          <p:sp>
            <p:nvSpPr>
              <p:cNvPr id="1049726" name=""/>
              <p:cNvSpPr/>
              <p:nvPr/>
            </p:nvSpPr>
            <p:spPr>
              <a:xfrm>
                <a:off x="623944" y="330065"/>
                <a:ext cx="21580" cy="314940"/>
              </a:xfrm>
            </p:spPr>
          </p:sp>
        </mc:Fallback>
      </mc:AlternateContent>
      <mc:AlternateContent xmlns:mc="http://schemas.openxmlformats.org/markup-compatibility/2006" xmlns:p14="http://schemas.microsoft.com/office/powerpoint/2010/main">
        <mc:Choice Requires="p14">
          <p:contentPart p14:bwMode="auto" r:id="rId3">
            <p14:nvContentPartPr>
              <p14:cNvPr id="1049727" name="Encre 1049726"/>
              <p14:cNvContentPartPr/>
              <p14:nvPr/>
            </p14:nvContentPartPr>
            <p14:xfrm>
              <a:off x="649450" y="405993"/>
              <a:ext cx="100105" cy="225326"/>
            </p14:xfrm>
          </p:contentPart>
        </mc:Choice>
        <mc:Fallback xmlns="">
          <p:sp>
            <p:nvSpPr>
              <p:cNvPr id="1049727" name=""/>
              <p:cNvSpPr/>
              <p:nvPr/>
            </p:nvSpPr>
            <p:spPr>
              <a:xfrm>
                <a:off x="649450" y="405993"/>
                <a:ext cx="100105" cy="225326"/>
              </a:xfrm>
            </p:spPr>
          </p:sp>
        </mc:Fallback>
      </mc:AlternateContent>
      <mc:AlternateContent xmlns:mc="http://schemas.openxmlformats.org/markup-compatibility/2006" xmlns:p14="http://schemas.microsoft.com/office/powerpoint/2010/main">
        <mc:Choice Requires="p14">
          <p:contentPart p14:bwMode="auto" r:id="rId4">
            <p14:nvContentPartPr>
              <p14:cNvPr id="1049728" name="Encre 1049727"/>
              <p14:cNvContentPartPr/>
              <p14:nvPr/>
            </p14:nvContentPartPr>
            <p14:xfrm>
              <a:off x="608196" y="309249"/>
              <a:ext cx="22117" cy="307530"/>
            </p14:xfrm>
          </p:contentPart>
        </mc:Choice>
        <mc:Fallback xmlns="">
          <p:sp>
            <p:nvSpPr>
              <p:cNvPr id="1049728" name=""/>
              <p:cNvSpPr/>
              <p:nvPr/>
            </p:nvSpPr>
            <p:spPr>
              <a:xfrm>
                <a:off x="608196" y="309249"/>
                <a:ext cx="22117" cy="307530"/>
              </a:xfrm>
            </p:spPr>
          </p:sp>
        </mc:Fallback>
      </mc:AlternateContent>
      <mc:AlternateContent xmlns:mc="http://schemas.openxmlformats.org/markup-compatibility/2006" xmlns:p14="http://schemas.microsoft.com/office/powerpoint/2010/main">
        <mc:Choice Requires="p14">
          <p:contentPart p14:bwMode="auto" r:id="rId5">
            <p14:nvContentPartPr>
              <p14:cNvPr id="1049729" name="Encre 1049728"/>
              <p14:cNvContentPartPr/>
              <p14:nvPr/>
            </p14:nvContentPartPr>
            <p14:xfrm>
              <a:off x="649560" y="357740"/>
              <a:ext cx="140003" cy="274270"/>
            </p14:xfrm>
          </p:contentPart>
        </mc:Choice>
        <mc:Fallback xmlns="">
          <p:sp>
            <p:nvSpPr>
              <p:cNvPr id="1049729" name=""/>
              <p:cNvSpPr/>
              <p:nvPr/>
            </p:nvSpPr>
            <p:spPr>
              <a:xfrm>
                <a:off x="649560" y="357740"/>
                <a:ext cx="140003" cy="274270"/>
              </a:xfrm>
            </p:spPr>
          </p:sp>
        </mc:Fallback>
      </mc:AlternateContent>
      <mc:AlternateContent xmlns:mc="http://schemas.openxmlformats.org/markup-compatibility/2006" xmlns:p14="http://schemas.microsoft.com/office/powerpoint/2010/main">
        <mc:Choice Requires="p14">
          <p:contentPart p14:bwMode="auto" r:id="rId6">
            <p14:nvContentPartPr>
              <p14:cNvPr id="1049730" name="Encre 1049729"/>
              <p14:cNvContentPartPr/>
              <p14:nvPr/>
            </p14:nvContentPartPr>
            <p14:xfrm>
              <a:off x="844472" y="412853"/>
              <a:ext cx="173258" cy="248362"/>
            </p14:xfrm>
          </p:contentPart>
        </mc:Choice>
        <mc:Fallback xmlns="">
          <p:sp>
            <p:nvSpPr>
              <p:cNvPr id="1049730" name=""/>
              <p:cNvSpPr/>
              <p:nvPr/>
            </p:nvSpPr>
            <p:spPr>
              <a:xfrm>
                <a:off x="844472" y="412853"/>
                <a:ext cx="173258" cy="248362"/>
              </a:xfrm>
            </p:spPr>
          </p:sp>
        </mc:Fallback>
      </mc:AlternateContent>
      <mc:AlternateContent xmlns:mc="http://schemas.openxmlformats.org/markup-compatibility/2006" xmlns:p14="http://schemas.microsoft.com/office/powerpoint/2010/main">
        <mc:Choice Requires="p14">
          <p:contentPart p14:bwMode="auto" r:id="rId7">
            <p14:nvContentPartPr>
              <p14:cNvPr id="1049731" name="Encre 1049730"/>
              <p14:cNvContentPartPr/>
              <p14:nvPr/>
            </p14:nvContentPartPr>
            <p14:xfrm>
              <a:off x="1076541" y="437885"/>
              <a:ext cx="199344" cy="145180"/>
            </p14:xfrm>
          </p:contentPart>
        </mc:Choice>
        <mc:Fallback xmlns="">
          <p:sp>
            <p:nvSpPr>
              <p:cNvPr id="1049731" name=""/>
              <p:cNvSpPr/>
              <p:nvPr/>
            </p:nvSpPr>
            <p:spPr>
              <a:xfrm>
                <a:off x="1076541" y="437885"/>
                <a:ext cx="199344" cy="145180"/>
              </a:xfrm>
            </p:spPr>
          </p:sp>
        </mc:Fallback>
      </mc:AlternateContent>
      <mc:AlternateContent xmlns:mc="http://schemas.openxmlformats.org/markup-compatibility/2006" xmlns:p14="http://schemas.microsoft.com/office/powerpoint/2010/main">
        <mc:Choice Requires="p14">
          <p:contentPart p14:bwMode="auto" r:id="rId8">
            <p14:nvContentPartPr>
              <p14:cNvPr id="1049732" name="Encre 1049731"/>
              <p14:cNvContentPartPr/>
              <p14:nvPr/>
            </p14:nvContentPartPr>
            <p14:xfrm>
              <a:off x="1787922" y="392511"/>
              <a:ext cx="171625" cy="163477"/>
            </p14:xfrm>
          </p:contentPart>
        </mc:Choice>
        <mc:Fallback xmlns="">
          <p:sp>
            <p:nvSpPr>
              <p:cNvPr id="1049732" name=""/>
              <p:cNvSpPr/>
              <p:nvPr/>
            </p:nvSpPr>
            <p:spPr>
              <a:xfrm>
                <a:off x="1787922" y="392511"/>
                <a:ext cx="171625" cy="163477"/>
              </a:xfrm>
            </p:spPr>
          </p:sp>
        </mc:Fallback>
      </mc:AlternateContent>
      <mc:AlternateContent xmlns:mc="http://schemas.openxmlformats.org/markup-compatibility/2006" xmlns:p14="http://schemas.microsoft.com/office/powerpoint/2010/main">
        <mc:Choice Requires="p14">
          <p:contentPart p14:bwMode="auto" r:id="rId9">
            <p14:nvContentPartPr>
              <p14:cNvPr id="1049733" name="Encre 1049732"/>
              <p14:cNvContentPartPr/>
              <p14:nvPr/>
            </p14:nvContentPartPr>
            <p14:xfrm>
              <a:off x="1914000" y="219602"/>
              <a:ext cx="79608" cy="360201"/>
            </p14:xfrm>
          </p:contentPart>
        </mc:Choice>
        <mc:Fallback xmlns="">
          <p:sp>
            <p:nvSpPr>
              <p:cNvPr id="1049733" name=""/>
              <p:cNvSpPr/>
              <p:nvPr/>
            </p:nvSpPr>
            <p:spPr>
              <a:xfrm>
                <a:off x="1914000" y="219602"/>
                <a:ext cx="79608" cy="360201"/>
              </a:xfrm>
            </p:spPr>
          </p:sp>
        </mc:Fallback>
      </mc:AlternateContent>
      <mc:AlternateContent xmlns:mc="http://schemas.openxmlformats.org/markup-compatibility/2006" xmlns:p14="http://schemas.microsoft.com/office/powerpoint/2010/main">
        <mc:Choice Requires="p14">
          <p:contentPart p14:bwMode="auto" r:id="rId10">
            <p14:nvContentPartPr>
              <p14:cNvPr id="1049734" name="Encre 1049733"/>
              <p14:cNvContentPartPr/>
              <p14:nvPr/>
            </p14:nvContentPartPr>
            <p14:xfrm>
              <a:off x="2092793" y="212979"/>
              <a:ext cx="222646" cy="324157"/>
            </p14:xfrm>
          </p:contentPart>
        </mc:Choice>
        <mc:Fallback xmlns="">
          <p:sp>
            <p:nvSpPr>
              <p:cNvPr id="1049734" name=""/>
              <p:cNvSpPr/>
              <p:nvPr/>
            </p:nvSpPr>
            <p:spPr>
              <a:xfrm>
                <a:off x="2092793" y="212979"/>
                <a:ext cx="222646" cy="324157"/>
              </a:xfrm>
            </p:spPr>
          </p:sp>
        </mc:Fallback>
      </mc:AlternateContent>
      <mc:AlternateContent xmlns:mc="http://schemas.openxmlformats.org/markup-compatibility/2006" xmlns:p14="http://schemas.microsoft.com/office/powerpoint/2010/main">
        <mc:Choice Requires="p14">
          <p:contentPart p14:bwMode="auto" r:id="rId11">
            <p14:nvContentPartPr>
              <p14:cNvPr id="1049735" name="Encre 1049734"/>
              <p14:cNvContentPartPr/>
              <p14:nvPr/>
            </p14:nvContentPartPr>
            <p14:xfrm>
              <a:off x="2068460" y="342288"/>
              <a:ext cx="169974" cy="70564"/>
            </p14:xfrm>
          </p:contentPart>
        </mc:Choice>
        <mc:Fallback xmlns="">
          <p:sp>
            <p:nvSpPr>
              <p:cNvPr id="1049735" name=""/>
              <p:cNvSpPr/>
              <p:nvPr/>
            </p:nvSpPr>
            <p:spPr>
              <a:xfrm>
                <a:off x="2068460" y="342288"/>
                <a:ext cx="169974" cy="70564"/>
              </a:xfrm>
            </p:spPr>
          </p:sp>
        </mc:Fallback>
      </mc:AlternateContent>
      <mc:AlternateContent xmlns:mc="http://schemas.openxmlformats.org/markup-compatibility/2006" xmlns:p14="http://schemas.microsoft.com/office/powerpoint/2010/main">
        <mc:Choice Requires="p14">
          <p:contentPart p14:bwMode="auto" r:id="rId12">
            <p14:nvContentPartPr>
              <p14:cNvPr id="1049736" name="Encre 1049735"/>
              <p14:cNvContentPartPr/>
              <p14:nvPr/>
            </p14:nvContentPartPr>
            <p14:xfrm>
              <a:off x="2245284" y="462289"/>
              <a:ext cx="20815" cy="245304"/>
            </p14:xfrm>
          </p:contentPart>
        </mc:Choice>
        <mc:Fallback xmlns="">
          <p:sp>
            <p:nvSpPr>
              <p:cNvPr id="1049736" name=""/>
              <p:cNvSpPr/>
              <p:nvPr/>
            </p:nvSpPr>
            <p:spPr>
              <a:xfrm>
                <a:off x="2245284" y="462289"/>
                <a:ext cx="20815" cy="245304"/>
              </a:xfrm>
            </p:spPr>
          </p:sp>
        </mc:Fallback>
      </mc:AlternateContent>
      <mc:AlternateContent xmlns:mc="http://schemas.openxmlformats.org/markup-compatibility/2006" xmlns:p14="http://schemas.microsoft.com/office/powerpoint/2010/main">
        <mc:Choice Requires="p14">
          <p:contentPart p14:bwMode="auto" r:id="rId13">
            <p14:nvContentPartPr>
              <p14:cNvPr id="1049737" name="Encre 1049736"/>
              <p14:cNvContentPartPr/>
              <p14:nvPr/>
            </p14:nvContentPartPr>
            <p14:xfrm>
              <a:off x="2238767" y="414097"/>
              <a:ext cx="96390" cy="150612"/>
            </p14:xfrm>
          </p:contentPart>
        </mc:Choice>
        <mc:Fallback xmlns="">
          <p:sp>
            <p:nvSpPr>
              <p:cNvPr id="1049737" name=""/>
              <p:cNvSpPr/>
              <p:nvPr/>
            </p:nvSpPr>
            <p:spPr>
              <a:xfrm>
                <a:off x="2238767" y="414097"/>
                <a:ext cx="96390" cy="150612"/>
              </a:xfrm>
            </p:spPr>
          </p:sp>
        </mc:Fallback>
      </mc:AlternateContent>
      <mc:AlternateContent xmlns:mc="http://schemas.openxmlformats.org/markup-compatibility/2006" xmlns:p14="http://schemas.microsoft.com/office/powerpoint/2010/main">
        <mc:Choice Requires="p14">
          <p:contentPart p14:bwMode="auto" r:id="rId14">
            <p14:nvContentPartPr>
              <p14:cNvPr id="1049738" name="Encre 1049737"/>
              <p14:cNvContentPartPr/>
              <p14:nvPr/>
            </p14:nvContentPartPr>
            <p14:xfrm>
              <a:off x="2329411" y="460612"/>
              <a:ext cx="237618" cy="320739"/>
            </p14:xfrm>
          </p:contentPart>
        </mc:Choice>
        <mc:Fallback xmlns="">
          <p:sp>
            <p:nvSpPr>
              <p:cNvPr id="1049738" name=""/>
              <p:cNvSpPr/>
              <p:nvPr/>
            </p:nvSpPr>
            <p:spPr>
              <a:xfrm>
                <a:off x="2329411" y="460612"/>
                <a:ext cx="237618" cy="320739"/>
              </a:xfrm>
            </p:spPr>
          </p:sp>
        </mc:Fallback>
      </mc:AlternateContent>
      <mc:AlternateContent xmlns:mc="http://schemas.openxmlformats.org/markup-compatibility/2006" xmlns:p14="http://schemas.microsoft.com/office/powerpoint/2010/main">
        <mc:Choice Requires="p14">
          <p:contentPart p14:bwMode="auto" r:id="rId15">
            <p14:nvContentPartPr>
              <p14:cNvPr id="1049739" name="Encre 1049738"/>
              <p14:cNvContentPartPr/>
              <p14:nvPr/>
            </p14:nvContentPartPr>
            <p14:xfrm>
              <a:off x="2443555" y="509847"/>
              <a:ext cx="183300" cy="123931"/>
            </p14:xfrm>
          </p:contentPart>
        </mc:Choice>
        <mc:Fallback xmlns="">
          <p:sp>
            <p:nvSpPr>
              <p:cNvPr id="1049739" name=""/>
              <p:cNvSpPr/>
              <p:nvPr/>
            </p:nvSpPr>
            <p:spPr>
              <a:xfrm>
                <a:off x="2443555" y="509847"/>
                <a:ext cx="183300" cy="123931"/>
              </a:xfrm>
            </p:spPr>
          </p:sp>
        </mc:Fallback>
      </mc:AlternateContent>
      <mc:AlternateContent xmlns:mc="http://schemas.openxmlformats.org/markup-compatibility/2006" xmlns:p14="http://schemas.microsoft.com/office/powerpoint/2010/main">
        <mc:Choice Requires="p14">
          <p:contentPart p14:bwMode="auto" r:id="rId16">
            <p14:nvContentPartPr>
              <p14:cNvPr id="1049740" name="Encre 1049739"/>
              <p14:cNvContentPartPr/>
              <p14:nvPr/>
            </p14:nvContentPartPr>
            <p14:xfrm>
              <a:off x="2636049" y="240654"/>
              <a:ext cx="73268" cy="261868"/>
            </p14:xfrm>
          </p:contentPart>
        </mc:Choice>
        <mc:Fallback xmlns="">
          <p:sp>
            <p:nvSpPr>
              <p:cNvPr id="1049740" name=""/>
              <p:cNvSpPr/>
              <p:nvPr/>
            </p:nvSpPr>
            <p:spPr>
              <a:xfrm>
                <a:off x="2636049" y="240654"/>
                <a:ext cx="73268" cy="261868"/>
              </a:xfrm>
            </p:spPr>
          </p:sp>
        </mc:Fallback>
      </mc:AlternateContent>
      <mc:AlternateContent xmlns:mc="http://schemas.openxmlformats.org/markup-compatibility/2006" xmlns:p14="http://schemas.microsoft.com/office/powerpoint/2010/main">
        <mc:Choice Requires="p14">
          <p:contentPart p14:bwMode="auto" r:id="rId17">
            <p14:nvContentPartPr>
              <p14:cNvPr id="1049741" name="Encre 1049740"/>
              <p14:cNvContentPartPr/>
              <p14:nvPr/>
            </p14:nvContentPartPr>
            <p14:xfrm>
              <a:off x="2789460" y="323442"/>
              <a:ext cx="124226" cy="185258"/>
            </p14:xfrm>
          </p:contentPart>
        </mc:Choice>
        <mc:Fallback xmlns="">
          <p:sp>
            <p:nvSpPr>
              <p:cNvPr id="1049741" name=""/>
              <p:cNvSpPr/>
              <p:nvPr/>
            </p:nvSpPr>
            <p:spPr>
              <a:xfrm>
                <a:off x="2789460" y="323442"/>
                <a:ext cx="124226" cy="185258"/>
              </a:xfrm>
            </p:spPr>
          </p:sp>
        </mc:Fallback>
      </mc:AlternateContent>
      <mc:AlternateContent xmlns:mc="http://schemas.openxmlformats.org/markup-compatibility/2006" xmlns:p14="http://schemas.microsoft.com/office/powerpoint/2010/main">
        <mc:Choice Requires="p14">
          <p:contentPart p14:bwMode="auto" r:id="rId18">
            <p14:nvContentPartPr>
              <p14:cNvPr id="1049742" name="Encre 1049741"/>
              <p14:cNvContentPartPr/>
              <p14:nvPr/>
            </p14:nvContentPartPr>
            <p14:xfrm>
              <a:off x="2915973" y="240654"/>
              <a:ext cx="87609" cy="283875"/>
            </p14:xfrm>
          </p:contentPart>
        </mc:Choice>
        <mc:Fallback xmlns="">
          <p:sp>
            <p:nvSpPr>
              <p:cNvPr id="1049742" name=""/>
              <p:cNvSpPr/>
              <p:nvPr/>
            </p:nvSpPr>
            <p:spPr>
              <a:xfrm>
                <a:off x="2915973" y="240654"/>
                <a:ext cx="87609" cy="283875"/>
              </a:xfrm>
            </p:spPr>
          </p:sp>
        </mc:Fallback>
      </mc:AlternateContent>
      <mc:AlternateContent xmlns:mc="http://schemas.openxmlformats.org/markup-compatibility/2006" xmlns:p14="http://schemas.microsoft.com/office/powerpoint/2010/main">
        <mc:Choice Requires="p14">
          <p:contentPart p14:bwMode="auto" r:id="rId19">
            <p14:nvContentPartPr>
              <p14:cNvPr id="1049743" name="Encre 1049742"/>
              <p14:cNvContentPartPr/>
              <p14:nvPr/>
            </p14:nvContentPartPr>
            <p14:xfrm>
              <a:off x="1891425" y="765293"/>
              <a:ext cx="502519" cy="13934"/>
            </p14:xfrm>
          </p:contentPart>
        </mc:Choice>
        <mc:Fallback xmlns="">
          <p:sp>
            <p:nvSpPr>
              <p:cNvPr id="1049743" name=""/>
              <p:cNvSpPr/>
              <p:nvPr/>
            </p:nvSpPr>
            <p:spPr>
              <a:xfrm>
                <a:off x="1891425" y="765293"/>
                <a:ext cx="502519" cy="13934"/>
              </a:xfrm>
            </p:spPr>
          </p:sp>
        </mc:Fallback>
      </mc:AlternateContent>
      <mc:AlternateContent xmlns:mc="http://schemas.openxmlformats.org/markup-compatibility/2006" xmlns:p14="http://schemas.microsoft.com/office/powerpoint/2010/main">
        <mc:Choice Requires="p14">
          <p:contentPart p14:bwMode="auto" r:id="rId20">
            <p14:nvContentPartPr>
              <p14:cNvPr id="1049744" name="Encre 1049743"/>
              <p14:cNvContentPartPr/>
              <p14:nvPr/>
            </p14:nvContentPartPr>
            <p14:xfrm>
              <a:off x="1978422" y="897730"/>
              <a:ext cx="495298" cy="305556"/>
            </p14:xfrm>
          </p:contentPart>
        </mc:Choice>
        <mc:Fallback xmlns="">
          <p:sp>
            <p:nvSpPr>
              <p:cNvPr id="1049744" name=""/>
              <p:cNvSpPr/>
              <p:nvPr/>
            </p:nvSpPr>
            <p:spPr>
              <a:xfrm>
                <a:off x="1978422" y="897730"/>
                <a:ext cx="495298" cy="305556"/>
              </a:xfrm>
            </p:spPr>
          </p:sp>
        </mc:Fallback>
      </mc:AlternateContent>
      <mc:AlternateContent xmlns:mc="http://schemas.openxmlformats.org/markup-compatibility/2006" xmlns:p14="http://schemas.microsoft.com/office/powerpoint/2010/main">
        <mc:Choice Requires="p14">
          <p:contentPart p14:bwMode="auto" r:id="rId21">
            <p14:nvContentPartPr>
              <p14:cNvPr id="1049745" name="Encre 1049744"/>
              <p14:cNvContentPartPr/>
              <p14:nvPr/>
            </p14:nvContentPartPr>
            <p14:xfrm>
              <a:off x="2852292" y="691732"/>
              <a:ext cx="163578" cy="11115"/>
            </p14:xfrm>
          </p:contentPart>
        </mc:Choice>
        <mc:Fallback xmlns="">
          <p:sp>
            <p:nvSpPr>
              <p:cNvPr id="1049745" name=""/>
              <p:cNvSpPr/>
              <p:nvPr/>
            </p:nvSpPr>
            <p:spPr>
              <a:xfrm>
                <a:off x="2852292" y="691732"/>
                <a:ext cx="163578" cy="11115"/>
              </a:xfrm>
            </p:spPr>
          </p:sp>
        </mc:Fallback>
      </mc:AlternateContent>
      <mc:AlternateContent xmlns:mc="http://schemas.openxmlformats.org/markup-compatibility/2006" xmlns:p14="http://schemas.microsoft.com/office/powerpoint/2010/main">
        <mc:Choice Requires="p14">
          <p:contentPart p14:bwMode="auto" r:id="rId22">
            <p14:nvContentPartPr>
              <p14:cNvPr id="1049746" name="Encre 1049745"/>
              <p14:cNvContentPartPr/>
              <p14:nvPr/>
            </p14:nvContentPartPr>
            <p14:xfrm>
              <a:off x="2879625" y="785635"/>
              <a:ext cx="129517" cy="8723"/>
            </p14:xfrm>
          </p:contentPart>
        </mc:Choice>
        <mc:Fallback xmlns="">
          <p:sp>
            <p:nvSpPr>
              <p:cNvPr id="1049746" name=""/>
              <p:cNvSpPr/>
              <p:nvPr/>
            </p:nvSpPr>
            <p:spPr>
              <a:xfrm>
                <a:off x="2879625" y="785635"/>
                <a:ext cx="129517" cy="8723"/>
              </a:xfrm>
            </p:spPr>
          </p:sp>
        </mc:Fallback>
      </mc:AlternateContent>
      <mc:AlternateContent xmlns:mc="http://schemas.openxmlformats.org/markup-compatibility/2006" xmlns:p14="http://schemas.microsoft.com/office/powerpoint/2010/main">
        <mc:Choice Requires="p14">
          <p:contentPart p14:bwMode="auto" r:id="rId23">
            <p14:nvContentPartPr>
              <p14:cNvPr id="1049747" name="Encre 1049746"/>
              <p14:cNvContentPartPr/>
              <p14:nvPr/>
            </p14:nvContentPartPr>
            <p14:xfrm>
              <a:off x="3102248" y="645666"/>
              <a:ext cx="121370" cy="124329"/>
            </p14:xfrm>
          </p:contentPart>
        </mc:Choice>
        <mc:Fallback xmlns="">
          <p:sp>
            <p:nvSpPr>
              <p:cNvPr id="1049747" name=""/>
              <p:cNvSpPr/>
              <p:nvPr/>
            </p:nvSpPr>
            <p:spPr>
              <a:xfrm>
                <a:off x="3102248" y="645666"/>
                <a:ext cx="121370" cy="124329"/>
              </a:xfrm>
            </p:spPr>
          </p:sp>
        </mc:Fallback>
      </mc:AlternateContent>
      <mc:AlternateContent xmlns:mc="http://schemas.openxmlformats.org/markup-compatibility/2006" xmlns:p14="http://schemas.microsoft.com/office/powerpoint/2010/main">
        <mc:Choice Requires="p14">
          <p:contentPart p14:bwMode="auto" r:id="rId24">
            <p14:nvContentPartPr>
              <p14:cNvPr id="1049748" name="Encre 1049747"/>
              <p14:cNvContentPartPr/>
              <p14:nvPr/>
            </p14:nvContentPartPr>
            <p14:xfrm>
              <a:off x="3474227" y="600427"/>
              <a:ext cx="153664" cy="157205"/>
            </p14:xfrm>
          </p:contentPart>
        </mc:Choice>
        <mc:Fallback xmlns="">
          <p:sp>
            <p:nvSpPr>
              <p:cNvPr id="1049748" name=""/>
              <p:cNvSpPr/>
              <p:nvPr/>
            </p:nvSpPr>
            <p:spPr>
              <a:xfrm>
                <a:off x="3474227" y="600427"/>
                <a:ext cx="153664" cy="157205"/>
              </a:xfrm>
            </p:spPr>
          </p:sp>
        </mc:Fallback>
      </mc:AlternateContent>
      <mc:AlternateContent xmlns:mc="http://schemas.openxmlformats.org/markup-compatibility/2006" xmlns:p14="http://schemas.microsoft.com/office/powerpoint/2010/main">
        <mc:Choice Requires="p14">
          <p:contentPart p14:bwMode="auto" r:id="rId25">
            <p14:nvContentPartPr>
              <p14:cNvPr id="1049749" name="Encre 1049748"/>
              <p14:cNvContentPartPr/>
              <p14:nvPr/>
            </p14:nvContentPartPr>
            <p14:xfrm>
              <a:off x="3647730" y="412853"/>
              <a:ext cx="35911" cy="145752"/>
            </p14:xfrm>
          </p:contentPart>
        </mc:Choice>
        <mc:Fallback xmlns="">
          <p:sp>
            <p:nvSpPr>
              <p:cNvPr id="1049749" name=""/>
              <p:cNvSpPr/>
              <p:nvPr/>
            </p:nvSpPr>
            <p:spPr>
              <a:xfrm>
                <a:off x="3647730" y="412853"/>
                <a:ext cx="35911" cy="145752"/>
              </a:xfrm>
            </p:spPr>
          </p:sp>
        </mc:Fallback>
      </mc:AlternateContent>
      <mc:AlternateContent xmlns:mc="http://schemas.openxmlformats.org/markup-compatibility/2006" xmlns:p14="http://schemas.microsoft.com/office/powerpoint/2010/main">
        <mc:Choice Requires="p14">
          <p:contentPart p14:bwMode="auto" r:id="rId26">
            <p14:nvContentPartPr>
              <p14:cNvPr id="1049750" name="Encre 1049749"/>
              <p14:cNvContentPartPr/>
              <p14:nvPr/>
            </p14:nvContentPartPr>
            <p14:xfrm>
              <a:off x="3747565" y="557850"/>
              <a:ext cx="120345" cy="165868"/>
            </p14:xfrm>
          </p:contentPart>
        </mc:Choice>
        <mc:Fallback xmlns="">
          <p:sp>
            <p:nvSpPr>
              <p:cNvPr id="1049750" name=""/>
              <p:cNvSpPr/>
              <p:nvPr/>
            </p:nvSpPr>
            <p:spPr>
              <a:xfrm>
                <a:off x="3747565" y="557850"/>
                <a:ext cx="120345" cy="165868"/>
              </a:xfrm>
            </p:spPr>
          </p:sp>
        </mc:Fallback>
      </mc:AlternateContent>
      <mc:AlternateContent xmlns:mc="http://schemas.openxmlformats.org/markup-compatibility/2006" xmlns:p14="http://schemas.microsoft.com/office/powerpoint/2010/main">
        <mc:Choice Requires="p14">
          <p:contentPart p14:bwMode="auto" r:id="rId27">
            <p14:nvContentPartPr>
              <p14:cNvPr id="1049751" name="Encre 1049750"/>
              <p14:cNvContentPartPr/>
              <p14:nvPr/>
            </p14:nvContentPartPr>
            <p14:xfrm>
              <a:off x="4056334" y="522843"/>
              <a:ext cx="124808" cy="313550"/>
            </p14:xfrm>
          </p:contentPart>
        </mc:Choice>
        <mc:Fallback xmlns="">
          <p:sp>
            <p:nvSpPr>
              <p:cNvPr id="1049751" name=""/>
              <p:cNvSpPr/>
              <p:nvPr/>
            </p:nvSpPr>
            <p:spPr>
              <a:xfrm>
                <a:off x="4056334" y="522843"/>
                <a:ext cx="124808" cy="313550"/>
              </a:xfrm>
            </p:spPr>
          </p:sp>
        </mc:Fallback>
      </mc:AlternateContent>
      <mc:AlternateContent xmlns:mc="http://schemas.openxmlformats.org/markup-compatibility/2006" xmlns:p14="http://schemas.microsoft.com/office/powerpoint/2010/main">
        <mc:Choice Requires="p14">
          <p:contentPart p14:bwMode="auto" r:id="rId28">
            <p14:nvContentPartPr>
              <p14:cNvPr id="1049752" name="Encre 1049751"/>
              <p14:cNvContentPartPr/>
              <p14:nvPr/>
            </p14:nvContentPartPr>
            <p14:xfrm>
              <a:off x="4231968" y="516456"/>
              <a:ext cx="235861" cy="220925"/>
            </p14:xfrm>
          </p:contentPart>
        </mc:Choice>
        <mc:Fallback xmlns="">
          <p:sp>
            <p:nvSpPr>
              <p:cNvPr id="1049752" name=""/>
              <p:cNvSpPr/>
              <p:nvPr/>
            </p:nvSpPr>
            <p:spPr>
              <a:xfrm>
                <a:off x="4231968" y="516456"/>
                <a:ext cx="235861" cy="220925"/>
              </a:xfrm>
            </p:spPr>
          </p:sp>
        </mc:Fallback>
      </mc:AlternateContent>
      <mc:AlternateContent xmlns:mc="http://schemas.openxmlformats.org/markup-compatibility/2006" xmlns:p14="http://schemas.microsoft.com/office/powerpoint/2010/main">
        <mc:Choice Requires="p14">
          <p:contentPart p14:bwMode="auto" r:id="rId29">
            <p14:nvContentPartPr>
              <p14:cNvPr id="1049753" name="Encre 1049752"/>
              <p14:cNvContentPartPr/>
              <p14:nvPr/>
            </p14:nvContentPartPr>
            <p14:xfrm>
              <a:off x="4526214" y="295767"/>
              <a:ext cx="265913" cy="297143"/>
            </p14:xfrm>
          </p:contentPart>
        </mc:Choice>
        <mc:Fallback xmlns="">
          <p:sp>
            <p:nvSpPr>
              <p:cNvPr id="1049753" name=""/>
              <p:cNvSpPr/>
              <p:nvPr/>
            </p:nvSpPr>
            <p:spPr>
              <a:xfrm>
                <a:off x="4526214" y="295767"/>
                <a:ext cx="265913" cy="297143"/>
              </a:xfrm>
            </p:spPr>
          </p:sp>
        </mc:Fallback>
      </mc:AlternateContent>
      <mc:AlternateContent xmlns:mc="http://schemas.openxmlformats.org/markup-compatibility/2006" xmlns:p14="http://schemas.microsoft.com/office/powerpoint/2010/main">
        <mc:Choice Requires="p14">
          <p:contentPart p14:bwMode="auto" r:id="rId30">
            <p14:nvContentPartPr>
              <p14:cNvPr id="1049754" name="Encre 1049753"/>
              <p14:cNvContentPartPr/>
              <p14:nvPr/>
            </p14:nvContentPartPr>
            <p14:xfrm>
              <a:off x="3604227" y="848512"/>
              <a:ext cx="604211" cy="390288"/>
            </p14:xfrm>
          </p:contentPart>
        </mc:Choice>
        <mc:Fallback xmlns="">
          <p:sp>
            <p:nvSpPr>
              <p:cNvPr id="1049754" name=""/>
              <p:cNvSpPr/>
              <p:nvPr/>
            </p:nvSpPr>
            <p:spPr>
              <a:xfrm>
                <a:off x="3604227" y="848512"/>
                <a:ext cx="604211" cy="390288"/>
              </a:xfrm>
            </p:spPr>
          </p:sp>
        </mc:Fallback>
      </mc:AlternateContent>
      <mc:AlternateContent xmlns:mc="http://schemas.openxmlformats.org/markup-compatibility/2006" xmlns:p14="http://schemas.microsoft.com/office/powerpoint/2010/main">
        <mc:Choice Requires="p14">
          <p:contentPart p14:bwMode="auto" r:id="rId31">
            <p14:nvContentPartPr>
              <p14:cNvPr id="1049755" name="Encre 1049754"/>
              <p14:cNvContentPartPr/>
              <p14:nvPr/>
            </p14:nvContentPartPr>
            <p14:xfrm>
              <a:off x="4209532" y="871262"/>
              <a:ext cx="19102" cy="260801"/>
            </p14:xfrm>
          </p:contentPart>
        </mc:Choice>
        <mc:Fallback xmlns="">
          <p:sp>
            <p:nvSpPr>
              <p:cNvPr id="1049755" name=""/>
              <p:cNvSpPr/>
              <p:nvPr/>
            </p:nvSpPr>
            <p:spPr>
              <a:xfrm>
                <a:off x="4209532" y="871262"/>
                <a:ext cx="19102" cy="260801"/>
              </a:xfrm>
            </p:spPr>
          </p:sp>
        </mc:Fallback>
      </mc:AlternateContent>
      <mc:AlternateContent xmlns:mc="http://schemas.openxmlformats.org/markup-compatibility/2006" xmlns:p14="http://schemas.microsoft.com/office/powerpoint/2010/main">
        <mc:Choice Requires="p14">
          <p:contentPart p14:bwMode="auto" r:id="rId32">
            <p14:nvContentPartPr>
              <p14:cNvPr id="1049756" name="Encre 1049755"/>
              <p14:cNvContentPartPr/>
              <p14:nvPr/>
            </p14:nvContentPartPr>
            <p14:xfrm>
              <a:off x="4208439" y="972653"/>
              <a:ext cx="113487" cy="145859"/>
            </p14:xfrm>
          </p:contentPart>
        </mc:Choice>
        <mc:Fallback xmlns="">
          <p:sp>
            <p:nvSpPr>
              <p:cNvPr id="1049756" name=""/>
              <p:cNvSpPr/>
              <p:nvPr/>
            </p:nvSpPr>
            <p:spPr>
              <a:xfrm>
                <a:off x="4208439" y="972653"/>
                <a:ext cx="113487" cy="145859"/>
              </a:xfrm>
            </p:spPr>
          </p:sp>
        </mc:Fallback>
      </mc:AlternateContent>
      <mc:AlternateContent xmlns:mc="http://schemas.openxmlformats.org/markup-compatibility/2006" xmlns:p14="http://schemas.microsoft.com/office/powerpoint/2010/main">
        <mc:Choice Requires="p14">
          <p:contentPart p14:bwMode="auto" r:id="rId33">
            <p14:nvContentPartPr>
              <p14:cNvPr id="1049757" name="Encre 1049756"/>
              <p14:cNvContentPartPr/>
              <p14:nvPr/>
            </p14:nvContentPartPr>
            <p14:xfrm>
              <a:off x="4399411" y="913359"/>
              <a:ext cx="225340" cy="215638"/>
            </p14:xfrm>
          </p:contentPart>
        </mc:Choice>
        <mc:Fallback xmlns="">
          <p:sp>
            <p:nvSpPr>
              <p:cNvPr id="1049757" name=""/>
              <p:cNvSpPr/>
              <p:nvPr/>
            </p:nvSpPr>
            <p:spPr>
              <a:xfrm>
                <a:off x="4399411" y="913359"/>
                <a:ext cx="225340" cy="215638"/>
              </a:xfrm>
            </p:spPr>
          </p:sp>
        </mc:Fallback>
      </mc:AlternateContent>
      <mc:AlternateContent xmlns:mc="http://schemas.openxmlformats.org/markup-compatibility/2006" xmlns:p14="http://schemas.microsoft.com/office/powerpoint/2010/main">
        <mc:Choice Requires="p14">
          <p:contentPart p14:bwMode="auto" r:id="rId34">
            <p14:nvContentPartPr>
              <p14:cNvPr id="1049758" name="Encre 1049757"/>
              <p14:cNvContentPartPr/>
              <p14:nvPr/>
            </p14:nvContentPartPr>
            <p14:xfrm>
              <a:off x="4322801" y="868424"/>
              <a:ext cx="8427" cy="147077"/>
            </p14:xfrm>
          </p:contentPart>
        </mc:Choice>
        <mc:Fallback xmlns="">
          <p:sp>
            <p:nvSpPr>
              <p:cNvPr id="1049758" name=""/>
              <p:cNvSpPr/>
              <p:nvPr/>
            </p:nvSpPr>
            <p:spPr>
              <a:xfrm>
                <a:off x="4322801" y="868424"/>
                <a:ext cx="8427" cy="147077"/>
              </a:xfrm>
            </p:spPr>
          </p:sp>
        </mc:Fallback>
      </mc:AlternateContent>
      <mc:AlternateContent xmlns:mc="http://schemas.openxmlformats.org/markup-compatibility/2006" xmlns:p14="http://schemas.microsoft.com/office/powerpoint/2010/main">
        <mc:Choice Requires="p14">
          <p:contentPart p14:bwMode="auto" r:id="rId35">
            <p14:nvContentPartPr>
              <p14:cNvPr id="1049759" name="Encre 1049758"/>
              <p14:cNvContentPartPr/>
              <p14:nvPr/>
            </p14:nvContentPartPr>
            <p14:xfrm>
              <a:off x="720684" y="1400396"/>
              <a:ext cx="399590" cy="640949"/>
            </p14:xfrm>
          </p:contentPart>
        </mc:Choice>
        <mc:Fallback xmlns="">
          <p:sp>
            <p:nvSpPr>
              <p:cNvPr id="1049759" name=""/>
              <p:cNvSpPr/>
              <p:nvPr/>
            </p:nvSpPr>
            <p:spPr>
              <a:xfrm>
                <a:off x="720684" y="1400396"/>
                <a:ext cx="399590" cy="640949"/>
              </a:xfrm>
            </p:spPr>
          </p:sp>
        </mc:Fallback>
      </mc:AlternateContent>
      <mc:AlternateContent xmlns:mc="http://schemas.openxmlformats.org/markup-compatibility/2006" xmlns:p14="http://schemas.microsoft.com/office/powerpoint/2010/main">
        <mc:Choice Requires="p14">
          <p:contentPart p14:bwMode="auto" r:id="rId36">
            <p14:nvContentPartPr>
              <p14:cNvPr id="1049760" name="Encre 1049759"/>
              <p14:cNvContentPartPr/>
              <p14:nvPr/>
            </p14:nvContentPartPr>
            <p14:xfrm>
              <a:off x="875564" y="1745267"/>
              <a:ext cx="326" cy="30363"/>
            </p14:xfrm>
          </p:contentPart>
        </mc:Choice>
        <mc:Fallback xmlns="">
          <p:sp>
            <p:nvSpPr>
              <p:cNvPr id="1049760" name=""/>
              <p:cNvSpPr/>
              <p:nvPr/>
            </p:nvSpPr>
            <p:spPr>
              <a:xfrm>
                <a:off x="875564" y="1745267"/>
                <a:ext cx="326" cy="30363"/>
              </a:xfrm>
            </p:spPr>
          </p:sp>
        </mc:Fallback>
      </mc:AlternateContent>
      <mc:AlternateContent xmlns:mc="http://schemas.openxmlformats.org/markup-compatibility/2006" xmlns:p14="http://schemas.microsoft.com/office/powerpoint/2010/main">
        <mc:Choice Requires="p14">
          <p:contentPart p14:bwMode="auto" r:id="rId37">
            <p14:nvContentPartPr>
              <p14:cNvPr id="1049761" name="Encre 1049760"/>
              <p14:cNvContentPartPr/>
              <p14:nvPr/>
            </p14:nvContentPartPr>
            <p14:xfrm>
              <a:off x="719041" y="2166304"/>
              <a:ext cx="127519" cy="160084"/>
            </p14:xfrm>
          </p:contentPart>
        </mc:Choice>
        <mc:Fallback xmlns="">
          <p:sp>
            <p:nvSpPr>
              <p:cNvPr id="1049761" name=""/>
              <p:cNvSpPr/>
              <p:nvPr/>
            </p:nvSpPr>
            <p:spPr>
              <a:xfrm>
                <a:off x="719041" y="2166304"/>
                <a:ext cx="127519" cy="160084"/>
              </a:xfrm>
            </p:spPr>
          </p:sp>
        </mc:Fallback>
      </mc:AlternateContent>
      <mc:AlternateContent xmlns:mc="http://schemas.openxmlformats.org/markup-compatibility/2006" xmlns:p14="http://schemas.microsoft.com/office/powerpoint/2010/main">
        <mc:Choice Requires="p14">
          <p:contentPart p14:bwMode="auto" r:id="rId38">
            <p14:nvContentPartPr>
              <p14:cNvPr id="1049762" name="Encre 1049761"/>
              <p14:cNvContentPartPr/>
              <p14:nvPr/>
            </p14:nvContentPartPr>
            <p14:xfrm>
              <a:off x="862015" y="2257758"/>
              <a:ext cx="143773" cy="5289"/>
            </p14:xfrm>
          </p:contentPart>
        </mc:Choice>
        <mc:Fallback xmlns="">
          <p:sp>
            <p:nvSpPr>
              <p:cNvPr id="1049762" name=""/>
              <p:cNvSpPr/>
              <p:nvPr/>
            </p:nvSpPr>
            <p:spPr>
              <a:xfrm>
                <a:off x="862015" y="2257758"/>
                <a:ext cx="143773" cy="5289"/>
              </a:xfrm>
            </p:spPr>
          </p:sp>
        </mc:Fallback>
      </mc:AlternateContent>
      <mc:AlternateContent xmlns:mc="http://schemas.openxmlformats.org/markup-compatibility/2006" xmlns:p14="http://schemas.microsoft.com/office/powerpoint/2010/main">
        <mc:Choice Requires="p14">
          <p:contentPart p14:bwMode="auto" r:id="rId39">
            <p14:nvContentPartPr>
              <p14:cNvPr id="1049763" name="Encre 1049762"/>
              <p14:cNvContentPartPr/>
              <p14:nvPr/>
            </p14:nvContentPartPr>
            <p14:xfrm>
              <a:off x="964199" y="2200838"/>
              <a:ext cx="58962" cy="158969"/>
            </p14:xfrm>
          </p:contentPart>
        </mc:Choice>
        <mc:Fallback xmlns="">
          <p:sp>
            <p:nvSpPr>
              <p:cNvPr id="1049763" name=""/>
              <p:cNvSpPr/>
              <p:nvPr/>
            </p:nvSpPr>
            <p:spPr>
              <a:xfrm>
                <a:off x="964199" y="2200838"/>
                <a:ext cx="58962" cy="158969"/>
              </a:xfrm>
            </p:spPr>
          </p:sp>
        </mc:Fallback>
      </mc:AlternateContent>
      <mc:AlternateContent xmlns:mc="http://schemas.openxmlformats.org/markup-compatibility/2006" xmlns:p14="http://schemas.microsoft.com/office/powerpoint/2010/main">
        <mc:Choice Requires="p14">
          <p:contentPart p14:bwMode="auto" r:id="rId40">
            <p14:nvContentPartPr>
              <p14:cNvPr id="1049764" name="Encre 1049763"/>
              <p14:cNvContentPartPr/>
              <p14:nvPr/>
            </p14:nvContentPartPr>
            <p14:xfrm>
              <a:off x="1049429" y="2221890"/>
              <a:ext cx="124198" cy="129868"/>
            </p14:xfrm>
          </p:contentPart>
        </mc:Choice>
        <mc:Fallback xmlns="">
          <p:sp>
            <p:nvSpPr>
              <p:cNvPr id="1049764" name=""/>
              <p:cNvSpPr/>
              <p:nvPr/>
            </p:nvSpPr>
            <p:spPr>
              <a:xfrm>
                <a:off x="1049429" y="2221890"/>
                <a:ext cx="124198" cy="129868"/>
              </a:xfrm>
            </p:spPr>
          </p:sp>
        </mc:Fallback>
      </mc:AlternateContent>
      <mc:AlternateContent xmlns:mc="http://schemas.openxmlformats.org/markup-compatibility/2006" xmlns:p14="http://schemas.microsoft.com/office/powerpoint/2010/main">
        <mc:Choice Requires="p14">
          <p:contentPart p14:bwMode="auto" r:id="rId41">
            <p14:nvContentPartPr>
              <p14:cNvPr id="1049765" name="Encre 1049764"/>
              <p14:cNvContentPartPr/>
              <p14:nvPr/>
            </p14:nvContentPartPr>
            <p14:xfrm>
              <a:off x="1161839" y="2187119"/>
              <a:ext cx="122789" cy="6859"/>
            </p14:xfrm>
          </p:contentPart>
        </mc:Choice>
        <mc:Fallback xmlns="">
          <p:sp>
            <p:nvSpPr>
              <p:cNvPr id="1049765" name=""/>
              <p:cNvSpPr/>
              <p:nvPr/>
            </p:nvSpPr>
            <p:spPr>
              <a:xfrm>
                <a:off x="1161839" y="2187119"/>
                <a:ext cx="122789" cy="6859"/>
              </a:xfrm>
            </p:spPr>
          </p:sp>
        </mc:Fallback>
      </mc:AlternateContent>
      <mc:AlternateContent xmlns:mc="http://schemas.openxmlformats.org/markup-compatibility/2006" xmlns:p14="http://schemas.microsoft.com/office/powerpoint/2010/main">
        <mc:Choice Requires="p14">
          <p:contentPart p14:bwMode="auto" r:id="rId42">
            <p14:nvContentPartPr>
              <p14:cNvPr id="1049766" name="Encre 1049765"/>
              <p14:cNvContentPartPr/>
              <p14:nvPr/>
            </p14:nvContentPartPr>
            <p14:xfrm>
              <a:off x="1206271" y="2131769"/>
              <a:ext cx="8061" cy="157730"/>
            </p14:xfrm>
          </p:contentPart>
        </mc:Choice>
        <mc:Fallback xmlns="">
          <p:sp>
            <p:nvSpPr>
              <p:cNvPr id="1049766" name=""/>
              <p:cNvSpPr/>
              <p:nvPr/>
            </p:nvSpPr>
            <p:spPr>
              <a:xfrm>
                <a:off x="1206271" y="2131769"/>
                <a:ext cx="8061" cy="157730"/>
              </a:xfrm>
            </p:spPr>
          </p:sp>
        </mc:Fallback>
      </mc:AlternateContent>
      <mc:AlternateContent xmlns:mc="http://schemas.openxmlformats.org/markup-compatibility/2006" xmlns:p14="http://schemas.microsoft.com/office/powerpoint/2010/main">
        <mc:Choice Requires="p14">
          <p:contentPart p14:bwMode="auto" r:id="rId43">
            <p14:nvContentPartPr>
              <p14:cNvPr id="1049767" name="Encre 1049766"/>
              <p14:cNvContentPartPr/>
              <p14:nvPr/>
            </p14:nvContentPartPr>
            <p14:xfrm>
              <a:off x="1350601" y="1745235"/>
              <a:ext cx="188984" cy="234758"/>
            </p14:xfrm>
          </p:contentPart>
        </mc:Choice>
        <mc:Fallback xmlns="">
          <p:sp>
            <p:nvSpPr>
              <p:cNvPr id="1049767" name=""/>
              <p:cNvSpPr/>
              <p:nvPr/>
            </p:nvSpPr>
            <p:spPr>
              <a:xfrm>
                <a:off x="1350601" y="1745235"/>
                <a:ext cx="188984" cy="234758"/>
              </a:xfrm>
            </p:spPr>
          </p:sp>
        </mc:Fallback>
      </mc:AlternateContent>
      <mc:AlternateContent xmlns:mc="http://schemas.openxmlformats.org/markup-compatibility/2006" xmlns:p14="http://schemas.microsoft.com/office/powerpoint/2010/main">
        <mc:Choice Requires="p14">
          <p:contentPart p14:bwMode="auto" r:id="rId44">
            <p14:nvContentPartPr>
              <p14:cNvPr id="1049768" name="Encre 1049767"/>
              <p14:cNvContentPartPr/>
              <p14:nvPr/>
            </p14:nvContentPartPr>
            <p14:xfrm>
              <a:off x="1345829" y="1876782"/>
              <a:ext cx="116254" cy="25222"/>
            </p14:xfrm>
          </p:contentPart>
        </mc:Choice>
        <mc:Fallback xmlns="">
          <p:sp>
            <p:nvSpPr>
              <p:cNvPr id="1049768" name=""/>
              <p:cNvSpPr/>
              <p:nvPr/>
            </p:nvSpPr>
            <p:spPr>
              <a:xfrm>
                <a:off x="1345829" y="1876782"/>
                <a:ext cx="116254" cy="25222"/>
              </a:xfrm>
            </p:spPr>
          </p:sp>
        </mc:Fallback>
      </mc:AlternateContent>
      <mc:AlternateContent xmlns:mc="http://schemas.openxmlformats.org/markup-compatibility/2006" xmlns:p14="http://schemas.microsoft.com/office/powerpoint/2010/main">
        <mc:Choice Requires="p14">
          <p:contentPart p14:bwMode="auto" r:id="rId45">
            <p14:nvContentPartPr>
              <p14:cNvPr id="1049769" name="Encre 1049768"/>
              <p14:cNvContentPartPr/>
              <p14:nvPr/>
            </p14:nvContentPartPr>
            <p14:xfrm>
              <a:off x="1515685" y="1995417"/>
              <a:ext cx="104850" cy="201776"/>
            </p14:xfrm>
          </p:contentPart>
        </mc:Choice>
        <mc:Fallback xmlns="">
          <p:sp>
            <p:nvSpPr>
              <p:cNvPr id="1049769" name=""/>
              <p:cNvSpPr/>
              <p:nvPr/>
            </p:nvSpPr>
            <p:spPr>
              <a:xfrm>
                <a:off x="1515685" y="1995417"/>
                <a:ext cx="104850" cy="201776"/>
              </a:xfrm>
            </p:spPr>
          </p:sp>
        </mc:Fallback>
      </mc:AlternateContent>
      <mc:AlternateContent xmlns:mc="http://schemas.openxmlformats.org/markup-compatibility/2006" xmlns:p14="http://schemas.microsoft.com/office/powerpoint/2010/main">
        <mc:Choice Requires="p14">
          <p:contentPart p14:bwMode="auto" r:id="rId46">
            <p14:nvContentPartPr>
              <p14:cNvPr id="1049770" name="Encre 1049769"/>
              <p14:cNvContentPartPr/>
              <p14:nvPr/>
            </p14:nvContentPartPr>
            <p14:xfrm>
              <a:off x="1666452" y="2045444"/>
              <a:ext cx="265762" cy="283487"/>
            </p14:xfrm>
          </p:contentPart>
        </mc:Choice>
        <mc:Fallback xmlns="">
          <p:sp>
            <p:nvSpPr>
              <p:cNvPr id="1049770" name=""/>
              <p:cNvSpPr/>
              <p:nvPr/>
            </p:nvSpPr>
            <p:spPr>
              <a:xfrm>
                <a:off x="1666452" y="2045444"/>
                <a:ext cx="265762" cy="283487"/>
              </a:xfrm>
            </p:spPr>
          </p:sp>
        </mc:Fallback>
      </mc:AlternateContent>
      <mc:AlternateContent xmlns:mc="http://schemas.openxmlformats.org/markup-compatibility/2006" xmlns:p14="http://schemas.microsoft.com/office/powerpoint/2010/main">
        <mc:Choice Requires="p14">
          <p:contentPart p14:bwMode="auto" r:id="rId47">
            <p14:nvContentPartPr>
              <p14:cNvPr id="1049771" name="Encre 1049770"/>
              <p14:cNvContentPartPr/>
              <p14:nvPr/>
            </p14:nvContentPartPr>
            <p14:xfrm>
              <a:off x="1905831" y="1724452"/>
              <a:ext cx="53716" cy="305754"/>
            </p14:xfrm>
          </p:contentPart>
        </mc:Choice>
        <mc:Fallback xmlns="">
          <p:sp>
            <p:nvSpPr>
              <p:cNvPr id="1049771" name=""/>
              <p:cNvSpPr/>
              <p:nvPr/>
            </p:nvSpPr>
            <p:spPr>
              <a:xfrm>
                <a:off x="1905831" y="1724452"/>
                <a:ext cx="53716" cy="305754"/>
              </a:xfrm>
            </p:spPr>
          </p:sp>
        </mc:Fallback>
      </mc:AlternateContent>
      <mc:AlternateContent xmlns:mc="http://schemas.openxmlformats.org/markup-compatibility/2006" xmlns:p14="http://schemas.microsoft.com/office/powerpoint/2010/main">
        <mc:Choice Requires="p14">
          <p:contentPart p14:bwMode="auto" r:id="rId48">
            <p14:nvContentPartPr>
              <p14:cNvPr id="1049772" name="Encre 1049771"/>
              <p14:cNvContentPartPr/>
              <p14:nvPr/>
            </p14:nvContentPartPr>
            <p14:xfrm>
              <a:off x="2020942" y="1839109"/>
              <a:ext cx="114875" cy="128740"/>
            </p14:xfrm>
          </p:contentPart>
        </mc:Choice>
        <mc:Fallback xmlns="">
          <p:sp>
            <p:nvSpPr>
              <p:cNvPr id="1049772" name=""/>
              <p:cNvSpPr/>
              <p:nvPr/>
            </p:nvSpPr>
            <p:spPr>
              <a:xfrm>
                <a:off x="2020942" y="1839109"/>
                <a:ext cx="114875" cy="128740"/>
              </a:xfrm>
            </p:spPr>
          </p:sp>
        </mc:Fallback>
      </mc:AlternateContent>
      <mc:AlternateContent xmlns:mc="http://schemas.openxmlformats.org/markup-compatibility/2006" xmlns:p14="http://schemas.microsoft.com/office/powerpoint/2010/main">
        <mc:Choice Requires="p14">
          <p:contentPart p14:bwMode="auto" r:id="rId49">
            <p14:nvContentPartPr>
              <p14:cNvPr id="1049773" name="Encre 1049772"/>
              <p14:cNvContentPartPr/>
              <p14:nvPr/>
            </p14:nvContentPartPr>
            <p14:xfrm>
              <a:off x="2164167" y="1732967"/>
              <a:ext cx="67467" cy="330428"/>
            </p14:xfrm>
          </p:contentPart>
        </mc:Choice>
        <mc:Fallback xmlns="">
          <p:sp>
            <p:nvSpPr>
              <p:cNvPr id="1049773" name=""/>
              <p:cNvSpPr/>
              <p:nvPr/>
            </p:nvSpPr>
            <p:spPr>
              <a:xfrm>
                <a:off x="2164167" y="1732967"/>
                <a:ext cx="67467" cy="330428"/>
              </a:xfrm>
            </p:spPr>
          </p:sp>
        </mc:Fallback>
      </mc:AlternateContent>
      <mc:AlternateContent xmlns:mc="http://schemas.openxmlformats.org/markup-compatibility/2006" xmlns:p14="http://schemas.microsoft.com/office/powerpoint/2010/main">
        <mc:Choice Requires="p14">
          <p:contentPart p14:bwMode="auto" r:id="rId50">
            <p14:nvContentPartPr>
              <p14:cNvPr id="1049774" name="Encre 1049773"/>
              <p14:cNvContentPartPr/>
              <p14:nvPr/>
            </p14:nvContentPartPr>
            <p14:xfrm>
              <a:off x="2342633" y="1874564"/>
              <a:ext cx="148459" cy="7976"/>
            </p14:xfrm>
          </p:contentPart>
        </mc:Choice>
        <mc:Fallback xmlns="">
          <p:sp>
            <p:nvSpPr>
              <p:cNvPr id="1049774" name=""/>
              <p:cNvSpPr/>
              <p:nvPr/>
            </p:nvSpPr>
            <p:spPr>
              <a:xfrm>
                <a:off x="2342633" y="1874564"/>
                <a:ext cx="148459" cy="7976"/>
              </a:xfrm>
            </p:spPr>
          </p:sp>
        </mc:Fallback>
      </mc:AlternateContent>
      <mc:AlternateContent xmlns:mc="http://schemas.openxmlformats.org/markup-compatibility/2006" xmlns:p14="http://schemas.microsoft.com/office/powerpoint/2010/main">
        <mc:Choice Requires="p14">
          <p:contentPart p14:bwMode="auto" r:id="rId51">
            <p14:nvContentPartPr>
              <p14:cNvPr id="1049775" name="Encre 1049774"/>
              <p14:cNvContentPartPr/>
              <p14:nvPr/>
            </p14:nvContentPartPr>
            <p14:xfrm>
              <a:off x="2340951" y="1962642"/>
              <a:ext cx="161387" cy="4925"/>
            </p14:xfrm>
          </p:contentPart>
        </mc:Choice>
        <mc:Fallback xmlns="">
          <p:sp>
            <p:nvSpPr>
              <p:cNvPr id="1049775" name=""/>
              <p:cNvSpPr/>
              <p:nvPr/>
            </p:nvSpPr>
            <p:spPr>
              <a:xfrm>
                <a:off x="2340951" y="1962642"/>
                <a:ext cx="161387" cy="4925"/>
              </a:xfrm>
            </p:spPr>
          </p:sp>
        </mc:Fallback>
      </mc:AlternateContent>
      <mc:AlternateContent xmlns:mc="http://schemas.openxmlformats.org/markup-compatibility/2006" xmlns:p14="http://schemas.microsoft.com/office/powerpoint/2010/main">
        <mc:Choice Requires="p14">
          <p:contentPart p14:bwMode="auto" r:id="rId52">
            <p14:nvContentPartPr>
              <p14:cNvPr id="1049776" name="Encre 1049775"/>
              <p14:cNvContentPartPr/>
              <p14:nvPr/>
            </p14:nvContentPartPr>
            <p14:xfrm>
              <a:off x="2599985" y="1869449"/>
              <a:ext cx="150488" cy="2801"/>
            </p14:xfrm>
          </p:contentPart>
        </mc:Choice>
        <mc:Fallback xmlns="">
          <p:sp>
            <p:nvSpPr>
              <p:cNvPr id="1049776" name=""/>
              <p:cNvSpPr/>
              <p:nvPr/>
            </p:nvSpPr>
            <p:spPr>
              <a:xfrm>
                <a:off x="2599985" y="1869449"/>
                <a:ext cx="150488" cy="2801"/>
              </a:xfrm>
            </p:spPr>
          </p:sp>
        </mc:Fallback>
      </mc:AlternateContent>
      <mc:AlternateContent xmlns:mc="http://schemas.openxmlformats.org/markup-compatibility/2006" xmlns:p14="http://schemas.microsoft.com/office/powerpoint/2010/main">
        <mc:Choice Requires="p14">
          <p:contentPart p14:bwMode="auto" r:id="rId53">
            <p14:nvContentPartPr>
              <p14:cNvPr id="1049777" name="Encre 1049776"/>
              <p14:cNvContentPartPr/>
              <p14:nvPr/>
            </p14:nvContentPartPr>
            <p14:xfrm>
              <a:off x="2644414" y="1807713"/>
              <a:ext cx="10237" cy="151856"/>
            </p14:xfrm>
          </p:contentPart>
        </mc:Choice>
        <mc:Fallback xmlns="">
          <p:sp>
            <p:nvSpPr>
              <p:cNvPr id="1049777" name=""/>
              <p:cNvSpPr/>
              <p:nvPr/>
            </p:nvSpPr>
            <p:spPr>
              <a:xfrm>
                <a:off x="2644414" y="1807713"/>
                <a:ext cx="10237" cy="151856"/>
              </a:xfrm>
            </p:spPr>
          </p:sp>
        </mc:Fallback>
      </mc:AlternateContent>
      <mc:AlternateContent xmlns:mc="http://schemas.openxmlformats.org/markup-compatibility/2006" xmlns:p14="http://schemas.microsoft.com/office/powerpoint/2010/main">
        <mc:Choice Requires="p14">
          <p:contentPart p14:bwMode="auto" r:id="rId54">
            <p14:nvContentPartPr>
              <p14:cNvPr id="1049778" name="Encre 1049777"/>
              <p14:cNvContentPartPr/>
              <p14:nvPr/>
            </p14:nvContentPartPr>
            <p14:xfrm>
              <a:off x="2852292" y="1826014"/>
              <a:ext cx="94725" cy="54441"/>
            </p14:xfrm>
          </p:contentPart>
        </mc:Choice>
        <mc:Fallback xmlns="">
          <p:sp>
            <p:nvSpPr>
              <p:cNvPr id="1049778" name=""/>
              <p:cNvSpPr/>
              <p:nvPr/>
            </p:nvSpPr>
            <p:spPr>
              <a:xfrm>
                <a:off x="2852292" y="1826014"/>
                <a:ext cx="94725" cy="54441"/>
              </a:xfrm>
            </p:spPr>
          </p:sp>
        </mc:Fallback>
      </mc:AlternateContent>
      <mc:AlternateContent xmlns:mc="http://schemas.openxmlformats.org/markup-compatibility/2006" xmlns:p14="http://schemas.microsoft.com/office/powerpoint/2010/main">
        <mc:Choice Requires="p14">
          <p:contentPart p14:bwMode="auto" r:id="rId55">
            <p14:nvContentPartPr>
              <p14:cNvPr id="1049779" name="Encre 1049778"/>
              <p14:cNvContentPartPr/>
              <p14:nvPr/>
            </p14:nvContentPartPr>
            <p14:xfrm>
              <a:off x="2945992" y="1822115"/>
              <a:ext cx="99197" cy="62828"/>
            </p14:xfrm>
          </p:contentPart>
        </mc:Choice>
        <mc:Fallback xmlns="">
          <p:sp>
            <p:nvSpPr>
              <p:cNvPr id="1049779" name=""/>
              <p:cNvSpPr/>
              <p:nvPr/>
            </p:nvSpPr>
            <p:spPr>
              <a:xfrm>
                <a:off x="2945992" y="1822115"/>
                <a:ext cx="99197" cy="62828"/>
              </a:xfrm>
            </p:spPr>
          </p:sp>
        </mc:Fallback>
      </mc:AlternateContent>
      <mc:AlternateContent xmlns:mc="http://schemas.openxmlformats.org/markup-compatibility/2006" xmlns:p14="http://schemas.microsoft.com/office/powerpoint/2010/main">
        <mc:Choice Requires="p14">
          <p:contentPart p14:bwMode="auto" r:id="rId56">
            <p14:nvContentPartPr>
              <p14:cNvPr id="1049780" name="Encre 1049779"/>
              <p14:cNvContentPartPr/>
              <p14:nvPr/>
            </p14:nvContentPartPr>
            <p14:xfrm>
              <a:off x="746374" y="2532227"/>
              <a:ext cx="507625" cy="483637"/>
            </p14:xfrm>
          </p:contentPart>
        </mc:Choice>
        <mc:Fallback xmlns="">
          <p:sp>
            <p:nvSpPr>
              <p:cNvPr id="1049780" name=""/>
              <p:cNvSpPr/>
              <p:nvPr/>
            </p:nvSpPr>
            <p:spPr>
              <a:xfrm>
                <a:off x="746374" y="2532227"/>
                <a:ext cx="507625" cy="483637"/>
              </a:xfrm>
            </p:spPr>
          </p:sp>
        </mc:Fallback>
      </mc:AlternateContent>
      <mc:AlternateContent xmlns:mc="http://schemas.openxmlformats.org/markup-compatibility/2006" xmlns:p14="http://schemas.microsoft.com/office/powerpoint/2010/main">
        <mc:Choice Requires="p14">
          <p:contentPart p14:bwMode="auto" r:id="rId57">
            <p14:nvContentPartPr>
              <p14:cNvPr id="1049781" name="Encre 1049780"/>
              <p14:cNvContentPartPr/>
              <p14:nvPr/>
            </p14:nvContentPartPr>
            <p14:xfrm>
              <a:off x="938712" y="2677461"/>
              <a:ext cx="12030" cy="66700"/>
            </p14:xfrm>
          </p:contentPart>
        </mc:Choice>
        <mc:Fallback xmlns="">
          <p:sp>
            <p:nvSpPr>
              <p:cNvPr id="1049781" name=""/>
              <p:cNvSpPr/>
              <p:nvPr/>
            </p:nvSpPr>
            <p:spPr>
              <a:xfrm>
                <a:off x="938712" y="2677461"/>
                <a:ext cx="12030" cy="66700"/>
              </a:xfrm>
            </p:spPr>
          </p:sp>
        </mc:Fallback>
      </mc:AlternateContent>
      <mc:AlternateContent xmlns:mc="http://schemas.openxmlformats.org/markup-compatibility/2006" xmlns:p14="http://schemas.microsoft.com/office/powerpoint/2010/main">
        <mc:Choice Requires="p14">
          <p:contentPart p14:bwMode="auto" r:id="rId58">
            <p14:nvContentPartPr>
              <p14:cNvPr id="1049782" name="Encre 1049781"/>
              <p14:cNvContentPartPr/>
              <p14:nvPr/>
            </p14:nvContentPartPr>
            <p14:xfrm>
              <a:off x="769273" y="3077918"/>
              <a:ext cx="143008" cy="244733"/>
            </p14:xfrm>
          </p:contentPart>
        </mc:Choice>
        <mc:Fallback xmlns="">
          <p:sp>
            <p:nvSpPr>
              <p:cNvPr id="1049782" name=""/>
              <p:cNvSpPr/>
              <p:nvPr/>
            </p:nvSpPr>
            <p:spPr>
              <a:xfrm>
                <a:off x="769273" y="3077918"/>
                <a:ext cx="143008" cy="244733"/>
              </a:xfrm>
            </p:spPr>
          </p:sp>
        </mc:Fallback>
      </mc:AlternateContent>
      <mc:AlternateContent xmlns:mc="http://schemas.openxmlformats.org/markup-compatibility/2006" xmlns:p14="http://schemas.microsoft.com/office/powerpoint/2010/main">
        <mc:Choice Requires="p14">
          <p:contentPart p14:bwMode="auto" r:id="rId59">
            <p14:nvContentPartPr>
              <p14:cNvPr id="1049783" name="Encre 1049782"/>
              <p14:cNvContentPartPr/>
              <p14:nvPr/>
            </p14:nvContentPartPr>
            <p14:xfrm>
              <a:off x="930137" y="3230860"/>
              <a:ext cx="167126" cy="7433"/>
            </p14:xfrm>
          </p:contentPart>
        </mc:Choice>
        <mc:Fallback xmlns="">
          <p:sp>
            <p:nvSpPr>
              <p:cNvPr id="1049783" name=""/>
              <p:cNvSpPr/>
              <p:nvPr/>
            </p:nvSpPr>
            <p:spPr>
              <a:xfrm>
                <a:off x="930137" y="3230860"/>
                <a:ext cx="167126" cy="7433"/>
              </a:xfrm>
            </p:spPr>
          </p:sp>
        </mc:Fallback>
      </mc:AlternateContent>
      <mc:AlternateContent xmlns:mc="http://schemas.openxmlformats.org/markup-compatibility/2006" xmlns:p14="http://schemas.microsoft.com/office/powerpoint/2010/main">
        <mc:Choice Requires="p14">
          <p:contentPart p14:bwMode="auto" r:id="rId60">
            <p14:nvContentPartPr>
              <p14:cNvPr id="1049784" name="Encre 1049783"/>
              <p14:cNvContentPartPr/>
              <p14:nvPr/>
            </p14:nvContentPartPr>
            <p14:xfrm>
              <a:off x="1032321" y="3174189"/>
              <a:ext cx="52625" cy="161146"/>
            </p14:xfrm>
          </p:contentPart>
        </mc:Choice>
        <mc:Fallback xmlns="">
          <p:sp>
            <p:nvSpPr>
              <p:cNvPr id="1049784" name=""/>
              <p:cNvSpPr/>
              <p:nvPr/>
            </p:nvSpPr>
            <p:spPr>
              <a:xfrm>
                <a:off x="1032321" y="3174189"/>
                <a:ext cx="52625" cy="161146"/>
              </a:xfrm>
            </p:spPr>
          </p:sp>
        </mc:Fallback>
      </mc:AlternateContent>
      <mc:AlternateContent xmlns:mc="http://schemas.openxmlformats.org/markup-compatibility/2006" xmlns:p14="http://schemas.microsoft.com/office/powerpoint/2010/main">
        <mc:Choice Requires="p14">
          <p:contentPart p14:bwMode="auto" r:id="rId61">
            <p14:nvContentPartPr>
              <p14:cNvPr id="1049785" name="Encre 1049784"/>
              <p14:cNvContentPartPr/>
              <p14:nvPr/>
            </p14:nvContentPartPr>
            <p14:xfrm>
              <a:off x="1209777" y="3236635"/>
              <a:ext cx="147742" cy="26401"/>
            </p14:xfrm>
          </p:contentPart>
        </mc:Choice>
        <mc:Fallback xmlns="">
          <p:sp>
            <p:nvSpPr>
              <p:cNvPr id="1049785" name=""/>
              <p:cNvSpPr/>
              <p:nvPr/>
            </p:nvSpPr>
            <p:spPr>
              <a:xfrm>
                <a:off x="1209777" y="3236635"/>
                <a:ext cx="147742" cy="26401"/>
              </a:xfrm>
            </p:spPr>
          </p:sp>
        </mc:Fallback>
      </mc:AlternateContent>
      <mc:AlternateContent xmlns:mc="http://schemas.openxmlformats.org/markup-compatibility/2006" xmlns:p14="http://schemas.microsoft.com/office/powerpoint/2010/main">
        <mc:Choice Requires="p14">
          <p:contentPart p14:bwMode="auto" r:id="rId62">
            <p14:nvContentPartPr>
              <p14:cNvPr id="1049786" name="Encre 1049785"/>
              <p14:cNvContentPartPr/>
              <p14:nvPr/>
            </p14:nvContentPartPr>
            <p14:xfrm>
              <a:off x="1260830" y="3188145"/>
              <a:ext cx="23797" cy="134158"/>
            </p14:xfrm>
          </p:contentPart>
        </mc:Choice>
        <mc:Fallback xmlns="">
          <p:sp>
            <p:nvSpPr>
              <p:cNvPr id="1049786" name=""/>
              <p:cNvSpPr/>
              <p:nvPr/>
            </p:nvSpPr>
            <p:spPr>
              <a:xfrm>
                <a:off x="1260830" y="3188145"/>
                <a:ext cx="23797" cy="134158"/>
              </a:xfrm>
            </p:spPr>
          </p:sp>
        </mc:Fallback>
      </mc:AlternateContent>
      <mc:AlternateContent xmlns:mc="http://schemas.openxmlformats.org/markup-compatibility/2006" xmlns:p14="http://schemas.microsoft.com/office/powerpoint/2010/main">
        <mc:Choice Requires="p14">
          <p:contentPart p14:bwMode="auto" r:id="rId63">
            <p14:nvContentPartPr>
              <p14:cNvPr id="1049787" name="Encre 1049786"/>
              <p14:cNvContentPartPr/>
              <p14:nvPr/>
            </p14:nvContentPartPr>
            <p14:xfrm>
              <a:off x="1386812" y="3242663"/>
              <a:ext cx="111308" cy="63759"/>
            </p14:xfrm>
          </p:contentPart>
        </mc:Choice>
        <mc:Fallback xmlns="">
          <p:sp>
            <p:nvSpPr>
              <p:cNvPr id="1049787" name=""/>
              <p:cNvSpPr/>
              <p:nvPr/>
            </p:nvSpPr>
            <p:spPr>
              <a:xfrm>
                <a:off x="1386812" y="3242663"/>
                <a:ext cx="111308" cy="63759"/>
              </a:xfrm>
            </p:spPr>
          </p:sp>
        </mc:Fallback>
      </mc:AlternateContent>
      <mc:AlternateContent xmlns:mc="http://schemas.openxmlformats.org/markup-compatibility/2006" xmlns:p14="http://schemas.microsoft.com/office/powerpoint/2010/main">
        <mc:Choice Requires="p14">
          <p:contentPart p14:bwMode="auto" r:id="rId64">
            <p14:nvContentPartPr>
              <p14:cNvPr id="1049788" name="Encre 1049787"/>
              <p14:cNvContentPartPr/>
              <p14:nvPr/>
            </p14:nvContentPartPr>
            <p14:xfrm>
              <a:off x="1488996" y="3242390"/>
              <a:ext cx="97089" cy="91631"/>
            </p14:xfrm>
          </p:contentPart>
        </mc:Choice>
        <mc:Fallback xmlns="">
          <p:sp>
            <p:nvSpPr>
              <p:cNvPr id="1049788" name=""/>
              <p:cNvSpPr/>
              <p:nvPr/>
            </p:nvSpPr>
            <p:spPr>
              <a:xfrm>
                <a:off x="1488996" y="3242390"/>
                <a:ext cx="97089" cy="91631"/>
              </a:xfrm>
            </p:spPr>
          </p:sp>
        </mc:Fallback>
      </mc:AlternateContent>
      <mc:AlternateContent xmlns:mc="http://schemas.openxmlformats.org/markup-compatibility/2006" xmlns:p14="http://schemas.microsoft.com/office/powerpoint/2010/main">
        <mc:Choice Requires="p14">
          <p:contentPart p14:bwMode="auto" r:id="rId65">
            <p14:nvContentPartPr>
              <p14:cNvPr id="1049789" name="Encre 1049788"/>
              <p14:cNvContentPartPr/>
              <p14:nvPr/>
            </p14:nvContentPartPr>
            <p14:xfrm>
              <a:off x="1494935" y="2760629"/>
              <a:ext cx="208004" cy="223389"/>
            </p14:xfrm>
          </p:contentPart>
        </mc:Choice>
        <mc:Fallback xmlns="">
          <p:sp>
            <p:nvSpPr>
              <p:cNvPr id="1049789" name=""/>
              <p:cNvSpPr/>
              <p:nvPr/>
            </p:nvSpPr>
            <p:spPr>
              <a:xfrm>
                <a:off x="1494935" y="2760629"/>
                <a:ext cx="208004" cy="223389"/>
              </a:xfrm>
            </p:spPr>
          </p:sp>
        </mc:Fallback>
      </mc:AlternateContent>
      <mc:AlternateContent xmlns:mc="http://schemas.openxmlformats.org/markup-compatibility/2006" xmlns:p14="http://schemas.microsoft.com/office/powerpoint/2010/main">
        <mc:Choice Requires="p14">
          <p:contentPart p14:bwMode="auto" r:id="rId66">
            <p14:nvContentPartPr>
              <p14:cNvPr id="1049790" name="Encre 1049789"/>
              <p14:cNvContentPartPr/>
              <p14:nvPr/>
            </p14:nvContentPartPr>
            <p14:xfrm>
              <a:off x="1475540" y="2888285"/>
              <a:ext cx="214717" cy="11528"/>
            </p14:xfrm>
          </p:contentPart>
        </mc:Choice>
        <mc:Fallback xmlns="">
          <p:sp>
            <p:nvSpPr>
              <p:cNvPr id="1049790" name=""/>
              <p:cNvSpPr/>
              <p:nvPr/>
            </p:nvSpPr>
            <p:spPr>
              <a:xfrm>
                <a:off x="1475540" y="2888285"/>
                <a:ext cx="214717" cy="11528"/>
              </a:xfrm>
            </p:spPr>
          </p:sp>
        </mc:Fallback>
      </mc:AlternateContent>
      <mc:AlternateContent xmlns:mc="http://schemas.openxmlformats.org/markup-compatibility/2006" xmlns:p14="http://schemas.microsoft.com/office/powerpoint/2010/main">
        <mc:Choice Requires="p14">
          <p:contentPart p14:bwMode="auto" r:id="rId67">
            <p14:nvContentPartPr>
              <p14:cNvPr id="1049791" name="Encre 1049790"/>
              <p14:cNvContentPartPr/>
              <p14:nvPr/>
            </p14:nvContentPartPr>
            <p14:xfrm>
              <a:off x="1694484" y="2975090"/>
              <a:ext cx="73240" cy="234064"/>
            </p14:xfrm>
          </p:contentPart>
        </mc:Choice>
        <mc:Fallback xmlns="">
          <p:sp>
            <p:nvSpPr>
              <p:cNvPr id="1049791" name=""/>
              <p:cNvSpPr/>
              <p:nvPr/>
            </p:nvSpPr>
            <p:spPr>
              <a:xfrm>
                <a:off x="1694484" y="2975090"/>
                <a:ext cx="73240" cy="234064"/>
              </a:xfrm>
            </p:spPr>
          </p:sp>
        </mc:Fallback>
      </mc:AlternateContent>
      <mc:AlternateContent xmlns:mc="http://schemas.openxmlformats.org/markup-compatibility/2006" xmlns:p14="http://schemas.microsoft.com/office/powerpoint/2010/main">
        <mc:Choice Requires="p14">
          <p:contentPart p14:bwMode="auto" r:id="rId68">
            <p14:nvContentPartPr>
              <p14:cNvPr id="1049792" name="Encre 1049791"/>
              <p14:cNvContentPartPr/>
              <p14:nvPr/>
            </p14:nvContentPartPr>
            <p14:xfrm>
              <a:off x="1748031" y="3058851"/>
              <a:ext cx="272459" cy="262420"/>
            </p14:xfrm>
          </p:contentPart>
        </mc:Choice>
        <mc:Fallback xmlns="">
          <p:sp>
            <p:nvSpPr>
              <p:cNvPr id="1049792" name=""/>
              <p:cNvSpPr/>
              <p:nvPr/>
            </p:nvSpPr>
            <p:spPr>
              <a:xfrm>
                <a:off x="1748031" y="3058851"/>
                <a:ext cx="272459" cy="262420"/>
              </a:xfrm>
            </p:spPr>
          </p:sp>
        </mc:Fallback>
      </mc:AlternateContent>
      <mc:AlternateContent xmlns:mc="http://schemas.openxmlformats.org/markup-compatibility/2006" xmlns:p14="http://schemas.microsoft.com/office/powerpoint/2010/main">
        <mc:Choice Requires="p14">
          <p:contentPart p14:bwMode="auto" r:id="rId69">
            <p14:nvContentPartPr>
              <p14:cNvPr id="1049793" name="Encre 1049792"/>
              <p14:cNvContentPartPr/>
              <p14:nvPr/>
            </p14:nvContentPartPr>
            <p14:xfrm>
              <a:off x="1984609" y="2774205"/>
              <a:ext cx="49789" cy="274364"/>
            </p14:xfrm>
          </p:contentPart>
        </mc:Choice>
        <mc:Fallback xmlns="">
          <p:sp>
            <p:nvSpPr>
              <p:cNvPr id="1049793" name=""/>
              <p:cNvSpPr/>
              <p:nvPr/>
            </p:nvSpPr>
            <p:spPr>
              <a:xfrm>
                <a:off x="1984609" y="2774205"/>
                <a:ext cx="49789" cy="274364"/>
              </a:xfrm>
            </p:spPr>
          </p:sp>
        </mc:Fallback>
      </mc:AlternateContent>
      <mc:AlternateContent xmlns:mc="http://schemas.openxmlformats.org/markup-compatibility/2006" xmlns:p14="http://schemas.microsoft.com/office/powerpoint/2010/main">
        <mc:Choice Requires="p14">
          <p:contentPart p14:bwMode="auto" r:id="rId70">
            <p14:nvContentPartPr>
              <p14:cNvPr id="1049794" name="Encre 1049793"/>
              <p14:cNvContentPartPr/>
              <p14:nvPr/>
            </p14:nvContentPartPr>
            <p14:xfrm>
              <a:off x="2116398" y="2870143"/>
              <a:ext cx="111133" cy="139838"/>
            </p14:xfrm>
          </p:contentPart>
        </mc:Choice>
        <mc:Fallback xmlns="">
          <p:sp>
            <p:nvSpPr>
              <p:cNvPr id="1049794" name=""/>
              <p:cNvSpPr/>
              <p:nvPr/>
            </p:nvSpPr>
            <p:spPr>
              <a:xfrm>
                <a:off x="2116398" y="2870143"/>
                <a:ext cx="111133" cy="139838"/>
              </a:xfrm>
            </p:spPr>
          </p:sp>
        </mc:Fallback>
      </mc:AlternateContent>
      <mc:AlternateContent xmlns:mc="http://schemas.openxmlformats.org/markup-compatibility/2006" xmlns:p14="http://schemas.microsoft.com/office/powerpoint/2010/main">
        <mc:Choice Requires="p14">
          <p:contentPart p14:bwMode="auto" r:id="rId71">
            <p14:nvContentPartPr>
              <p14:cNvPr id="1049795" name="Encre 1049794"/>
              <p14:cNvContentPartPr/>
              <p14:nvPr/>
            </p14:nvContentPartPr>
            <p14:xfrm>
              <a:off x="2252644" y="2766872"/>
              <a:ext cx="60123" cy="303724"/>
            </p14:xfrm>
          </p:contentPart>
        </mc:Choice>
        <mc:Fallback xmlns="">
          <p:sp>
            <p:nvSpPr>
              <p:cNvPr id="1049795" name=""/>
              <p:cNvSpPr/>
              <p:nvPr/>
            </p:nvSpPr>
            <p:spPr>
              <a:xfrm>
                <a:off x="2252644" y="2766872"/>
                <a:ext cx="60123" cy="303724"/>
              </a:xfrm>
            </p:spPr>
          </p:sp>
        </mc:Fallback>
      </mc:AlternateContent>
      <mc:AlternateContent xmlns:mc="http://schemas.openxmlformats.org/markup-compatibility/2006" xmlns:p14="http://schemas.microsoft.com/office/powerpoint/2010/main">
        <mc:Choice Requires="p14">
          <p:contentPart p14:bwMode="auto" r:id="rId72">
            <p14:nvContentPartPr>
              <p14:cNvPr id="1049796" name="Encre 1049795"/>
              <p14:cNvContentPartPr/>
              <p14:nvPr/>
            </p14:nvContentPartPr>
            <p14:xfrm>
              <a:off x="2419166" y="2925825"/>
              <a:ext cx="137799" cy="10105"/>
            </p14:xfrm>
          </p:contentPart>
        </mc:Choice>
        <mc:Fallback xmlns="">
          <p:sp>
            <p:nvSpPr>
              <p:cNvPr id="1049796" name=""/>
              <p:cNvSpPr/>
              <p:nvPr/>
            </p:nvSpPr>
            <p:spPr>
              <a:xfrm>
                <a:off x="2419166" y="2925825"/>
                <a:ext cx="137799" cy="10105"/>
              </a:xfrm>
            </p:spPr>
          </p:sp>
        </mc:Fallback>
      </mc:AlternateContent>
      <mc:AlternateContent xmlns:mc="http://schemas.openxmlformats.org/markup-compatibility/2006" xmlns:p14="http://schemas.microsoft.com/office/powerpoint/2010/main">
        <mc:Choice Requires="p14">
          <p:contentPart p14:bwMode="auto" r:id="rId73">
            <p14:nvContentPartPr>
              <p14:cNvPr id="1049797" name="Encre 1049796"/>
              <p14:cNvContentPartPr/>
              <p14:nvPr/>
            </p14:nvContentPartPr>
            <p14:xfrm>
              <a:off x="2388889" y="2999257"/>
              <a:ext cx="158389" cy="32134"/>
            </p14:xfrm>
          </p:contentPart>
        </mc:Choice>
        <mc:Fallback xmlns="">
          <p:sp>
            <p:nvSpPr>
              <p:cNvPr id="1049797" name=""/>
              <p:cNvSpPr/>
              <p:nvPr/>
            </p:nvSpPr>
            <p:spPr>
              <a:xfrm>
                <a:off x="2388889" y="2999257"/>
                <a:ext cx="158389" cy="32134"/>
              </a:xfrm>
            </p:spPr>
          </p:sp>
        </mc:Fallback>
      </mc:AlternateContent>
      <mc:AlternateContent xmlns:mc="http://schemas.openxmlformats.org/markup-compatibility/2006" xmlns:p14="http://schemas.microsoft.com/office/powerpoint/2010/main">
        <mc:Choice Requires="p14">
          <p:contentPart p14:bwMode="auto" r:id="rId74">
            <p14:nvContentPartPr>
              <p14:cNvPr id="1049798" name="Encre 1049797"/>
              <p14:cNvContentPartPr/>
              <p14:nvPr/>
            </p14:nvContentPartPr>
            <p14:xfrm>
              <a:off x="2642271" y="2829955"/>
              <a:ext cx="181585" cy="196182"/>
            </p14:xfrm>
          </p:contentPart>
        </mc:Choice>
        <mc:Fallback xmlns="">
          <p:sp>
            <p:nvSpPr>
              <p:cNvPr id="1049798" name=""/>
              <p:cNvSpPr/>
              <p:nvPr/>
            </p:nvSpPr>
            <p:spPr>
              <a:xfrm>
                <a:off x="2642271" y="2829955"/>
                <a:ext cx="181585" cy="196182"/>
              </a:xfrm>
            </p:spPr>
          </p:sp>
        </mc:Fallback>
      </mc:AlternateContent>
      <mc:AlternateContent xmlns:mc="http://schemas.openxmlformats.org/markup-compatibility/2006" xmlns:p14="http://schemas.microsoft.com/office/powerpoint/2010/main">
        <mc:Choice Requires="p14">
          <p:contentPart p14:bwMode="auto" r:id="rId75">
            <p14:nvContentPartPr>
              <p14:cNvPr id="1049799" name="Encre 1049798"/>
              <p14:cNvContentPartPr/>
              <p14:nvPr/>
            </p14:nvContentPartPr>
            <p14:xfrm>
              <a:off x="2801768" y="2764230"/>
              <a:ext cx="193497" cy="16834"/>
            </p14:xfrm>
          </p:contentPart>
        </mc:Choice>
        <mc:Fallback xmlns="">
          <p:sp>
            <p:nvSpPr>
              <p:cNvPr id="1049799" name=""/>
              <p:cNvSpPr/>
              <p:nvPr/>
            </p:nvSpPr>
            <p:spPr>
              <a:xfrm>
                <a:off x="2801768" y="2764230"/>
                <a:ext cx="193497" cy="16834"/>
              </a:xfrm>
            </p:spPr>
          </p:sp>
        </mc:Fallback>
      </mc:AlternateContent>
      <mc:AlternateContent xmlns:mc="http://schemas.openxmlformats.org/markup-compatibility/2006" xmlns:p14="http://schemas.microsoft.com/office/powerpoint/2010/main">
        <mc:Choice Requires="p14">
          <p:contentPart p14:bwMode="auto" r:id="rId76">
            <p14:nvContentPartPr>
              <p14:cNvPr id="1049800" name="Encre 1049799"/>
              <p14:cNvContentPartPr/>
              <p14:nvPr/>
            </p14:nvContentPartPr>
            <p14:xfrm>
              <a:off x="2865748" y="2690943"/>
              <a:ext cx="40749" cy="262277"/>
            </p14:xfrm>
          </p:contentPart>
        </mc:Choice>
        <mc:Fallback xmlns="">
          <p:sp>
            <p:nvSpPr>
              <p:cNvPr id="1049800" name=""/>
              <p:cNvSpPr/>
              <p:nvPr/>
            </p:nvSpPr>
            <p:spPr>
              <a:xfrm>
                <a:off x="2865748" y="2690943"/>
                <a:ext cx="40749" cy="262277"/>
              </a:xfrm>
            </p:spPr>
          </p:sp>
        </mc:Fallback>
      </mc:AlternateContent>
      <mc:AlternateContent xmlns:mc="http://schemas.openxmlformats.org/markup-compatibility/2006" xmlns:p14="http://schemas.microsoft.com/office/powerpoint/2010/main">
        <mc:Choice Requires="p14">
          <p:contentPart p14:bwMode="auto" r:id="rId77">
            <p14:nvContentPartPr>
              <p14:cNvPr id="1049801" name="Encre 1049800"/>
              <p14:cNvContentPartPr/>
              <p14:nvPr/>
            </p14:nvContentPartPr>
            <p14:xfrm>
              <a:off x="1726592" y="3443842"/>
              <a:ext cx="56056" cy="2336281"/>
            </p14:xfrm>
          </p:contentPart>
        </mc:Choice>
        <mc:Fallback xmlns="">
          <p:sp>
            <p:nvSpPr>
              <p:cNvPr id="1049801" name=""/>
              <p:cNvSpPr/>
              <p:nvPr/>
            </p:nvSpPr>
            <p:spPr>
              <a:xfrm>
                <a:off x="1726592" y="3443842"/>
                <a:ext cx="56056" cy="2336281"/>
              </a:xfrm>
            </p:spPr>
          </p:sp>
        </mc:Fallback>
      </mc:AlternateContent>
      <mc:AlternateContent xmlns:mc="http://schemas.openxmlformats.org/markup-compatibility/2006" xmlns:p14="http://schemas.microsoft.com/office/powerpoint/2010/main">
        <mc:Choice Requires="p14">
          <p:contentPart p14:bwMode="auto" r:id="rId78">
            <p14:nvContentPartPr>
              <p14:cNvPr id="1049802" name="Encre 1049801"/>
              <p14:cNvContentPartPr/>
              <p14:nvPr/>
            </p14:nvContentPartPr>
            <p14:xfrm>
              <a:off x="1748031" y="5625188"/>
              <a:ext cx="3414967" cy="136081"/>
            </p14:xfrm>
          </p:contentPart>
        </mc:Choice>
        <mc:Fallback xmlns="">
          <p:sp>
            <p:nvSpPr>
              <p:cNvPr id="1049802" name=""/>
              <p:cNvSpPr/>
              <p:nvPr/>
            </p:nvSpPr>
            <p:spPr>
              <a:xfrm>
                <a:off x="1748031" y="5625188"/>
                <a:ext cx="3414967" cy="136081"/>
              </a:xfrm>
            </p:spPr>
          </p:sp>
        </mc:Fallback>
      </mc:AlternateContent>
      <mc:AlternateContent xmlns:mc="http://schemas.openxmlformats.org/markup-compatibility/2006" xmlns:p14="http://schemas.microsoft.com/office/powerpoint/2010/main">
        <mc:Choice Requires="p14">
          <p:contentPart p14:bwMode="auto" r:id="rId79">
            <p14:nvContentPartPr>
              <p14:cNvPr id="1049803" name="Encre 1049802"/>
              <p14:cNvContentPartPr/>
              <p14:nvPr/>
            </p14:nvContentPartPr>
            <p14:xfrm>
              <a:off x="4985543" y="5639144"/>
              <a:ext cx="187423" cy="234313"/>
            </p14:xfrm>
          </p:contentPart>
        </mc:Choice>
        <mc:Fallback xmlns="">
          <p:sp>
            <p:nvSpPr>
              <p:cNvPr id="1049803" name=""/>
              <p:cNvSpPr/>
              <p:nvPr/>
            </p:nvSpPr>
            <p:spPr>
              <a:xfrm>
                <a:off x="4985543" y="5639144"/>
                <a:ext cx="187423" cy="234313"/>
              </a:xfrm>
            </p:spPr>
          </p:sp>
        </mc:Fallback>
      </mc:AlternateContent>
      <mc:AlternateContent xmlns:mc="http://schemas.openxmlformats.org/markup-compatibility/2006" xmlns:p14="http://schemas.microsoft.com/office/powerpoint/2010/main">
        <mc:Choice Requires="p14">
          <p:contentPart p14:bwMode="auto" r:id="rId80">
            <p14:nvContentPartPr>
              <p14:cNvPr id="1049804" name="Encre 1049803"/>
              <p14:cNvContentPartPr/>
              <p14:nvPr/>
            </p14:nvContentPartPr>
            <p14:xfrm>
              <a:off x="1682764" y="3436509"/>
              <a:ext cx="45082" cy="195302"/>
            </p14:xfrm>
          </p:contentPart>
        </mc:Choice>
        <mc:Fallback xmlns="">
          <p:sp>
            <p:nvSpPr>
              <p:cNvPr id="1049804" name=""/>
              <p:cNvSpPr/>
              <p:nvPr/>
            </p:nvSpPr>
            <p:spPr>
              <a:xfrm>
                <a:off x="1682764" y="3436509"/>
                <a:ext cx="45082" cy="195302"/>
              </a:xfrm>
            </p:spPr>
          </p:sp>
        </mc:Fallback>
      </mc:AlternateContent>
      <mc:AlternateContent xmlns:mc="http://schemas.openxmlformats.org/markup-compatibility/2006" xmlns:p14="http://schemas.microsoft.com/office/powerpoint/2010/main">
        <mc:Choice Requires="p14">
          <p:contentPart p14:bwMode="auto" r:id="rId81">
            <p14:nvContentPartPr>
              <p14:cNvPr id="1049805" name="Encre 1049804"/>
              <p14:cNvContentPartPr/>
              <p14:nvPr/>
            </p14:nvContentPartPr>
            <p14:xfrm>
              <a:off x="1639347" y="3471043"/>
              <a:ext cx="149241" cy="155513"/>
            </p14:xfrm>
          </p:contentPart>
        </mc:Choice>
        <mc:Fallback xmlns="">
          <p:sp>
            <p:nvSpPr>
              <p:cNvPr id="1049805" name=""/>
              <p:cNvSpPr/>
              <p:nvPr/>
            </p:nvSpPr>
            <p:spPr>
              <a:xfrm>
                <a:off x="1639347" y="3471043"/>
                <a:ext cx="149241" cy="155513"/>
              </a:xfrm>
            </p:spPr>
          </p:sp>
        </mc:Fallback>
      </mc:AlternateContent>
      <mc:AlternateContent xmlns:mc="http://schemas.openxmlformats.org/markup-compatibility/2006" xmlns:p14="http://schemas.microsoft.com/office/powerpoint/2010/main">
        <mc:Choice Requires="p14">
          <p:contentPart p14:bwMode="auto" r:id="rId82">
            <p14:nvContentPartPr>
              <p14:cNvPr id="1049806" name="Encre 1049805"/>
              <p14:cNvContentPartPr/>
              <p14:nvPr/>
            </p14:nvContentPartPr>
            <p14:xfrm>
              <a:off x="1836074" y="3388255"/>
              <a:ext cx="136930" cy="235369"/>
            </p14:xfrm>
          </p:contentPart>
        </mc:Choice>
        <mc:Fallback xmlns="">
          <p:sp>
            <p:nvSpPr>
              <p:cNvPr id="1049806" name=""/>
              <p:cNvSpPr/>
              <p:nvPr/>
            </p:nvSpPr>
            <p:spPr>
              <a:xfrm>
                <a:off x="1836074" y="3388255"/>
                <a:ext cx="136930" cy="235369"/>
              </a:xfrm>
            </p:spPr>
          </p:sp>
        </mc:Fallback>
      </mc:AlternateContent>
      <mc:AlternateContent xmlns:mc="http://schemas.openxmlformats.org/markup-compatibility/2006" xmlns:p14="http://schemas.microsoft.com/office/powerpoint/2010/main">
        <mc:Choice Requires="p14">
          <p:contentPart p14:bwMode="auto" r:id="rId83">
            <p14:nvContentPartPr>
              <p14:cNvPr id="1049807" name="Encre 1049806"/>
              <p14:cNvContentPartPr/>
              <p14:nvPr/>
            </p14:nvContentPartPr>
            <p14:xfrm>
              <a:off x="1830030" y="3505771"/>
              <a:ext cx="142501" cy="13999"/>
            </p14:xfrm>
          </p:contentPart>
        </mc:Choice>
        <mc:Fallback xmlns="">
          <p:sp>
            <p:nvSpPr>
              <p:cNvPr id="1049807" name=""/>
              <p:cNvSpPr/>
              <p:nvPr/>
            </p:nvSpPr>
            <p:spPr>
              <a:xfrm>
                <a:off x="1830030" y="3505771"/>
                <a:ext cx="142501" cy="13999"/>
              </a:xfrm>
            </p:spPr>
          </p:sp>
        </mc:Fallback>
      </mc:AlternateContent>
      <mc:AlternateContent xmlns:mc="http://schemas.openxmlformats.org/markup-compatibility/2006" xmlns:p14="http://schemas.microsoft.com/office/powerpoint/2010/main">
        <mc:Choice Requires="p14">
          <p:contentPart p14:bwMode="auto" r:id="rId84">
            <p14:nvContentPartPr>
              <p14:cNvPr id="1049808" name="Encre 1049807"/>
              <p14:cNvContentPartPr/>
              <p14:nvPr/>
            </p14:nvContentPartPr>
            <p14:xfrm>
              <a:off x="1988563" y="3527441"/>
              <a:ext cx="78335" cy="259660"/>
            </p14:xfrm>
          </p:contentPart>
        </mc:Choice>
        <mc:Fallback xmlns="">
          <p:sp>
            <p:nvSpPr>
              <p:cNvPr id="1049808" name=""/>
              <p:cNvSpPr/>
              <p:nvPr/>
            </p:nvSpPr>
            <p:spPr>
              <a:xfrm>
                <a:off x="1988563" y="3527441"/>
                <a:ext cx="78335" cy="259660"/>
              </a:xfrm>
            </p:spPr>
          </p:sp>
        </mc:Fallback>
      </mc:AlternateContent>
      <mc:AlternateContent xmlns:mc="http://schemas.openxmlformats.org/markup-compatibility/2006" xmlns:p14="http://schemas.microsoft.com/office/powerpoint/2010/main">
        <mc:Choice Requires="p14">
          <p:contentPart p14:bwMode="auto" r:id="rId85">
            <p14:nvContentPartPr>
              <p14:cNvPr id="1049809" name="Encre 1049808"/>
              <p14:cNvContentPartPr/>
              <p14:nvPr/>
            </p14:nvContentPartPr>
            <p14:xfrm>
              <a:off x="2041127" y="3599555"/>
              <a:ext cx="304345" cy="261449"/>
            </p14:xfrm>
          </p:contentPart>
        </mc:Choice>
        <mc:Fallback xmlns="">
          <p:sp>
            <p:nvSpPr>
              <p:cNvPr id="1049809" name=""/>
              <p:cNvSpPr/>
              <p:nvPr/>
            </p:nvSpPr>
            <p:spPr>
              <a:xfrm>
                <a:off x="2041127" y="3599555"/>
                <a:ext cx="304345" cy="261449"/>
              </a:xfrm>
            </p:spPr>
          </p:sp>
        </mc:Fallback>
      </mc:AlternateContent>
      <mc:AlternateContent xmlns:mc="http://schemas.openxmlformats.org/markup-compatibility/2006" xmlns:p14="http://schemas.microsoft.com/office/powerpoint/2010/main">
        <mc:Choice Requires="p14">
          <p:contentPart p14:bwMode="auto" r:id="rId86">
            <p14:nvContentPartPr>
              <p14:cNvPr id="1049810" name="Encre 1049809"/>
              <p14:cNvContentPartPr/>
              <p14:nvPr/>
            </p14:nvContentPartPr>
            <p14:xfrm>
              <a:off x="2358350" y="3429649"/>
              <a:ext cx="55076" cy="254120"/>
            </p14:xfrm>
          </p:contentPart>
        </mc:Choice>
        <mc:Fallback xmlns="">
          <p:sp>
            <p:nvSpPr>
              <p:cNvPr id="1049810" name=""/>
              <p:cNvSpPr/>
              <p:nvPr/>
            </p:nvSpPr>
            <p:spPr>
              <a:xfrm>
                <a:off x="2358350" y="3429649"/>
                <a:ext cx="55076" cy="254120"/>
              </a:xfrm>
            </p:spPr>
          </p:sp>
        </mc:Fallback>
      </mc:AlternateContent>
      <mc:AlternateContent xmlns:mc="http://schemas.openxmlformats.org/markup-compatibility/2006" xmlns:p14="http://schemas.microsoft.com/office/powerpoint/2010/main">
        <mc:Choice Requires="p14">
          <p:contentPart p14:bwMode="auto" r:id="rId87">
            <p14:nvContentPartPr>
              <p14:cNvPr id="1049811" name="Encre 1049810"/>
              <p14:cNvContentPartPr/>
              <p14:nvPr/>
            </p14:nvContentPartPr>
            <p14:xfrm>
              <a:off x="2443555" y="3546972"/>
              <a:ext cx="137830" cy="88212"/>
            </p14:xfrm>
          </p:contentPart>
        </mc:Choice>
        <mc:Fallback xmlns="">
          <p:sp>
            <p:nvSpPr>
              <p:cNvPr id="1049811" name=""/>
              <p:cNvSpPr/>
              <p:nvPr/>
            </p:nvSpPr>
            <p:spPr>
              <a:xfrm>
                <a:off x="2443555" y="3546972"/>
                <a:ext cx="137830" cy="88212"/>
              </a:xfrm>
            </p:spPr>
          </p:sp>
        </mc:Fallback>
      </mc:AlternateContent>
      <mc:AlternateContent xmlns:mc="http://schemas.openxmlformats.org/markup-compatibility/2006" xmlns:p14="http://schemas.microsoft.com/office/powerpoint/2010/main">
        <mc:Choice Requires="p14">
          <p:contentPart p14:bwMode="auto" r:id="rId88">
            <p14:nvContentPartPr>
              <p14:cNvPr id="1049812" name="Encre 1049811"/>
              <p14:cNvContentPartPr/>
              <p14:nvPr/>
            </p14:nvContentPartPr>
            <p14:xfrm>
              <a:off x="2565924" y="3416167"/>
              <a:ext cx="79528" cy="296854"/>
            </p14:xfrm>
          </p:contentPart>
        </mc:Choice>
        <mc:Fallback xmlns="">
          <p:sp>
            <p:nvSpPr>
              <p:cNvPr id="1049812" name=""/>
              <p:cNvSpPr/>
              <p:nvPr/>
            </p:nvSpPr>
            <p:spPr>
              <a:xfrm>
                <a:off x="2565924" y="3416167"/>
                <a:ext cx="79528" cy="296854"/>
              </a:xfrm>
            </p:spPr>
          </p:sp>
        </mc:Fallback>
      </mc:AlternateContent>
      <mc:AlternateContent xmlns:mc="http://schemas.openxmlformats.org/markup-compatibility/2006" xmlns:p14="http://schemas.microsoft.com/office/powerpoint/2010/main">
        <mc:Choice Requires="p14">
          <p:contentPart p14:bwMode="auto" r:id="rId89">
            <p14:nvContentPartPr>
              <p14:cNvPr id="1049813" name="Encre 1049812"/>
              <p14:cNvContentPartPr/>
              <p14:nvPr/>
            </p14:nvContentPartPr>
            <p14:xfrm>
              <a:off x="5208834" y="5784953"/>
              <a:ext cx="225614" cy="181938"/>
            </p14:xfrm>
          </p:contentPart>
        </mc:Choice>
        <mc:Fallback xmlns="">
          <p:sp>
            <p:nvSpPr>
              <p:cNvPr id="1049813" name=""/>
              <p:cNvSpPr/>
              <p:nvPr/>
            </p:nvSpPr>
            <p:spPr>
              <a:xfrm>
                <a:off x="5208834" y="5784953"/>
                <a:ext cx="225614" cy="181938"/>
              </a:xfrm>
            </p:spPr>
          </p:sp>
        </mc:Fallback>
      </mc:AlternateContent>
      <mc:AlternateContent xmlns:mc="http://schemas.openxmlformats.org/markup-compatibility/2006" xmlns:p14="http://schemas.microsoft.com/office/powerpoint/2010/main">
        <mc:Choice Requires="p14">
          <p:contentPart p14:bwMode="auto" r:id="rId90">
            <p14:nvContentPartPr>
              <p14:cNvPr id="1049814" name="Encre 1049813"/>
              <p14:cNvContentPartPr/>
              <p14:nvPr/>
            </p14:nvContentPartPr>
            <p14:xfrm>
              <a:off x="1789241" y="3519770"/>
              <a:ext cx="3075048" cy="2164118"/>
            </p14:xfrm>
          </p:contentPart>
        </mc:Choice>
        <mc:Fallback xmlns="">
          <p:sp>
            <p:nvSpPr>
              <p:cNvPr id="1049814" name=""/>
              <p:cNvSpPr/>
              <p:nvPr/>
            </p:nvSpPr>
            <p:spPr>
              <a:xfrm>
                <a:off x="1789241" y="3519770"/>
                <a:ext cx="3075048" cy="2164118"/>
              </a:xfrm>
            </p:spPr>
          </p:sp>
        </mc:Fallback>
      </mc:AlternateContent>
      <mc:AlternateContent xmlns:mc="http://schemas.openxmlformats.org/markup-compatibility/2006" xmlns:p14="http://schemas.microsoft.com/office/powerpoint/2010/main">
        <mc:Choice Requires="p14">
          <p:contentPart p14:bwMode="auto" r:id="rId91">
            <p14:nvContentPartPr>
              <p14:cNvPr id="1049815" name="Encre 1049814"/>
              <p14:cNvContentPartPr/>
              <p14:nvPr/>
            </p14:nvContentPartPr>
            <p14:xfrm>
              <a:off x="4881494" y="5407401"/>
              <a:ext cx="135268" cy="202207"/>
            </p14:xfrm>
          </p:contentPart>
        </mc:Choice>
        <mc:Fallback xmlns="">
          <p:sp>
            <p:nvSpPr>
              <p:cNvPr id="1049815" name=""/>
              <p:cNvSpPr/>
              <p:nvPr/>
            </p:nvSpPr>
            <p:spPr>
              <a:xfrm>
                <a:off x="4881494" y="5407401"/>
                <a:ext cx="135268" cy="202207"/>
              </a:xfrm>
            </p:spPr>
          </p:sp>
        </mc:Fallback>
      </mc:AlternateContent>
      <mc:AlternateContent xmlns:mc="http://schemas.openxmlformats.org/markup-compatibility/2006" xmlns:p14="http://schemas.microsoft.com/office/powerpoint/2010/main">
        <mc:Choice Requires="p14">
          <p:contentPart p14:bwMode="auto" r:id="rId92">
            <p14:nvContentPartPr>
              <p14:cNvPr id="1049816" name="Encre 1049815"/>
              <p14:cNvContentPartPr/>
              <p14:nvPr/>
            </p14:nvContentPartPr>
            <p14:xfrm>
              <a:off x="5005670" y="5428899"/>
              <a:ext cx="150180" cy="16994"/>
            </p14:xfrm>
          </p:contentPart>
        </mc:Choice>
        <mc:Fallback xmlns="">
          <p:sp>
            <p:nvSpPr>
              <p:cNvPr id="1049816" name=""/>
              <p:cNvSpPr/>
              <p:nvPr/>
            </p:nvSpPr>
            <p:spPr>
              <a:xfrm>
                <a:off x="5005670" y="5428899"/>
                <a:ext cx="150180" cy="16994"/>
              </a:xfrm>
            </p:spPr>
          </p:sp>
        </mc:Fallback>
      </mc:AlternateContent>
      <mc:AlternateContent xmlns:mc="http://schemas.openxmlformats.org/markup-compatibility/2006" xmlns:p14="http://schemas.microsoft.com/office/powerpoint/2010/main">
        <mc:Choice Requires="p14">
          <p:contentPart p14:bwMode="auto" r:id="rId93">
            <p14:nvContentPartPr>
              <p14:cNvPr id="1049817" name="Encre 1049816"/>
              <p14:cNvContentPartPr/>
              <p14:nvPr/>
            </p14:nvContentPartPr>
            <p14:xfrm>
              <a:off x="5041891" y="5400478"/>
              <a:ext cx="41975" cy="159873"/>
            </p14:xfrm>
          </p:contentPart>
        </mc:Choice>
        <mc:Fallback xmlns="">
          <p:sp>
            <p:nvSpPr>
              <p:cNvPr id="1049817" name=""/>
              <p:cNvSpPr/>
              <p:nvPr/>
            </p:nvSpPr>
            <p:spPr>
              <a:xfrm>
                <a:off x="5041891" y="5400478"/>
                <a:ext cx="41975" cy="159873"/>
              </a:xfrm>
            </p:spPr>
          </p:sp>
        </mc:Fallback>
      </mc:AlternateContent>
      <mc:AlternateContent xmlns:mc="http://schemas.openxmlformats.org/markup-compatibility/2006" xmlns:p14="http://schemas.microsoft.com/office/powerpoint/2010/main">
        <mc:Choice Requires="p14">
          <p:contentPart p14:bwMode="auto" r:id="rId94">
            <p14:nvContentPartPr>
              <p14:cNvPr id="1049818" name="Encre 1049817"/>
              <p14:cNvContentPartPr/>
              <p14:nvPr/>
            </p14:nvContentPartPr>
            <p14:xfrm>
              <a:off x="1339294" y="3504111"/>
              <a:ext cx="163568" cy="8799"/>
            </p14:xfrm>
          </p:contentPart>
        </mc:Choice>
        <mc:Fallback xmlns="">
          <p:sp>
            <p:nvSpPr>
              <p:cNvPr id="1049818" name=""/>
              <p:cNvSpPr/>
              <p:nvPr/>
            </p:nvSpPr>
            <p:spPr>
              <a:xfrm>
                <a:off x="1339294" y="3504111"/>
                <a:ext cx="163568" cy="8799"/>
              </a:xfrm>
            </p:spPr>
          </p:sp>
        </mc:Fallback>
      </mc:AlternateContent>
      <mc:AlternateContent xmlns:mc="http://schemas.openxmlformats.org/markup-compatibility/2006" xmlns:p14="http://schemas.microsoft.com/office/powerpoint/2010/main">
        <mc:Choice Requires="p14">
          <p:contentPart p14:bwMode="auto" r:id="rId95">
            <p14:nvContentPartPr>
              <p14:cNvPr id="1049819" name="Encre 1049818"/>
              <p14:cNvContentPartPr/>
              <p14:nvPr/>
            </p14:nvContentPartPr>
            <p14:xfrm>
              <a:off x="1402874" y="3423026"/>
              <a:ext cx="24810" cy="143740"/>
            </p14:xfrm>
          </p:contentPart>
        </mc:Choice>
        <mc:Fallback xmlns="">
          <p:sp>
            <p:nvSpPr>
              <p:cNvPr id="1049819" name=""/>
              <p:cNvSpPr/>
              <p:nvPr/>
            </p:nvSpPr>
            <p:spPr>
              <a:xfrm>
                <a:off x="1402874" y="3423026"/>
                <a:ext cx="24810" cy="143740"/>
              </a:xfrm>
            </p:spPr>
          </p:sp>
        </mc:Fallback>
      </mc:AlternateContent>
      <mc:AlternateContent xmlns:mc="http://schemas.openxmlformats.org/markup-compatibility/2006" xmlns:p14="http://schemas.microsoft.com/office/powerpoint/2010/main">
        <mc:Choice Requires="p14">
          <p:contentPart p14:bwMode="auto" r:id="rId96">
            <p14:nvContentPartPr>
              <p14:cNvPr id="1049820" name="Encre 1049819"/>
              <p14:cNvContentPartPr/>
              <p14:nvPr/>
            </p14:nvContentPartPr>
            <p14:xfrm>
              <a:off x="1525369" y="3470988"/>
              <a:ext cx="75009" cy="83729"/>
            </p14:xfrm>
          </p:contentPart>
        </mc:Choice>
        <mc:Fallback xmlns="">
          <p:sp>
            <p:nvSpPr>
              <p:cNvPr id="1049820" name=""/>
              <p:cNvSpPr/>
              <p:nvPr/>
            </p:nvSpPr>
            <p:spPr>
              <a:xfrm>
                <a:off x="1525369" y="3470988"/>
                <a:ext cx="75009" cy="83729"/>
              </a:xfrm>
            </p:spPr>
          </p:sp>
        </mc:Fallback>
      </mc:AlternateContent>
      <mc:AlternateContent xmlns:mc="http://schemas.openxmlformats.org/markup-compatibility/2006" xmlns:p14="http://schemas.microsoft.com/office/powerpoint/2010/main">
        <mc:Choice Requires="p14">
          <p:contentPart p14:bwMode="auto" r:id="rId97">
            <p14:nvContentPartPr>
              <p14:cNvPr id="1049821" name="Encre 1049820"/>
              <p14:cNvContentPartPr/>
              <p14:nvPr/>
            </p14:nvContentPartPr>
            <p14:xfrm>
              <a:off x="1591193" y="3479115"/>
              <a:ext cx="88061" cy="86167"/>
            </p14:xfrm>
          </p:contentPart>
        </mc:Choice>
        <mc:Fallback xmlns="">
          <p:sp>
            <p:nvSpPr>
              <p:cNvPr id="1049821" name=""/>
              <p:cNvSpPr/>
              <p:nvPr/>
            </p:nvSpPr>
            <p:spPr>
              <a:xfrm>
                <a:off x="1591193" y="3479115"/>
                <a:ext cx="88061" cy="86167"/>
              </a:xfrm>
            </p:spPr>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0" name="Rectangle 3"/>
          <p:cNvSpPr/>
          <p:nvPr/>
        </p:nvSpPr>
        <p:spPr>
          <a:xfrm>
            <a:off x="470693" y="192041"/>
            <a:ext cx="7764780" cy="510540"/>
          </a:xfrm>
          <a:prstGeom prst="rect">
            <a:avLst/>
          </a:prstGeom>
          <a:solidFill>
            <a:srgbClr val="FFFF0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3. Détermination de l’expression de la trajectoire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21" name="Rectangle 4"/>
          <p:cNvSpPr/>
          <p:nvPr/>
        </p:nvSpPr>
        <p:spPr>
          <a:xfrm>
            <a:off x="470693" y="831171"/>
            <a:ext cx="11203970" cy="510540"/>
          </a:xfrm>
          <a:prstGeom prst="rect">
            <a:avLst/>
          </a:prstGeom>
          <a:solidFill>
            <a:srgbClr val="92D050"/>
          </a:solidFill>
        </p:spPr>
        <p:txBody>
          <a:bodyPr wrap="squar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3.1 Établissement de la trajectoire par les formules de Binet</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22" name="Rectangle 5"/>
          <p:cNvSpPr>
            <a:spLocks noRot="1" noChangeAspect="1" noMove="1" noResize="1" noEditPoints="1" noAdjustHandles="1" noChangeArrowheads="1" noChangeShapeType="1" noTextEdit="1"/>
          </p:cNvSpPr>
          <p:nvPr/>
        </p:nvSpPr>
        <p:spPr>
          <a:xfrm>
            <a:off x="542121" y="1416926"/>
            <a:ext cx="8397748" cy="2855141"/>
          </a:xfrm>
          <a:prstGeom prst="rect">
            <a:avLst/>
          </a:prstGeom>
          <a:blipFill rotWithShape="0">
            <a:blip r:embed="rId2"/>
            <a:stretch>
              <a:fillRect l="-653" t="-853" r="-435"/>
            </a:stretch>
          </a:blipFill>
        </p:spPr>
        <p:txBody>
          <a:bodyPr/>
          <a:lstStyle/>
          <a:p>
            <a:r>
              <a:rPr lang="fr-MA">
                <a:noFill/>
              </a:rPr>
              <a:t> </a:t>
            </a:r>
          </a:p>
        </p:txBody>
      </p:sp>
      <p:sp>
        <p:nvSpPr>
          <p:cNvPr id="1048723" name="ZoneTexte 6"/>
          <p:cNvSpPr txBox="1">
            <a:spLocks noRot="1" noChangeAspect="1" noMove="1" noResize="1" noEditPoints="1" noAdjustHandles="1" noChangeArrowheads="1" noChangeShapeType="1" noTextEdit="1"/>
          </p:cNvSpPr>
          <p:nvPr/>
        </p:nvSpPr>
        <p:spPr>
          <a:xfrm>
            <a:off x="6864439" y="1470301"/>
            <a:ext cx="4407938" cy="416845"/>
          </a:xfrm>
          <a:prstGeom prst="rect">
            <a:avLst/>
          </a:prstGeom>
          <a:blipFill rotWithShape="0">
            <a:blip r:embed="rId3"/>
            <a:stretch>
              <a:fillRect/>
            </a:stretch>
          </a:blipFill>
        </p:spPr>
        <p:txBody>
          <a:bodyPr/>
          <a:lstStyle/>
          <a:p>
            <a:r>
              <a:rPr lang="fr-MA">
                <a:noFill/>
              </a:rPr>
              <a:t> </a:t>
            </a:r>
          </a:p>
        </p:txBody>
      </p:sp>
      <p:sp>
        <p:nvSpPr>
          <p:cNvPr id="1048724" name="Rectangle 7"/>
          <p:cNvSpPr>
            <a:spLocks noRot="1" noChangeAspect="1" noMove="1" noResize="1" noEditPoints="1" noAdjustHandles="1" noChangeArrowheads="1" noChangeShapeType="1" noTextEdit="1"/>
          </p:cNvSpPr>
          <p:nvPr/>
        </p:nvSpPr>
        <p:spPr>
          <a:xfrm>
            <a:off x="1583658" y="1678723"/>
            <a:ext cx="2915029" cy="971997"/>
          </a:xfrm>
          <a:prstGeom prst="rect">
            <a:avLst/>
          </a:prstGeom>
          <a:blipFill rotWithShape="0">
            <a:blip r:embed="rId4"/>
            <a:stretch>
              <a:fillRect/>
            </a:stretch>
          </a:blipFill>
        </p:spPr>
        <p:txBody>
          <a:bodyPr/>
          <a:lstStyle/>
          <a:p>
            <a:r>
              <a:rPr lang="fr-MA">
                <a:noFill/>
              </a:rPr>
              <a:t> </a:t>
            </a:r>
          </a:p>
        </p:txBody>
      </p:sp>
      <p:sp>
        <p:nvSpPr>
          <p:cNvPr id="1048725" name="Rectangle 8"/>
          <p:cNvSpPr>
            <a:spLocks noRot="1" noChangeAspect="1" noMove="1" noResize="1" noEditPoints="1" noAdjustHandles="1" noChangeArrowheads="1" noChangeShapeType="1" noTextEdit="1"/>
          </p:cNvSpPr>
          <p:nvPr/>
        </p:nvSpPr>
        <p:spPr>
          <a:xfrm>
            <a:off x="1828083" y="2648429"/>
            <a:ext cx="2875852" cy="578685"/>
          </a:xfrm>
          <a:prstGeom prst="rect">
            <a:avLst/>
          </a:prstGeom>
          <a:blipFill rotWithShape="0">
            <a:blip r:embed="rId5"/>
            <a:stretch>
              <a:fillRect/>
            </a:stretch>
          </a:blipFill>
        </p:spPr>
        <p:txBody>
          <a:bodyPr/>
          <a:lstStyle/>
          <a:p>
            <a:r>
              <a:rPr lang="fr-MA">
                <a:noFill/>
              </a:rPr>
              <a:t> </a:t>
            </a:r>
          </a:p>
        </p:txBody>
      </p:sp>
      <p:sp>
        <p:nvSpPr>
          <p:cNvPr id="1048726" name="ZoneTexte 9"/>
          <p:cNvSpPr txBox="1">
            <a:spLocks noRot="1" noChangeAspect="1" noMove="1" noResize="1" noEditPoints="1" noAdjustHandles="1" noChangeArrowheads="1" noChangeShapeType="1" noTextEdit="1"/>
          </p:cNvSpPr>
          <p:nvPr/>
        </p:nvSpPr>
        <p:spPr>
          <a:xfrm>
            <a:off x="2620839" y="4235970"/>
            <a:ext cx="3472361" cy="846770"/>
          </a:xfrm>
          <a:prstGeom prst="rect">
            <a:avLst/>
          </a:prstGeom>
          <a:blipFill rotWithShape="0">
            <a:blip r:embed="rId6"/>
            <a:stretch>
              <a:fillRect/>
            </a:stretch>
          </a:blipFill>
        </p:spPr>
        <p:txBody>
          <a:bodyPr/>
          <a:lstStyle/>
          <a:p>
            <a:r>
              <a:rPr lang="fr-MA">
                <a:noFill/>
              </a:rPr>
              <a:t> </a:t>
            </a:r>
          </a:p>
        </p:txBody>
      </p:sp>
      <p:sp>
        <p:nvSpPr>
          <p:cNvPr id="1048727" name="ZoneTexte 10"/>
          <p:cNvSpPr txBox="1"/>
          <p:nvPr/>
        </p:nvSpPr>
        <p:spPr>
          <a:xfrm>
            <a:off x="6416533" y="4420850"/>
            <a:ext cx="5072380" cy="447040"/>
          </a:xfrm>
          <a:prstGeom prst="rect">
            <a:avLst/>
          </a:prstGeom>
          <a:solidFill>
            <a:schemeClr val="accent4">
              <a:lumMod val="40000"/>
              <a:lumOff val="60000"/>
            </a:schemeClr>
          </a:solidFill>
        </p:spPr>
        <p:txBody>
          <a:bodyPr wrap="none" rtlCol="0">
            <a:spAutoFit/>
          </a:bodyPr>
          <a:lstStyle/>
          <a:p>
            <a:r>
              <a:rPr lang="fr-MA" sz="2400" dirty="0"/>
              <a:t>Formule de Binet pour l’accélération</a:t>
            </a:r>
          </a:p>
        </p:txBody>
      </p:sp>
      <p:sp>
        <p:nvSpPr>
          <p:cNvPr id="1048728" name="Rectangle 11"/>
          <p:cNvSpPr/>
          <p:nvPr/>
        </p:nvSpPr>
        <p:spPr>
          <a:xfrm>
            <a:off x="542121" y="5338272"/>
            <a:ext cx="10503938" cy="802640"/>
          </a:xfrm>
          <a:prstGeom prst="rect">
            <a:avLst/>
          </a:prstGeom>
        </p:spPr>
        <p:txBody>
          <a:bodyPr wrap="square">
            <a:spAutoFit/>
          </a:bodyPr>
          <a:lstStyle/>
          <a:p>
            <a:pPr marL="285750" indent="-285750" algn="just">
              <a:buFont typeface="Wingdings" panose="05000000000000000000" pitchFamily="2" charset="2"/>
              <a:buChar char="Ø"/>
            </a:pPr>
            <a:r>
              <a:rPr lang="fr-FR" sz="2400" b="0" i="0" u="none" strike="noStrike" baseline="0" dirty="0"/>
              <a:t>L’application du principe fondamental de la dynamique au point matériel soumis à </a:t>
            </a:r>
            <a:r>
              <a:rPr lang="fr-MA" sz="2400" b="0" i="0" u="none" strike="noStrike" baseline="0" dirty="0"/>
              <a:t>une force centrale donne :</a:t>
            </a:r>
            <a:endParaRPr lang="fr-MA" sz="2400" dirty="0"/>
          </a:p>
        </p:txBody>
      </p:sp>
      <p:sp>
        <p:nvSpPr>
          <p:cNvPr id="1048729" name="ZoneTexte 12"/>
          <p:cNvSpPr txBox="1">
            <a:spLocks noRot="1" noChangeAspect="1" noMove="1" noResize="1" noEditPoints="1" noAdjustHandles="1" noChangeArrowheads="1" noChangeShapeType="1" noTextEdit="1"/>
          </p:cNvSpPr>
          <p:nvPr/>
        </p:nvSpPr>
        <p:spPr>
          <a:xfrm>
            <a:off x="4740995" y="5839114"/>
            <a:ext cx="1111073" cy="414088"/>
          </a:xfrm>
          <a:prstGeom prst="rect">
            <a:avLst/>
          </a:prstGeom>
          <a:blipFill rotWithShape="0">
            <a:blip r:embed="rId7"/>
            <a:stretch>
              <a:fillRect/>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8">
            <p14:nvContentPartPr>
              <p14:cNvPr id="1049822" name="Encre 1049821"/>
              <p14:cNvContentPartPr/>
              <p14:nvPr/>
            </p14:nvContentPartPr>
            <p14:xfrm>
              <a:off x="2527408" y="4174508"/>
              <a:ext cx="3612278" cy="1064900"/>
            </p14:xfrm>
          </p:contentPart>
        </mc:Choice>
        <mc:Fallback xmlns="">
          <p:sp>
            <p:nvSpPr>
              <p:cNvPr id="1049822" name=""/>
              <p:cNvSpPr/>
              <p:nvPr/>
            </p:nvSpPr>
            <p:spPr>
              <a:xfrm>
                <a:off x="2527408" y="4174508"/>
                <a:ext cx="3612278" cy="1064900"/>
              </a:xfrm>
            </p:spPr>
          </p:sp>
        </mc:Fallback>
      </mc:AlternateContent>
      <mc:AlternateContent xmlns:mc="http://schemas.openxmlformats.org/markup-compatibility/2006" xmlns:p14="http://schemas.microsoft.com/office/powerpoint/2010/main">
        <mc:Choice Requires="p14">
          <p:contentPart p14:bwMode="auto" r:id="rId9">
            <p14:nvContentPartPr>
              <p14:cNvPr id="1049823" name="Encre 1049822"/>
              <p14:cNvContentPartPr/>
              <p14:nvPr/>
            </p14:nvContentPartPr>
            <p14:xfrm>
              <a:off x="5748770" y="5176241"/>
              <a:ext cx="388552" cy="1517"/>
            </p14:xfrm>
          </p:contentPart>
        </mc:Choice>
        <mc:Fallback xmlns="">
          <p:sp>
            <p:nvSpPr>
              <p:cNvPr id="1049823" name=""/>
              <p:cNvSpPr/>
              <p:nvPr/>
            </p:nvSpPr>
            <p:spPr>
              <a:xfrm>
                <a:off x="5748770" y="5176241"/>
                <a:ext cx="388552" cy="1517"/>
              </a:xfrm>
            </p:spPr>
          </p:sp>
        </mc:Fallback>
      </mc:AlternateContent>
      <mc:AlternateContent xmlns:mc="http://schemas.openxmlformats.org/markup-compatibility/2006" xmlns:p14="http://schemas.microsoft.com/office/powerpoint/2010/main">
        <mc:Choice Requires="p14">
          <p:contentPart p14:bwMode="auto" r:id="rId10">
            <p14:nvContentPartPr>
              <p14:cNvPr id="1049824" name="Encre 1049823"/>
              <p14:cNvContentPartPr/>
              <p14:nvPr/>
            </p14:nvContentPartPr>
            <p14:xfrm>
              <a:off x="5481772" y="3370774"/>
              <a:ext cx="1214001" cy="895126"/>
            </p14:xfrm>
          </p:contentPart>
        </mc:Choice>
        <mc:Fallback xmlns="">
          <p:sp>
            <p:nvSpPr>
              <p:cNvPr id="1049824" name=""/>
              <p:cNvSpPr/>
              <p:nvPr/>
            </p:nvSpPr>
            <p:spPr>
              <a:xfrm>
                <a:off x="5481772" y="3370774"/>
                <a:ext cx="1214001" cy="895126"/>
              </a:xfrm>
            </p:spPr>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1049825" name="Encre 1049824"/>
              <p14:cNvContentPartPr/>
              <p14:nvPr/>
            </p14:nvContentPartPr>
            <p14:xfrm>
              <a:off x="611277" y="475016"/>
              <a:ext cx="203219" cy="224045"/>
            </p14:xfrm>
          </p:contentPart>
        </mc:Choice>
        <mc:Fallback xmlns="">
          <p:sp>
            <p:nvSpPr>
              <p:cNvPr id="1049825" name=""/>
              <p:cNvSpPr/>
              <p:nvPr/>
            </p:nvSpPr>
            <p:spPr>
              <a:xfrm>
                <a:off x="611277" y="475016"/>
                <a:ext cx="203219" cy="224045"/>
              </a:xfrm>
            </p:spPr>
          </p:sp>
        </mc:Fallback>
      </mc:AlternateContent>
      <mc:AlternateContent xmlns:mc="http://schemas.openxmlformats.org/markup-compatibility/2006" xmlns:p14="http://schemas.microsoft.com/office/powerpoint/2010/main">
        <mc:Choice Requires="p14">
          <p:contentPart p14:bwMode="auto" r:id="rId3">
            <p14:nvContentPartPr>
              <p14:cNvPr id="1049826" name="Encre 1049825"/>
              <p14:cNvContentPartPr/>
              <p14:nvPr/>
            </p14:nvContentPartPr>
            <p14:xfrm>
              <a:off x="644190" y="371096"/>
              <a:ext cx="216984" cy="14081"/>
            </p14:xfrm>
          </p:contentPart>
        </mc:Choice>
        <mc:Fallback xmlns="">
          <p:sp>
            <p:nvSpPr>
              <p:cNvPr id="1049826" name=""/>
              <p:cNvSpPr/>
              <p:nvPr/>
            </p:nvSpPr>
            <p:spPr>
              <a:xfrm>
                <a:off x="644190" y="371096"/>
                <a:ext cx="216984" cy="14081"/>
              </a:xfrm>
            </p:spPr>
          </p:sp>
        </mc:Fallback>
      </mc:AlternateContent>
      <mc:AlternateContent xmlns:mc="http://schemas.openxmlformats.org/markup-compatibility/2006" xmlns:p14="http://schemas.microsoft.com/office/powerpoint/2010/main">
        <mc:Choice Requires="p14">
          <p:contentPart p14:bwMode="auto" r:id="rId4">
            <p14:nvContentPartPr>
              <p14:cNvPr id="1049827" name="Encre 1049826"/>
              <p14:cNvContentPartPr/>
              <p14:nvPr/>
            </p14:nvContentPartPr>
            <p14:xfrm>
              <a:off x="787164" y="302390"/>
              <a:ext cx="108333" cy="156312"/>
            </p14:xfrm>
          </p:contentPart>
        </mc:Choice>
        <mc:Fallback xmlns="">
          <p:sp>
            <p:nvSpPr>
              <p:cNvPr id="1049827" name=""/>
              <p:cNvSpPr/>
              <p:nvPr/>
            </p:nvSpPr>
            <p:spPr>
              <a:xfrm>
                <a:off x="787164" y="302390"/>
                <a:ext cx="108333" cy="156312"/>
              </a:xfrm>
            </p:spPr>
          </p:sp>
        </mc:Fallback>
      </mc:AlternateContent>
      <mc:AlternateContent xmlns:mc="http://schemas.openxmlformats.org/markup-compatibility/2006" xmlns:p14="http://schemas.microsoft.com/office/powerpoint/2010/main">
        <mc:Choice Requires="p14">
          <p:contentPart p14:bwMode="auto" r:id="rId5">
            <p14:nvContentPartPr>
              <p14:cNvPr id="1049828" name="Encre 1049827"/>
              <p14:cNvContentPartPr/>
              <p14:nvPr/>
            </p14:nvContentPartPr>
            <p14:xfrm>
              <a:off x="984804" y="564776"/>
              <a:ext cx="141829" cy="6793"/>
            </p14:xfrm>
          </p:contentPart>
        </mc:Choice>
        <mc:Fallback xmlns="">
          <p:sp>
            <p:nvSpPr>
              <p:cNvPr id="1049828" name=""/>
              <p:cNvSpPr/>
              <p:nvPr/>
            </p:nvSpPr>
            <p:spPr>
              <a:xfrm>
                <a:off x="984804" y="564776"/>
                <a:ext cx="141829" cy="6793"/>
              </a:xfrm>
            </p:spPr>
          </p:sp>
        </mc:Fallback>
      </mc:AlternateContent>
      <mc:AlternateContent xmlns:mc="http://schemas.openxmlformats.org/markup-compatibility/2006" xmlns:p14="http://schemas.microsoft.com/office/powerpoint/2010/main">
        <mc:Choice Requires="p14">
          <p:contentPart p14:bwMode="auto" r:id="rId6">
            <p14:nvContentPartPr>
              <p14:cNvPr id="1049829" name="Encre 1049828"/>
              <p14:cNvContentPartPr/>
              <p14:nvPr/>
            </p14:nvContentPartPr>
            <p14:xfrm>
              <a:off x="971347" y="655944"/>
              <a:ext cx="142243" cy="26088"/>
            </p14:xfrm>
          </p:contentPart>
        </mc:Choice>
        <mc:Fallback xmlns="">
          <p:sp>
            <p:nvSpPr>
              <p:cNvPr id="1049829" name=""/>
              <p:cNvSpPr/>
              <p:nvPr/>
            </p:nvSpPr>
            <p:spPr>
              <a:xfrm>
                <a:off x="971347" y="655944"/>
                <a:ext cx="142243" cy="26088"/>
              </a:xfrm>
            </p:spPr>
          </p:sp>
        </mc:Fallback>
      </mc:AlternateContent>
      <mc:AlternateContent xmlns:mc="http://schemas.openxmlformats.org/markup-compatibility/2006" xmlns:p14="http://schemas.microsoft.com/office/powerpoint/2010/main">
        <mc:Choice Requires="p14">
          <p:contentPart p14:bwMode="auto" r:id="rId7">
            <p14:nvContentPartPr>
              <p14:cNvPr id="1049830" name="Encre 1049829"/>
              <p14:cNvContentPartPr/>
              <p14:nvPr/>
            </p14:nvContentPartPr>
            <p14:xfrm>
              <a:off x="1407417" y="447387"/>
              <a:ext cx="197188" cy="256422"/>
            </p14:xfrm>
          </p:contentPart>
        </mc:Choice>
        <mc:Fallback xmlns="">
          <p:sp>
            <p:nvSpPr>
              <p:cNvPr id="1049830" name=""/>
              <p:cNvSpPr/>
              <p:nvPr/>
            </p:nvSpPr>
            <p:spPr>
              <a:xfrm>
                <a:off x="1407417" y="447387"/>
                <a:ext cx="197188" cy="256422"/>
              </a:xfrm>
            </p:spPr>
          </p:sp>
        </mc:Fallback>
      </mc:AlternateContent>
      <mc:AlternateContent xmlns:mc="http://schemas.openxmlformats.org/markup-compatibility/2006" xmlns:p14="http://schemas.microsoft.com/office/powerpoint/2010/main">
        <mc:Choice Requires="p14">
          <p:contentPart p14:bwMode="auto" r:id="rId8">
            <p14:nvContentPartPr>
              <p14:cNvPr id="1049831" name="Encre 1049830"/>
              <p14:cNvContentPartPr/>
              <p14:nvPr/>
            </p14:nvContentPartPr>
            <p14:xfrm>
              <a:off x="1472913" y="247277"/>
              <a:ext cx="23232" cy="117242"/>
            </p14:xfrm>
          </p:contentPart>
        </mc:Choice>
        <mc:Fallback xmlns="">
          <p:sp>
            <p:nvSpPr>
              <p:cNvPr id="1049831" name=""/>
              <p:cNvSpPr/>
              <p:nvPr/>
            </p:nvSpPr>
            <p:spPr>
              <a:xfrm>
                <a:off x="1472913" y="247277"/>
                <a:ext cx="23232" cy="117242"/>
              </a:xfrm>
            </p:spPr>
          </p:sp>
        </mc:Fallback>
      </mc:AlternateContent>
      <mc:AlternateContent xmlns:mc="http://schemas.openxmlformats.org/markup-compatibility/2006" xmlns:p14="http://schemas.microsoft.com/office/powerpoint/2010/main">
        <mc:Choice Requires="p14">
          <p:contentPart p14:bwMode="auto" r:id="rId9">
            <p14:nvContentPartPr>
              <p14:cNvPr id="1049832" name="Encre 1049831"/>
              <p14:cNvContentPartPr/>
              <p14:nvPr/>
            </p14:nvContentPartPr>
            <p14:xfrm>
              <a:off x="1542689" y="240654"/>
              <a:ext cx="21683" cy="99260"/>
            </p14:xfrm>
          </p:contentPart>
        </mc:Choice>
        <mc:Fallback xmlns="">
          <p:sp>
            <p:nvSpPr>
              <p:cNvPr id="1049832" name=""/>
              <p:cNvSpPr/>
              <p:nvPr/>
            </p:nvSpPr>
            <p:spPr>
              <a:xfrm>
                <a:off x="1542689" y="240654"/>
                <a:ext cx="21683" cy="99260"/>
              </a:xfrm>
            </p:spPr>
          </p:sp>
        </mc:Fallback>
      </mc:AlternateContent>
      <mc:AlternateContent xmlns:mc="http://schemas.openxmlformats.org/markup-compatibility/2006" xmlns:p14="http://schemas.microsoft.com/office/powerpoint/2010/main">
        <mc:Choice Requires="p14">
          <p:contentPart p14:bwMode="auto" r:id="rId10">
            <p14:nvContentPartPr>
              <p14:cNvPr id="1049833" name="Encre 1049832"/>
              <p14:cNvContentPartPr/>
              <p14:nvPr/>
            </p14:nvContentPartPr>
            <p14:xfrm>
              <a:off x="1659723" y="591805"/>
              <a:ext cx="177445" cy="15080"/>
            </p14:xfrm>
          </p:contentPart>
        </mc:Choice>
        <mc:Fallback xmlns="">
          <p:sp>
            <p:nvSpPr>
              <p:cNvPr id="1049833" name=""/>
              <p:cNvSpPr/>
              <p:nvPr/>
            </p:nvSpPr>
            <p:spPr>
              <a:xfrm>
                <a:off x="1659723" y="591805"/>
                <a:ext cx="177445" cy="15080"/>
              </a:xfrm>
            </p:spPr>
          </p:sp>
        </mc:Fallback>
      </mc:AlternateContent>
      <mc:AlternateContent xmlns:mc="http://schemas.openxmlformats.org/markup-compatibility/2006" xmlns:p14="http://schemas.microsoft.com/office/powerpoint/2010/main">
        <mc:Choice Requires="p14">
          <p:contentPart p14:bwMode="auto" r:id="rId11">
            <p14:nvContentPartPr>
              <p14:cNvPr id="1049835" name="Encre 1049834"/>
              <p14:cNvContentPartPr/>
              <p14:nvPr/>
            </p14:nvContentPartPr>
            <p14:xfrm>
              <a:off x="1983517" y="404847"/>
              <a:ext cx="153065" cy="167471"/>
            </p14:xfrm>
          </p:contentPart>
        </mc:Choice>
        <mc:Fallback xmlns="">
          <p:sp>
            <p:nvSpPr>
              <p:cNvPr id="1049835" name=""/>
              <p:cNvSpPr/>
              <p:nvPr/>
            </p:nvSpPr>
            <p:spPr>
              <a:xfrm>
                <a:off x="1983517" y="404847"/>
                <a:ext cx="153065" cy="167471"/>
              </a:xfrm>
            </p:spPr>
          </p:sp>
        </mc:Fallback>
      </mc:AlternateContent>
      <mc:AlternateContent xmlns:mc="http://schemas.openxmlformats.org/markup-compatibility/2006" xmlns:p14="http://schemas.microsoft.com/office/powerpoint/2010/main">
        <mc:Choice Requires="p14">
          <p:contentPart p14:bwMode="auto" r:id="rId12">
            <p14:nvContentPartPr>
              <p14:cNvPr id="1049836" name="Encre 1049835"/>
              <p14:cNvContentPartPr/>
              <p14:nvPr/>
            </p14:nvContentPartPr>
            <p14:xfrm>
              <a:off x="2215219" y="337500"/>
              <a:ext cx="121116" cy="212325"/>
            </p14:xfrm>
          </p:contentPart>
        </mc:Choice>
        <mc:Fallback xmlns="">
          <p:sp>
            <p:nvSpPr>
              <p:cNvPr id="1049836" name=""/>
              <p:cNvSpPr/>
              <p:nvPr/>
            </p:nvSpPr>
            <p:spPr>
              <a:xfrm>
                <a:off x="2215219" y="337500"/>
                <a:ext cx="121116" cy="212325"/>
              </a:xfrm>
            </p:spPr>
          </p:sp>
        </mc:Fallback>
      </mc:AlternateContent>
      <mc:AlternateContent xmlns:mc="http://schemas.openxmlformats.org/markup-compatibility/2006" xmlns:p14="http://schemas.microsoft.com/office/powerpoint/2010/main">
        <mc:Choice Requires="p14">
          <p:contentPart p14:bwMode="auto" r:id="rId13">
            <p14:nvContentPartPr>
              <p14:cNvPr id="1049837" name="Encre 1049836"/>
              <p14:cNvContentPartPr/>
              <p14:nvPr/>
            </p14:nvContentPartPr>
            <p14:xfrm>
              <a:off x="2301404" y="206119"/>
              <a:ext cx="5485" cy="64371"/>
            </p14:xfrm>
          </p:contentPart>
        </mc:Choice>
        <mc:Fallback xmlns="">
          <p:sp>
            <p:nvSpPr>
              <p:cNvPr id="1049837" name=""/>
              <p:cNvSpPr/>
              <p:nvPr/>
            </p:nvSpPr>
            <p:spPr>
              <a:xfrm>
                <a:off x="2301404" y="206119"/>
                <a:ext cx="5485" cy="64371"/>
              </a:xfrm>
            </p:spPr>
          </p:sp>
        </mc:Fallback>
      </mc:AlternateContent>
      <mc:AlternateContent xmlns:mc="http://schemas.openxmlformats.org/markup-compatibility/2006" xmlns:p14="http://schemas.microsoft.com/office/powerpoint/2010/main">
        <mc:Choice Requires="p14">
          <p:contentPart p14:bwMode="auto" r:id="rId14">
            <p14:nvContentPartPr>
              <p14:cNvPr id="1049838" name="Encre 1049837"/>
              <p14:cNvContentPartPr/>
              <p14:nvPr/>
            </p14:nvContentPartPr>
            <p14:xfrm>
              <a:off x="2382161" y="175607"/>
              <a:ext cx="124413" cy="120861"/>
            </p14:xfrm>
          </p:contentPart>
        </mc:Choice>
        <mc:Fallback xmlns="">
          <p:sp>
            <p:nvSpPr>
              <p:cNvPr id="1049838" name=""/>
              <p:cNvSpPr/>
              <p:nvPr/>
            </p:nvSpPr>
            <p:spPr>
              <a:xfrm>
                <a:off x="2382161" y="175607"/>
                <a:ext cx="124413" cy="120861"/>
              </a:xfrm>
            </p:spPr>
          </p:sp>
        </mc:Fallback>
      </mc:AlternateContent>
      <mc:AlternateContent xmlns:mc="http://schemas.openxmlformats.org/markup-compatibility/2006" xmlns:p14="http://schemas.microsoft.com/office/powerpoint/2010/main">
        <mc:Choice Requires="p14">
          <p:contentPart p14:bwMode="auto" r:id="rId15">
            <p14:nvContentPartPr>
              <p14:cNvPr id="1049839" name="Encre 1049838"/>
              <p14:cNvContentPartPr/>
              <p14:nvPr/>
            </p14:nvContentPartPr>
            <p14:xfrm>
              <a:off x="2526290" y="198787"/>
              <a:ext cx="131174" cy="382201"/>
            </p14:xfrm>
          </p:contentPart>
        </mc:Choice>
        <mc:Fallback xmlns="">
          <p:sp>
            <p:nvSpPr>
              <p:cNvPr id="1049839" name=""/>
              <p:cNvSpPr/>
              <p:nvPr/>
            </p:nvSpPr>
            <p:spPr>
              <a:xfrm>
                <a:off x="2526290" y="198787"/>
                <a:ext cx="131174" cy="382201"/>
              </a:xfrm>
            </p:spPr>
          </p:sp>
        </mc:Fallback>
      </mc:AlternateContent>
      <mc:AlternateContent xmlns:mc="http://schemas.openxmlformats.org/markup-compatibility/2006" xmlns:p14="http://schemas.microsoft.com/office/powerpoint/2010/main">
        <mc:Choice Requires="p14">
          <p:contentPart p14:bwMode="auto" r:id="rId16">
            <p14:nvContentPartPr>
              <p14:cNvPr id="1049840" name="Encre 1049839"/>
              <p14:cNvContentPartPr/>
              <p14:nvPr/>
            </p14:nvContentPartPr>
            <p14:xfrm>
              <a:off x="1243979" y="274715"/>
              <a:ext cx="154186" cy="531735"/>
            </p14:xfrm>
          </p:contentPart>
        </mc:Choice>
        <mc:Fallback xmlns="">
          <p:sp>
            <p:nvSpPr>
              <p:cNvPr id="1049840" name=""/>
              <p:cNvSpPr/>
              <p:nvPr/>
            </p:nvSpPr>
            <p:spPr>
              <a:xfrm>
                <a:off x="1243979" y="274715"/>
                <a:ext cx="154186" cy="531735"/>
              </a:xfrm>
            </p:spPr>
          </p:sp>
        </mc:Fallback>
      </mc:AlternateContent>
      <mc:AlternateContent xmlns:mc="http://schemas.openxmlformats.org/markup-compatibility/2006" xmlns:p14="http://schemas.microsoft.com/office/powerpoint/2010/main">
        <mc:Choice Requires="p14">
          <p:contentPart p14:bwMode="auto" r:id="rId17">
            <p14:nvContentPartPr>
              <p14:cNvPr id="1049841" name="Encre 1049840"/>
              <p14:cNvContentPartPr/>
              <p14:nvPr/>
            </p14:nvContentPartPr>
            <p14:xfrm>
              <a:off x="2765976" y="350407"/>
              <a:ext cx="113648" cy="145636"/>
            </p14:xfrm>
          </p:contentPart>
        </mc:Choice>
        <mc:Fallback xmlns="">
          <p:sp>
            <p:nvSpPr>
              <p:cNvPr id="1049841" name=""/>
              <p:cNvSpPr/>
              <p:nvPr/>
            </p:nvSpPr>
            <p:spPr>
              <a:xfrm>
                <a:off x="2765976" y="350407"/>
                <a:ext cx="113648" cy="145636"/>
              </a:xfrm>
            </p:spPr>
          </p:sp>
        </mc:Fallback>
      </mc:AlternateContent>
      <mc:AlternateContent xmlns:mc="http://schemas.openxmlformats.org/markup-compatibility/2006" xmlns:p14="http://schemas.microsoft.com/office/powerpoint/2010/main">
        <mc:Choice Requires="p14">
          <p:contentPart p14:bwMode="auto" r:id="rId18">
            <p14:nvContentPartPr>
              <p14:cNvPr id="1049842" name="Encre 1049841"/>
              <p14:cNvContentPartPr/>
              <p14:nvPr/>
            </p14:nvContentPartPr>
            <p14:xfrm>
              <a:off x="2867415" y="316582"/>
              <a:ext cx="80834" cy="170289"/>
            </p14:xfrm>
          </p:contentPart>
        </mc:Choice>
        <mc:Fallback xmlns="">
          <p:sp>
            <p:nvSpPr>
              <p:cNvPr id="1049842" name=""/>
              <p:cNvSpPr/>
              <p:nvPr/>
            </p:nvSpPr>
            <p:spPr>
              <a:xfrm>
                <a:off x="2867415" y="316582"/>
                <a:ext cx="80834" cy="170289"/>
              </a:xfrm>
            </p:spPr>
          </p:sp>
        </mc:Fallback>
      </mc:AlternateContent>
      <mc:AlternateContent xmlns:mc="http://schemas.openxmlformats.org/markup-compatibility/2006" xmlns:p14="http://schemas.microsoft.com/office/powerpoint/2010/main">
        <mc:Choice Requires="p14">
          <p:contentPart p14:bwMode="auto" r:id="rId19">
            <p14:nvContentPartPr>
              <p14:cNvPr id="1049843" name="Encre 1049842"/>
              <p14:cNvContentPartPr/>
              <p14:nvPr/>
            </p14:nvContentPartPr>
            <p14:xfrm>
              <a:off x="2958825" y="402291"/>
              <a:ext cx="145581" cy="147865"/>
            </p14:xfrm>
          </p:contentPart>
        </mc:Choice>
        <mc:Fallback xmlns="">
          <p:sp>
            <p:nvSpPr>
              <p:cNvPr id="1049843" name=""/>
              <p:cNvSpPr/>
              <p:nvPr/>
            </p:nvSpPr>
            <p:spPr>
              <a:xfrm>
                <a:off x="2958825" y="402291"/>
                <a:ext cx="145581" cy="147865"/>
              </a:xfrm>
            </p:spPr>
          </p:sp>
        </mc:Fallback>
      </mc:AlternateContent>
      <mc:AlternateContent xmlns:mc="http://schemas.openxmlformats.org/markup-compatibility/2006" xmlns:p14="http://schemas.microsoft.com/office/powerpoint/2010/main">
        <mc:Choice Requires="p14">
          <p:contentPart p14:bwMode="auto" r:id="rId20">
            <p14:nvContentPartPr>
              <p14:cNvPr id="1049844" name="Encre 1049843"/>
              <p14:cNvContentPartPr/>
              <p14:nvPr/>
            </p14:nvContentPartPr>
            <p14:xfrm>
              <a:off x="2804774" y="212979"/>
              <a:ext cx="183763" cy="27674"/>
            </p14:xfrm>
          </p:contentPart>
        </mc:Choice>
        <mc:Fallback xmlns="">
          <p:sp>
            <p:nvSpPr>
              <p:cNvPr id="1049844" name=""/>
              <p:cNvSpPr/>
              <p:nvPr/>
            </p:nvSpPr>
            <p:spPr>
              <a:xfrm>
                <a:off x="2804774" y="212979"/>
                <a:ext cx="183763" cy="27674"/>
              </a:xfrm>
            </p:spPr>
          </p:sp>
        </mc:Fallback>
      </mc:AlternateContent>
      <mc:AlternateContent xmlns:mc="http://schemas.openxmlformats.org/markup-compatibility/2006" xmlns:p14="http://schemas.microsoft.com/office/powerpoint/2010/main">
        <mc:Choice Requires="p14">
          <p:contentPart p14:bwMode="auto" r:id="rId21">
            <p14:nvContentPartPr>
              <p14:cNvPr id="1049845" name="Encre 1049844"/>
              <p14:cNvContentPartPr/>
              <p14:nvPr/>
            </p14:nvContentPartPr>
            <p14:xfrm>
              <a:off x="2941020" y="147412"/>
              <a:ext cx="107154" cy="134480"/>
            </p14:xfrm>
          </p:contentPart>
        </mc:Choice>
        <mc:Fallback xmlns="">
          <p:sp>
            <p:nvSpPr>
              <p:cNvPr id="1049845" name=""/>
              <p:cNvSpPr/>
              <p:nvPr/>
            </p:nvSpPr>
            <p:spPr>
              <a:xfrm>
                <a:off x="2941020" y="147412"/>
                <a:ext cx="107154" cy="134480"/>
              </a:xfrm>
            </p:spPr>
          </p:sp>
        </mc:Fallback>
      </mc:AlternateContent>
      <mc:AlternateContent xmlns:mc="http://schemas.openxmlformats.org/markup-compatibility/2006" xmlns:p14="http://schemas.microsoft.com/office/powerpoint/2010/main">
        <mc:Choice Requires="p14">
          <p:contentPart p14:bwMode="auto" r:id="rId22">
            <p14:nvContentPartPr>
              <p14:cNvPr id="1049846" name="Encre 1049845"/>
              <p14:cNvContentPartPr/>
              <p14:nvPr/>
            </p14:nvContentPartPr>
            <p14:xfrm>
              <a:off x="3240844" y="389199"/>
              <a:ext cx="163578" cy="16794"/>
            </p14:xfrm>
          </p:contentPart>
        </mc:Choice>
        <mc:Fallback xmlns="">
          <p:sp>
            <p:nvSpPr>
              <p:cNvPr id="1049846" name=""/>
              <p:cNvSpPr/>
              <p:nvPr/>
            </p:nvSpPr>
            <p:spPr>
              <a:xfrm>
                <a:off x="3240844" y="389199"/>
                <a:ext cx="163578" cy="16794"/>
              </a:xfrm>
            </p:spPr>
          </p:sp>
        </mc:Fallback>
      </mc:AlternateContent>
      <mc:AlternateContent xmlns:mc="http://schemas.openxmlformats.org/markup-compatibility/2006" xmlns:p14="http://schemas.microsoft.com/office/powerpoint/2010/main">
        <mc:Choice Requires="p14">
          <p:contentPart p14:bwMode="auto" r:id="rId23">
            <p14:nvContentPartPr>
              <p14:cNvPr id="1049847" name="Encre 1049846"/>
              <p14:cNvContentPartPr/>
              <p14:nvPr/>
            </p14:nvContentPartPr>
            <p14:xfrm>
              <a:off x="3274905" y="330065"/>
              <a:ext cx="33047" cy="206733"/>
            </p14:xfrm>
          </p:contentPart>
        </mc:Choice>
        <mc:Fallback xmlns="">
          <p:sp>
            <p:nvSpPr>
              <p:cNvPr id="1049847" name=""/>
              <p:cNvSpPr/>
              <p:nvPr/>
            </p:nvSpPr>
            <p:spPr>
              <a:xfrm>
                <a:off x="3274905" y="330065"/>
                <a:ext cx="33047" cy="206733"/>
              </a:xfrm>
            </p:spPr>
          </p:sp>
        </mc:Fallback>
      </mc:AlternateContent>
      <mc:AlternateContent xmlns:mc="http://schemas.openxmlformats.org/markup-compatibility/2006" xmlns:p14="http://schemas.microsoft.com/office/powerpoint/2010/main">
        <mc:Choice Requires="p14">
          <p:contentPart p14:bwMode="auto" r:id="rId24">
            <p14:nvContentPartPr>
              <p14:cNvPr id="1049848" name="Encre 1049847"/>
              <p14:cNvContentPartPr/>
              <p14:nvPr/>
            </p14:nvContentPartPr>
            <p14:xfrm>
              <a:off x="3528989" y="88087"/>
              <a:ext cx="107134" cy="488721"/>
            </p14:xfrm>
          </p:contentPart>
        </mc:Choice>
        <mc:Fallback xmlns="">
          <p:sp>
            <p:nvSpPr>
              <p:cNvPr id="1049848" name=""/>
              <p:cNvSpPr/>
              <p:nvPr/>
            </p:nvSpPr>
            <p:spPr>
              <a:xfrm>
                <a:off x="3528989" y="88087"/>
                <a:ext cx="107134" cy="488721"/>
              </a:xfrm>
            </p:spPr>
          </p:sp>
        </mc:Fallback>
      </mc:AlternateContent>
      <mc:AlternateContent xmlns:mc="http://schemas.openxmlformats.org/markup-compatibility/2006" xmlns:p14="http://schemas.microsoft.com/office/powerpoint/2010/main">
        <mc:Choice Requires="p14">
          <p:contentPart p14:bwMode="auto" r:id="rId25">
            <p14:nvContentPartPr>
              <p14:cNvPr id="1049849" name="Encre 1049848"/>
              <p14:cNvContentPartPr/>
              <p14:nvPr/>
            </p14:nvContentPartPr>
            <p14:xfrm>
              <a:off x="3744909" y="233415"/>
              <a:ext cx="119876" cy="253265"/>
            </p14:xfrm>
          </p:contentPart>
        </mc:Choice>
        <mc:Fallback xmlns="">
          <p:sp>
            <p:nvSpPr>
              <p:cNvPr id="1049849" name=""/>
              <p:cNvSpPr/>
              <p:nvPr/>
            </p:nvSpPr>
            <p:spPr>
              <a:xfrm>
                <a:off x="3744909" y="233415"/>
                <a:ext cx="119876" cy="253265"/>
              </a:xfrm>
            </p:spPr>
          </p:sp>
        </mc:Fallback>
      </mc:AlternateContent>
      <mc:AlternateContent xmlns:mc="http://schemas.openxmlformats.org/markup-compatibility/2006" xmlns:p14="http://schemas.microsoft.com/office/powerpoint/2010/main">
        <mc:Choice Requires="p14">
          <p:contentPart p14:bwMode="auto" r:id="rId26">
            <p14:nvContentPartPr>
              <p14:cNvPr id="1049850" name="Encre 1049849"/>
              <p14:cNvContentPartPr/>
              <p14:nvPr/>
            </p14:nvContentPartPr>
            <p14:xfrm>
              <a:off x="3927146" y="294454"/>
              <a:ext cx="161289" cy="191354"/>
            </p14:xfrm>
          </p:contentPart>
        </mc:Choice>
        <mc:Fallback xmlns="">
          <p:sp>
            <p:nvSpPr>
              <p:cNvPr id="1049850" name=""/>
              <p:cNvSpPr/>
              <p:nvPr/>
            </p:nvSpPr>
            <p:spPr>
              <a:xfrm>
                <a:off x="3927146" y="294454"/>
                <a:ext cx="161289" cy="191354"/>
              </a:xfrm>
            </p:spPr>
          </p:sp>
        </mc:Fallback>
      </mc:AlternateContent>
      <mc:AlternateContent xmlns:mc="http://schemas.openxmlformats.org/markup-compatibility/2006" xmlns:p14="http://schemas.microsoft.com/office/powerpoint/2010/main">
        <mc:Choice Requires="p14">
          <p:contentPart p14:bwMode="auto" r:id="rId27">
            <p14:nvContentPartPr>
              <p14:cNvPr id="1049851" name="Encre 1049850"/>
              <p14:cNvContentPartPr/>
              <p14:nvPr/>
            </p14:nvContentPartPr>
            <p14:xfrm>
              <a:off x="4002974" y="164016"/>
              <a:ext cx="7825" cy="76022"/>
            </p14:xfrm>
          </p:contentPart>
        </mc:Choice>
        <mc:Fallback xmlns="">
          <p:sp>
            <p:nvSpPr>
              <p:cNvPr id="1049851" name=""/>
              <p:cNvSpPr/>
              <p:nvPr/>
            </p:nvSpPr>
            <p:spPr>
              <a:xfrm>
                <a:off x="4002974" y="164016"/>
                <a:ext cx="7825" cy="76022"/>
              </a:xfrm>
            </p:spPr>
          </p:sp>
        </mc:Fallback>
      </mc:AlternateContent>
      <mc:AlternateContent xmlns:mc="http://schemas.openxmlformats.org/markup-compatibility/2006" xmlns:p14="http://schemas.microsoft.com/office/powerpoint/2010/main">
        <mc:Choice Requires="p14">
          <p:contentPart p14:bwMode="auto" r:id="rId28">
            <p14:nvContentPartPr>
              <p14:cNvPr id="1049852" name="Encre 1049851"/>
              <p14:cNvContentPartPr/>
              <p14:nvPr/>
            </p14:nvContentPartPr>
            <p14:xfrm>
              <a:off x="4173980" y="274886"/>
              <a:ext cx="115060" cy="174910"/>
            </p14:xfrm>
          </p:contentPart>
        </mc:Choice>
        <mc:Fallback xmlns="">
          <p:sp>
            <p:nvSpPr>
              <p:cNvPr id="1049852" name=""/>
              <p:cNvSpPr/>
              <p:nvPr/>
            </p:nvSpPr>
            <p:spPr>
              <a:xfrm>
                <a:off x="4173980" y="274886"/>
                <a:ext cx="115060" cy="174910"/>
              </a:xfrm>
            </p:spPr>
          </p:sp>
        </mc:Fallback>
      </mc:AlternateContent>
      <mc:AlternateContent xmlns:mc="http://schemas.openxmlformats.org/markup-compatibility/2006" xmlns:p14="http://schemas.microsoft.com/office/powerpoint/2010/main">
        <mc:Choice Requires="p14">
          <p:contentPart p14:bwMode="auto" r:id="rId29">
            <p14:nvContentPartPr>
              <p14:cNvPr id="1049853" name="Encre 1049852"/>
              <p14:cNvContentPartPr/>
              <p14:nvPr/>
            </p14:nvContentPartPr>
            <p14:xfrm>
              <a:off x="4259741" y="109375"/>
              <a:ext cx="10092" cy="86336"/>
            </p14:xfrm>
          </p:contentPart>
        </mc:Choice>
        <mc:Fallback xmlns="">
          <p:sp>
            <p:nvSpPr>
              <p:cNvPr id="1049853" name=""/>
              <p:cNvSpPr/>
              <p:nvPr/>
            </p:nvSpPr>
            <p:spPr>
              <a:xfrm>
                <a:off x="4259741" y="109375"/>
                <a:ext cx="10092" cy="86336"/>
              </a:xfrm>
            </p:spPr>
          </p:sp>
        </mc:Fallback>
      </mc:AlternateContent>
      <mc:AlternateContent xmlns:mc="http://schemas.openxmlformats.org/markup-compatibility/2006" xmlns:p14="http://schemas.microsoft.com/office/powerpoint/2010/main">
        <mc:Choice Requires="p14">
          <p:contentPart p14:bwMode="auto" r:id="rId30">
            <p14:nvContentPartPr>
              <p14:cNvPr id="1049854" name="Encre 1049853"/>
              <p14:cNvContentPartPr/>
              <p14:nvPr/>
            </p14:nvContentPartPr>
            <p14:xfrm>
              <a:off x="4399351" y="334938"/>
              <a:ext cx="135687" cy="11539"/>
            </p14:xfrm>
          </p:contentPart>
        </mc:Choice>
        <mc:Fallback xmlns="">
          <p:sp>
            <p:nvSpPr>
              <p:cNvPr id="1049854" name=""/>
              <p:cNvSpPr/>
              <p:nvPr/>
            </p:nvSpPr>
            <p:spPr>
              <a:xfrm>
                <a:off x="4399351" y="334938"/>
                <a:ext cx="135687" cy="11539"/>
              </a:xfrm>
            </p:spPr>
          </p:sp>
        </mc:Fallback>
      </mc:AlternateContent>
      <mc:AlternateContent xmlns:mc="http://schemas.openxmlformats.org/markup-compatibility/2006" xmlns:p14="http://schemas.microsoft.com/office/powerpoint/2010/main">
        <mc:Choice Requires="p14">
          <p:contentPart p14:bwMode="auto" r:id="rId31">
            <p14:nvContentPartPr>
              <p14:cNvPr id="1049855" name="Encre 1049854"/>
              <p14:cNvContentPartPr/>
              <p14:nvPr/>
            </p14:nvContentPartPr>
            <p14:xfrm>
              <a:off x="4443839" y="260996"/>
              <a:ext cx="3450" cy="137957"/>
            </p14:xfrm>
          </p:contentPart>
        </mc:Choice>
        <mc:Fallback xmlns="">
          <p:sp>
            <p:nvSpPr>
              <p:cNvPr id="1049855" name=""/>
              <p:cNvSpPr/>
              <p:nvPr/>
            </p:nvSpPr>
            <p:spPr>
              <a:xfrm>
                <a:off x="4443839" y="260996"/>
                <a:ext cx="3450" cy="137957"/>
              </a:xfrm>
            </p:spPr>
          </p:sp>
        </mc:Fallback>
      </mc:AlternateContent>
      <mc:AlternateContent xmlns:mc="http://schemas.openxmlformats.org/markup-compatibility/2006" xmlns:p14="http://schemas.microsoft.com/office/powerpoint/2010/main">
        <mc:Choice Requires="p14">
          <p:contentPart p14:bwMode="auto" r:id="rId32">
            <p14:nvContentPartPr>
              <p14:cNvPr id="1049856" name="Encre 1049855"/>
              <p14:cNvContentPartPr/>
              <p14:nvPr/>
            </p14:nvContentPartPr>
            <p14:xfrm>
              <a:off x="4631052" y="185067"/>
              <a:ext cx="136245" cy="197998"/>
            </p14:xfrm>
          </p:contentPart>
        </mc:Choice>
        <mc:Fallback xmlns="">
          <p:sp>
            <p:nvSpPr>
              <p:cNvPr id="1049856" name=""/>
              <p:cNvSpPr/>
              <p:nvPr/>
            </p:nvSpPr>
            <p:spPr>
              <a:xfrm>
                <a:off x="4631052" y="185067"/>
                <a:ext cx="136245" cy="197998"/>
              </a:xfrm>
            </p:spPr>
          </p:sp>
        </mc:Fallback>
      </mc:AlternateContent>
      <mc:AlternateContent xmlns:mc="http://schemas.openxmlformats.org/markup-compatibility/2006" xmlns:p14="http://schemas.microsoft.com/office/powerpoint/2010/main">
        <mc:Choice Requires="p14">
          <p:contentPart p14:bwMode="auto" r:id="rId33">
            <p14:nvContentPartPr>
              <p14:cNvPr id="1049857" name="Encre 1049856"/>
              <p14:cNvContentPartPr/>
              <p14:nvPr/>
            </p14:nvContentPartPr>
            <p14:xfrm>
              <a:off x="4806192" y="212574"/>
              <a:ext cx="130457" cy="138921"/>
            </p14:xfrm>
          </p:contentPart>
        </mc:Choice>
        <mc:Fallback xmlns="">
          <p:sp>
            <p:nvSpPr>
              <p:cNvPr id="1049857" name=""/>
              <p:cNvSpPr/>
              <p:nvPr/>
            </p:nvSpPr>
            <p:spPr>
              <a:xfrm>
                <a:off x="4806192" y="212574"/>
                <a:ext cx="130457" cy="138921"/>
              </a:xfrm>
            </p:spPr>
          </p:sp>
        </mc:Fallback>
      </mc:AlternateContent>
      <mc:AlternateContent xmlns:mc="http://schemas.openxmlformats.org/markup-compatibility/2006" xmlns:p14="http://schemas.microsoft.com/office/powerpoint/2010/main">
        <mc:Choice Requires="p14">
          <p:contentPart p14:bwMode="auto" r:id="rId34">
            <p14:nvContentPartPr>
              <p14:cNvPr id="1049858" name="Encre 1049857"/>
              <p14:cNvContentPartPr/>
              <p14:nvPr/>
            </p14:nvContentPartPr>
            <p14:xfrm>
              <a:off x="4903426" y="109375"/>
              <a:ext cx="538" cy="40717"/>
            </p14:xfrm>
          </p:contentPart>
        </mc:Choice>
        <mc:Fallback xmlns="">
          <p:sp>
            <p:nvSpPr>
              <p:cNvPr id="1049858" name=""/>
              <p:cNvSpPr/>
              <p:nvPr/>
            </p:nvSpPr>
            <p:spPr>
              <a:xfrm>
                <a:off x="4903426" y="109375"/>
                <a:ext cx="538" cy="40717"/>
              </a:xfrm>
            </p:spPr>
          </p:sp>
        </mc:Fallback>
      </mc:AlternateContent>
      <mc:AlternateContent xmlns:mc="http://schemas.openxmlformats.org/markup-compatibility/2006" xmlns:p14="http://schemas.microsoft.com/office/powerpoint/2010/main">
        <mc:Choice Requires="p14">
          <p:contentPart p14:bwMode="auto" r:id="rId35">
            <p14:nvContentPartPr>
              <p14:cNvPr id="1049859" name="Encre 1049858"/>
              <p14:cNvContentPartPr/>
              <p14:nvPr/>
            </p14:nvContentPartPr>
            <p14:xfrm>
              <a:off x="4970800" y="81464"/>
              <a:ext cx="1287" cy="71342"/>
            </p14:xfrm>
          </p:contentPart>
        </mc:Choice>
        <mc:Fallback xmlns="">
          <p:sp>
            <p:nvSpPr>
              <p:cNvPr id="1049859" name=""/>
              <p:cNvSpPr/>
              <p:nvPr/>
            </p:nvSpPr>
            <p:spPr>
              <a:xfrm>
                <a:off x="4970800" y="81464"/>
                <a:ext cx="1287" cy="71342"/>
              </a:xfrm>
            </p:spPr>
          </p:sp>
        </mc:Fallback>
      </mc:AlternateContent>
      <mc:AlternateContent xmlns:mc="http://schemas.openxmlformats.org/markup-compatibility/2006" xmlns:p14="http://schemas.microsoft.com/office/powerpoint/2010/main">
        <mc:Choice Requires="p14">
          <p:contentPart p14:bwMode="auto" r:id="rId36">
            <p14:nvContentPartPr>
              <p14:cNvPr id="1049860" name="Encre 1049859"/>
              <p14:cNvContentPartPr/>
              <p14:nvPr/>
            </p14:nvContentPartPr>
            <p14:xfrm>
              <a:off x="5018329" y="53789"/>
              <a:ext cx="110352" cy="310226"/>
            </p14:xfrm>
          </p:contentPart>
        </mc:Choice>
        <mc:Fallback xmlns="">
          <p:sp>
            <p:nvSpPr>
              <p:cNvPr id="1049860" name=""/>
              <p:cNvSpPr/>
              <p:nvPr/>
            </p:nvSpPr>
            <p:spPr>
              <a:xfrm>
                <a:off x="5018329" y="53789"/>
                <a:ext cx="110352" cy="310226"/>
              </a:xfrm>
            </p:spPr>
          </p:sp>
        </mc:Fallback>
      </mc:AlternateContent>
      <mc:AlternateContent xmlns:mc="http://schemas.openxmlformats.org/markup-compatibility/2006" xmlns:p14="http://schemas.microsoft.com/office/powerpoint/2010/main">
        <mc:Choice Requires="p14">
          <p:contentPart p14:bwMode="auto" r:id="rId37">
            <p14:nvContentPartPr>
              <p14:cNvPr id="1049861" name="Encre 1049860"/>
              <p14:cNvContentPartPr/>
              <p14:nvPr/>
            </p14:nvContentPartPr>
            <p14:xfrm>
              <a:off x="4835841" y="260996"/>
              <a:ext cx="170306" cy="27911"/>
            </p14:xfrm>
          </p:contentPart>
        </mc:Choice>
        <mc:Fallback xmlns="">
          <p:sp>
            <p:nvSpPr>
              <p:cNvPr id="1049861" name=""/>
              <p:cNvSpPr/>
              <p:nvPr/>
            </p:nvSpPr>
            <p:spPr>
              <a:xfrm>
                <a:off x="4835841" y="260996"/>
                <a:ext cx="170306" cy="27911"/>
              </a:xfrm>
            </p:spPr>
          </p:sp>
        </mc:Fallback>
      </mc:AlternateContent>
      <mc:AlternateContent xmlns:mc="http://schemas.openxmlformats.org/markup-compatibility/2006" xmlns:p14="http://schemas.microsoft.com/office/powerpoint/2010/main">
        <mc:Choice Requires="p14">
          <p:contentPart p14:bwMode="auto" r:id="rId38">
            <p14:nvContentPartPr>
              <p14:cNvPr id="1049862" name="Encre 1049861"/>
              <p14:cNvContentPartPr/>
              <p14:nvPr/>
            </p14:nvContentPartPr>
            <p14:xfrm>
              <a:off x="5205364" y="219602"/>
              <a:ext cx="70465" cy="118353"/>
            </p14:xfrm>
          </p:contentPart>
        </mc:Choice>
        <mc:Fallback xmlns="">
          <p:sp>
            <p:nvSpPr>
              <p:cNvPr id="1049862" name=""/>
              <p:cNvSpPr/>
              <p:nvPr/>
            </p:nvSpPr>
            <p:spPr>
              <a:xfrm>
                <a:off x="5205364" y="219602"/>
                <a:ext cx="70465" cy="118353"/>
              </a:xfrm>
            </p:spPr>
          </p:sp>
        </mc:Fallback>
      </mc:AlternateContent>
      <mc:AlternateContent xmlns:mc="http://schemas.openxmlformats.org/markup-compatibility/2006" xmlns:p14="http://schemas.microsoft.com/office/powerpoint/2010/main">
        <mc:Choice Requires="p14">
          <p:contentPart p14:bwMode="auto" r:id="rId39">
            <p14:nvContentPartPr>
              <p14:cNvPr id="1049863" name="Encre 1049862"/>
              <p14:cNvContentPartPr/>
              <p14:nvPr/>
            </p14:nvContentPartPr>
            <p14:xfrm>
              <a:off x="5318618" y="300277"/>
              <a:ext cx="137953" cy="131397"/>
            </p14:xfrm>
          </p:contentPart>
        </mc:Choice>
        <mc:Fallback xmlns="">
          <p:sp>
            <p:nvSpPr>
              <p:cNvPr id="1049863" name=""/>
              <p:cNvSpPr/>
              <p:nvPr/>
            </p:nvSpPr>
            <p:spPr>
              <a:xfrm>
                <a:off x="5318618" y="300277"/>
                <a:ext cx="137953" cy="131397"/>
              </a:xfrm>
            </p:spPr>
          </p:sp>
        </mc:Fallback>
      </mc:AlternateContent>
      <mc:AlternateContent xmlns:mc="http://schemas.openxmlformats.org/markup-compatibility/2006" xmlns:p14="http://schemas.microsoft.com/office/powerpoint/2010/main">
        <mc:Choice Requires="p14">
          <p:contentPart p14:bwMode="auto" r:id="rId40">
            <p14:nvContentPartPr>
              <p14:cNvPr id="1049864" name="Encre 1049863"/>
              <p14:cNvContentPartPr/>
              <p14:nvPr/>
            </p14:nvContentPartPr>
            <p14:xfrm>
              <a:off x="5241371" y="115998"/>
              <a:ext cx="160056" cy="18202"/>
            </p14:xfrm>
          </p:contentPart>
        </mc:Choice>
        <mc:Fallback xmlns="">
          <p:sp>
            <p:nvSpPr>
              <p:cNvPr id="1049864" name=""/>
              <p:cNvSpPr/>
              <p:nvPr/>
            </p:nvSpPr>
            <p:spPr>
              <a:xfrm>
                <a:off x="5241371" y="115998"/>
                <a:ext cx="160056" cy="18202"/>
              </a:xfrm>
            </p:spPr>
          </p:sp>
        </mc:Fallback>
      </mc:AlternateContent>
      <mc:AlternateContent xmlns:mc="http://schemas.openxmlformats.org/markup-compatibility/2006" xmlns:p14="http://schemas.microsoft.com/office/powerpoint/2010/main">
        <mc:Choice Requires="p14">
          <p:contentPart p14:bwMode="auto" r:id="rId41">
            <p14:nvContentPartPr>
              <p14:cNvPr id="1049865" name="Encre 1049864"/>
              <p14:cNvContentPartPr/>
              <p14:nvPr/>
            </p14:nvContentPartPr>
            <p14:xfrm>
              <a:off x="5374095" y="67745"/>
              <a:ext cx="88094" cy="134208"/>
            </p14:xfrm>
          </p:contentPart>
        </mc:Choice>
        <mc:Fallback xmlns="">
          <p:sp>
            <p:nvSpPr>
              <p:cNvPr id="1049865" name=""/>
              <p:cNvSpPr/>
              <p:nvPr/>
            </p:nvSpPr>
            <p:spPr>
              <a:xfrm>
                <a:off x="5374095" y="67745"/>
                <a:ext cx="88094" cy="134208"/>
              </a:xfrm>
            </p:spPr>
          </p:sp>
        </mc:Fallback>
      </mc:AlternateContent>
      <mc:AlternateContent xmlns:mc="http://schemas.openxmlformats.org/markup-compatibility/2006" xmlns:p14="http://schemas.microsoft.com/office/powerpoint/2010/main">
        <mc:Choice Requires="p14">
          <p:contentPart p14:bwMode="auto" r:id="rId42">
            <p14:nvContentPartPr>
              <p14:cNvPr id="1049866" name="Encre 1049865"/>
              <p14:cNvContentPartPr/>
              <p14:nvPr/>
            </p14:nvContentPartPr>
            <p14:xfrm>
              <a:off x="3636124" y="533938"/>
              <a:ext cx="1319646" cy="147886"/>
            </p14:xfrm>
          </p:contentPart>
        </mc:Choice>
        <mc:Fallback xmlns="">
          <p:sp>
            <p:nvSpPr>
              <p:cNvPr id="1049866" name=""/>
              <p:cNvSpPr/>
              <p:nvPr/>
            </p:nvSpPr>
            <p:spPr>
              <a:xfrm>
                <a:off x="3636124" y="533938"/>
                <a:ext cx="1319646" cy="147886"/>
              </a:xfrm>
            </p:spPr>
          </p:sp>
        </mc:Fallback>
      </mc:AlternateContent>
      <mc:AlternateContent xmlns:mc="http://schemas.openxmlformats.org/markup-compatibility/2006" xmlns:p14="http://schemas.microsoft.com/office/powerpoint/2010/main">
        <mc:Choice Requires="p14">
          <p:contentPart p14:bwMode="auto" r:id="rId43">
            <p14:nvContentPartPr>
              <p14:cNvPr id="1049867" name="Encre 1049866"/>
              <p14:cNvContentPartPr/>
              <p14:nvPr/>
            </p14:nvContentPartPr>
            <p14:xfrm>
              <a:off x="4301202" y="744478"/>
              <a:ext cx="23298" cy="117060"/>
            </p14:xfrm>
          </p:contentPart>
        </mc:Choice>
        <mc:Fallback xmlns="">
          <p:sp>
            <p:nvSpPr>
              <p:cNvPr id="1049867" name=""/>
              <p:cNvSpPr/>
              <p:nvPr/>
            </p:nvSpPr>
            <p:spPr>
              <a:xfrm>
                <a:off x="4301202" y="744478"/>
                <a:ext cx="23298" cy="117060"/>
              </a:xfrm>
            </p:spPr>
          </p:sp>
        </mc:Fallback>
      </mc:AlternateContent>
      <mc:AlternateContent xmlns:mc="http://schemas.openxmlformats.org/markup-compatibility/2006" xmlns:p14="http://schemas.microsoft.com/office/powerpoint/2010/main">
        <mc:Choice Requires="p14">
          <p:contentPart p14:bwMode="auto" r:id="rId44">
            <p14:nvContentPartPr>
              <p14:cNvPr id="1049868" name="Encre 1049867"/>
              <p14:cNvContentPartPr/>
              <p14:nvPr/>
            </p14:nvContentPartPr>
            <p14:xfrm>
              <a:off x="4375618" y="714201"/>
              <a:ext cx="48122" cy="126888"/>
            </p14:xfrm>
          </p:contentPart>
        </mc:Choice>
        <mc:Fallback xmlns="">
          <p:sp>
            <p:nvSpPr>
              <p:cNvPr id="1049868" name=""/>
              <p:cNvSpPr/>
              <p:nvPr/>
            </p:nvSpPr>
            <p:spPr>
              <a:xfrm>
                <a:off x="4375618" y="714201"/>
                <a:ext cx="48122" cy="126888"/>
              </a:xfrm>
            </p:spPr>
          </p:sp>
        </mc:Fallback>
      </mc:AlternateContent>
      <mc:AlternateContent xmlns:mc="http://schemas.openxmlformats.org/markup-compatibility/2006" xmlns:p14="http://schemas.microsoft.com/office/powerpoint/2010/main">
        <mc:Choice Requires="p14">
          <p:contentPart p14:bwMode="auto" r:id="rId45">
            <p14:nvContentPartPr>
              <p14:cNvPr id="1049869" name="Encre 1049868"/>
              <p14:cNvContentPartPr/>
              <p14:nvPr/>
            </p14:nvContentPartPr>
            <p14:xfrm>
              <a:off x="4306900" y="961407"/>
              <a:ext cx="99128" cy="123484"/>
            </p14:xfrm>
          </p:contentPart>
        </mc:Choice>
        <mc:Fallback xmlns="">
          <p:sp>
            <p:nvSpPr>
              <p:cNvPr id="1049869" name=""/>
              <p:cNvSpPr/>
              <p:nvPr/>
            </p:nvSpPr>
            <p:spPr>
              <a:xfrm>
                <a:off x="4306900" y="961407"/>
                <a:ext cx="99128" cy="123484"/>
              </a:xfrm>
            </p:spPr>
          </p:sp>
        </mc:Fallback>
      </mc:AlternateContent>
      <mc:AlternateContent xmlns:mc="http://schemas.openxmlformats.org/markup-compatibility/2006" xmlns:p14="http://schemas.microsoft.com/office/powerpoint/2010/main">
        <mc:Choice Requires="p14">
          <p:contentPart p14:bwMode="auto" r:id="rId46">
            <p14:nvContentPartPr>
              <p14:cNvPr id="1049870" name="Encre 1049869"/>
              <p14:cNvContentPartPr/>
              <p14:nvPr/>
            </p14:nvContentPartPr>
            <p14:xfrm>
              <a:off x="688344" y="1505034"/>
              <a:ext cx="181228" cy="184712"/>
            </p14:xfrm>
          </p:contentPart>
        </mc:Choice>
        <mc:Fallback xmlns="">
          <p:sp>
            <p:nvSpPr>
              <p:cNvPr id="1049870" name=""/>
              <p:cNvSpPr/>
              <p:nvPr/>
            </p:nvSpPr>
            <p:spPr>
              <a:xfrm>
                <a:off x="688344" y="1505034"/>
                <a:ext cx="181228" cy="184712"/>
              </a:xfrm>
            </p:spPr>
          </p:sp>
        </mc:Fallback>
      </mc:AlternateContent>
      <mc:AlternateContent xmlns:mc="http://schemas.openxmlformats.org/markup-compatibility/2006" xmlns:p14="http://schemas.microsoft.com/office/powerpoint/2010/main">
        <mc:Choice Requires="p14">
          <p:contentPart p14:bwMode="auto" r:id="rId47">
            <p14:nvContentPartPr>
              <p14:cNvPr id="1049871" name="Encre 1049870"/>
              <p14:cNvContentPartPr/>
              <p14:nvPr/>
            </p14:nvContentPartPr>
            <p14:xfrm>
              <a:off x="971347" y="1586787"/>
              <a:ext cx="81579" cy="0"/>
            </p14:xfrm>
          </p:contentPart>
        </mc:Choice>
        <mc:Fallback xmlns="">
          <p:sp>
            <p:nvSpPr>
              <p:cNvPr id="1049871" name=""/>
              <p:cNvSpPr/>
              <p:nvPr/>
            </p:nvSpPr>
            <p:spPr>
              <a:xfrm>
                <a:off x="971347" y="1586787"/>
                <a:ext cx="81579" cy="0"/>
              </a:xfrm>
            </p:spPr>
          </p:sp>
        </mc:Fallback>
      </mc:AlternateContent>
      <mc:AlternateContent xmlns:mc="http://schemas.openxmlformats.org/markup-compatibility/2006" xmlns:p14="http://schemas.microsoft.com/office/powerpoint/2010/main">
        <mc:Choice Requires="p14">
          <p:contentPart p14:bwMode="auto" r:id="rId48">
            <p14:nvContentPartPr>
              <p14:cNvPr id="1049872" name="Encre 1049871"/>
              <p14:cNvContentPartPr/>
              <p14:nvPr/>
            </p14:nvContentPartPr>
            <p14:xfrm>
              <a:off x="978075" y="1675797"/>
              <a:ext cx="109378" cy="7459"/>
            </p14:xfrm>
          </p:contentPart>
        </mc:Choice>
        <mc:Fallback xmlns="">
          <p:sp>
            <p:nvSpPr>
              <p:cNvPr id="1049872" name=""/>
              <p:cNvSpPr/>
              <p:nvPr/>
            </p:nvSpPr>
            <p:spPr>
              <a:xfrm>
                <a:off x="978075" y="1675797"/>
                <a:ext cx="109378" cy="7459"/>
              </a:xfrm>
            </p:spPr>
          </p:sp>
        </mc:Fallback>
      </mc:AlternateContent>
      <mc:AlternateContent xmlns:mc="http://schemas.openxmlformats.org/markup-compatibility/2006" xmlns:p14="http://schemas.microsoft.com/office/powerpoint/2010/main">
        <mc:Choice Requires="p14">
          <p:contentPart p14:bwMode="auto" r:id="rId49">
            <p14:nvContentPartPr>
              <p14:cNvPr id="1049873" name="Encre 1049872"/>
              <p14:cNvContentPartPr/>
              <p14:nvPr/>
            </p14:nvContentPartPr>
            <p14:xfrm>
              <a:off x="1281625" y="1289697"/>
              <a:ext cx="24292" cy="201600"/>
            </p14:xfrm>
          </p:contentPart>
        </mc:Choice>
        <mc:Fallback xmlns="">
          <p:sp>
            <p:nvSpPr>
              <p:cNvPr id="1049873" name=""/>
              <p:cNvSpPr/>
              <p:nvPr/>
            </p:nvSpPr>
            <p:spPr>
              <a:xfrm>
                <a:off x="1281625" y="1289697"/>
                <a:ext cx="24292" cy="201600"/>
              </a:xfrm>
            </p:spPr>
          </p:sp>
        </mc:Fallback>
      </mc:AlternateContent>
      <mc:AlternateContent xmlns:mc="http://schemas.openxmlformats.org/markup-compatibility/2006" xmlns:p14="http://schemas.microsoft.com/office/powerpoint/2010/main">
        <mc:Choice Requires="p14">
          <p:contentPart p14:bwMode="auto" r:id="rId50">
            <p14:nvContentPartPr>
              <p14:cNvPr id="1049874" name="Encre 1049873"/>
              <p14:cNvContentPartPr/>
              <p14:nvPr/>
            </p14:nvContentPartPr>
            <p14:xfrm>
              <a:off x="1168987" y="1614292"/>
              <a:ext cx="250045" cy="20512"/>
            </p14:xfrm>
          </p:contentPart>
        </mc:Choice>
        <mc:Fallback xmlns="">
          <p:sp>
            <p:nvSpPr>
              <p:cNvPr id="1049874" name=""/>
              <p:cNvSpPr/>
              <p:nvPr/>
            </p:nvSpPr>
            <p:spPr>
              <a:xfrm>
                <a:off x="1168987" y="1614292"/>
                <a:ext cx="250045" cy="20512"/>
              </a:xfrm>
            </p:spPr>
          </p:sp>
        </mc:Fallback>
      </mc:AlternateContent>
      <mc:AlternateContent xmlns:mc="http://schemas.openxmlformats.org/markup-compatibility/2006" xmlns:p14="http://schemas.microsoft.com/office/powerpoint/2010/main">
        <mc:Choice Requires="p14">
          <p:contentPart p14:bwMode="auto" r:id="rId51">
            <p14:nvContentPartPr>
              <p14:cNvPr id="1049875" name="Encre 1049874"/>
              <p14:cNvContentPartPr/>
              <p14:nvPr/>
            </p14:nvContentPartPr>
            <p14:xfrm>
              <a:off x="1250566" y="1752364"/>
              <a:ext cx="157522" cy="186391"/>
            </p14:xfrm>
          </p:contentPart>
        </mc:Choice>
        <mc:Fallback xmlns="">
          <p:sp>
            <p:nvSpPr>
              <p:cNvPr id="1049875" name=""/>
              <p:cNvSpPr/>
              <p:nvPr/>
            </p:nvSpPr>
            <p:spPr>
              <a:xfrm>
                <a:off x="1250566" y="1752364"/>
                <a:ext cx="157522" cy="186391"/>
              </a:xfrm>
            </p:spPr>
          </p:sp>
        </mc:Fallback>
      </mc:AlternateContent>
      <mc:AlternateContent xmlns:mc="http://schemas.openxmlformats.org/markup-compatibility/2006" xmlns:p14="http://schemas.microsoft.com/office/powerpoint/2010/main">
        <mc:Choice Requires="p14">
          <p:contentPart p14:bwMode="auto" r:id="rId52">
            <p14:nvContentPartPr>
              <p14:cNvPr id="1049876" name="Encre 1049875"/>
              <p14:cNvContentPartPr/>
              <p14:nvPr/>
            </p14:nvContentPartPr>
            <p14:xfrm>
              <a:off x="978075" y="1545157"/>
              <a:ext cx="118939" cy="1500"/>
            </p14:xfrm>
          </p:contentPart>
        </mc:Choice>
        <mc:Fallback xmlns="">
          <p:sp>
            <p:nvSpPr>
              <p:cNvPr id="1049876" name=""/>
              <p:cNvSpPr/>
              <p:nvPr/>
            </p:nvSpPr>
            <p:spPr>
              <a:xfrm>
                <a:off x="978075" y="1545157"/>
                <a:ext cx="118939" cy="1500"/>
              </a:xfrm>
            </p:spPr>
          </p:sp>
        </mc:Fallback>
      </mc:AlternateContent>
      <mc:AlternateContent xmlns:mc="http://schemas.openxmlformats.org/markup-compatibility/2006" xmlns:p14="http://schemas.microsoft.com/office/powerpoint/2010/main">
        <mc:Choice Requires="p14">
          <p:contentPart p14:bwMode="auto" r:id="rId53">
            <p14:nvContentPartPr>
              <p14:cNvPr id="1049877" name="Encre 1049876"/>
              <p14:cNvContentPartPr/>
              <p14:nvPr/>
            </p14:nvContentPartPr>
            <p14:xfrm>
              <a:off x="863697" y="2473329"/>
              <a:ext cx="154311" cy="233014"/>
            </p14:xfrm>
          </p:contentPart>
        </mc:Choice>
        <mc:Fallback xmlns="">
          <p:sp>
            <p:nvSpPr>
              <p:cNvPr id="1049877" name=""/>
              <p:cNvSpPr/>
              <p:nvPr/>
            </p:nvSpPr>
            <p:spPr>
              <a:xfrm>
                <a:off x="863697" y="2473329"/>
                <a:ext cx="154311" cy="233014"/>
              </a:xfrm>
            </p:spPr>
          </p:sp>
        </mc:Fallback>
      </mc:AlternateContent>
      <mc:AlternateContent xmlns:mc="http://schemas.openxmlformats.org/markup-compatibility/2006" xmlns:p14="http://schemas.microsoft.com/office/powerpoint/2010/main">
        <mc:Choice Requires="p14">
          <p:contentPart p14:bwMode="auto" r:id="rId54">
            <p14:nvContentPartPr>
              <p14:cNvPr id="1049878" name="Encre 1049877"/>
              <p14:cNvContentPartPr/>
              <p14:nvPr/>
            </p14:nvContentPartPr>
            <p14:xfrm>
              <a:off x="970217" y="2325493"/>
              <a:ext cx="7858" cy="70578"/>
            </p14:xfrm>
          </p:contentPart>
        </mc:Choice>
        <mc:Fallback xmlns="">
          <p:sp>
            <p:nvSpPr>
              <p:cNvPr id="1049878" name=""/>
              <p:cNvSpPr/>
              <p:nvPr/>
            </p:nvSpPr>
            <p:spPr>
              <a:xfrm>
                <a:off x="970217" y="2325493"/>
                <a:ext cx="7858" cy="70578"/>
              </a:xfrm>
            </p:spPr>
          </p:sp>
        </mc:Fallback>
      </mc:AlternateContent>
      <mc:AlternateContent xmlns:mc="http://schemas.openxmlformats.org/markup-compatibility/2006" xmlns:p14="http://schemas.microsoft.com/office/powerpoint/2010/main">
        <mc:Choice Requires="p14">
          <p:contentPart p14:bwMode="auto" r:id="rId55">
            <p14:nvContentPartPr>
              <p14:cNvPr id="1049879" name="Encre 1049878"/>
              <p14:cNvContentPartPr/>
              <p14:nvPr/>
            </p14:nvContentPartPr>
            <p14:xfrm>
              <a:off x="1182444" y="2539086"/>
              <a:ext cx="122789" cy="7332"/>
            </p14:xfrm>
          </p:contentPart>
        </mc:Choice>
        <mc:Fallback xmlns="">
          <p:sp>
            <p:nvSpPr>
              <p:cNvPr id="1049879" name=""/>
              <p:cNvSpPr/>
              <p:nvPr/>
            </p:nvSpPr>
            <p:spPr>
              <a:xfrm>
                <a:off x="1182444" y="2539086"/>
                <a:ext cx="122789" cy="7332"/>
              </a:xfrm>
            </p:spPr>
          </p:sp>
        </mc:Fallback>
      </mc:AlternateContent>
      <mc:AlternateContent xmlns:mc="http://schemas.openxmlformats.org/markup-compatibility/2006" xmlns:p14="http://schemas.microsoft.com/office/powerpoint/2010/main">
        <mc:Choice Requires="p14">
          <p:contentPart p14:bwMode="auto" r:id="rId56">
            <p14:nvContentPartPr>
              <p14:cNvPr id="1049880" name="Encre 1049879"/>
              <p14:cNvContentPartPr/>
              <p14:nvPr/>
            </p14:nvContentPartPr>
            <p14:xfrm>
              <a:off x="1168987" y="2642689"/>
              <a:ext cx="179312" cy="304"/>
            </p14:xfrm>
          </p:contentPart>
        </mc:Choice>
        <mc:Fallback xmlns="">
          <p:sp>
            <p:nvSpPr>
              <p:cNvPr id="1049880" name=""/>
              <p:cNvSpPr/>
              <p:nvPr/>
            </p:nvSpPr>
            <p:spPr>
              <a:xfrm>
                <a:off x="1168987" y="2642689"/>
                <a:ext cx="179312" cy="304"/>
              </a:xfrm>
            </p:spPr>
          </p:sp>
        </mc:Fallback>
      </mc:AlternateContent>
      <mc:AlternateContent xmlns:mc="http://schemas.openxmlformats.org/markup-compatibility/2006" xmlns:p14="http://schemas.microsoft.com/office/powerpoint/2010/main">
        <mc:Choice Requires="p14">
          <p:contentPart p14:bwMode="auto" r:id="rId57">
            <p14:nvContentPartPr>
              <p14:cNvPr id="1049881" name="Encre 1049880"/>
              <p14:cNvContentPartPr/>
              <p14:nvPr/>
            </p14:nvContentPartPr>
            <p14:xfrm>
              <a:off x="1519668" y="2415564"/>
              <a:ext cx="146783" cy="140255"/>
            </p14:xfrm>
          </p:contentPart>
        </mc:Choice>
        <mc:Fallback xmlns="">
          <p:sp>
            <p:nvSpPr>
              <p:cNvPr id="1049881" name=""/>
              <p:cNvSpPr/>
              <p:nvPr/>
            </p:nvSpPr>
            <p:spPr>
              <a:xfrm>
                <a:off x="1519668" y="2415564"/>
                <a:ext cx="146783" cy="140255"/>
              </a:xfrm>
            </p:spPr>
          </p:sp>
        </mc:Fallback>
      </mc:AlternateContent>
      <mc:AlternateContent xmlns:mc="http://schemas.openxmlformats.org/markup-compatibility/2006" xmlns:p14="http://schemas.microsoft.com/office/powerpoint/2010/main">
        <mc:Choice Requires="p14">
          <p:contentPart p14:bwMode="auto" r:id="rId58">
            <p14:nvContentPartPr>
              <p14:cNvPr id="1049882" name="Encre 1049881"/>
              <p14:cNvContentPartPr/>
              <p14:nvPr/>
            </p14:nvContentPartPr>
            <p14:xfrm>
              <a:off x="1663387" y="2200838"/>
              <a:ext cx="11620" cy="321460"/>
            </p14:xfrm>
          </p:contentPart>
        </mc:Choice>
        <mc:Fallback xmlns="">
          <p:sp>
            <p:nvSpPr>
              <p:cNvPr id="1049882" name=""/>
              <p:cNvSpPr/>
              <p:nvPr/>
            </p:nvSpPr>
            <p:spPr>
              <a:xfrm>
                <a:off x="1663387" y="2200838"/>
                <a:ext cx="11620" cy="321460"/>
              </a:xfrm>
            </p:spPr>
          </p:sp>
        </mc:Fallback>
      </mc:AlternateContent>
      <mc:AlternateContent xmlns:mc="http://schemas.openxmlformats.org/markup-compatibility/2006" xmlns:p14="http://schemas.microsoft.com/office/powerpoint/2010/main">
        <mc:Choice Requires="p14">
          <p:contentPart p14:bwMode="auto" r:id="rId59">
            <p14:nvContentPartPr>
              <p14:cNvPr id="1049883" name="Encre 1049882"/>
              <p14:cNvContentPartPr/>
              <p14:nvPr/>
            </p14:nvContentPartPr>
            <p14:xfrm>
              <a:off x="1789241" y="2315933"/>
              <a:ext cx="142774" cy="209176"/>
            </p14:xfrm>
          </p:contentPart>
        </mc:Choice>
        <mc:Fallback xmlns="">
          <p:sp>
            <p:nvSpPr>
              <p:cNvPr id="1049883" name=""/>
              <p:cNvSpPr/>
              <p:nvPr/>
            </p:nvSpPr>
            <p:spPr>
              <a:xfrm>
                <a:off x="1789241" y="2315933"/>
                <a:ext cx="142774" cy="209176"/>
              </a:xfrm>
            </p:spPr>
          </p:sp>
        </mc:Fallback>
      </mc:AlternateContent>
      <mc:AlternateContent xmlns:mc="http://schemas.openxmlformats.org/markup-compatibility/2006" xmlns:p14="http://schemas.microsoft.com/office/powerpoint/2010/main">
        <mc:Choice Requires="p14">
          <p:contentPart p14:bwMode="auto" r:id="rId60">
            <p14:nvContentPartPr>
              <p14:cNvPr id="1049884" name="Encre 1049883"/>
              <p14:cNvContentPartPr/>
              <p14:nvPr/>
            </p14:nvContentPartPr>
            <p14:xfrm>
              <a:off x="1536934" y="2601532"/>
              <a:ext cx="395280" cy="13482"/>
            </p14:xfrm>
          </p:contentPart>
        </mc:Choice>
        <mc:Fallback xmlns="">
          <p:sp>
            <p:nvSpPr>
              <p:cNvPr id="1049884" name=""/>
              <p:cNvSpPr/>
              <p:nvPr/>
            </p:nvSpPr>
            <p:spPr>
              <a:xfrm>
                <a:off x="1536934" y="2601532"/>
                <a:ext cx="395280" cy="13482"/>
              </a:xfrm>
            </p:spPr>
          </p:sp>
        </mc:Fallback>
      </mc:AlternateContent>
      <mc:AlternateContent xmlns:mc="http://schemas.openxmlformats.org/markup-compatibility/2006" xmlns:p14="http://schemas.microsoft.com/office/powerpoint/2010/main">
        <mc:Choice Requires="p14">
          <p:contentPart p14:bwMode="auto" r:id="rId61">
            <p14:nvContentPartPr>
              <p14:cNvPr id="1049885" name="Encre 1049884"/>
              <p14:cNvContentPartPr/>
              <p14:nvPr/>
            </p14:nvContentPartPr>
            <p14:xfrm>
              <a:off x="1516575" y="2670365"/>
              <a:ext cx="425568" cy="362043"/>
            </p14:xfrm>
          </p:contentPart>
        </mc:Choice>
        <mc:Fallback xmlns="">
          <p:sp>
            <p:nvSpPr>
              <p:cNvPr id="1049885" name=""/>
              <p:cNvSpPr/>
              <p:nvPr/>
            </p:nvSpPr>
            <p:spPr>
              <a:xfrm>
                <a:off x="1516575" y="2670365"/>
                <a:ext cx="425568" cy="362043"/>
              </a:xfrm>
            </p:spPr>
          </p:sp>
        </mc:Fallback>
      </mc:AlternateContent>
      <mc:AlternateContent xmlns:mc="http://schemas.openxmlformats.org/markup-compatibility/2006" xmlns:p14="http://schemas.microsoft.com/office/powerpoint/2010/main">
        <mc:Choice Requires="p14">
          <p:contentPart p14:bwMode="auto" r:id="rId62">
            <p14:nvContentPartPr>
              <p14:cNvPr id="1049886" name="Encre 1049885"/>
              <p14:cNvContentPartPr/>
              <p14:nvPr/>
            </p14:nvContentPartPr>
            <p14:xfrm>
              <a:off x="2027670" y="2570788"/>
              <a:ext cx="134776" cy="2833"/>
            </p14:xfrm>
          </p:contentPart>
        </mc:Choice>
        <mc:Fallback xmlns="">
          <p:sp>
            <p:nvSpPr>
              <p:cNvPr id="1049886" name=""/>
              <p:cNvSpPr/>
              <p:nvPr/>
            </p:nvSpPr>
            <p:spPr>
              <a:xfrm>
                <a:off x="2027670" y="2570788"/>
                <a:ext cx="134776" cy="2833"/>
              </a:xfrm>
            </p:spPr>
          </p:sp>
        </mc:Fallback>
      </mc:AlternateContent>
      <mc:AlternateContent xmlns:mc="http://schemas.openxmlformats.org/markup-compatibility/2006" xmlns:p14="http://schemas.microsoft.com/office/powerpoint/2010/main">
        <mc:Choice Requires="p14">
          <p:contentPart p14:bwMode="auto" r:id="rId63">
            <p14:nvContentPartPr>
              <p14:cNvPr id="1049887" name="Encre 1049886"/>
              <p14:cNvContentPartPr/>
              <p14:nvPr/>
            </p14:nvContentPartPr>
            <p14:xfrm>
              <a:off x="2013794" y="2634473"/>
              <a:ext cx="178652" cy="42988"/>
            </p14:xfrm>
          </p:contentPart>
        </mc:Choice>
        <mc:Fallback xmlns="">
          <p:sp>
            <p:nvSpPr>
              <p:cNvPr id="1049887" name=""/>
              <p:cNvSpPr/>
              <p:nvPr/>
            </p:nvSpPr>
            <p:spPr>
              <a:xfrm>
                <a:off x="2013794" y="2634473"/>
                <a:ext cx="178652" cy="42988"/>
              </a:xfrm>
            </p:spPr>
          </p:sp>
        </mc:Fallback>
      </mc:AlternateContent>
      <mc:AlternateContent xmlns:mc="http://schemas.openxmlformats.org/markup-compatibility/2006" xmlns:p14="http://schemas.microsoft.com/office/powerpoint/2010/main">
        <mc:Choice Requires="p14">
          <p:contentPart p14:bwMode="auto" r:id="rId64">
            <p14:nvContentPartPr>
              <p14:cNvPr id="1049888" name="Encre 1049887"/>
              <p14:cNvContentPartPr/>
              <p14:nvPr/>
            </p14:nvContentPartPr>
            <p14:xfrm>
              <a:off x="2302223" y="2183643"/>
              <a:ext cx="148060" cy="307641"/>
            </p14:xfrm>
          </p:contentPart>
        </mc:Choice>
        <mc:Fallback xmlns="">
          <p:sp>
            <p:nvSpPr>
              <p:cNvPr id="1049888" name=""/>
              <p:cNvSpPr/>
              <p:nvPr/>
            </p:nvSpPr>
            <p:spPr>
              <a:xfrm>
                <a:off x="2302223" y="2183643"/>
                <a:ext cx="148060" cy="307641"/>
              </a:xfrm>
            </p:spPr>
          </p:sp>
        </mc:Fallback>
      </mc:AlternateContent>
      <mc:AlternateContent xmlns:mc="http://schemas.openxmlformats.org/markup-compatibility/2006" xmlns:p14="http://schemas.microsoft.com/office/powerpoint/2010/main">
        <mc:Choice Requires="p14">
          <p:contentPart p14:bwMode="auto" r:id="rId65">
            <p14:nvContentPartPr>
              <p14:cNvPr id="1049889" name="Encre 1049888"/>
              <p14:cNvContentPartPr/>
              <p14:nvPr/>
            </p14:nvContentPartPr>
            <p14:xfrm>
              <a:off x="2556057" y="2131769"/>
              <a:ext cx="98594" cy="412245"/>
            </p14:xfrm>
          </p:contentPart>
        </mc:Choice>
        <mc:Fallback xmlns="">
          <p:sp>
            <p:nvSpPr>
              <p:cNvPr id="1049889" name=""/>
              <p:cNvSpPr/>
              <p:nvPr/>
            </p:nvSpPr>
            <p:spPr>
              <a:xfrm>
                <a:off x="2556057" y="2131769"/>
                <a:ext cx="98594" cy="412245"/>
              </a:xfrm>
            </p:spPr>
          </p:sp>
        </mc:Fallback>
      </mc:AlternateContent>
      <mc:AlternateContent xmlns:mc="http://schemas.openxmlformats.org/markup-compatibility/2006" xmlns:p14="http://schemas.microsoft.com/office/powerpoint/2010/main">
        <mc:Choice Requires="p14">
          <p:contentPart p14:bwMode="auto" r:id="rId66">
            <p14:nvContentPartPr>
              <p14:cNvPr id="1049890" name="Encre 1049889"/>
              <p14:cNvContentPartPr/>
              <p14:nvPr/>
            </p14:nvContentPartPr>
            <p14:xfrm>
              <a:off x="2809820" y="2073192"/>
              <a:ext cx="67798" cy="141627"/>
            </p14:xfrm>
          </p:contentPart>
        </mc:Choice>
        <mc:Fallback xmlns="">
          <p:sp>
            <p:nvSpPr>
              <p:cNvPr id="1049890" name=""/>
              <p:cNvSpPr/>
              <p:nvPr/>
            </p:nvSpPr>
            <p:spPr>
              <a:xfrm>
                <a:off x="2809820" y="2073192"/>
                <a:ext cx="67798" cy="141627"/>
              </a:xfrm>
            </p:spPr>
          </p:sp>
        </mc:Fallback>
      </mc:AlternateContent>
      <mc:AlternateContent xmlns:mc="http://schemas.openxmlformats.org/markup-compatibility/2006" xmlns:p14="http://schemas.microsoft.com/office/powerpoint/2010/main">
        <mc:Choice Requires="p14">
          <p:contentPart p14:bwMode="auto" r:id="rId67">
            <p14:nvContentPartPr>
              <p14:cNvPr id="1049891" name="Encre 1049890"/>
              <p14:cNvContentPartPr/>
              <p14:nvPr/>
            </p14:nvContentPartPr>
            <p14:xfrm>
              <a:off x="2750108" y="2318161"/>
              <a:ext cx="232875" cy="26550"/>
            </p14:xfrm>
          </p:contentPart>
        </mc:Choice>
        <mc:Fallback xmlns="">
          <p:sp>
            <p:nvSpPr>
              <p:cNvPr id="1049891" name=""/>
              <p:cNvSpPr/>
              <p:nvPr/>
            </p:nvSpPr>
            <p:spPr>
              <a:xfrm>
                <a:off x="2750108" y="2318161"/>
                <a:ext cx="232875" cy="26550"/>
              </a:xfrm>
            </p:spPr>
          </p:sp>
        </mc:Fallback>
      </mc:AlternateContent>
      <mc:AlternateContent xmlns:mc="http://schemas.openxmlformats.org/markup-compatibility/2006" xmlns:p14="http://schemas.microsoft.com/office/powerpoint/2010/main">
        <mc:Choice Requires="p14">
          <p:contentPart p14:bwMode="auto" r:id="rId68">
            <p14:nvContentPartPr>
              <p14:cNvPr id="1049892" name="Encre 1049891"/>
              <p14:cNvContentPartPr/>
              <p14:nvPr/>
            </p14:nvContentPartPr>
            <p14:xfrm>
              <a:off x="2796115" y="2421764"/>
              <a:ext cx="128852" cy="125801"/>
            </p14:xfrm>
          </p:contentPart>
        </mc:Choice>
        <mc:Fallback xmlns="">
          <p:sp>
            <p:nvSpPr>
              <p:cNvPr id="1049892" name=""/>
              <p:cNvSpPr/>
              <p:nvPr/>
            </p:nvSpPr>
            <p:spPr>
              <a:xfrm>
                <a:off x="2796115" y="2421764"/>
                <a:ext cx="128852" cy="125801"/>
              </a:xfrm>
            </p:spPr>
          </p:sp>
        </mc:Fallback>
      </mc:AlternateContent>
      <mc:AlternateContent xmlns:mc="http://schemas.openxmlformats.org/markup-compatibility/2006" xmlns:p14="http://schemas.microsoft.com/office/powerpoint/2010/main">
        <mc:Choice Requires="p14">
          <p:contentPart p14:bwMode="auto" r:id="rId69">
            <p14:nvContentPartPr>
              <p14:cNvPr id="1049893" name="Encre 1049892"/>
              <p14:cNvContentPartPr/>
              <p14:nvPr/>
            </p14:nvContentPartPr>
            <p14:xfrm>
              <a:off x="3049932" y="2111191"/>
              <a:ext cx="78376" cy="348841"/>
            </p14:xfrm>
          </p:contentPart>
        </mc:Choice>
        <mc:Fallback xmlns="">
          <p:sp>
            <p:nvSpPr>
              <p:cNvPr id="1049893" name=""/>
              <p:cNvSpPr/>
              <p:nvPr/>
            </p:nvSpPr>
            <p:spPr>
              <a:xfrm>
                <a:off x="3049932" y="2111191"/>
                <a:ext cx="78376" cy="348841"/>
              </a:xfrm>
            </p:spPr>
          </p:sp>
        </mc:Fallback>
      </mc:AlternateContent>
      <mc:AlternateContent xmlns:mc="http://schemas.openxmlformats.org/markup-compatibility/2006" xmlns:p14="http://schemas.microsoft.com/office/powerpoint/2010/main">
        <mc:Choice Requires="p14">
          <p:contentPart p14:bwMode="auto" r:id="rId70">
            <p14:nvContentPartPr>
              <p14:cNvPr id="1049894" name="Encre 1049893"/>
              <p14:cNvContentPartPr/>
              <p14:nvPr/>
            </p14:nvContentPartPr>
            <p14:xfrm>
              <a:off x="2300161" y="2635830"/>
              <a:ext cx="648708" cy="13874"/>
            </p14:xfrm>
          </p:contentPart>
        </mc:Choice>
        <mc:Fallback xmlns="">
          <p:sp>
            <p:nvSpPr>
              <p:cNvPr id="1049894" name=""/>
              <p:cNvSpPr/>
              <p:nvPr/>
            </p:nvSpPr>
            <p:spPr>
              <a:xfrm>
                <a:off x="2300161" y="2635830"/>
                <a:ext cx="648708" cy="13874"/>
              </a:xfrm>
            </p:spPr>
          </p:sp>
        </mc:Fallback>
      </mc:AlternateContent>
      <mc:AlternateContent xmlns:mc="http://schemas.openxmlformats.org/markup-compatibility/2006" xmlns:p14="http://schemas.microsoft.com/office/powerpoint/2010/main">
        <mc:Choice Requires="p14">
          <p:contentPart p14:bwMode="auto" r:id="rId71">
            <p14:nvContentPartPr>
              <p14:cNvPr id="1049895" name="Encre 1049894"/>
              <p14:cNvContentPartPr/>
              <p14:nvPr/>
            </p14:nvContentPartPr>
            <p14:xfrm>
              <a:off x="2455439" y="2761432"/>
              <a:ext cx="416310" cy="300418"/>
            </p14:xfrm>
          </p:contentPart>
        </mc:Choice>
        <mc:Fallback xmlns="">
          <p:sp>
            <p:nvSpPr>
              <p:cNvPr id="1049895" name=""/>
              <p:cNvSpPr/>
              <p:nvPr/>
            </p:nvSpPr>
            <p:spPr>
              <a:xfrm>
                <a:off x="2455439" y="2761432"/>
                <a:ext cx="416310" cy="300418"/>
              </a:xfrm>
            </p:spPr>
          </p:sp>
        </mc:Fallback>
      </mc:AlternateContent>
      <mc:AlternateContent xmlns:mc="http://schemas.openxmlformats.org/markup-compatibility/2006" xmlns:p14="http://schemas.microsoft.com/office/powerpoint/2010/main">
        <mc:Choice Requires="p14">
          <p:contentPart p14:bwMode="auto" r:id="rId72">
            <p14:nvContentPartPr>
              <p14:cNvPr id="1049896" name="Encre 1049895"/>
              <p14:cNvContentPartPr/>
              <p14:nvPr/>
            </p14:nvContentPartPr>
            <p14:xfrm>
              <a:off x="3192906" y="2594673"/>
              <a:ext cx="122789" cy="13482"/>
            </p14:xfrm>
          </p:contentPart>
        </mc:Choice>
        <mc:Fallback xmlns="">
          <p:sp>
            <p:nvSpPr>
              <p:cNvPr id="1049896" name=""/>
              <p:cNvSpPr/>
              <p:nvPr/>
            </p:nvSpPr>
            <p:spPr>
              <a:xfrm>
                <a:off x="3192906" y="2594673"/>
                <a:ext cx="122789" cy="13482"/>
              </a:xfrm>
            </p:spPr>
          </p:sp>
        </mc:Fallback>
      </mc:AlternateContent>
      <mc:AlternateContent xmlns:mc="http://schemas.openxmlformats.org/markup-compatibility/2006" xmlns:p14="http://schemas.microsoft.com/office/powerpoint/2010/main">
        <mc:Choice Requires="p14">
          <p:contentPart p14:bwMode="auto" r:id="rId73">
            <p14:nvContentPartPr>
              <p14:cNvPr id="1049897" name="Encre 1049896"/>
              <p14:cNvContentPartPr/>
              <p14:nvPr/>
            </p14:nvContentPartPr>
            <p14:xfrm>
              <a:off x="3192906" y="2711759"/>
              <a:ext cx="140586" cy="16980"/>
            </p14:xfrm>
          </p:contentPart>
        </mc:Choice>
        <mc:Fallback xmlns="">
          <p:sp>
            <p:nvSpPr>
              <p:cNvPr id="1049897" name=""/>
              <p:cNvSpPr/>
              <p:nvPr/>
            </p:nvSpPr>
            <p:spPr>
              <a:xfrm>
                <a:off x="3192906" y="2711759"/>
                <a:ext cx="140586" cy="16980"/>
              </a:xfrm>
            </p:spPr>
          </p:sp>
        </mc:Fallback>
      </mc:AlternateContent>
      <mc:AlternateContent xmlns:mc="http://schemas.openxmlformats.org/markup-compatibility/2006" xmlns:p14="http://schemas.microsoft.com/office/powerpoint/2010/main">
        <mc:Choice Requires="p14">
          <p:contentPart p14:bwMode="auto" r:id="rId74">
            <p14:nvContentPartPr>
              <p14:cNvPr id="1049898" name="Encre 1049897"/>
              <p14:cNvContentPartPr/>
              <p14:nvPr/>
            </p14:nvContentPartPr>
            <p14:xfrm>
              <a:off x="3465817" y="2634329"/>
              <a:ext cx="102480" cy="17534"/>
            </p14:xfrm>
          </p:contentPart>
        </mc:Choice>
        <mc:Fallback xmlns="">
          <p:sp>
            <p:nvSpPr>
              <p:cNvPr id="1049898" name=""/>
              <p:cNvSpPr/>
              <p:nvPr/>
            </p:nvSpPr>
            <p:spPr>
              <a:xfrm>
                <a:off x="3465817" y="2634329"/>
                <a:ext cx="102480" cy="17534"/>
              </a:xfrm>
            </p:spPr>
          </p:sp>
        </mc:Fallback>
      </mc:AlternateContent>
      <mc:AlternateContent xmlns:mc="http://schemas.openxmlformats.org/markup-compatibility/2006" xmlns:p14="http://schemas.microsoft.com/office/powerpoint/2010/main">
        <mc:Choice Requires="p14">
          <p:contentPart p14:bwMode="auto" r:id="rId75">
            <p14:nvContentPartPr>
              <p14:cNvPr id="1049899" name="Encre 1049898"/>
              <p14:cNvContentPartPr/>
              <p14:nvPr/>
            </p14:nvContentPartPr>
            <p14:xfrm>
              <a:off x="3721488" y="2360524"/>
              <a:ext cx="90701" cy="256347"/>
            </p14:xfrm>
          </p:contentPart>
        </mc:Choice>
        <mc:Fallback xmlns="">
          <p:sp>
            <p:nvSpPr>
              <p:cNvPr id="1049899" name=""/>
              <p:cNvSpPr/>
              <p:nvPr/>
            </p:nvSpPr>
            <p:spPr>
              <a:xfrm>
                <a:off x="3721488" y="2360524"/>
                <a:ext cx="90701" cy="256347"/>
              </a:xfrm>
            </p:spPr>
          </p:sp>
        </mc:Fallback>
      </mc:AlternateContent>
      <mc:AlternateContent xmlns:mc="http://schemas.openxmlformats.org/markup-compatibility/2006" xmlns:p14="http://schemas.microsoft.com/office/powerpoint/2010/main">
        <mc:Choice Requires="p14">
          <p:contentPart p14:bwMode="auto" r:id="rId76">
            <p14:nvContentPartPr>
              <p14:cNvPr id="1049900" name="Encre 1049899"/>
              <p14:cNvContentPartPr/>
              <p14:nvPr/>
            </p14:nvContentPartPr>
            <p14:xfrm>
              <a:off x="3670185" y="2671351"/>
              <a:ext cx="231701" cy="12732"/>
            </p14:xfrm>
          </p:contentPart>
        </mc:Choice>
        <mc:Fallback xmlns="">
          <p:sp>
            <p:nvSpPr>
              <p:cNvPr id="1049900" name=""/>
              <p:cNvSpPr/>
              <p:nvPr/>
            </p:nvSpPr>
            <p:spPr>
              <a:xfrm>
                <a:off x="3670185" y="2671351"/>
                <a:ext cx="231701" cy="12732"/>
              </a:xfrm>
            </p:spPr>
          </p:sp>
        </mc:Fallback>
      </mc:AlternateContent>
      <mc:AlternateContent xmlns:mc="http://schemas.openxmlformats.org/markup-compatibility/2006" xmlns:p14="http://schemas.microsoft.com/office/powerpoint/2010/main">
        <mc:Choice Requires="p14">
          <p:contentPart p14:bwMode="auto" r:id="rId77">
            <p14:nvContentPartPr>
              <p14:cNvPr id="1049901" name="Encre 1049900"/>
              <p14:cNvContentPartPr/>
              <p14:nvPr/>
            </p14:nvContentPartPr>
            <p14:xfrm>
              <a:off x="3706970" y="2942619"/>
              <a:ext cx="139226" cy="142420"/>
            </p14:xfrm>
          </p:contentPart>
        </mc:Choice>
        <mc:Fallback xmlns="">
          <p:sp>
            <p:nvSpPr>
              <p:cNvPr id="1049901" name=""/>
              <p:cNvSpPr/>
              <p:nvPr/>
            </p:nvSpPr>
            <p:spPr>
              <a:xfrm>
                <a:off x="3706970" y="2942619"/>
                <a:ext cx="139226" cy="142420"/>
              </a:xfrm>
            </p:spPr>
          </p:sp>
        </mc:Fallback>
      </mc:AlternateContent>
      <mc:AlternateContent xmlns:mc="http://schemas.openxmlformats.org/markup-compatibility/2006" xmlns:p14="http://schemas.microsoft.com/office/powerpoint/2010/main">
        <mc:Choice Requires="p14">
          <p:contentPart p14:bwMode="auto" r:id="rId78">
            <p14:nvContentPartPr>
              <p14:cNvPr id="1049902" name="Encre 1049901"/>
              <p14:cNvContentPartPr/>
              <p14:nvPr/>
            </p14:nvContentPartPr>
            <p14:xfrm>
              <a:off x="3847220" y="2810755"/>
              <a:ext cx="161231" cy="161349"/>
            </p14:xfrm>
          </p:contentPart>
        </mc:Choice>
        <mc:Fallback xmlns="">
          <p:sp>
            <p:nvSpPr>
              <p:cNvPr id="1049902" name=""/>
              <p:cNvSpPr/>
              <p:nvPr/>
            </p:nvSpPr>
            <p:spPr>
              <a:xfrm>
                <a:off x="3847220" y="2810755"/>
                <a:ext cx="161231" cy="161349"/>
              </a:xfrm>
            </p:spPr>
          </p:sp>
        </mc:Fallback>
      </mc:AlternateContent>
      <mc:AlternateContent xmlns:mc="http://schemas.openxmlformats.org/markup-compatibility/2006" xmlns:p14="http://schemas.microsoft.com/office/powerpoint/2010/main">
        <mc:Choice Requires="p14">
          <p:contentPart p14:bwMode="auto" r:id="rId79">
            <p14:nvContentPartPr>
              <p14:cNvPr id="1049903" name="Encre 1049902"/>
              <p14:cNvContentPartPr/>
              <p14:nvPr/>
            </p14:nvContentPartPr>
            <p14:xfrm>
              <a:off x="4136048" y="2350939"/>
              <a:ext cx="366000" cy="298562"/>
            </p14:xfrm>
          </p:contentPart>
        </mc:Choice>
        <mc:Fallback xmlns="">
          <p:sp>
            <p:nvSpPr>
              <p:cNvPr id="1049903" name=""/>
              <p:cNvSpPr/>
              <p:nvPr/>
            </p:nvSpPr>
            <p:spPr>
              <a:xfrm>
                <a:off x="4136048" y="2350939"/>
                <a:ext cx="366000" cy="298562"/>
              </a:xfrm>
            </p:spPr>
          </p:sp>
        </mc:Fallback>
      </mc:AlternateContent>
      <mc:AlternateContent xmlns:mc="http://schemas.openxmlformats.org/markup-compatibility/2006" xmlns:p14="http://schemas.microsoft.com/office/powerpoint/2010/main">
        <mc:Choice Requires="p14">
          <p:contentPart p14:bwMode="auto" r:id="rId80">
            <p14:nvContentPartPr>
              <p14:cNvPr id="1049904" name="Encre 1049903"/>
              <p14:cNvContentPartPr/>
              <p14:nvPr/>
            </p14:nvContentPartPr>
            <p14:xfrm>
              <a:off x="4144942" y="2708139"/>
              <a:ext cx="423208" cy="19023"/>
            </p14:xfrm>
          </p:contentPart>
        </mc:Choice>
        <mc:Fallback xmlns="">
          <p:sp>
            <p:nvSpPr>
              <p:cNvPr id="1049904" name=""/>
              <p:cNvSpPr/>
              <p:nvPr/>
            </p:nvSpPr>
            <p:spPr>
              <a:xfrm>
                <a:off x="4144942" y="2708139"/>
                <a:ext cx="423208" cy="19023"/>
              </a:xfrm>
            </p:spPr>
          </p:sp>
        </mc:Fallback>
      </mc:AlternateContent>
      <mc:AlternateContent xmlns:mc="http://schemas.openxmlformats.org/markup-compatibility/2006" xmlns:p14="http://schemas.microsoft.com/office/powerpoint/2010/main">
        <mc:Choice Requires="p14">
          <p:contentPart p14:bwMode="auto" r:id="rId81">
            <p14:nvContentPartPr>
              <p14:cNvPr id="1049905" name="Encre 1049904"/>
              <p14:cNvContentPartPr/>
              <p14:nvPr/>
            </p14:nvContentPartPr>
            <p14:xfrm>
              <a:off x="4190543" y="2809449"/>
              <a:ext cx="330154" cy="225442"/>
            </p14:xfrm>
          </p:contentPart>
        </mc:Choice>
        <mc:Fallback xmlns="">
          <p:sp>
            <p:nvSpPr>
              <p:cNvPr id="1049905" name=""/>
              <p:cNvSpPr/>
              <p:nvPr/>
            </p:nvSpPr>
            <p:spPr>
              <a:xfrm>
                <a:off x="4190543" y="2809449"/>
                <a:ext cx="330154" cy="225442"/>
              </a:xfrm>
            </p:spPr>
          </p:sp>
        </mc:Fallback>
      </mc:AlternateContent>
      <mc:AlternateContent xmlns:mc="http://schemas.openxmlformats.org/markup-compatibility/2006" xmlns:p14="http://schemas.microsoft.com/office/powerpoint/2010/main">
        <mc:Choice Requires="p14">
          <p:contentPart p14:bwMode="auto" r:id="rId82">
            <p14:nvContentPartPr>
              <p14:cNvPr id="1049906" name="Encre 1049905"/>
              <p14:cNvContentPartPr/>
              <p14:nvPr/>
            </p14:nvContentPartPr>
            <p14:xfrm>
              <a:off x="4365290" y="2911586"/>
              <a:ext cx="163604" cy="21098"/>
            </p14:xfrm>
          </p:contentPart>
        </mc:Choice>
        <mc:Fallback xmlns="">
          <p:sp>
            <p:nvSpPr>
              <p:cNvPr id="1049906" name=""/>
              <p:cNvSpPr/>
              <p:nvPr/>
            </p:nvSpPr>
            <p:spPr>
              <a:xfrm>
                <a:off x="4365290" y="2911586"/>
                <a:ext cx="163604" cy="21098"/>
              </a:xfrm>
            </p:spPr>
          </p:sp>
        </mc:Fallback>
      </mc:AlternateContent>
      <mc:AlternateContent xmlns:mc="http://schemas.openxmlformats.org/markup-compatibility/2006" xmlns:p14="http://schemas.microsoft.com/office/powerpoint/2010/main">
        <mc:Choice Requires="p14">
          <p:contentPart p14:bwMode="auto" r:id="rId83">
            <p14:nvContentPartPr>
              <p14:cNvPr id="1049907" name="Encre 1049906"/>
              <p14:cNvContentPartPr/>
              <p14:nvPr/>
            </p14:nvContentPartPr>
            <p14:xfrm>
              <a:off x="2496886" y="1268881"/>
              <a:ext cx="216568" cy="346960"/>
            </p14:xfrm>
          </p:contentPart>
        </mc:Choice>
        <mc:Fallback xmlns="">
          <p:sp>
            <p:nvSpPr>
              <p:cNvPr id="1049907" name=""/>
              <p:cNvSpPr/>
              <p:nvPr/>
            </p:nvSpPr>
            <p:spPr>
              <a:xfrm>
                <a:off x="2496886" y="1268881"/>
                <a:ext cx="216568" cy="346960"/>
              </a:xfrm>
            </p:spPr>
          </p:sp>
        </mc:Fallback>
      </mc:AlternateContent>
      <mc:AlternateContent xmlns:mc="http://schemas.openxmlformats.org/markup-compatibility/2006" xmlns:p14="http://schemas.microsoft.com/office/powerpoint/2010/main">
        <mc:Choice Requires="p14">
          <p:contentPart p14:bwMode="auto" r:id="rId84">
            <p14:nvContentPartPr>
              <p14:cNvPr id="1049908" name="Encre 1049907"/>
              <p14:cNvContentPartPr/>
              <p14:nvPr/>
            </p14:nvContentPartPr>
            <p14:xfrm>
              <a:off x="2886353" y="1476687"/>
              <a:ext cx="135339" cy="6496"/>
            </p14:xfrm>
          </p:contentPart>
        </mc:Choice>
        <mc:Fallback xmlns="">
          <p:sp>
            <p:nvSpPr>
              <p:cNvPr id="1049908" name=""/>
              <p:cNvSpPr/>
              <p:nvPr/>
            </p:nvSpPr>
            <p:spPr>
              <a:xfrm>
                <a:off x="2886353" y="1476687"/>
                <a:ext cx="135339" cy="6496"/>
              </a:xfrm>
            </p:spPr>
          </p:sp>
        </mc:Fallback>
      </mc:AlternateContent>
      <mc:AlternateContent xmlns:mc="http://schemas.openxmlformats.org/markup-compatibility/2006" xmlns:p14="http://schemas.microsoft.com/office/powerpoint/2010/main">
        <mc:Choice Requires="p14">
          <p:contentPart p14:bwMode="auto" r:id="rId85">
            <p14:nvContentPartPr>
              <p14:cNvPr id="1049909" name="Encre 1049908"/>
              <p14:cNvContentPartPr/>
              <p14:nvPr/>
            </p14:nvContentPartPr>
            <p14:xfrm>
              <a:off x="2906958" y="1565736"/>
              <a:ext cx="117975" cy="7219"/>
            </p14:xfrm>
          </p:contentPart>
        </mc:Choice>
        <mc:Fallback xmlns="">
          <p:sp>
            <p:nvSpPr>
              <p:cNvPr id="1049909" name=""/>
              <p:cNvSpPr/>
              <p:nvPr/>
            </p:nvSpPr>
            <p:spPr>
              <a:xfrm>
                <a:off x="2906958" y="1565736"/>
                <a:ext cx="117975" cy="7219"/>
              </a:xfrm>
            </p:spPr>
          </p:sp>
        </mc:Fallback>
      </mc:AlternateContent>
      <mc:AlternateContent xmlns:mc="http://schemas.openxmlformats.org/markup-compatibility/2006" xmlns:p14="http://schemas.microsoft.com/office/powerpoint/2010/main">
        <mc:Choice Requires="p14">
          <p:contentPart p14:bwMode="auto" r:id="rId86">
            <p14:nvContentPartPr>
              <p14:cNvPr id="1049910" name="Encre 1049909"/>
              <p14:cNvContentPartPr/>
              <p14:nvPr/>
            </p14:nvContentPartPr>
            <p14:xfrm>
              <a:off x="3172721" y="1400695"/>
              <a:ext cx="197286" cy="196957"/>
            </p14:xfrm>
          </p:contentPart>
        </mc:Choice>
        <mc:Fallback xmlns="">
          <p:sp>
            <p:nvSpPr>
              <p:cNvPr id="1049910" name=""/>
              <p:cNvSpPr/>
              <p:nvPr/>
            </p:nvSpPr>
            <p:spPr>
              <a:xfrm>
                <a:off x="3172721" y="1400695"/>
                <a:ext cx="197286" cy="196957"/>
              </a:xfrm>
            </p:spPr>
          </p:sp>
        </mc:Fallback>
      </mc:AlternateContent>
      <mc:AlternateContent xmlns:mc="http://schemas.openxmlformats.org/markup-compatibility/2006" xmlns:p14="http://schemas.microsoft.com/office/powerpoint/2010/main">
        <mc:Choice Requires="p14">
          <p:contentPart p14:bwMode="auto" r:id="rId87">
            <p14:nvContentPartPr>
              <p14:cNvPr id="1049911" name="Encre 1049910"/>
              <p14:cNvContentPartPr/>
              <p14:nvPr/>
            </p14:nvContentPartPr>
            <p14:xfrm>
              <a:off x="3308966" y="1225010"/>
              <a:ext cx="175233" cy="118534"/>
            </p14:xfrm>
          </p:contentPart>
        </mc:Choice>
        <mc:Fallback xmlns="">
          <p:sp>
            <p:nvSpPr>
              <p:cNvPr id="1049911" name=""/>
              <p:cNvSpPr/>
              <p:nvPr/>
            </p:nvSpPr>
            <p:spPr>
              <a:xfrm>
                <a:off x="3308966" y="1225010"/>
                <a:ext cx="175233" cy="118534"/>
              </a:xfrm>
            </p:spPr>
          </p:sp>
        </mc:Fallback>
      </mc:AlternateContent>
      <mc:AlternateContent xmlns:mc="http://schemas.openxmlformats.org/markup-compatibility/2006" xmlns:p14="http://schemas.microsoft.com/office/powerpoint/2010/main">
        <mc:Choice Requires="p14">
          <p:contentPart p14:bwMode="auto" r:id="rId88">
            <p14:nvContentPartPr>
              <p14:cNvPr id="1049912" name="Encre 1049911"/>
              <p14:cNvContentPartPr/>
              <p14:nvPr/>
            </p14:nvContentPartPr>
            <p14:xfrm>
              <a:off x="3520096" y="1352831"/>
              <a:ext cx="166705" cy="194872"/>
            </p14:xfrm>
          </p:contentPart>
        </mc:Choice>
        <mc:Fallback xmlns="">
          <p:sp>
            <p:nvSpPr>
              <p:cNvPr id="1049912" name=""/>
              <p:cNvSpPr/>
              <p:nvPr/>
            </p:nvSpPr>
            <p:spPr>
              <a:xfrm>
                <a:off x="3520096" y="1352831"/>
                <a:ext cx="166705" cy="194872"/>
              </a:xfrm>
            </p:spPr>
          </p:sp>
        </mc:Fallback>
      </mc:AlternateContent>
      <mc:AlternateContent xmlns:mc="http://schemas.openxmlformats.org/markup-compatibility/2006" xmlns:p14="http://schemas.microsoft.com/office/powerpoint/2010/main">
        <mc:Choice Requires="p14">
          <p:contentPart p14:bwMode="auto" r:id="rId89">
            <p14:nvContentPartPr>
              <p14:cNvPr id="1049913" name="Encre 1049912"/>
              <p14:cNvContentPartPr/>
              <p14:nvPr/>
            </p14:nvContentPartPr>
            <p14:xfrm>
              <a:off x="3608791" y="1199812"/>
              <a:ext cx="6564" cy="119678"/>
            </p14:xfrm>
          </p:contentPart>
        </mc:Choice>
        <mc:Fallback xmlns="">
          <p:sp>
            <p:nvSpPr>
              <p:cNvPr id="1049913" name=""/>
              <p:cNvSpPr/>
              <p:nvPr/>
            </p:nvSpPr>
            <p:spPr>
              <a:xfrm>
                <a:off x="3608791" y="1199812"/>
                <a:ext cx="6564" cy="119678"/>
              </a:xfrm>
            </p:spPr>
          </p:sp>
        </mc:Fallback>
      </mc:AlternateContent>
      <mc:AlternateContent xmlns:mc="http://schemas.openxmlformats.org/markup-compatibility/2006" xmlns:p14="http://schemas.microsoft.com/office/powerpoint/2010/main">
        <mc:Choice Requires="p14">
          <p:contentPart p14:bwMode="auto" r:id="rId90">
            <p14:nvContentPartPr>
              <p14:cNvPr id="1049914" name="Encre 1049913"/>
              <p14:cNvContentPartPr/>
              <p14:nvPr/>
            </p14:nvContentPartPr>
            <p14:xfrm>
              <a:off x="3806430" y="1427598"/>
              <a:ext cx="143059" cy="21747"/>
            </p14:xfrm>
          </p:contentPart>
        </mc:Choice>
        <mc:Fallback xmlns="">
          <p:sp>
            <p:nvSpPr>
              <p:cNvPr id="1049914" name=""/>
              <p:cNvSpPr/>
              <p:nvPr/>
            </p:nvSpPr>
            <p:spPr>
              <a:xfrm>
                <a:off x="3806430" y="1427598"/>
                <a:ext cx="143059" cy="21747"/>
              </a:xfrm>
            </p:spPr>
          </p:sp>
        </mc:Fallback>
      </mc:AlternateContent>
      <mc:AlternateContent xmlns:mc="http://schemas.openxmlformats.org/markup-compatibility/2006" xmlns:p14="http://schemas.microsoft.com/office/powerpoint/2010/main">
        <mc:Choice Requires="p14">
          <p:contentPart p14:bwMode="auto" r:id="rId91">
            <p14:nvContentPartPr>
              <p14:cNvPr id="1049915" name="Encre 1049914"/>
              <p14:cNvContentPartPr/>
              <p14:nvPr/>
            </p14:nvContentPartPr>
            <p14:xfrm>
              <a:off x="3806430" y="1523132"/>
              <a:ext cx="122789" cy="8069"/>
            </p14:xfrm>
          </p:contentPart>
        </mc:Choice>
        <mc:Fallback xmlns="">
          <p:sp>
            <p:nvSpPr>
              <p:cNvPr id="1049915" name=""/>
              <p:cNvSpPr/>
              <p:nvPr/>
            </p:nvSpPr>
            <p:spPr>
              <a:xfrm>
                <a:off x="3806430" y="1523132"/>
                <a:ext cx="122789" cy="8069"/>
              </a:xfrm>
            </p:spPr>
          </p:sp>
        </mc:Fallback>
      </mc:AlternateContent>
      <mc:AlternateContent xmlns:mc="http://schemas.openxmlformats.org/markup-compatibility/2006" xmlns:p14="http://schemas.microsoft.com/office/powerpoint/2010/main">
        <mc:Choice Requires="p14">
          <p:contentPart p14:bwMode="auto" r:id="rId92">
            <p14:nvContentPartPr>
              <p14:cNvPr id="1049916" name="Encre 1049915"/>
              <p14:cNvContentPartPr/>
              <p14:nvPr/>
            </p14:nvContentPartPr>
            <p14:xfrm>
              <a:off x="4126474" y="1265178"/>
              <a:ext cx="146925" cy="194104"/>
            </p14:xfrm>
          </p:contentPart>
        </mc:Choice>
        <mc:Fallback xmlns="">
          <p:sp>
            <p:nvSpPr>
              <p:cNvPr id="1049916" name=""/>
              <p:cNvSpPr/>
              <p:nvPr/>
            </p:nvSpPr>
            <p:spPr>
              <a:xfrm>
                <a:off x="4126474" y="1265178"/>
                <a:ext cx="146925" cy="194104"/>
              </a:xfrm>
            </p:spPr>
          </p:sp>
        </mc:Fallback>
      </mc:AlternateContent>
      <mc:AlternateContent xmlns:mc="http://schemas.openxmlformats.org/markup-compatibility/2006" xmlns:p14="http://schemas.microsoft.com/office/powerpoint/2010/main">
        <mc:Choice Requires="p14">
          <p:contentPart p14:bwMode="auto" r:id="rId93">
            <p14:nvContentPartPr>
              <p14:cNvPr id="1049917" name="Encre 1049916"/>
              <p14:cNvContentPartPr/>
              <p14:nvPr/>
            </p14:nvContentPartPr>
            <p14:xfrm>
              <a:off x="4147465" y="1089349"/>
              <a:ext cx="10092" cy="69542"/>
            </p14:xfrm>
          </p:contentPart>
        </mc:Choice>
        <mc:Fallback xmlns="">
          <p:sp>
            <p:nvSpPr>
              <p:cNvPr id="1049917" name=""/>
              <p:cNvSpPr/>
              <p:nvPr/>
            </p:nvSpPr>
            <p:spPr>
              <a:xfrm>
                <a:off x="4147465" y="1089349"/>
                <a:ext cx="10092" cy="69542"/>
              </a:xfrm>
            </p:spPr>
          </p:sp>
        </mc:Fallback>
      </mc:AlternateContent>
      <mc:AlternateContent xmlns:mc="http://schemas.openxmlformats.org/markup-compatibility/2006" xmlns:p14="http://schemas.microsoft.com/office/powerpoint/2010/main">
        <mc:Choice Requires="p14">
          <p:contentPart p14:bwMode="auto" r:id="rId94">
            <p14:nvContentPartPr>
              <p14:cNvPr id="1049918" name="Encre 1049917"/>
              <p14:cNvContentPartPr/>
              <p14:nvPr/>
            </p14:nvContentPartPr>
            <p14:xfrm>
              <a:off x="4031404" y="1503526"/>
              <a:ext cx="371280" cy="18727"/>
            </p14:xfrm>
          </p:contentPart>
        </mc:Choice>
        <mc:Fallback xmlns="">
          <p:sp>
            <p:nvSpPr>
              <p:cNvPr id="1049918" name=""/>
              <p:cNvSpPr/>
              <p:nvPr/>
            </p:nvSpPr>
            <p:spPr>
              <a:xfrm>
                <a:off x="4031404" y="1503526"/>
                <a:ext cx="371280" cy="18727"/>
              </a:xfrm>
            </p:spPr>
          </p:sp>
        </mc:Fallback>
      </mc:AlternateContent>
      <mc:AlternateContent xmlns:mc="http://schemas.openxmlformats.org/markup-compatibility/2006" xmlns:p14="http://schemas.microsoft.com/office/powerpoint/2010/main">
        <mc:Choice Requires="p14">
          <p:contentPart p14:bwMode="auto" r:id="rId95">
            <p14:nvContentPartPr>
              <p14:cNvPr id="1049919" name="Encre 1049918"/>
              <p14:cNvContentPartPr/>
              <p14:nvPr/>
            </p14:nvContentPartPr>
            <p14:xfrm>
              <a:off x="4112349" y="1634804"/>
              <a:ext cx="138177" cy="185025"/>
            </p14:xfrm>
          </p:contentPart>
        </mc:Choice>
        <mc:Fallback xmlns="">
          <p:sp>
            <p:nvSpPr>
              <p:cNvPr id="1049919" name=""/>
              <p:cNvSpPr/>
              <p:nvPr/>
            </p:nvSpPr>
            <p:spPr>
              <a:xfrm>
                <a:off x="4112349" y="1634804"/>
                <a:ext cx="138177" cy="185025"/>
              </a:xfrm>
            </p:spPr>
          </p:sp>
        </mc:Fallback>
      </mc:AlternateContent>
      <mc:AlternateContent xmlns:mc="http://schemas.openxmlformats.org/markup-compatibility/2006" xmlns:p14="http://schemas.microsoft.com/office/powerpoint/2010/main">
        <mc:Choice Requires="p14">
          <p:contentPart p14:bwMode="auto" r:id="rId96">
            <p14:nvContentPartPr>
              <p14:cNvPr id="1049920" name="Encre 1049919"/>
              <p14:cNvContentPartPr/>
              <p14:nvPr/>
            </p14:nvContentPartPr>
            <p14:xfrm>
              <a:off x="4278664" y="1593990"/>
              <a:ext cx="161642" cy="134287"/>
            </p14:xfrm>
          </p:contentPart>
        </mc:Choice>
        <mc:Fallback xmlns="">
          <p:sp>
            <p:nvSpPr>
              <p:cNvPr id="1049920" name=""/>
              <p:cNvSpPr/>
              <p:nvPr/>
            </p:nvSpPr>
            <p:spPr>
              <a:xfrm>
                <a:off x="4278664" y="1593990"/>
                <a:ext cx="161642" cy="134287"/>
              </a:xfrm>
            </p:spPr>
          </p:sp>
        </mc:Fallback>
      </mc:AlternateContent>
      <mc:AlternateContent xmlns:mc="http://schemas.openxmlformats.org/markup-compatibility/2006" xmlns:p14="http://schemas.microsoft.com/office/powerpoint/2010/main">
        <mc:Choice Requires="p14">
          <p:contentPart p14:bwMode="auto" r:id="rId97">
            <p14:nvContentPartPr>
              <p14:cNvPr id="1049921" name="Encre 1049920"/>
              <p14:cNvContentPartPr/>
              <p14:nvPr/>
            </p14:nvContentPartPr>
            <p14:xfrm>
              <a:off x="1318689" y="3491859"/>
              <a:ext cx="132379" cy="12097"/>
            </p14:xfrm>
          </p:contentPart>
        </mc:Choice>
        <mc:Fallback xmlns="">
          <p:sp>
            <p:nvSpPr>
              <p:cNvPr id="1049921" name=""/>
              <p:cNvSpPr/>
              <p:nvPr/>
            </p:nvSpPr>
            <p:spPr>
              <a:xfrm>
                <a:off x="1318689" y="3491859"/>
                <a:ext cx="132379" cy="12097"/>
              </a:xfrm>
            </p:spPr>
          </p:sp>
        </mc:Fallback>
      </mc:AlternateContent>
      <mc:AlternateContent xmlns:mc="http://schemas.openxmlformats.org/markup-compatibility/2006" xmlns:p14="http://schemas.microsoft.com/office/powerpoint/2010/main">
        <mc:Choice Requires="p14">
          <p:contentPart p14:bwMode="auto" r:id="rId98">
            <p14:nvContentPartPr>
              <p14:cNvPr id="1049922" name="Encre 1049921"/>
              <p14:cNvContentPartPr/>
              <p14:nvPr/>
            </p14:nvContentPartPr>
            <p14:xfrm>
              <a:off x="1332566" y="3637093"/>
              <a:ext cx="128216" cy="20386"/>
            </p14:xfrm>
          </p:contentPart>
        </mc:Choice>
        <mc:Fallback xmlns="">
          <p:sp>
            <p:nvSpPr>
              <p:cNvPr id="1049922" name=""/>
              <p:cNvSpPr/>
              <p:nvPr/>
            </p:nvSpPr>
            <p:spPr>
              <a:xfrm>
                <a:off x="1332566" y="3637093"/>
                <a:ext cx="128216" cy="20386"/>
              </a:xfrm>
            </p:spPr>
          </p:sp>
        </mc:Fallback>
      </mc:AlternateContent>
      <mc:AlternateContent xmlns:mc="http://schemas.openxmlformats.org/markup-compatibility/2006" xmlns:p14="http://schemas.microsoft.com/office/powerpoint/2010/main">
        <mc:Choice Requires="p14">
          <p:contentPart p14:bwMode="auto" r:id="rId99">
            <p14:nvContentPartPr>
              <p14:cNvPr id="1049923" name="Encre 1049922"/>
              <p14:cNvContentPartPr/>
              <p14:nvPr/>
            </p14:nvContentPartPr>
            <p14:xfrm>
              <a:off x="1543662" y="3567787"/>
              <a:ext cx="161653" cy="9788"/>
            </p14:xfrm>
          </p:contentPart>
        </mc:Choice>
        <mc:Fallback xmlns="">
          <p:sp>
            <p:nvSpPr>
              <p:cNvPr id="1049923" name=""/>
              <p:cNvSpPr/>
              <p:nvPr/>
            </p:nvSpPr>
            <p:spPr>
              <a:xfrm>
                <a:off x="1543662" y="3567787"/>
                <a:ext cx="161653" cy="9788"/>
              </a:xfrm>
            </p:spPr>
          </p:sp>
        </mc:Fallback>
      </mc:AlternateContent>
      <mc:AlternateContent xmlns:mc="http://schemas.openxmlformats.org/markup-compatibility/2006" xmlns:p14="http://schemas.microsoft.com/office/powerpoint/2010/main">
        <mc:Choice Requires="p14">
          <p:contentPart p14:bwMode="auto" r:id="rId100">
            <p14:nvContentPartPr>
              <p14:cNvPr id="1049924" name="Encre 1049923"/>
              <p14:cNvContentPartPr/>
              <p14:nvPr/>
            </p14:nvContentPartPr>
            <p14:xfrm>
              <a:off x="1872024" y="3372398"/>
              <a:ext cx="240000" cy="152437"/>
            </p14:xfrm>
          </p:contentPart>
        </mc:Choice>
        <mc:Fallback xmlns="">
          <p:sp>
            <p:nvSpPr>
              <p:cNvPr id="1049924" name=""/>
              <p:cNvSpPr/>
              <p:nvPr/>
            </p:nvSpPr>
            <p:spPr>
              <a:xfrm>
                <a:off x="1872024" y="3372398"/>
                <a:ext cx="240000" cy="152437"/>
              </a:xfrm>
            </p:spPr>
          </p:sp>
        </mc:Fallback>
      </mc:AlternateContent>
      <mc:AlternateContent xmlns:mc="http://schemas.openxmlformats.org/markup-compatibility/2006" xmlns:p14="http://schemas.microsoft.com/office/powerpoint/2010/main">
        <mc:Choice Requires="p14">
          <p:contentPart p14:bwMode="auto" r:id="rId101">
            <p14:nvContentPartPr>
              <p14:cNvPr id="1049925" name="Encre 1049924"/>
              <p14:cNvContentPartPr/>
              <p14:nvPr/>
            </p14:nvContentPartPr>
            <p14:xfrm>
              <a:off x="1884276" y="3652225"/>
              <a:ext cx="378314" cy="31131"/>
            </p14:xfrm>
          </p:contentPart>
        </mc:Choice>
        <mc:Fallback xmlns="">
          <p:sp>
            <p:nvSpPr>
              <p:cNvPr id="1049925" name=""/>
              <p:cNvSpPr/>
              <p:nvPr/>
            </p:nvSpPr>
            <p:spPr>
              <a:xfrm>
                <a:off x="1884276" y="3652225"/>
                <a:ext cx="378314" cy="31131"/>
              </a:xfrm>
            </p:spPr>
          </p:sp>
        </mc:Fallback>
      </mc:AlternateContent>
      <mc:AlternateContent xmlns:mc="http://schemas.openxmlformats.org/markup-compatibility/2006" xmlns:p14="http://schemas.microsoft.com/office/powerpoint/2010/main">
        <mc:Choice Requires="p14">
          <p:contentPart p14:bwMode="auto" r:id="rId102">
            <p14:nvContentPartPr>
              <p14:cNvPr id="1049926" name="Encre 1049925"/>
              <p14:cNvContentPartPr/>
              <p14:nvPr/>
            </p14:nvContentPartPr>
            <p14:xfrm>
              <a:off x="2020153" y="3759664"/>
              <a:ext cx="160946" cy="207591"/>
            </p14:xfrm>
          </p:contentPart>
        </mc:Choice>
        <mc:Fallback xmlns="">
          <p:sp>
            <p:nvSpPr>
              <p:cNvPr id="1049926" name=""/>
              <p:cNvSpPr/>
              <p:nvPr/>
            </p:nvSpPr>
            <p:spPr>
              <a:xfrm>
                <a:off x="2020153" y="3759664"/>
                <a:ext cx="160946" cy="207591"/>
              </a:xfrm>
            </p:spPr>
          </p:sp>
        </mc:Fallback>
      </mc:AlternateContent>
      <mc:AlternateContent xmlns:mc="http://schemas.openxmlformats.org/markup-compatibility/2006" xmlns:p14="http://schemas.microsoft.com/office/powerpoint/2010/main">
        <mc:Choice Requires="p14">
          <p:contentPart p14:bwMode="auto" r:id="rId103">
            <p14:nvContentPartPr>
              <p14:cNvPr id="1049927" name="Encre 1049926"/>
              <p14:cNvContentPartPr/>
              <p14:nvPr/>
            </p14:nvContentPartPr>
            <p14:xfrm>
              <a:off x="2070766" y="3706161"/>
              <a:ext cx="25026" cy="29374"/>
            </p14:xfrm>
          </p:contentPart>
        </mc:Choice>
        <mc:Fallback xmlns="">
          <p:sp>
            <p:nvSpPr>
              <p:cNvPr id="1049927" name=""/>
              <p:cNvSpPr/>
              <p:nvPr/>
            </p:nvSpPr>
            <p:spPr>
              <a:xfrm>
                <a:off x="2070766" y="3706161"/>
                <a:ext cx="25026" cy="29374"/>
              </a:xfrm>
            </p:spPr>
          </p:sp>
        </mc:Fallback>
      </mc:AlternateContent>
      <mc:AlternateContent xmlns:mc="http://schemas.openxmlformats.org/markup-compatibility/2006" xmlns:p14="http://schemas.microsoft.com/office/powerpoint/2010/main">
        <mc:Choice Requires="p14">
          <p:contentPart p14:bwMode="auto" r:id="rId104">
            <p14:nvContentPartPr>
              <p14:cNvPr id="1049928" name="Encre 1049927"/>
              <p14:cNvContentPartPr/>
              <p14:nvPr/>
            </p14:nvContentPartPr>
            <p14:xfrm>
              <a:off x="2291527" y="3387328"/>
              <a:ext cx="382999" cy="281321"/>
            </p14:xfrm>
          </p:contentPart>
        </mc:Choice>
        <mc:Fallback xmlns="">
          <p:sp>
            <p:nvSpPr>
              <p:cNvPr id="1049928" name=""/>
              <p:cNvSpPr/>
              <p:nvPr/>
            </p:nvSpPr>
            <p:spPr>
              <a:xfrm>
                <a:off x="2291527" y="3387328"/>
                <a:ext cx="382999" cy="281321"/>
              </a:xfrm>
            </p:spPr>
          </p:sp>
        </mc:Fallback>
      </mc:AlternateContent>
      <mc:AlternateContent xmlns:mc="http://schemas.openxmlformats.org/markup-compatibility/2006" xmlns:p14="http://schemas.microsoft.com/office/powerpoint/2010/main">
        <mc:Choice Requires="p14">
          <p:contentPart p14:bwMode="auto" r:id="rId105">
            <p14:nvContentPartPr>
              <p14:cNvPr id="1049929" name="Encre 1049928"/>
              <p14:cNvContentPartPr/>
              <p14:nvPr/>
            </p14:nvContentPartPr>
            <p14:xfrm>
              <a:off x="2354828" y="3706161"/>
              <a:ext cx="360622" cy="34468"/>
            </p14:xfrm>
          </p:contentPart>
        </mc:Choice>
        <mc:Fallback xmlns="">
          <p:sp>
            <p:nvSpPr>
              <p:cNvPr id="1049929" name=""/>
              <p:cNvSpPr/>
              <p:nvPr/>
            </p:nvSpPr>
            <p:spPr>
              <a:xfrm>
                <a:off x="2354828" y="3706161"/>
                <a:ext cx="360622" cy="34468"/>
              </a:xfrm>
            </p:spPr>
          </p:sp>
        </mc:Fallback>
      </mc:AlternateContent>
      <mc:AlternateContent xmlns:mc="http://schemas.openxmlformats.org/markup-compatibility/2006" xmlns:p14="http://schemas.microsoft.com/office/powerpoint/2010/main">
        <mc:Choice Requires="p14">
          <p:contentPart p14:bwMode="auto" r:id="rId106">
            <p14:nvContentPartPr>
              <p14:cNvPr id="1049930" name="Encre 1049929"/>
              <p14:cNvContentPartPr/>
              <p14:nvPr/>
            </p14:nvContentPartPr>
            <p14:xfrm>
              <a:off x="2367897" y="3768134"/>
              <a:ext cx="389950" cy="271243"/>
            </p14:xfrm>
          </p:contentPart>
        </mc:Choice>
        <mc:Fallback xmlns="">
          <p:sp>
            <p:nvSpPr>
              <p:cNvPr id="1049930" name=""/>
              <p:cNvSpPr/>
              <p:nvPr/>
            </p:nvSpPr>
            <p:spPr>
              <a:xfrm>
                <a:off x="2367897" y="3768134"/>
                <a:ext cx="389950" cy="271243"/>
              </a:xfrm>
            </p:spPr>
          </p:sp>
        </mc:Fallback>
      </mc:AlternateContent>
      <mc:AlternateContent xmlns:mc="http://schemas.openxmlformats.org/markup-compatibility/2006" xmlns:p14="http://schemas.microsoft.com/office/powerpoint/2010/main">
        <mc:Choice Requires="p14">
          <p:contentPart p14:bwMode="auto" r:id="rId107">
            <p14:nvContentPartPr>
              <p14:cNvPr id="1049931" name="Encre 1049930"/>
              <p14:cNvContentPartPr/>
              <p14:nvPr/>
            </p14:nvContentPartPr>
            <p14:xfrm>
              <a:off x="2859020" y="3691969"/>
              <a:ext cx="153196" cy="43164"/>
            </p14:xfrm>
          </p:contentPart>
        </mc:Choice>
        <mc:Fallback xmlns="">
          <p:sp>
            <p:nvSpPr>
              <p:cNvPr id="1049931" name=""/>
              <p:cNvSpPr/>
              <p:nvPr/>
            </p:nvSpPr>
            <p:spPr>
              <a:xfrm>
                <a:off x="2859020" y="3691969"/>
                <a:ext cx="153196" cy="43164"/>
              </a:xfrm>
            </p:spPr>
          </p:sp>
        </mc:Fallback>
      </mc:AlternateContent>
      <mc:AlternateContent xmlns:mc="http://schemas.openxmlformats.org/markup-compatibility/2006" xmlns:p14="http://schemas.microsoft.com/office/powerpoint/2010/main">
        <mc:Choice Requires="p14">
          <p:contentPart p14:bwMode="auto" r:id="rId108">
            <p14:nvContentPartPr>
              <p14:cNvPr id="1049932" name="Encre 1049931"/>
              <p14:cNvContentPartPr/>
              <p14:nvPr/>
            </p14:nvContentPartPr>
            <p14:xfrm>
              <a:off x="2845564" y="3795809"/>
              <a:ext cx="147570" cy="9399"/>
            </p14:xfrm>
          </p:contentPart>
        </mc:Choice>
        <mc:Fallback xmlns="">
          <p:sp>
            <p:nvSpPr>
              <p:cNvPr id="1049932" name=""/>
              <p:cNvSpPr/>
              <p:nvPr/>
            </p:nvSpPr>
            <p:spPr>
              <a:xfrm>
                <a:off x="2845564" y="3795809"/>
                <a:ext cx="147570" cy="9399"/>
              </a:xfrm>
            </p:spPr>
          </p:sp>
        </mc:Fallback>
      </mc:AlternateContent>
      <mc:AlternateContent xmlns:mc="http://schemas.openxmlformats.org/markup-compatibility/2006" xmlns:p14="http://schemas.microsoft.com/office/powerpoint/2010/main">
        <mc:Choice Requires="p14">
          <p:contentPart p14:bwMode="auto" r:id="rId109">
            <p14:nvContentPartPr>
              <p14:cNvPr id="1049933" name="Encre 1049932"/>
              <p14:cNvContentPartPr/>
              <p14:nvPr/>
            </p14:nvContentPartPr>
            <p14:xfrm>
              <a:off x="3077265" y="3754178"/>
              <a:ext cx="178829" cy="36948"/>
            </p14:xfrm>
          </p:contentPart>
        </mc:Choice>
        <mc:Fallback xmlns="">
          <p:sp>
            <p:nvSpPr>
              <p:cNvPr id="1049933" name=""/>
              <p:cNvSpPr/>
              <p:nvPr/>
            </p:nvSpPr>
            <p:spPr>
              <a:xfrm>
                <a:off x="3077265" y="3754178"/>
                <a:ext cx="178829" cy="36948"/>
              </a:xfrm>
            </p:spPr>
          </p:sp>
        </mc:Fallback>
      </mc:AlternateContent>
      <mc:AlternateContent xmlns:mc="http://schemas.openxmlformats.org/markup-compatibility/2006" xmlns:p14="http://schemas.microsoft.com/office/powerpoint/2010/main">
        <mc:Choice Requires="p14">
          <p:contentPart p14:bwMode="auto" r:id="rId110">
            <p14:nvContentPartPr>
              <p14:cNvPr id="1049934" name="Encre 1049933"/>
              <p14:cNvContentPartPr/>
              <p14:nvPr/>
            </p14:nvContentPartPr>
            <p14:xfrm>
              <a:off x="3295534" y="3603911"/>
              <a:ext cx="201921" cy="213879"/>
            </p14:xfrm>
          </p:contentPart>
        </mc:Choice>
        <mc:Fallback xmlns="">
          <p:sp>
            <p:nvSpPr>
              <p:cNvPr id="1049934" name=""/>
              <p:cNvSpPr/>
              <p:nvPr/>
            </p:nvSpPr>
            <p:spPr>
              <a:xfrm>
                <a:off x="3295534" y="3603911"/>
                <a:ext cx="201921" cy="213879"/>
              </a:xfrm>
            </p:spPr>
          </p:sp>
        </mc:Fallback>
      </mc:AlternateContent>
      <mc:AlternateContent xmlns:mc="http://schemas.openxmlformats.org/markup-compatibility/2006" xmlns:p14="http://schemas.microsoft.com/office/powerpoint/2010/main">
        <mc:Choice Requires="p14">
          <p:contentPart p14:bwMode="auto" r:id="rId111">
            <p14:nvContentPartPr>
              <p14:cNvPr id="1049935" name="Encre 1049934"/>
              <p14:cNvContentPartPr/>
              <p14:nvPr/>
            </p14:nvContentPartPr>
            <p14:xfrm>
              <a:off x="3713663" y="3478766"/>
              <a:ext cx="383534" cy="304033"/>
            </p14:xfrm>
          </p:contentPart>
        </mc:Choice>
        <mc:Fallback xmlns="">
          <p:sp>
            <p:nvSpPr>
              <p:cNvPr id="1049935" name=""/>
              <p:cNvSpPr/>
              <p:nvPr/>
            </p:nvSpPr>
            <p:spPr>
              <a:xfrm>
                <a:off x="3713663" y="3478766"/>
                <a:ext cx="383534" cy="304033"/>
              </a:xfrm>
            </p:spPr>
          </p:sp>
        </mc:Fallback>
      </mc:AlternateContent>
      <mc:AlternateContent xmlns:mc="http://schemas.openxmlformats.org/markup-compatibility/2006" xmlns:p14="http://schemas.microsoft.com/office/powerpoint/2010/main">
        <mc:Choice Requires="p14">
          <p:contentPart p14:bwMode="auto" r:id="rId112">
            <p14:nvContentPartPr>
              <p14:cNvPr id="1049936" name="Encre 1049935"/>
              <p14:cNvContentPartPr/>
              <p14:nvPr/>
            </p14:nvContentPartPr>
            <p14:xfrm>
              <a:off x="3746636" y="3795809"/>
              <a:ext cx="421013" cy="71335"/>
            </p14:xfrm>
          </p:contentPart>
        </mc:Choice>
        <mc:Fallback xmlns="">
          <p:sp>
            <p:nvSpPr>
              <p:cNvPr id="1049936" name=""/>
              <p:cNvSpPr/>
              <p:nvPr/>
            </p:nvSpPr>
            <p:spPr>
              <a:xfrm>
                <a:off x="3746636" y="3795809"/>
                <a:ext cx="421013" cy="71335"/>
              </a:xfrm>
            </p:spPr>
          </p:sp>
        </mc:Fallback>
      </mc:AlternateContent>
      <mc:AlternateContent xmlns:mc="http://schemas.openxmlformats.org/markup-compatibility/2006" xmlns:p14="http://schemas.microsoft.com/office/powerpoint/2010/main">
        <mc:Choice Requires="p14">
          <p:contentPart p14:bwMode="auto" r:id="rId113">
            <p14:nvContentPartPr>
              <p14:cNvPr id="1049937" name="Encre 1049936"/>
              <p14:cNvContentPartPr/>
              <p14:nvPr/>
            </p14:nvContentPartPr>
            <p14:xfrm>
              <a:off x="3790979" y="3885693"/>
              <a:ext cx="294778" cy="239465"/>
            </p14:xfrm>
          </p:contentPart>
        </mc:Choice>
        <mc:Fallback xmlns="">
          <p:sp>
            <p:nvSpPr>
              <p:cNvPr id="1049937" name=""/>
              <p:cNvSpPr/>
              <p:nvPr/>
            </p:nvSpPr>
            <p:spPr>
              <a:xfrm>
                <a:off x="3790979" y="3885693"/>
                <a:ext cx="294778" cy="239465"/>
              </a:xfrm>
            </p:spPr>
          </p:sp>
        </mc:Fallback>
      </mc:AlternateContent>
      <mc:AlternateContent xmlns:mc="http://schemas.openxmlformats.org/markup-compatibility/2006" xmlns:p14="http://schemas.microsoft.com/office/powerpoint/2010/main">
        <mc:Choice Requires="p14">
          <p:contentPart p14:bwMode="auto" r:id="rId114">
            <p14:nvContentPartPr>
              <p14:cNvPr id="1049938" name="Encre 1049937"/>
              <p14:cNvContentPartPr/>
              <p14:nvPr/>
            </p14:nvContentPartPr>
            <p14:xfrm>
              <a:off x="4010799" y="3906035"/>
              <a:ext cx="186680" cy="207973"/>
            </p14:xfrm>
          </p:contentPart>
        </mc:Choice>
        <mc:Fallback xmlns="">
          <p:sp>
            <p:nvSpPr>
              <p:cNvPr id="1049938" name=""/>
              <p:cNvSpPr/>
              <p:nvPr/>
            </p:nvSpPr>
            <p:spPr>
              <a:xfrm>
                <a:off x="4010799" y="3906035"/>
                <a:ext cx="186680" cy="207973"/>
              </a:xfrm>
            </p:spPr>
          </p:sp>
        </mc:Fallback>
      </mc:AlternateContent>
      <mc:AlternateContent xmlns:mc="http://schemas.openxmlformats.org/markup-compatibility/2006" xmlns:p14="http://schemas.microsoft.com/office/powerpoint/2010/main">
        <mc:Choice Requires="p14">
          <p:contentPart p14:bwMode="auto" r:id="rId115">
            <p14:nvContentPartPr>
              <p14:cNvPr id="1049939" name="Encre 1049938"/>
              <p14:cNvContentPartPr/>
              <p14:nvPr/>
            </p14:nvContentPartPr>
            <p14:xfrm>
              <a:off x="4011040" y="4003015"/>
              <a:ext cx="129276" cy="12933"/>
            </p14:xfrm>
          </p:contentPart>
        </mc:Choice>
        <mc:Fallback xmlns="">
          <p:sp>
            <p:nvSpPr>
              <p:cNvPr id="1049939" name=""/>
              <p:cNvSpPr/>
              <p:nvPr/>
            </p:nvSpPr>
            <p:spPr>
              <a:xfrm>
                <a:off x="4011040" y="4003015"/>
                <a:ext cx="129276" cy="12933"/>
              </a:xfrm>
            </p:spPr>
          </p:sp>
        </mc:Fallback>
      </mc:AlternateContent>
      <mc:AlternateContent xmlns:mc="http://schemas.openxmlformats.org/markup-compatibility/2006" xmlns:p14="http://schemas.microsoft.com/office/powerpoint/2010/main">
        <mc:Choice Requires="p14">
          <p:contentPart p14:bwMode="auto" r:id="rId116">
            <p14:nvContentPartPr>
              <p14:cNvPr id="1049940" name="Encre 1049939"/>
              <p14:cNvContentPartPr/>
              <p14:nvPr/>
            </p14:nvContentPartPr>
            <p14:xfrm>
              <a:off x="1962054" y="3978929"/>
              <a:ext cx="765319" cy="149462"/>
            </p14:xfrm>
          </p:contentPart>
        </mc:Choice>
        <mc:Fallback xmlns="">
          <p:sp>
            <p:nvSpPr>
              <p:cNvPr id="1049940" name=""/>
              <p:cNvSpPr/>
              <p:nvPr/>
            </p:nvSpPr>
            <p:spPr>
              <a:xfrm>
                <a:off x="1962054" y="3978929"/>
                <a:ext cx="765319" cy="149462"/>
              </a:xfrm>
            </p:spPr>
          </p:sp>
        </mc:Fallback>
      </mc:AlternateContent>
      <mc:AlternateContent xmlns:mc="http://schemas.openxmlformats.org/markup-compatibility/2006" xmlns:p14="http://schemas.microsoft.com/office/powerpoint/2010/main">
        <mc:Choice Requires="p14">
          <p:contentPart p14:bwMode="auto" r:id="rId117">
            <p14:nvContentPartPr>
              <p14:cNvPr id="1049941" name="Encre 1049940"/>
              <p14:cNvContentPartPr/>
              <p14:nvPr/>
            </p14:nvContentPartPr>
            <p14:xfrm>
              <a:off x="2132775" y="4147776"/>
              <a:ext cx="401542" cy="252926"/>
            </p14:xfrm>
          </p:contentPart>
        </mc:Choice>
        <mc:Fallback xmlns="">
          <p:sp>
            <p:nvSpPr>
              <p:cNvPr id="1049941" name=""/>
              <p:cNvSpPr/>
              <p:nvPr/>
            </p:nvSpPr>
            <p:spPr>
              <a:xfrm>
                <a:off x="2132775" y="4147776"/>
                <a:ext cx="401542" cy="252926"/>
              </a:xfrm>
            </p:spPr>
          </p:sp>
        </mc:Fallback>
      </mc:AlternateContent>
      <mc:AlternateContent xmlns:mc="http://schemas.openxmlformats.org/markup-compatibility/2006" xmlns:p14="http://schemas.microsoft.com/office/powerpoint/2010/main">
        <mc:Choice Requires="p14">
          <p:contentPart p14:bwMode="auto" r:id="rId118">
            <p14:nvContentPartPr>
              <p14:cNvPr id="1049942" name="Encre 1049941"/>
              <p14:cNvContentPartPr/>
              <p14:nvPr/>
            </p14:nvContentPartPr>
            <p14:xfrm>
              <a:off x="937286" y="4806533"/>
              <a:ext cx="205413" cy="261590"/>
            </p14:xfrm>
          </p:contentPart>
        </mc:Choice>
        <mc:Fallback xmlns="">
          <p:sp>
            <p:nvSpPr>
              <p:cNvPr id="1049942" name=""/>
              <p:cNvSpPr/>
              <p:nvPr/>
            </p:nvSpPr>
            <p:spPr>
              <a:xfrm>
                <a:off x="937286" y="4806533"/>
                <a:ext cx="205413" cy="261590"/>
              </a:xfrm>
            </p:spPr>
          </p:sp>
        </mc:Fallback>
      </mc:AlternateContent>
      <mc:AlternateContent xmlns:mc="http://schemas.openxmlformats.org/markup-compatibility/2006" xmlns:p14="http://schemas.microsoft.com/office/powerpoint/2010/main">
        <mc:Choice Requires="p14">
          <p:contentPart p14:bwMode="auto" r:id="rId119">
            <p14:nvContentPartPr>
              <p14:cNvPr id="1049943" name="Encre 1049942"/>
              <p14:cNvContentPartPr/>
              <p14:nvPr/>
            </p14:nvContentPartPr>
            <p14:xfrm>
              <a:off x="977092" y="4638118"/>
              <a:ext cx="7711" cy="74997"/>
            </p14:xfrm>
          </p:contentPart>
        </mc:Choice>
        <mc:Fallback xmlns="">
          <p:sp>
            <p:nvSpPr>
              <p:cNvPr id="1049943" name=""/>
              <p:cNvSpPr/>
              <p:nvPr/>
            </p:nvSpPr>
            <p:spPr>
              <a:xfrm>
                <a:off x="977092" y="4638118"/>
                <a:ext cx="7711" cy="74997"/>
              </a:xfrm>
            </p:spPr>
          </p:sp>
        </mc:Fallback>
      </mc:AlternateContent>
      <mc:AlternateContent xmlns:mc="http://schemas.openxmlformats.org/markup-compatibility/2006" xmlns:p14="http://schemas.microsoft.com/office/powerpoint/2010/main">
        <mc:Choice Requires="p14">
          <p:contentPart p14:bwMode="auto" r:id="rId120">
            <p14:nvContentPartPr>
              <p14:cNvPr id="1049944" name="Encre 1049943"/>
              <p14:cNvContentPartPr/>
              <p14:nvPr/>
            </p14:nvContentPartPr>
            <p14:xfrm>
              <a:off x="1039470" y="4658460"/>
              <a:ext cx="6728" cy="86573"/>
            </p14:xfrm>
          </p:contentPart>
        </mc:Choice>
        <mc:Fallback xmlns="">
          <p:sp>
            <p:nvSpPr>
              <p:cNvPr id="1049944" name=""/>
              <p:cNvSpPr/>
              <p:nvPr/>
            </p:nvSpPr>
            <p:spPr>
              <a:xfrm>
                <a:off x="1039470" y="4658460"/>
                <a:ext cx="6728" cy="86573"/>
              </a:xfrm>
            </p:spPr>
          </p:sp>
        </mc:Fallback>
      </mc:AlternateContent>
      <mc:AlternateContent xmlns:mc="http://schemas.openxmlformats.org/markup-compatibility/2006" xmlns:p14="http://schemas.microsoft.com/office/powerpoint/2010/main">
        <mc:Choice Requires="p14">
          <p:contentPart p14:bwMode="auto" r:id="rId121">
            <p14:nvContentPartPr>
              <p14:cNvPr id="1049945" name="Encre 1049944"/>
              <p14:cNvContentPartPr/>
              <p14:nvPr/>
            </p14:nvContentPartPr>
            <p14:xfrm>
              <a:off x="1257295" y="4928113"/>
              <a:ext cx="150335" cy="15536"/>
            </p14:xfrm>
          </p:contentPart>
        </mc:Choice>
        <mc:Fallback xmlns="">
          <p:sp>
            <p:nvSpPr>
              <p:cNvPr id="1049945" name=""/>
              <p:cNvSpPr/>
              <p:nvPr/>
            </p:nvSpPr>
            <p:spPr>
              <a:xfrm>
                <a:off x="1257295" y="4928113"/>
                <a:ext cx="150335" cy="15536"/>
              </a:xfrm>
            </p:spPr>
          </p:sp>
        </mc:Fallback>
      </mc:AlternateContent>
      <mc:AlternateContent xmlns:mc="http://schemas.openxmlformats.org/markup-compatibility/2006" xmlns:p14="http://schemas.microsoft.com/office/powerpoint/2010/main">
        <mc:Choice Requires="p14">
          <p:contentPart p14:bwMode="auto" r:id="rId122">
            <p14:nvContentPartPr>
              <p14:cNvPr id="1049946" name="Encre 1049945"/>
              <p14:cNvContentPartPr/>
              <p14:nvPr/>
            </p14:nvContentPartPr>
            <p14:xfrm>
              <a:off x="1277900" y="5044966"/>
              <a:ext cx="147376" cy="13952"/>
            </p14:xfrm>
          </p:contentPart>
        </mc:Choice>
        <mc:Fallback xmlns="">
          <p:sp>
            <p:nvSpPr>
              <p:cNvPr id="1049946" name=""/>
              <p:cNvSpPr/>
              <p:nvPr/>
            </p:nvSpPr>
            <p:spPr>
              <a:xfrm>
                <a:off x="1277900" y="5044966"/>
                <a:ext cx="147376" cy="13952"/>
              </a:xfrm>
            </p:spPr>
          </p:sp>
        </mc:Fallback>
      </mc:AlternateContent>
      <mc:AlternateContent xmlns:mc="http://schemas.openxmlformats.org/markup-compatibility/2006" xmlns:p14="http://schemas.microsoft.com/office/powerpoint/2010/main">
        <mc:Choice Requires="p14">
          <p:contentPart p14:bwMode="auto" r:id="rId123">
            <p14:nvContentPartPr>
              <p14:cNvPr id="1049947" name="Encre 1049946"/>
              <p14:cNvContentPartPr/>
              <p14:nvPr/>
            </p14:nvContentPartPr>
            <p14:xfrm>
              <a:off x="1568949" y="4599328"/>
              <a:ext cx="165625" cy="378484"/>
            </p14:xfrm>
          </p:contentPart>
        </mc:Choice>
        <mc:Fallback xmlns="">
          <p:sp>
            <p:nvSpPr>
              <p:cNvPr id="1049947" name=""/>
              <p:cNvSpPr/>
              <p:nvPr/>
            </p:nvSpPr>
            <p:spPr>
              <a:xfrm>
                <a:off x="1568949" y="4599328"/>
                <a:ext cx="165625" cy="378484"/>
              </a:xfrm>
            </p:spPr>
          </p:sp>
        </mc:Fallback>
      </mc:AlternateContent>
      <mc:AlternateContent xmlns:mc="http://schemas.openxmlformats.org/markup-compatibility/2006" xmlns:p14="http://schemas.microsoft.com/office/powerpoint/2010/main">
        <mc:Choice Requires="p14">
          <p:contentPart p14:bwMode="auto" r:id="rId124">
            <p14:nvContentPartPr>
              <p14:cNvPr id="1049948" name="Encre 1049947"/>
              <p14:cNvContentPartPr/>
              <p14:nvPr/>
            </p14:nvContentPartPr>
            <p14:xfrm>
              <a:off x="1557539" y="5024384"/>
              <a:ext cx="285200" cy="89543"/>
            </p14:xfrm>
          </p:contentPart>
        </mc:Choice>
        <mc:Fallback xmlns="">
          <p:sp>
            <p:nvSpPr>
              <p:cNvPr id="1049948" name=""/>
              <p:cNvSpPr/>
              <p:nvPr/>
            </p:nvSpPr>
            <p:spPr>
              <a:xfrm>
                <a:off x="1557539" y="5024384"/>
                <a:ext cx="285200" cy="89543"/>
              </a:xfrm>
            </p:spPr>
          </p:sp>
        </mc:Fallback>
      </mc:AlternateContent>
      <mc:AlternateContent xmlns:mc="http://schemas.openxmlformats.org/markup-compatibility/2006" xmlns:p14="http://schemas.microsoft.com/office/powerpoint/2010/main">
        <mc:Choice Requires="p14">
          <p:contentPart p14:bwMode="auto" r:id="rId125">
            <p14:nvContentPartPr>
              <p14:cNvPr id="1049949" name="Encre 1049948"/>
              <p14:cNvContentPartPr/>
              <p14:nvPr/>
            </p14:nvContentPartPr>
            <p14:xfrm>
              <a:off x="1547899" y="5145254"/>
              <a:ext cx="247806" cy="399213"/>
            </p14:xfrm>
          </p:contentPart>
        </mc:Choice>
        <mc:Fallback xmlns="">
          <p:sp>
            <p:nvSpPr>
              <p:cNvPr id="1049949" name=""/>
              <p:cNvSpPr/>
              <p:nvPr/>
            </p:nvSpPr>
            <p:spPr>
              <a:xfrm>
                <a:off x="1547899" y="5145254"/>
                <a:ext cx="247806" cy="399213"/>
              </a:xfrm>
            </p:spPr>
          </p:sp>
        </mc:Fallback>
      </mc:AlternateContent>
      <mc:AlternateContent xmlns:mc="http://schemas.openxmlformats.org/markup-compatibility/2006" xmlns:p14="http://schemas.microsoft.com/office/powerpoint/2010/main">
        <mc:Choice Requires="p14">
          <p:contentPart p14:bwMode="auto" r:id="rId126">
            <p14:nvContentPartPr>
              <p14:cNvPr id="1049950" name="Encre 1049949"/>
              <p14:cNvContentPartPr/>
              <p14:nvPr/>
            </p14:nvContentPartPr>
            <p14:xfrm>
              <a:off x="1707241" y="5356009"/>
              <a:ext cx="142664" cy="16686"/>
            </p14:xfrm>
          </p:contentPart>
        </mc:Choice>
        <mc:Fallback xmlns="">
          <p:sp>
            <p:nvSpPr>
              <p:cNvPr id="1049950" name=""/>
              <p:cNvSpPr/>
              <p:nvPr/>
            </p:nvSpPr>
            <p:spPr>
              <a:xfrm>
                <a:off x="1707241" y="5356009"/>
                <a:ext cx="142664" cy="16686"/>
              </a:xfrm>
            </p:spPr>
          </p:sp>
        </mc:Fallback>
      </mc:AlternateContent>
      <mc:AlternateContent xmlns:mc="http://schemas.openxmlformats.org/markup-compatibility/2006" xmlns:p14="http://schemas.microsoft.com/office/powerpoint/2010/main">
        <mc:Choice Requires="p14">
          <p:contentPart p14:bwMode="auto" r:id="rId127">
            <p14:nvContentPartPr>
              <p14:cNvPr id="1049951" name="Encre 1049950"/>
              <p14:cNvContentPartPr/>
              <p14:nvPr/>
            </p14:nvContentPartPr>
            <p14:xfrm>
              <a:off x="1893569" y="4668418"/>
              <a:ext cx="290178" cy="992316"/>
            </p14:xfrm>
          </p:contentPart>
        </mc:Choice>
        <mc:Fallback xmlns="">
          <p:sp>
            <p:nvSpPr>
              <p:cNvPr id="1049951" name=""/>
              <p:cNvSpPr/>
              <p:nvPr/>
            </p:nvSpPr>
            <p:spPr>
              <a:xfrm>
                <a:off x="1893569" y="4668418"/>
                <a:ext cx="290178" cy="992316"/>
              </a:xfrm>
            </p:spPr>
          </p:sp>
        </mc:Fallback>
      </mc:AlternateContent>
      <mc:AlternateContent xmlns:mc="http://schemas.openxmlformats.org/markup-compatibility/2006" xmlns:p14="http://schemas.microsoft.com/office/powerpoint/2010/main">
        <mc:Choice Requires="p14">
          <p:contentPart p14:bwMode="auto" r:id="rId128">
            <p14:nvContentPartPr>
              <p14:cNvPr id="1049952" name="Encre 1049951"/>
              <p14:cNvContentPartPr/>
              <p14:nvPr/>
            </p14:nvContentPartPr>
            <p14:xfrm>
              <a:off x="2075188" y="5176236"/>
              <a:ext cx="175353" cy="6864"/>
            </p14:xfrm>
          </p:contentPart>
        </mc:Choice>
        <mc:Fallback xmlns="">
          <p:sp>
            <p:nvSpPr>
              <p:cNvPr id="1049952" name=""/>
              <p:cNvSpPr/>
              <p:nvPr/>
            </p:nvSpPr>
            <p:spPr>
              <a:xfrm>
                <a:off x="2075188" y="5176236"/>
                <a:ext cx="175353" cy="6864"/>
              </a:xfrm>
            </p:spPr>
          </p:sp>
        </mc:Fallback>
      </mc:AlternateContent>
      <mc:AlternateContent xmlns:mc="http://schemas.openxmlformats.org/markup-compatibility/2006" xmlns:p14="http://schemas.microsoft.com/office/powerpoint/2010/main">
        <mc:Choice Requires="p14">
          <p:contentPart p14:bwMode="auto" r:id="rId129">
            <p14:nvContentPartPr>
              <p14:cNvPr id="1049953" name="Encre 1049952"/>
              <p14:cNvContentPartPr/>
              <p14:nvPr/>
            </p14:nvContentPartPr>
            <p14:xfrm>
              <a:off x="2289318" y="4957740"/>
              <a:ext cx="181343" cy="292286"/>
            </p14:xfrm>
          </p:contentPart>
        </mc:Choice>
        <mc:Fallback xmlns="">
          <p:sp>
            <p:nvSpPr>
              <p:cNvPr id="1049953" name=""/>
              <p:cNvSpPr/>
              <p:nvPr/>
            </p:nvSpPr>
            <p:spPr>
              <a:xfrm>
                <a:off x="2289318" y="4957740"/>
                <a:ext cx="181343" cy="292286"/>
              </a:xfrm>
            </p:spPr>
          </p:sp>
        </mc:Fallback>
      </mc:AlternateContent>
      <mc:AlternateContent xmlns:mc="http://schemas.openxmlformats.org/markup-compatibility/2006" xmlns:p14="http://schemas.microsoft.com/office/powerpoint/2010/main">
        <mc:Choice Requires="p14">
          <p:contentPart p14:bwMode="auto" r:id="rId130">
            <p14:nvContentPartPr>
              <p14:cNvPr id="1049954" name="Encre 1049953"/>
              <p14:cNvContentPartPr/>
              <p14:nvPr/>
            </p14:nvContentPartPr>
            <p14:xfrm>
              <a:off x="2614850" y="4825597"/>
              <a:ext cx="354341" cy="355153"/>
            </p14:xfrm>
          </p:contentPart>
        </mc:Choice>
        <mc:Fallback xmlns="">
          <p:sp>
            <p:nvSpPr>
              <p:cNvPr id="1049954" name=""/>
              <p:cNvSpPr/>
              <p:nvPr/>
            </p:nvSpPr>
            <p:spPr>
              <a:xfrm>
                <a:off x="2614850" y="4825597"/>
                <a:ext cx="354341" cy="355153"/>
              </a:xfrm>
            </p:spPr>
          </p:sp>
        </mc:Fallback>
      </mc:AlternateContent>
      <mc:AlternateContent xmlns:mc="http://schemas.openxmlformats.org/markup-compatibility/2006" xmlns:p14="http://schemas.microsoft.com/office/powerpoint/2010/main">
        <mc:Choice Requires="p14">
          <p:contentPart p14:bwMode="auto" r:id="rId131">
            <p14:nvContentPartPr>
              <p14:cNvPr id="1049955" name="Encre 1049954"/>
              <p14:cNvContentPartPr/>
              <p14:nvPr/>
            </p14:nvContentPartPr>
            <p14:xfrm>
              <a:off x="2649244" y="5239258"/>
              <a:ext cx="353170" cy="33962"/>
            </p14:xfrm>
          </p:contentPart>
        </mc:Choice>
        <mc:Fallback xmlns="">
          <p:sp>
            <p:nvSpPr>
              <p:cNvPr id="1049955" name=""/>
              <p:cNvSpPr/>
              <p:nvPr/>
            </p:nvSpPr>
            <p:spPr>
              <a:xfrm>
                <a:off x="2649244" y="5239258"/>
                <a:ext cx="353170" cy="33962"/>
              </a:xfrm>
            </p:spPr>
          </p:sp>
        </mc:Fallback>
      </mc:AlternateContent>
      <mc:AlternateContent xmlns:mc="http://schemas.openxmlformats.org/markup-compatibility/2006" xmlns:p14="http://schemas.microsoft.com/office/powerpoint/2010/main">
        <mc:Choice Requires="p14">
          <p:contentPart p14:bwMode="auto" r:id="rId132">
            <p14:nvContentPartPr>
              <p14:cNvPr id="1049956" name="Encre 1049955"/>
              <p14:cNvContentPartPr/>
              <p14:nvPr/>
            </p14:nvContentPartPr>
            <p14:xfrm>
              <a:off x="2723497" y="5307519"/>
              <a:ext cx="310985" cy="340839"/>
            </p14:xfrm>
          </p:contentPart>
        </mc:Choice>
        <mc:Fallback xmlns="">
          <p:sp>
            <p:nvSpPr>
              <p:cNvPr id="1049956" name=""/>
              <p:cNvSpPr/>
              <p:nvPr/>
            </p:nvSpPr>
            <p:spPr>
              <a:xfrm>
                <a:off x="2723497" y="5307519"/>
                <a:ext cx="310985" cy="340839"/>
              </a:xfrm>
            </p:spPr>
          </p:sp>
        </mc:Fallback>
      </mc:AlternateContent>
      <mc:AlternateContent xmlns:mc="http://schemas.openxmlformats.org/markup-compatibility/2006" xmlns:p14="http://schemas.microsoft.com/office/powerpoint/2010/main">
        <mc:Choice Requires="p14">
          <p:contentPart p14:bwMode="auto" r:id="rId133">
            <p14:nvContentPartPr>
              <p14:cNvPr id="1049957" name="Encre 1049956"/>
              <p14:cNvContentPartPr/>
              <p14:nvPr/>
            </p14:nvContentPartPr>
            <p14:xfrm>
              <a:off x="2899810" y="4785878"/>
              <a:ext cx="328014" cy="885478"/>
            </p14:xfrm>
          </p:contentPart>
        </mc:Choice>
        <mc:Fallback xmlns="">
          <p:sp>
            <p:nvSpPr>
              <p:cNvPr id="1049957" name=""/>
              <p:cNvSpPr/>
              <p:nvPr/>
            </p:nvSpPr>
            <p:spPr>
              <a:xfrm>
                <a:off x="2899810" y="4785878"/>
                <a:ext cx="328014" cy="885478"/>
              </a:xfrm>
            </p:spPr>
          </p:sp>
        </mc:Fallback>
      </mc:AlternateContent>
      <mc:AlternateContent xmlns:mc="http://schemas.openxmlformats.org/markup-compatibility/2006" xmlns:p14="http://schemas.microsoft.com/office/powerpoint/2010/main">
        <mc:Choice Requires="p14">
          <p:contentPart p14:bwMode="auto" r:id="rId134">
            <p14:nvContentPartPr>
              <p14:cNvPr id="1049958" name="Encre 1049957"/>
              <p14:cNvContentPartPr/>
              <p14:nvPr/>
            </p14:nvContentPartPr>
            <p14:xfrm>
              <a:off x="3336472" y="5173572"/>
              <a:ext cx="204195" cy="2668"/>
            </p14:xfrm>
          </p:contentPart>
        </mc:Choice>
        <mc:Fallback xmlns="">
          <p:sp>
            <p:nvSpPr>
              <p:cNvPr id="1049958" name=""/>
              <p:cNvSpPr/>
              <p:nvPr/>
            </p:nvSpPr>
            <p:spPr>
              <a:xfrm>
                <a:off x="3336472" y="5173572"/>
                <a:ext cx="204195" cy="2668"/>
              </a:xfrm>
            </p:spPr>
          </p:sp>
        </mc:Fallback>
      </mc:AlternateContent>
      <mc:AlternateContent xmlns:mc="http://schemas.openxmlformats.org/markup-compatibility/2006" xmlns:p14="http://schemas.microsoft.com/office/powerpoint/2010/main">
        <mc:Choice Requires="p14">
          <p:contentPart p14:bwMode="auto" r:id="rId135">
            <p14:nvContentPartPr>
              <p14:cNvPr id="1049959" name="Encre 1049958"/>
              <p14:cNvContentPartPr/>
              <p14:nvPr/>
            </p14:nvContentPartPr>
            <p14:xfrm>
              <a:off x="3388226" y="5293563"/>
              <a:ext cx="179775" cy="12337"/>
            </p14:xfrm>
          </p:contentPart>
        </mc:Choice>
        <mc:Fallback xmlns="">
          <p:sp>
            <p:nvSpPr>
              <p:cNvPr id="1049959" name=""/>
              <p:cNvSpPr/>
              <p:nvPr/>
            </p:nvSpPr>
            <p:spPr>
              <a:xfrm>
                <a:off x="3388226" y="5293563"/>
                <a:ext cx="179775" cy="12337"/>
              </a:xfrm>
            </p:spPr>
          </p:sp>
        </mc:Fallback>
      </mc:AlternateContent>
      <mc:AlternateContent xmlns:mc="http://schemas.openxmlformats.org/markup-compatibility/2006" xmlns:p14="http://schemas.microsoft.com/office/powerpoint/2010/main">
        <mc:Choice Requires="p14">
          <p:contentPart p14:bwMode="auto" r:id="rId136">
            <p14:nvContentPartPr>
              <p14:cNvPr id="1049960" name="Encre 1049959"/>
              <p14:cNvContentPartPr/>
              <p14:nvPr/>
            </p14:nvContentPartPr>
            <p14:xfrm>
              <a:off x="3670185" y="5245213"/>
              <a:ext cx="141786" cy="14288"/>
            </p14:xfrm>
          </p:contentPart>
        </mc:Choice>
        <mc:Fallback xmlns="">
          <p:sp>
            <p:nvSpPr>
              <p:cNvPr id="1049960" name=""/>
              <p:cNvSpPr/>
              <p:nvPr/>
            </p:nvSpPr>
            <p:spPr>
              <a:xfrm>
                <a:off x="3670185" y="5245213"/>
                <a:ext cx="141786" cy="14288"/>
              </a:xfrm>
            </p:spPr>
          </p:sp>
        </mc:Fallback>
      </mc:AlternateContent>
      <mc:AlternateContent xmlns:mc="http://schemas.openxmlformats.org/markup-compatibility/2006" xmlns:p14="http://schemas.microsoft.com/office/powerpoint/2010/main">
        <mc:Choice Requires="p14">
          <p:contentPart p14:bwMode="auto" r:id="rId137">
            <p14:nvContentPartPr>
              <p14:cNvPr id="1049961" name="Encre 1049960"/>
              <p14:cNvContentPartPr/>
              <p14:nvPr/>
            </p14:nvContentPartPr>
            <p14:xfrm>
              <a:off x="3872427" y="5075290"/>
              <a:ext cx="145520" cy="233312"/>
            </p14:xfrm>
          </p:contentPart>
        </mc:Choice>
        <mc:Fallback xmlns="">
          <p:sp>
            <p:nvSpPr>
              <p:cNvPr id="1049961" name=""/>
              <p:cNvSpPr/>
              <p:nvPr/>
            </p:nvSpPr>
            <p:spPr>
              <a:xfrm>
                <a:off x="3872427" y="5075290"/>
                <a:ext cx="145520" cy="233312"/>
              </a:xfrm>
            </p:spPr>
          </p:sp>
        </mc:Fallback>
      </mc:AlternateContent>
      <mc:AlternateContent xmlns:mc="http://schemas.openxmlformats.org/markup-compatibility/2006" xmlns:p14="http://schemas.microsoft.com/office/powerpoint/2010/main">
        <mc:Choice Requires="p14">
          <p:contentPart p14:bwMode="auto" r:id="rId138">
            <p14:nvContentPartPr>
              <p14:cNvPr id="1049967" name="Encre 1049966"/>
              <p14:cNvContentPartPr/>
              <p14:nvPr/>
            </p14:nvContentPartPr>
            <p14:xfrm>
              <a:off x="4170121" y="5070498"/>
              <a:ext cx="160629" cy="307801"/>
            </p14:xfrm>
          </p:contentPart>
        </mc:Choice>
        <mc:Fallback xmlns="">
          <p:sp>
            <p:nvSpPr>
              <p:cNvPr id="1049967" name=""/>
              <p:cNvSpPr/>
              <p:nvPr/>
            </p:nvSpPr>
            <p:spPr>
              <a:xfrm>
                <a:off x="4170121" y="5070498"/>
                <a:ext cx="160629" cy="307801"/>
              </a:xfrm>
            </p:spPr>
          </p:sp>
        </mc:Fallback>
      </mc:AlternateContent>
      <mc:AlternateContent xmlns:mc="http://schemas.openxmlformats.org/markup-compatibility/2006" xmlns:p14="http://schemas.microsoft.com/office/powerpoint/2010/main">
        <mc:Choice Requires="p14">
          <p:contentPart p14:bwMode="auto" r:id="rId139">
            <p14:nvContentPartPr>
              <p14:cNvPr id="1049968" name="Encre 1049967"/>
              <p14:cNvContentPartPr/>
              <p14:nvPr/>
            </p14:nvContentPartPr>
            <p14:xfrm>
              <a:off x="4215588" y="4824510"/>
              <a:ext cx="13456" cy="117086"/>
            </p14:xfrm>
          </p:contentPart>
        </mc:Choice>
        <mc:Fallback xmlns="">
          <p:sp>
            <p:nvSpPr>
              <p:cNvPr id="1049968" name=""/>
              <p:cNvSpPr/>
              <p:nvPr/>
            </p:nvSpPr>
            <p:spPr>
              <a:xfrm>
                <a:off x="4215588" y="4824510"/>
                <a:ext cx="13456" cy="117086"/>
              </a:xfrm>
            </p:spPr>
          </p:sp>
        </mc:Fallback>
      </mc:AlternateContent>
      <mc:AlternateContent xmlns:mc="http://schemas.openxmlformats.org/markup-compatibility/2006" xmlns:p14="http://schemas.microsoft.com/office/powerpoint/2010/main">
        <mc:Choice Requires="p14">
          <p:contentPart p14:bwMode="auto" r:id="rId140">
            <p14:nvContentPartPr>
              <p14:cNvPr id="1049969" name="Encre 1049968"/>
              <p14:cNvContentPartPr/>
              <p14:nvPr/>
            </p14:nvContentPartPr>
            <p14:xfrm>
              <a:off x="5061545" y="1549583"/>
              <a:ext cx="116040" cy="242488"/>
            </p14:xfrm>
          </p:contentPart>
        </mc:Choice>
        <mc:Fallback xmlns="">
          <p:sp>
            <p:nvSpPr>
              <p:cNvPr id="1049969" name=""/>
              <p:cNvSpPr/>
              <p:nvPr/>
            </p:nvSpPr>
            <p:spPr>
              <a:xfrm>
                <a:off x="5061545" y="1549583"/>
                <a:ext cx="116040" cy="242488"/>
              </a:xfrm>
            </p:spPr>
          </p:sp>
        </mc:Fallback>
      </mc:AlternateContent>
      <mc:AlternateContent xmlns:mc="http://schemas.openxmlformats.org/markup-compatibility/2006" xmlns:p14="http://schemas.microsoft.com/office/powerpoint/2010/main">
        <mc:Choice Requires="p14">
          <p:contentPart p14:bwMode="auto" r:id="rId141">
            <p14:nvContentPartPr>
              <p14:cNvPr id="1049970" name="Encre 1049969"/>
              <p14:cNvContentPartPr/>
              <p14:nvPr/>
            </p14:nvContentPartPr>
            <p14:xfrm>
              <a:off x="5115060" y="1365625"/>
              <a:ext cx="5402" cy="71583"/>
            </p14:xfrm>
          </p:contentPart>
        </mc:Choice>
        <mc:Fallback xmlns="">
          <p:sp>
            <p:nvSpPr>
              <p:cNvPr id="1049970" name=""/>
              <p:cNvSpPr/>
              <p:nvPr/>
            </p:nvSpPr>
            <p:spPr>
              <a:xfrm>
                <a:off x="5115060" y="1365625"/>
                <a:ext cx="5402" cy="71583"/>
              </a:xfrm>
            </p:spPr>
          </p:sp>
        </mc:Fallback>
      </mc:AlternateContent>
      <mc:AlternateContent xmlns:mc="http://schemas.openxmlformats.org/markup-compatibility/2006" xmlns:p14="http://schemas.microsoft.com/office/powerpoint/2010/main">
        <mc:Choice Requires="p14">
          <p:contentPart p14:bwMode="auto" r:id="rId142">
            <p14:nvContentPartPr>
              <p14:cNvPr id="1049971" name="Encre 1049970"/>
              <p14:cNvContentPartPr/>
              <p14:nvPr/>
            </p14:nvContentPartPr>
            <p14:xfrm>
              <a:off x="5299244" y="1630715"/>
              <a:ext cx="129517" cy="4089"/>
            </p14:xfrm>
          </p:contentPart>
        </mc:Choice>
        <mc:Fallback xmlns="">
          <p:sp>
            <p:nvSpPr>
              <p:cNvPr id="1049971" name=""/>
              <p:cNvSpPr/>
              <p:nvPr/>
            </p:nvSpPr>
            <p:spPr>
              <a:xfrm>
                <a:off x="5299244" y="1630715"/>
                <a:ext cx="129517" cy="4089"/>
              </a:xfrm>
            </p:spPr>
          </p:sp>
        </mc:Fallback>
      </mc:AlternateContent>
      <mc:AlternateContent xmlns:mc="http://schemas.openxmlformats.org/markup-compatibility/2006" xmlns:p14="http://schemas.microsoft.com/office/powerpoint/2010/main">
        <mc:Choice Requires="p14">
          <p:contentPart p14:bwMode="auto" r:id="rId143">
            <p14:nvContentPartPr>
              <p14:cNvPr id="1049972" name="Encre 1049971"/>
              <p14:cNvContentPartPr/>
              <p14:nvPr/>
            </p14:nvContentPartPr>
            <p14:xfrm>
              <a:off x="5305972" y="1745160"/>
              <a:ext cx="120401" cy="13826"/>
            </p14:xfrm>
          </p:contentPart>
        </mc:Choice>
        <mc:Fallback xmlns="">
          <p:sp>
            <p:nvSpPr>
              <p:cNvPr id="1049972" name=""/>
              <p:cNvSpPr/>
              <p:nvPr/>
            </p:nvSpPr>
            <p:spPr>
              <a:xfrm>
                <a:off x="5305972" y="1745160"/>
                <a:ext cx="120401" cy="13826"/>
              </a:xfrm>
            </p:spPr>
          </p:sp>
        </mc:Fallback>
      </mc:AlternateContent>
      <mc:AlternateContent xmlns:mc="http://schemas.openxmlformats.org/markup-compatibility/2006" xmlns:p14="http://schemas.microsoft.com/office/powerpoint/2010/main">
        <mc:Choice Requires="p14">
          <p:contentPart p14:bwMode="auto" r:id="rId144">
            <p14:nvContentPartPr>
              <p14:cNvPr id="1049973" name="Encre 1049972"/>
              <p14:cNvContentPartPr/>
              <p14:nvPr/>
            </p14:nvContentPartPr>
            <p14:xfrm>
              <a:off x="5556064" y="1399346"/>
              <a:ext cx="369256" cy="264524"/>
            </p14:xfrm>
          </p:contentPart>
        </mc:Choice>
        <mc:Fallback xmlns="">
          <p:sp>
            <p:nvSpPr>
              <p:cNvPr id="1049973" name=""/>
              <p:cNvSpPr/>
              <p:nvPr/>
            </p:nvSpPr>
            <p:spPr>
              <a:xfrm>
                <a:off x="5556064" y="1399346"/>
                <a:ext cx="369256" cy="264524"/>
              </a:xfrm>
            </p:spPr>
          </p:sp>
        </mc:Fallback>
      </mc:AlternateContent>
      <mc:AlternateContent xmlns:mc="http://schemas.openxmlformats.org/markup-compatibility/2006" xmlns:p14="http://schemas.microsoft.com/office/powerpoint/2010/main">
        <mc:Choice Requires="p14">
          <p:contentPart p14:bwMode="auto" r:id="rId145">
            <p14:nvContentPartPr>
              <p14:cNvPr id="1049974" name="Encre 1049973"/>
              <p14:cNvContentPartPr/>
              <p14:nvPr/>
            </p14:nvContentPartPr>
            <p14:xfrm>
              <a:off x="5551130" y="1735998"/>
              <a:ext cx="384868" cy="22988"/>
            </p14:xfrm>
          </p:contentPart>
        </mc:Choice>
        <mc:Fallback xmlns="">
          <p:sp>
            <p:nvSpPr>
              <p:cNvPr id="1049974" name=""/>
              <p:cNvSpPr/>
              <p:nvPr/>
            </p:nvSpPr>
            <p:spPr>
              <a:xfrm>
                <a:off x="5551130" y="1735998"/>
                <a:ext cx="384868" cy="22988"/>
              </a:xfrm>
            </p:spPr>
          </p:sp>
        </mc:Fallback>
      </mc:AlternateContent>
      <mc:AlternateContent xmlns:mc="http://schemas.openxmlformats.org/markup-compatibility/2006" xmlns:p14="http://schemas.microsoft.com/office/powerpoint/2010/main">
        <mc:Choice Requires="p14">
          <p:contentPart p14:bwMode="auto" r:id="rId146">
            <p14:nvContentPartPr>
              <p14:cNvPr id="1049975" name="Encre 1049974"/>
              <p14:cNvContentPartPr/>
              <p14:nvPr/>
            </p14:nvContentPartPr>
            <p14:xfrm>
              <a:off x="5576929" y="1814336"/>
              <a:ext cx="279403" cy="305121"/>
            </p14:xfrm>
          </p:contentPart>
        </mc:Choice>
        <mc:Fallback xmlns="">
          <p:sp>
            <p:nvSpPr>
              <p:cNvPr id="1049975" name=""/>
              <p:cNvSpPr/>
              <p:nvPr/>
            </p:nvSpPr>
            <p:spPr>
              <a:xfrm>
                <a:off x="5576929" y="1814336"/>
                <a:ext cx="279403" cy="305121"/>
              </a:xfrm>
            </p:spPr>
          </p:sp>
        </mc:Fallback>
      </mc:AlternateContent>
      <mc:AlternateContent xmlns:mc="http://schemas.openxmlformats.org/markup-compatibility/2006" xmlns:p14="http://schemas.microsoft.com/office/powerpoint/2010/main">
        <mc:Choice Requires="p14">
          <p:contentPart p14:bwMode="auto" r:id="rId147">
            <p14:nvContentPartPr>
              <p14:cNvPr id="1049976" name="Encre 1049975"/>
              <p14:cNvContentPartPr/>
              <p14:nvPr/>
            </p14:nvContentPartPr>
            <p14:xfrm>
              <a:off x="5762647" y="1938755"/>
              <a:ext cx="156850" cy="41157"/>
            </p14:xfrm>
          </p:contentPart>
        </mc:Choice>
        <mc:Fallback xmlns="">
          <p:sp>
            <p:nvSpPr>
              <p:cNvPr id="1049976" name=""/>
              <p:cNvSpPr/>
              <p:nvPr/>
            </p:nvSpPr>
            <p:spPr>
              <a:xfrm>
                <a:off x="5762647" y="1938755"/>
                <a:ext cx="156850" cy="41157"/>
              </a:xfrm>
            </p:spPr>
          </p:sp>
        </mc:Fallback>
      </mc:AlternateContent>
      <mc:AlternateContent xmlns:mc="http://schemas.openxmlformats.org/markup-compatibility/2006" xmlns:p14="http://schemas.microsoft.com/office/powerpoint/2010/main">
        <mc:Choice Requires="p14">
          <p:contentPart p14:bwMode="auto" r:id="rId148">
            <p14:nvContentPartPr>
              <p14:cNvPr id="1049977" name="Encre 1049976"/>
              <p14:cNvContentPartPr/>
              <p14:nvPr/>
            </p14:nvContentPartPr>
            <p14:xfrm>
              <a:off x="6127229" y="1726108"/>
              <a:ext cx="11226" cy="31004"/>
            </p14:xfrm>
          </p:contentPart>
        </mc:Choice>
        <mc:Fallback xmlns="">
          <p:sp>
            <p:nvSpPr>
              <p:cNvPr id="1049977" name=""/>
              <p:cNvSpPr/>
              <p:nvPr/>
            </p:nvSpPr>
            <p:spPr>
              <a:xfrm>
                <a:off x="6127229" y="1726108"/>
                <a:ext cx="11226" cy="31004"/>
              </a:xfrm>
            </p:spPr>
          </p:sp>
        </mc:Fallback>
      </mc:AlternateContent>
      <mc:AlternateContent xmlns:mc="http://schemas.openxmlformats.org/markup-compatibility/2006" xmlns:p14="http://schemas.microsoft.com/office/powerpoint/2010/main">
        <mc:Choice Requires="p14">
          <p:contentPart p14:bwMode="auto" r:id="rId149">
            <p14:nvContentPartPr>
              <p14:cNvPr id="1049978" name="Encre 1049977"/>
              <p14:cNvContentPartPr/>
              <p14:nvPr/>
            </p14:nvContentPartPr>
            <p14:xfrm>
              <a:off x="4520765" y="4900984"/>
              <a:ext cx="159283" cy="473531"/>
            </p14:xfrm>
          </p:contentPart>
        </mc:Choice>
        <mc:Fallback xmlns="">
          <p:sp>
            <p:nvSpPr>
              <p:cNvPr id="1049978" name=""/>
              <p:cNvSpPr/>
              <p:nvPr/>
            </p:nvSpPr>
            <p:spPr>
              <a:xfrm>
                <a:off x="4520765" y="4900984"/>
                <a:ext cx="159283" cy="473531"/>
              </a:xfrm>
            </p:spPr>
          </p:sp>
        </mc:Fallback>
      </mc:AlternateContent>
      <mc:AlternateContent xmlns:mc="http://schemas.openxmlformats.org/markup-compatibility/2006" xmlns:p14="http://schemas.microsoft.com/office/powerpoint/2010/main">
        <mc:Choice Requires="p14">
          <p:contentPart p14:bwMode="auto" r:id="rId150">
            <p14:nvContentPartPr>
              <p14:cNvPr id="1049979" name="Encre 1049978"/>
              <p14:cNvContentPartPr/>
              <p14:nvPr/>
            </p14:nvContentPartPr>
            <p14:xfrm>
              <a:off x="4494807" y="5411359"/>
              <a:ext cx="344848" cy="48719"/>
            </p14:xfrm>
          </p:contentPart>
        </mc:Choice>
        <mc:Fallback xmlns="">
          <p:sp>
            <p:nvSpPr>
              <p:cNvPr id="1049979" name=""/>
              <p:cNvSpPr/>
              <p:nvPr/>
            </p:nvSpPr>
            <p:spPr>
              <a:xfrm>
                <a:off x="4494807" y="5411359"/>
                <a:ext cx="344848" cy="48719"/>
              </a:xfrm>
            </p:spPr>
          </p:sp>
        </mc:Fallback>
      </mc:AlternateContent>
      <mc:AlternateContent xmlns:mc="http://schemas.openxmlformats.org/markup-compatibility/2006" xmlns:p14="http://schemas.microsoft.com/office/powerpoint/2010/main">
        <mc:Choice Requires="p14">
          <p:contentPart p14:bwMode="auto" r:id="rId151">
            <p14:nvContentPartPr>
              <p14:cNvPr id="1049980" name="Encre 1049979"/>
              <p14:cNvContentPartPr/>
              <p14:nvPr/>
            </p14:nvContentPartPr>
            <p14:xfrm>
              <a:off x="4578333" y="5542400"/>
              <a:ext cx="336431" cy="391368"/>
            </p14:xfrm>
          </p:contentPart>
        </mc:Choice>
        <mc:Fallback xmlns="">
          <p:sp>
            <p:nvSpPr>
              <p:cNvPr id="1049980" name=""/>
              <p:cNvSpPr/>
              <p:nvPr/>
            </p:nvSpPr>
            <p:spPr>
              <a:xfrm>
                <a:off x="4578333" y="5542400"/>
                <a:ext cx="336431" cy="391368"/>
              </a:xfrm>
            </p:spPr>
          </p:sp>
        </mc:Fallback>
      </mc:AlternateContent>
      <mc:AlternateContent xmlns:mc="http://schemas.openxmlformats.org/markup-compatibility/2006" xmlns:p14="http://schemas.microsoft.com/office/powerpoint/2010/main">
        <mc:Choice Requires="p14">
          <p:contentPart p14:bwMode="auto" r:id="rId152">
            <p14:nvContentPartPr>
              <p14:cNvPr id="1049981" name="Encre 1049980"/>
              <p14:cNvContentPartPr/>
              <p14:nvPr/>
            </p14:nvContentPartPr>
            <p14:xfrm>
              <a:off x="4859097" y="4887421"/>
              <a:ext cx="335875" cy="1109468"/>
            </p14:xfrm>
          </p:contentPart>
        </mc:Choice>
        <mc:Fallback xmlns="">
          <p:sp>
            <p:nvSpPr>
              <p:cNvPr id="1049981" name=""/>
              <p:cNvSpPr/>
              <p:nvPr/>
            </p:nvSpPr>
            <p:spPr>
              <a:xfrm>
                <a:off x="4859097" y="4887421"/>
                <a:ext cx="335875" cy="1109468"/>
              </a:xfrm>
            </p:spPr>
          </p:sp>
        </mc:Fallback>
      </mc:AlternateContent>
      <mc:AlternateContent xmlns:mc="http://schemas.openxmlformats.org/markup-compatibility/2006" xmlns:p14="http://schemas.microsoft.com/office/powerpoint/2010/main">
        <mc:Choice Requires="p14">
          <p:contentPart p14:bwMode="auto" r:id="rId153">
            <p14:nvContentPartPr>
              <p14:cNvPr id="1049985" name="Encre 1049984"/>
              <p14:cNvContentPartPr/>
              <p14:nvPr/>
            </p14:nvContentPartPr>
            <p14:xfrm>
              <a:off x="5095161" y="4948455"/>
              <a:ext cx="371025" cy="492630"/>
            </p14:xfrm>
          </p:contentPart>
        </mc:Choice>
        <mc:Fallback xmlns="">
          <p:sp>
            <p:nvSpPr>
              <p:cNvPr id="1049985" name=""/>
              <p:cNvSpPr/>
              <p:nvPr/>
            </p:nvSpPr>
            <p:spPr>
              <a:xfrm>
                <a:off x="5095161" y="4948455"/>
                <a:ext cx="371025" cy="492630"/>
              </a:xfrm>
            </p:spPr>
          </p:sp>
        </mc:Fallback>
      </mc:AlternateContent>
      <mc:AlternateContent xmlns:mc="http://schemas.openxmlformats.org/markup-compatibility/2006" xmlns:p14="http://schemas.microsoft.com/office/powerpoint/2010/main">
        <mc:Choice Requires="p14">
          <p:contentPart p14:bwMode="auto" r:id="rId154">
            <p14:nvContentPartPr>
              <p14:cNvPr id="1049986" name="Encre 1049985"/>
              <p14:cNvContentPartPr/>
              <p14:nvPr/>
            </p14:nvContentPartPr>
            <p14:xfrm>
              <a:off x="5135589" y="5518474"/>
              <a:ext cx="374751" cy="14078"/>
            </p14:xfrm>
          </p:contentPart>
        </mc:Choice>
        <mc:Fallback xmlns="">
          <p:sp>
            <p:nvSpPr>
              <p:cNvPr id="1049986" name=""/>
              <p:cNvSpPr/>
              <p:nvPr/>
            </p:nvSpPr>
            <p:spPr>
              <a:xfrm>
                <a:off x="5135589" y="5518474"/>
                <a:ext cx="374751" cy="14078"/>
              </a:xfrm>
            </p:spPr>
          </p:sp>
        </mc:Fallback>
      </mc:AlternateContent>
      <mc:AlternateContent xmlns:mc="http://schemas.openxmlformats.org/markup-compatibility/2006" xmlns:p14="http://schemas.microsoft.com/office/powerpoint/2010/main">
        <mc:Choice Requires="p14">
          <p:contentPart p14:bwMode="auto" r:id="rId155">
            <p14:nvContentPartPr>
              <p14:cNvPr id="1049987" name="Encre 1049986"/>
              <p14:cNvContentPartPr/>
              <p14:nvPr/>
            </p14:nvContentPartPr>
            <p14:xfrm>
              <a:off x="5183391" y="5625188"/>
              <a:ext cx="339498" cy="382457"/>
            </p14:xfrm>
          </p:contentPart>
        </mc:Choice>
        <mc:Fallback xmlns="">
          <p:sp>
            <p:nvSpPr>
              <p:cNvPr id="1049987" name=""/>
              <p:cNvSpPr/>
              <p:nvPr/>
            </p:nvSpPr>
            <p:spPr>
              <a:xfrm>
                <a:off x="5183391" y="5625188"/>
                <a:ext cx="339498" cy="382457"/>
              </a:xfrm>
            </p:spPr>
          </p:sp>
        </mc:Fallback>
      </mc:AlternateContent>
      <mc:AlternateContent xmlns:mc="http://schemas.openxmlformats.org/markup-compatibility/2006" xmlns:p14="http://schemas.microsoft.com/office/powerpoint/2010/main">
        <mc:Choice Requires="p14">
          <p:contentPart p14:bwMode="auto" r:id="rId156">
            <p14:nvContentPartPr>
              <p14:cNvPr id="1049988" name="Encre 1049987"/>
              <p14:cNvContentPartPr/>
              <p14:nvPr/>
            </p14:nvContentPartPr>
            <p14:xfrm>
              <a:off x="5346762" y="4941596"/>
              <a:ext cx="393685" cy="1146773"/>
            </p14:xfrm>
          </p:contentPart>
        </mc:Choice>
        <mc:Fallback xmlns="">
          <p:sp>
            <p:nvSpPr>
              <p:cNvPr id="1049988" name=""/>
              <p:cNvSpPr/>
              <p:nvPr/>
            </p:nvSpPr>
            <p:spPr>
              <a:xfrm>
                <a:off x="5346762" y="4941596"/>
                <a:ext cx="393685" cy="1146773"/>
              </a:xfrm>
            </p:spPr>
          </p:sp>
        </mc:Fallback>
      </mc:AlternateContent>
      <mc:AlternateContent xmlns:mc="http://schemas.openxmlformats.org/markup-compatibility/2006" xmlns:p14="http://schemas.microsoft.com/office/powerpoint/2010/main">
        <mc:Choice Requires="p14">
          <p:contentPart p14:bwMode="auto" r:id="rId157">
            <p14:nvContentPartPr>
              <p14:cNvPr id="1049989" name="Encre 1049988"/>
              <p14:cNvContentPartPr/>
              <p14:nvPr/>
            </p14:nvContentPartPr>
            <p14:xfrm>
              <a:off x="5707980" y="5417982"/>
              <a:ext cx="146584" cy="5715"/>
            </p14:xfrm>
          </p:contentPart>
        </mc:Choice>
        <mc:Fallback xmlns="">
          <p:sp>
            <p:nvSpPr>
              <p:cNvPr id="1049989" name=""/>
              <p:cNvSpPr/>
              <p:nvPr/>
            </p:nvSpPr>
            <p:spPr>
              <a:xfrm>
                <a:off x="5707980" y="5417982"/>
                <a:ext cx="146584" cy="5715"/>
              </a:xfrm>
            </p:spPr>
          </p:sp>
        </mc:Fallback>
      </mc:AlternateContent>
      <mc:AlternateContent xmlns:mc="http://schemas.openxmlformats.org/markup-compatibility/2006" xmlns:p14="http://schemas.microsoft.com/office/powerpoint/2010/main">
        <mc:Choice Requires="p14">
          <p:contentPart p14:bwMode="auto" r:id="rId158">
            <p14:nvContentPartPr>
              <p14:cNvPr id="1049990" name="Encre 1049989"/>
              <p14:cNvContentPartPr/>
              <p14:nvPr/>
            </p14:nvContentPartPr>
            <p14:xfrm>
              <a:off x="5714708" y="5542400"/>
              <a:ext cx="141273" cy="9753"/>
            </p14:xfrm>
          </p:contentPart>
        </mc:Choice>
        <mc:Fallback xmlns="">
          <p:sp>
            <p:nvSpPr>
              <p:cNvPr id="1049990" name=""/>
              <p:cNvSpPr/>
              <p:nvPr/>
            </p:nvSpPr>
            <p:spPr>
              <a:xfrm>
                <a:off x="5714708" y="5542400"/>
                <a:ext cx="141273" cy="9753"/>
              </a:xfrm>
            </p:spPr>
          </p:sp>
        </mc:Fallback>
      </mc:AlternateContent>
      <mc:AlternateContent xmlns:mc="http://schemas.openxmlformats.org/markup-compatibility/2006" xmlns:p14="http://schemas.microsoft.com/office/powerpoint/2010/main">
        <mc:Choice Requires="p14">
          <p:contentPart p14:bwMode="auto" r:id="rId159">
            <p14:nvContentPartPr>
              <p14:cNvPr id="1049991" name="Encre 1049990"/>
              <p14:cNvContentPartPr/>
              <p14:nvPr/>
            </p14:nvContentPartPr>
            <p14:xfrm>
              <a:off x="5892164" y="5451398"/>
              <a:ext cx="109339" cy="21696"/>
            </p14:xfrm>
          </p:contentPart>
        </mc:Choice>
        <mc:Fallback xmlns="">
          <p:sp>
            <p:nvSpPr>
              <p:cNvPr id="1049991" name=""/>
              <p:cNvSpPr/>
              <p:nvPr/>
            </p:nvSpPr>
            <p:spPr>
              <a:xfrm>
                <a:off x="5892164" y="5451398"/>
                <a:ext cx="109339" cy="21696"/>
              </a:xfrm>
            </p:spPr>
          </p:sp>
        </mc:Fallback>
      </mc:AlternateContent>
      <mc:AlternateContent xmlns:mc="http://schemas.openxmlformats.org/markup-compatibility/2006" xmlns:p14="http://schemas.microsoft.com/office/powerpoint/2010/main">
        <mc:Choice Requires="p14">
          <p:contentPart p14:bwMode="auto" r:id="rId160">
            <p14:nvContentPartPr>
              <p14:cNvPr id="1049992" name="Encre 1049991"/>
              <p14:cNvContentPartPr/>
              <p14:nvPr/>
            </p14:nvContentPartPr>
            <p14:xfrm>
              <a:off x="6057268" y="5267257"/>
              <a:ext cx="162245" cy="272829"/>
            </p14:xfrm>
          </p:contentPart>
        </mc:Choice>
        <mc:Fallback xmlns="">
          <p:sp>
            <p:nvSpPr>
              <p:cNvPr id="1049992" name=""/>
              <p:cNvSpPr/>
              <p:nvPr/>
            </p:nvSpPr>
            <p:spPr>
              <a:xfrm>
                <a:off x="6057268" y="5267257"/>
                <a:ext cx="162245" cy="272829"/>
              </a:xfrm>
            </p:spPr>
          </p:sp>
        </mc:Fallback>
      </mc:AlternateContent>
      <mc:AlternateContent xmlns:mc="http://schemas.openxmlformats.org/markup-compatibility/2006" xmlns:p14="http://schemas.microsoft.com/office/powerpoint/2010/main">
        <mc:Choice Requires="p14">
          <p:contentPart p14:bwMode="auto" r:id="rId161">
            <p14:nvContentPartPr>
              <p14:cNvPr id="1049993" name="Encre 1049992"/>
              <p14:cNvContentPartPr/>
              <p14:nvPr/>
            </p14:nvContentPartPr>
            <p14:xfrm>
              <a:off x="6198716" y="5118733"/>
              <a:ext cx="172729" cy="250849"/>
            </p14:xfrm>
          </p:contentPart>
        </mc:Choice>
        <mc:Fallback xmlns="">
          <p:sp>
            <p:nvSpPr>
              <p:cNvPr id="1049993" name=""/>
              <p:cNvSpPr/>
              <p:nvPr/>
            </p:nvSpPr>
            <p:spPr>
              <a:xfrm>
                <a:off x="6198716" y="5118733"/>
                <a:ext cx="172729" cy="250849"/>
              </a:xfrm>
            </p:spPr>
          </p:sp>
        </mc:Fallback>
      </mc:AlternateContent>
      <mc:AlternateContent xmlns:mc="http://schemas.openxmlformats.org/markup-compatibility/2006" xmlns:p14="http://schemas.microsoft.com/office/powerpoint/2010/main">
        <mc:Choice Requires="p14">
          <p:contentPart p14:bwMode="auto" r:id="rId162">
            <p14:nvContentPartPr>
              <p14:cNvPr id="1049994" name="Encre 1049993"/>
              <p14:cNvContentPartPr/>
              <p14:nvPr/>
            </p14:nvContentPartPr>
            <p14:xfrm>
              <a:off x="6525396" y="5357609"/>
              <a:ext cx="122887" cy="228314"/>
            </p14:xfrm>
          </p:contentPart>
        </mc:Choice>
        <mc:Fallback xmlns="">
          <p:sp>
            <p:nvSpPr>
              <p:cNvPr id="1049994" name=""/>
              <p:cNvSpPr/>
              <p:nvPr/>
            </p:nvSpPr>
            <p:spPr>
              <a:xfrm>
                <a:off x="6525396" y="5357609"/>
                <a:ext cx="122887" cy="228314"/>
              </a:xfrm>
            </p:spPr>
          </p:sp>
        </mc:Fallback>
      </mc:AlternateContent>
      <mc:AlternateContent xmlns:mc="http://schemas.openxmlformats.org/markup-compatibility/2006" xmlns:p14="http://schemas.microsoft.com/office/powerpoint/2010/main">
        <mc:Choice Requires="p14">
          <p:contentPart p14:bwMode="auto" r:id="rId163">
            <p14:nvContentPartPr>
              <p14:cNvPr id="1049995" name="Encre 1049994"/>
              <p14:cNvContentPartPr/>
              <p14:nvPr/>
            </p14:nvContentPartPr>
            <p14:xfrm>
              <a:off x="6607873" y="5141319"/>
              <a:ext cx="140104" cy="170612"/>
            </p14:xfrm>
          </p:contentPart>
        </mc:Choice>
        <mc:Fallback xmlns="">
          <p:sp>
            <p:nvSpPr>
              <p:cNvPr id="1049995" name=""/>
              <p:cNvSpPr/>
              <p:nvPr/>
            </p:nvSpPr>
            <p:spPr>
              <a:xfrm>
                <a:off x="6607873" y="5141319"/>
                <a:ext cx="140104" cy="170612"/>
              </a:xfrm>
            </p:spPr>
          </p:sp>
        </mc:Fallback>
      </mc:AlternateContent>
      <mc:AlternateContent xmlns:mc="http://schemas.openxmlformats.org/markup-compatibility/2006" xmlns:p14="http://schemas.microsoft.com/office/powerpoint/2010/main">
        <mc:Choice Requires="p14">
          <p:contentPart p14:bwMode="auto" r:id="rId164">
            <p14:nvContentPartPr>
              <p14:cNvPr id="1049996" name="Encre 1049995"/>
              <p14:cNvContentPartPr/>
              <p14:nvPr/>
            </p14:nvContentPartPr>
            <p14:xfrm>
              <a:off x="6868018" y="5103905"/>
              <a:ext cx="160150" cy="455087"/>
            </p14:xfrm>
          </p:contentPart>
        </mc:Choice>
        <mc:Fallback xmlns="">
          <p:sp>
            <p:nvSpPr>
              <p:cNvPr id="1049996" name=""/>
              <p:cNvSpPr/>
              <p:nvPr/>
            </p:nvSpPr>
            <p:spPr>
              <a:xfrm>
                <a:off x="6868018" y="5103905"/>
                <a:ext cx="160150" cy="455087"/>
              </a:xfrm>
            </p:spPr>
          </p:sp>
        </mc:Fallback>
      </mc:AlternateContent>
      <mc:AlternateContent xmlns:mc="http://schemas.openxmlformats.org/markup-compatibility/2006" xmlns:p14="http://schemas.microsoft.com/office/powerpoint/2010/main">
        <mc:Choice Requires="p14">
          <p:contentPart p14:bwMode="auto" r:id="rId165">
            <p14:nvContentPartPr>
              <p14:cNvPr id="1049997" name="Encre 1049996"/>
              <p14:cNvContentPartPr/>
              <p14:nvPr/>
            </p14:nvContentPartPr>
            <p14:xfrm>
              <a:off x="7037214" y="4947440"/>
              <a:ext cx="126860" cy="258193"/>
            </p14:xfrm>
          </p:contentPart>
        </mc:Choice>
        <mc:Fallback xmlns="">
          <p:sp>
            <p:nvSpPr>
              <p:cNvPr id="1049997" name=""/>
              <p:cNvSpPr/>
              <p:nvPr/>
            </p:nvSpPr>
            <p:spPr>
              <a:xfrm>
                <a:off x="7037214" y="4947440"/>
                <a:ext cx="126860" cy="258193"/>
              </a:xfrm>
            </p:spPr>
          </p:sp>
        </mc:Fallback>
      </mc:AlternateContent>
      <mc:AlternateContent xmlns:mc="http://schemas.openxmlformats.org/markup-compatibility/2006" xmlns:p14="http://schemas.microsoft.com/office/powerpoint/2010/main">
        <mc:Choice Requires="p14">
          <p:contentPart p14:bwMode="auto" r:id="rId166">
            <p14:nvContentPartPr>
              <p14:cNvPr id="1049998" name="Encre 1049997"/>
              <p14:cNvContentPartPr/>
              <p14:nvPr/>
            </p14:nvContentPartPr>
            <p14:xfrm>
              <a:off x="7128886" y="5321238"/>
              <a:ext cx="156788" cy="216985"/>
            </p14:xfrm>
          </p:contentPart>
        </mc:Choice>
        <mc:Fallback xmlns="">
          <p:sp>
            <p:nvSpPr>
              <p:cNvPr id="1049998" name=""/>
              <p:cNvSpPr/>
              <p:nvPr/>
            </p:nvSpPr>
            <p:spPr>
              <a:xfrm>
                <a:off x="7128886" y="5321238"/>
                <a:ext cx="156788" cy="216985"/>
              </a:xfrm>
            </p:spPr>
          </p:sp>
        </mc:Fallback>
      </mc:AlternateContent>
      <mc:AlternateContent xmlns:mc="http://schemas.openxmlformats.org/markup-compatibility/2006" xmlns:p14="http://schemas.microsoft.com/office/powerpoint/2010/main">
        <mc:Choice Requires="p14">
          <p:contentPart p14:bwMode="auto" r:id="rId167">
            <p14:nvContentPartPr>
              <p14:cNvPr id="1049999" name="Encre 1049998"/>
              <p14:cNvContentPartPr/>
              <p14:nvPr/>
            </p14:nvContentPartPr>
            <p14:xfrm>
              <a:off x="6873630" y="5630565"/>
              <a:ext cx="490742" cy="22062"/>
            </p14:xfrm>
          </p:contentPart>
        </mc:Choice>
        <mc:Fallback xmlns="">
          <p:sp>
            <p:nvSpPr>
              <p:cNvPr id="1049999" name=""/>
              <p:cNvSpPr/>
              <p:nvPr/>
            </p:nvSpPr>
            <p:spPr>
              <a:xfrm>
                <a:off x="6873630" y="5630565"/>
                <a:ext cx="490742" cy="22062"/>
              </a:xfrm>
            </p:spPr>
          </p:sp>
        </mc:Fallback>
      </mc:AlternateContent>
      <mc:AlternateContent xmlns:mc="http://schemas.openxmlformats.org/markup-compatibility/2006" xmlns:p14="http://schemas.microsoft.com/office/powerpoint/2010/main">
        <mc:Choice Requires="p14">
          <p:contentPart p14:bwMode="auto" r:id="rId168">
            <p14:nvContentPartPr>
              <p14:cNvPr id="1050000" name="Encre 1049999"/>
              <p14:cNvContentPartPr/>
              <p14:nvPr/>
            </p14:nvContentPartPr>
            <p14:xfrm>
              <a:off x="6915429" y="5680301"/>
              <a:ext cx="356356" cy="428867"/>
            </p14:xfrm>
          </p:contentPart>
        </mc:Choice>
        <mc:Fallback xmlns="">
          <p:sp>
            <p:nvSpPr>
              <p:cNvPr id="1050000" name=""/>
              <p:cNvSpPr/>
              <p:nvPr/>
            </p:nvSpPr>
            <p:spPr>
              <a:xfrm>
                <a:off x="6915429" y="5680301"/>
                <a:ext cx="356356" cy="428867"/>
              </a:xfrm>
            </p:spPr>
          </p:sp>
        </mc:Fallback>
      </mc:AlternateContent>
      <mc:AlternateContent xmlns:mc="http://schemas.openxmlformats.org/markup-compatibility/2006" xmlns:p14="http://schemas.microsoft.com/office/powerpoint/2010/main">
        <mc:Choice Requires="p14">
          <p:contentPart p14:bwMode="auto" r:id="rId169">
            <p14:nvContentPartPr>
              <p14:cNvPr id="1050001" name="Encre 1050000"/>
              <p14:cNvContentPartPr/>
              <p14:nvPr/>
            </p14:nvContentPartPr>
            <p14:xfrm>
              <a:off x="7287251" y="5745633"/>
              <a:ext cx="84094" cy="193917"/>
            </p14:xfrm>
          </p:contentPart>
        </mc:Choice>
        <mc:Fallback xmlns="">
          <p:sp>
            <p:nvSpPr>
              <p:cNvPr id="1050001" name=""/>
              <p:cNvSpPr/>
              <p:nvPr/>
            </p:nvSpPr>
            <p:spPr>
              <a:xfrm>
                <a:off x="7287251" y="5745633"/>
                <a:ext cx="84094" cy="193917"/>
              </a:xfrm>
            </p:spPr>
          </p:sp>
        </mc:Fallback>
      </mc:AlternateContent>
      <mc:AlternateContent xmlns:mc="http://schemas.openxmlformats.org/markup-compatibility/2006" xmlns:p14="http://schemas.microsoft.com/office/powerpoint/2010/main">
        <mc:Choice Requires="p14">
          <p:contentPart p14:bwMode="auto" r:id="rId170">
            <p14:nvContentPartPr>
              <p14:cNvPr id="1050002" name="Encre 1050001"/>
              <p14:cNvContentPartPr/>
              <p14:nvPr/>
            </p14:nvContentPartPr>
            <p14:xfrm>
              <a:off x="6598892" y="164016"/>
              <a:ext cx="941857" cy="6185704"/>
            </p14:xfrm>
          </p:contentPart>
        </mc:Choice>
        <mc:Fallback xmlns="">
          <p:sp>
            <p:nvSpPr>
              <p:cNvPr id="1050002" name=""/>
              <p:cNvSpPr/>
              <p:nvPr/>
            </p:nvSpPr>
            <p:spPr>
              <a:xfrm>
                <a:off x="6598892" y="164016"/>
                <a:ext cx="941857" cy="6185704"/>
              </a:xfrm>
            </p:spPr>
          </p:sp>
        </mc:Fallback>
      </mc:AlternateContent>
      <mc:AlternateContent xmlns:mc="http://schemas.openxmlformats.org/markup-compatibility/2006" xmlns:p14="http://schemas.microsoft.com/office/powerpoint/2010/main">
        <mc:Choice Requires="p14">
          <p:contentPart p14:bwMode="auto" r:id="rId171">
            <p14:nvContentPartPr>
              <p14:cNvPr id="1050003" name="Encre 1050002"/>
              <p14:cNvContentPartPr/>
              <p14:nvPr/>
            </p14:nvContentPartPr>
            <p14:xfrm>
              <a:off x="6979185" y="426464"/>
              <a:ext cx="126152" cy="222717"/>
            </p14:xfrm>
          </p:contentPart>
        </mc:Choice>
        <mc:Fallback xmlns="">
          <p:sp>
            <p:nvSpPr>
              <p:cNvPr id="1050003" name=""/>
              <p:cNvSpPr/>
              <p:nvPr/>
            </p:nvSpPr>
            <p:spPr>
              <a:xfrm>
                <a:off x="6979185" y="426464"/>
                <a:ext cx="126152" cy="222717"/>
              </a:xfrm>
            </p:spPr>
          </p:sp>
        </mc:Fallback>
      </mc:AlternateContent>
      <mc:AlternateContent xmlns:mc="http://schemas.openxmlformats.org/markup-compatibility/2006" xmlns:p14="http://schemas.microsoft.com/office/powerpoint/2010/main">
        <mc:Choice Requires="p14">
          <p:contentPart p14:bwMode="auto" r:id="rId172">
            <p14:nvContentPartPr>
              <p14:cNvPr id="1050004" name="Encre 1050003"/>
              <p14:cNvContentPartPr/>
              <p14:nvPr/>
            </p14:nvContentPartPr>
            <p14:xfrm>
              <a:off x="7200794" y="384529"/>
              <a:ext cx="107975" cy="211057"/>
            </p14:xfrm>
          </p:contentPart>
        </mc:Choice>
        <mc:Fallback xmlns="">
          <p:sp>
            <p:nvSpPr>
              <p:cNvPr id="1050004" name=""/>
              <p:cNvSpPr/>
              <p:nvPr/>
            </p:nvSpPr>
            <p:spPr>
              <a:xfrm>
                <a:off x="7200794" y="384529"/>
                <a:ext cx="107975" cy="211057"/>
              </a:xfrm>
            </p:spPr>
          </p:sp>
        </mc:Fallback>
      </mc:AlternateContent>
      <mc:AlternateContent xmlns:mc="http://schemas.openxmlformats.org/markup-compatibility/2006" xmlns:p14="http://schemas.microsoft.com/office/powerpoint/2010/main">
        <mc:Choice Requires="p14">
          <p:contentPart p14:bwMode="auto" r:id="rId173">
            <p14:nvContentPartPr>
              <p14:cNvPr id="1050005" name="Encre 1050004"/>
              <p14:cNvContentPartPr/>
              <p14:nvPr/>
            </p14:nvContentPartPr>
            <p14:xfrm>
              <a:off x="7241583" y="226461"/>
              <a:ext cx="2695" cy="72991"/>
            </p14:xfrm>
          </p:contentPart>
        </mc:Choice>
        <mc:Fallback xmlns="">
          <p:sp>
            <p:nvSpPr>
              <p:cNvPr id="1050005" name=""/>
              <p:cNvSpPr/>
              <p:nvPr/>
            </p:nvSpPr>
            <p:spPr>
              <a:xfrm>
                <a:off x="7241583" y="226461"/>
                <a:ext cx="2695" cy="72991"/>
              </a:xfrm>
            </p:spPr>
          </p:sp>
        </mc:Fallback>
      </mc:AlternateContent>
      <mc:AlternateContent xmlns:mc="http://schemas.openxmlformats.org/markup-compatibility/2006" xmlns:p14="http://schemas.microsoft.com/office/powerpoint/2010/main">
        <mc:Choice Requires="p14">
          <p:contentPart p14:bwMode="auto" r:id="rId174">
            <p14:nvContentPartPr>
              <p14:cNvPr id="1050006" name="Encre 1050005"/>
              <p14:cNvContentPartPr/>
              <p14:nvPr/>
            </p14:nvContentPartPr>
            <p14:xfrm>
              <a:off x="7309706" y="126099"/>
              <a:ext cx="132666" cy="196956"/>
            </p14:xfrm>
          </p:contentPart>
        </mc:Choice>
        <mc:Fallback xmlns="">
          <p:sp>
            <p:nvSpPr>
              <p:cNvPr id="1050006" name=""/>
              <p:cNvSpPr/>
              <p:nvPr/>
            </p:nvSpPr>
            <p:spPr>
              <a:xfrm>
                <a:off x="7309706" y="126099"/>
                <a:ext cx="132666" cy="196956"/>
              </a:xfrm>
            </p:spPr>
          </p:sp>
        </mc:Fallback>
      </mc:AlternateContent>
      <mc:AlternateContent xmlns:mc="http://schemas.openxmlformats.org/markup-compatibility/2006" xmlns:p14="http://schemas.microsoft.com/office/powerpoint/2010/main">
        <mc:Choice Requires="p14">
          <p:contentPart p14:bwMode="auto" r:id="rId175">
            <p14:nvContentPartPr>
              <p14:cNvPr id="1050007" name="Encre 1050006"/>
              <p14:cNvContentPartPr/>
              <p14:nvPr/>
            </p14:nvContentPartPr>
            <p14:xfrm>
              <a:off x="7486741" y="458185"/>
              <a:ext cx="144244" cy="23973"/>
            </p14:xfrm>
          </p:contentPart>
        </mc:Choice>
        <mc:Fallback xmlns="">
          <p:sp>
            <p:nvSpPr>
              <p:cNvPr id="1050007" name=""/>
              <p:cNvSpPr/>
              <p:nvPr/>
            </p:nvSpPr>
            <p:spPr>
              <a:xfrm>
                <a:off x="7486741" y="458185"/>
                <a:ext cx="144244" cy="23973"/>
              </a:xfrm>
            </p:spPr>
          </p:sp>
        </mc:Fallback>
      </mc:AlternateContent>
      <mc:AlternateContent xmlns:mc="http://schemas.openxmlformats.org/markup-compatibility/2006" xmlns:p14="http://schemas.microsoft.com/office/powerpoint/2010/main">
        <mc:Choice Requires="p14">
          <p:contentPart p14:bwMode="auto" r:id="rId176">
            <p14:nvContentPartPr>
              <p14:cNvPr id="1050008" name="Encre 1050007"/>
              <p14:cNvContentPartPr/>
              <p14:nvPr/>
            </p14:nvContentPartPr>
            <p14:xfrm>
              <a:off x="7507346" y="550805"/>
              <a:ext cx="111318" cy="28096"/>
            </p14:xfrm>
          </p:contentPart>
        </mc:Choice>
        <mc:Fallback xmlns="">
          <p:sp>
            <p:nvSpPr>
              <p:cNvPr id="1050008" name=""/>
              <p:cNvSpPr/>
              <p:nvPr/>
            </p:nvSpPr>
            <p:spPr>
              <a:xfrm>
                <a:off x="7507346" y="550805"/>
                <a:ext cx="111318" cy="28096"/>
              </a:xfrm>
            </p:spPr>
          </p:sp>
        </mc:Fallback>
      </mc:AlternateContent>
      <mc:AlternateContent xmlns:mc="http://schemas.openxmlformats.org/markup-compatibility/2006" xmlns:p14="http://schemas.microsoft.com/office/powerpoint/2010/main">
        <mc:Choice Requires="p14">
          <p:contentPart p14:bwMode="auto" r:id="rId177">
            <p14:nvContentPartPr>
              <p14:cNvPr id="1050009" name="Encre 1050008"/>
              <p14:cNvContentPartPr/>
              <p14:nvPr/>
            </p14:nvContentPartPr>
            <p14:xfrm>
              <a:off x="7810892" y="264869"/>
              <a:ext cx="166585" cy="244822"/>
            </p14:xfrm>
          </p:contentPart>
        </mc:Choice>
        <mc:Fallback xmlns="">
          <p:sp>
            <p:nvSpPr>
              <p:cNvPr id="1050009" name=""/>
              <p:cNvSpPr/>
              <p:nvPr/>
            </p:nvSpPr>
            <p:spPr>
              <a:xfrm>
                <a:off x="7810892" y="264869"/>
                <a:ext cx="166585" cy="244822"/>
              </a:xfrm>
            </p:spPr>
          </p:sp>
        </mc:Fallback>
      </mc:AlternateContent>
      <mc:AlternateContent xmlns:mc="http://schemas.openxmlformats.org/markup-compatibility/2006" xmlns:p14="http://schemas.microsoft.com/office/powerpoint/2010/main">
        <mc:Choice Requires="p14">
          <p:contentPart p14:bwMode="auto" r:id="rId178">
            <p14:nvContentPartPr>
              <p14:cNvPr id="1050010" name="Encre 1050009"/>
              <p14:cNvContentPartPr/>
              <p14:nvPr/>
            </p14:nvContentPartPr>
            <p14:xfrm>
              <a:off x="8056958" y="155411"/>
              <a:ext cx="91246" cy="186925"/>
            </p14:xfrm>
          </p:contentPart>
        </mc:Choice>
        <mc:Fallback xmlns="">
          <p:sp>
            <p:nvSpPr>
              <p:cNvPr id="1050010" name=""/>
              <p:cNvSpPr/>
              <p:nvPr/>
            </p:nvSpPr>
            <p:spPr>
              <a:xfrm>
                <a:off x="8056958" y="155411"/>
                <a:ext cx="91246" cy="186925"/>
              </a:xfrm>
            </p:spPr>
          </p:sp>
        </mc:Fallback>
      </mc:AlternateContent>
      <mc:AlternateContent xmlns:mc="http://schemas.openxmlformats.org/markup-compatibility/2006" xmlns:p14="http://schemas.microsoft.com/office/powerpoint/2010/main">
        <mc:Choice Requires="p14">
          <p:contentPart p14:bwMode="auto" r:id="rId179">
            <p14:nvContentPartPr>
              <p14:cNvPr id="1050011" name="Encre 1050010"/>
              <p14:cNvContentPartPr/>
              <p14:nvPr/>
            </p14:nvContentPartPr>
            <p14:xfrm>
              <a:off x="7725591" y="559747"/>
              <a:ext cx="403861" cy="32637"/>
            </p14:xfrm>
          </p:contentPart>
        </mc:Choice>
        <mc:Fallback xmlns="">
          <p:sp>
            <p:nvSpPr>
              <p:cNvPr id="1050011" name=""/>
              <p:cNvSpPr/>
              <p:nvPr/>
            </p:nvSpPr>
            <p:spPr>
              <a:xfrm>
                <a:off x="7725591" y="559747"/>
                <a:ext cx="403861" cy="32637"/>
              </a:xfrm>
            </p:spPr>
          </p:sp>
        </mc:Fallback>
      </mc:AlternateContent>
      <mc:AlternateContent xmlns:mc="http://schemas.openxmlformats.org/markup-compatibility/2006" xmlns:p14="http://schemas.microsoft.com/office/powerpoint/2010/main">
        <mc:Choice Requires="p14">
          <p:contentPart p14:bwMode="auto" r:id="rId180">
            <p14:nvContentPartPr>
              <p14:cNvPr id="1050012" name="Encre 1050011"/>
              <p14:cNvContentPartPr/>
              <p14:nvPr/>
            </p14:nvContentPartPr>
            <p14:xfrm>
              <a:off x="7868414" y="801585"/>
              <a:ext cx="102289" cy="218991"/>
            </p14:xfrm>
          </p:contentPart>
        </mc:Choice>
        <mc:Fallback xmlns="">
          <p:sp>
            <p:nvSpPr>
              <p:cNvPr id="1050012" name=""/>
              <p:cNvSpPr/>
              <p:nvPr/>
            </p:nvSpPr>
            <p:spPr>
              <a:xfrm>
                <a:off x="7868414" y="801585"/>
                <a:ext cx="102289" cy="218991"/>
              </a:xfrm>
            </p:spPr>
          </p:sp>
        </mc:Fallback>
      </mc:AlternateContent>
      <mc:AlternateContent xmlns:mc="http://schemas.openxmlformats.org/markup-compatibility/2006" xmlns:p14="http://schemas.microsoft.com/office/powerpoint/2010/main">
        <mc:Choice Requires="p14">
          <p:contentPart p14:bwMode="auto" r:id="rId181">
            <p14:nvContentPartPr>
              <p14:cNvPr id="1050013" name="Encre 1050012"/>
              <p14:cNvContentPartPr/>
              <p14:nvPr/>
            </p14:nvContentPartPr>
            <p14:xfrm>
              <a:off x="8018687" y="692936"/>
              <a:ext cx="92466" cy="158456"/>
            </p14:xfrm>
          </p:contentPart>
        </mc:Choice>
        <mc:Fallback xmlns="">
          <p:sp>
            <p:nvSpPr>
              <p:cNvPr id="1050013" name=""/>
              <p:cNvSpPr/>
              <p:nvPr/>
            </p:nvSpPr>
            <p:spPr>
              <a:xfrm>
                <a:off x="8018687" y="692936"/>
                <a:ext cx="92466" cy="158456"/>
              </a:xfrm>
            </p:spPr>
          </p:sp>
        </mc:Fallback>
      </mc:AlternateContent>
      <mc:AlternateContent xmlns:mc="http://schemas.openxmlformats.org/markup-compatibility/2006" xmlns:p14="http://schemas.microsoft.com/office/powerpoint/2010/main">
        <mc:Choice Requires="p14">
          <p:contentPart p14:bwMode="auto" r:id="rId182">
            <p14:nvContentPartPr>
              <p14:cNvPr id="1050014" name="Encre 1050013"/>
              <p14:cNvContentPartPr/>
              <p14:nvPr/>
            </p14:nvContentPartPr>
            <p14:xfrm>
              <a:off x="7847959" y="799828"/>
              <a:ext cx="20234" cy="150191"/>
            </p14:xfrm>
          </p:contentPart>
        </mc:Choice>
        <mc:Fallback xmlns="">
          <p:sp>
            <p:nvSpPr>
              <p:cNvPr id="1050014" name=""/>
              <p:cNvSpPr/>
              <p:nvPr/>
            </p:nvSpPr>
            <p:spPr>
              <a:xfrm>
                <a:off x="7847959" y="799828"/>
                <a:ext cx="20234" cy="150191"/>
              </a:xfrm>
            </p:spPr>
          </p:sp>
        </mc:Fallback>
      </mc:AlternateContent>
      <mc:AlternateContent xmlns:mc="http://schemas.openxmlformats.org/markup-compatibility/2006" xmlns:p14="http://schemas.microsoft.com/office/powerpoint/2010/main">
        <mc:Choice Requires="p14">
          <p:contentPart p14:bwMode="auto" r:id="rId183">
            <p14:nvContentPartPr>
              <p14:cNvPr id="1050015" name="Encre 1050014"/>
              <p14:cNvContentPartPr/>
              <p14:nvPr/>
            </p14:nvContentPartPr>
            <p14:xfrm>
              <a:off x="8270573" y="495641"/>
              <a:ext cx="128411" cy="2543"/>
            </p14:xfrm>
          </p:contentPart>
        </mc:Choice>
        <mc:Fallback xmlns="">
          <p:sp>
            <p:nvSpPr>
              <p:cNvPr id="1050015" name=""/>
              <p:cNvSpPr/>
              <p:nvPr/>
            </p:nvSpPr>
            <p:spPr>
              <a:xfrm>
                <a:off x="8270573" y="495641"/>
                <a:ext cx="128411" cy="2543"/>
              </a:xfrm>
            </p:spPr>
          </p:sp>
        </mc:Fallback>
      </mc:AlternateContent>
      <mc:AlternateContent xmlns:mc="http://schemas.openxmlformats.org/markup-compatibility/2006" xmlns:p14="http://schemas.microsoft.com/office/powerpoint/2010/main">
        <mc:Choice Requires="p14">
          <p:contentPart p14:bwMode="auto" r:id="rId184">
            <p14:nvContentPartPr>
              <p14:cNvPr id="1050016" name="Encre 1050015"/>
              <p14:cNvContentPartPr/>
              <p14:nvPr/>
            </p14:nvContentPartPr>
            <p14:xfrm>
              <a:off x="8270573" y="619645"/>
              <a:ext cx="120770" cy="14133"/>
            </p14:xfrm>
          </p:contentPart>
        </mc:Choice>
        <mc:Fallback xmlns="">
          <p:sp>
            <p:nvSpPr>
              <p:cNvPr id="1050016" name=""/>
              <p:cNvSpPr/>
              <p:nvPr/>
            </p:nvSpPr>
            <p:spPr>
              <a:xfrm>
                <a:off x="8270573" y="619645"/>
                <a:ext cx="120770" cy="14133"/>
              </a:xfrm>
            </p:spPr>
          </p:sp>
        </mc:Fallback>
      </mc:AlternateContent>
      <mc:AlternateContent xmlns:mc="http://schemas.openxmlformats.org/markup-compatibility/2006" xmlns:p14="http://schemas.microsoft.com/office/powerpoint/2010/main">
        <mc:Choice Requires="p14">
          <p:contentPart p14:bwMode="auto" r:id="rId185">
            <p14:nvContentPartPr>
              <p14:cNvPr id="1050017" name="Encre 1050016"/>
              <p14:cNvContentPartPr/>
              <p14:nvPr/>
            </p14:nvContentPartPr>
            <p14:xfrm>
              <a:off x="8544210" y="371459"/>
              <a:ext cx="103504" cy="238778"/>
            </p14:xfrm>
          </p:contentPart>
        </mc:Choice>
        <mc:Fallback xmlns="">
          <p:sp>
            <p:nvSpPr>
              <p:cNvPr id="1050017" name=""/>
              <p:cNvSpPr/>
              <p:nvPr/>
            </p:nvSpPr>
            <p:spPr>
              <a:xfrm>
                <a:off x="8544210" y="371459"/>
                <a:ext cx="103504" cy="238778"/>
              </a:xfrm>
            </p:spPr>
          </p:sp>
        </mc:Fallback>
      </mc:AlternateContent>
      <mc:AlternateContent xmlns:mc="http://schemas.openxmlformats.org/markup-compatibility/2006" xmlns:p14="http://schemas.microsoft.com/office/powerpoint/2010/main">
        <mc:Choice Requires="p14">
          <p:contentPart p14:bwMode="auto" r:id="rId186">
            <p14:nvContentPartPr>
              <p14:cNvPr id="1050018" name="Encre 1050017"/>
              <p14:cNvContentPartPr/>
              <p14:nvPr/>
            </p14:nvContentPartPr>
            <p14:xfrm>
              <a:off x="8713792" y="186393"/>
              <a:ext cx="156437" cy="183639"/>
            </p14:xfrm>
          </p:contentPart>
        </mc:Choice>
        <mc:Fallback xmlns="">
          <p:sp>
            <p:nvSpPr>
              <p:cNvPr id="1050018" name=""/>
              <p:cNvSpPr/>
              <p:nvPr/>
            </p:nvSpPr>
            <p:spPr>
              <a:xfrm>
                <a:off x="8713792" y="186393"/>
                <a:ext cx="156437" cy="183639"/>
              </a:xfrm>
            </p:spPr>
          </p:sp>
        </mc:Fallback>
      </mc:AlternateContent>
      <mc:AlternateContent xmlns:mc="http://schemas.openxmlformats.org/markup-compatibility/2006" xmlns:p14="http://schemas.microsoft.com/office/powerpoint/2010/main">
        <mc:Choice Requires="p14">
          <p:contentPart p14:bwMode="auto" r:id="rId187">
            <p14:nvContentPartPr>
              <p14:cNvPr id="1050019" name="Encre 1050018"/>
              <p14:cNvContentPartPr/>
              <p14:nvPr/>
            </p14:nvContentPartPr>
            <p14:xfrm>
              <a:off x="8932037" y="433668"/>
              <a:ext cx="122351" cy="174069"/>
            </p14:xfrm>
          </p:contentPart>
        </mc:Choice>
        <mc:Fallback xmlns="">
          <p:sp>
            <p:nvSpPr>
              <p:cNvPr id="1050019" name=""/>
              <p:cNvSpPr/>
              <p:nvPr/>
            </p:nvSpPr>
            <p:spPr>
              <a:xfrm>
                <a:off x="8932037" y="433668"/>
                <a:ext cx="122351" cy="174069"/>
              </a:xfrm>
            </p:spPr>
          </p:sp>
        </mc:Fallback>
      </mc:AlternateContent>
      <mc:AlternateContent xmlns:mc="http://schemas.openxmlformats.org/markup-compatibility/2006" xmlns:p14="http://schemas.microsoft.com/office/powerpoint/2010/main">
        <mc:Choice Requires="p14">
          <p:contentPart p14:bwMode="auto" r:id="rId188">
            <p14:nvContentPartPr>
              <p14:cNvPr id="1050020" name="Encre 1050019"/>
              <p14:cNvContentPartPr/>
              <p14:nvPr/>
            </p14:nvContentPartPr>
            <p14:xfrm>
              <a:off x="9075010" y="175233"/>
              <a:ext cx="117668" cy="195892"/>
            </p14:xfrm>
          </p:contentPart>
        </mc:Choice>
        <mc:Fallback xmlns="">
          <p:sp>
            <p:nvSpPr>
              <p:cNvPr id="1050020" name=""/>
              <p:cNvSpPr/>
              <p:nvPr/>
            </p:nvSpPr>
            <p:spPr>
              <a:xfrm>
                <a:off x="9075010" y="175233"/>
                <a:ext cx="117668" cy="195892"/>
              </a:xfrm>
            </p:spPr>
          </p:sp>
        </mc:Fallback>
      </mc:AlternateContent>
      <mc:AlternateContent xmlns:mc="http://schemas.openxmlformats.org/markup-compatibility/2006" xmlns:p14="http://schemas.microsoft.com/office/powerpoint/2010/main">
        <mc:Choice Requires="p14">
          <p:contentPart p14:bwMode="auto" r:id="rId189">
            <p14:nvContentPartPr>
              <p14:cNvPr id="1050021" name="Encre 1050020"/>
              <p14:cNvContentPartPr/>
              <p14:nvPr/>
            </p14:nvContentPartPr>
            <p14:xfrm>
              <a:off x="6954410" y="1447378"/>
              <a:ext cx="184988" cy="243545"/>
            </p14:xfrm>
          </p:contentPart>
        </mc:Choice>
        <mc:Fallback xmlns="">
          <p:sp>
            <p:nvSpPr>
              <p:cNvPr id="1050021" name=""/>
              <p:cNvSpPr/>
              <p:nvPr/>
            </p:nvSpPr>
            <p:spPr>
              <a:xfrm>
                <a:off x="6954410" y="1447378"/>
                <a:ext cx="184988" cy="243545"/>
              </a:xfrm>
            </p:spPr>
          </p:sp>
        </mc:Fallback>
      </mc:AlternateContent>
      <mc:AlternateContent xmlns:mc="http://schemas.openxmlformats.org/markup-compatibility/2006" xmlns:p14="http://schemas.microsoft.com/office/powerpoint/2010/main">
        <mc:Choice Requires="p14">
          <p:contentPart p14:bwMode="auto" r:id="rId190">
            <p14:nvContentPartPr>
              <p14:cNvPr id="1050022" name="Encre 1050021"/>
              <p14:cNvContentPartPr/>
              <p14:nvPr/>
            </p14:nvContentPartPr>
            <p14:xfrm>
              <a:off x="6941759" y="1334714"/>
              <a:ext cx="192238" cy="16955"/>
            </p14:xfrm>
          </p:contentPart>
        </mc:Choice>
        <mc:Fallback xmlns="">
          <p:sp>
            <p:nvSpPr>
              <p:cNvPr id="1050022" name=""/>
              <p:cNvSpPr/>
              <p:nvPr/>
            </p:nvSpPr>
            <p:spPr>
              <a:xfrm>
                <a:off x="6941759" y="1334714"/>
                <a:ext cx="192238" cy="16955"/>
              </a:xfrm>
            </p:spPr>
          </p:sp>
        </mc:Fallback>
      </mc:AlternateContent>
      <mc:AlternateContent xmlns:mc="http://schemas.openxmlformats.org/markup-compatibility/2006" xmlns:p14="http://schemas.microsoft.com/office/powerpoint/2010/main">
        <mc:Choice Requires="p14">
          <p:contentPart p14:bwMode="auto" r:id="rId191">
            <p14:nvContentPartPr>
              <p14:cNvPr id="1050023" name="Encre 1050022"/>
              <p14:cNvContentPartPr/>
              <p14:nvPr/>
            </p14:nvContentPartPr>
            <p14:xfrm>
              <a:off x="7084732" y="1289697"/>
              <a:ext cx="83222" cy="194335"/>
            </p14:xfrm>
          </p:contentPart>
        </mc:Choice>
        <mc:Fallback xmlns="">
          <p:sp>
            <p:nvSpPr>
              <p:cNvPr id="1050023" name=""/>
              <p:cNvSpPr/>
              <p:nvPr/>
            </p:nvSpPr>
            <p:spPr>
              <a:xfrm>
                <a:off x="7084732" y="1289697"/>
                <a:ext cx="83222" cy="194335"/>
              </a:xfrm>
            </p:spPr>
          </p:sp>
        </mc:Fallback>
      </mc:AlternateContent>
      <mc:AlternateContent xmlns:mc="http://schemas.openxmlformats.org/markup-compatibility/2006" xmlns:p14="http://schemas.microsoft.com/office/powerpoint/2010/main">
        <mc:Choice Requires="p14">
          <p:contentPart p14:bwMode="auto" r:id="rId192">
            <p14:nvContentPartPr>
              <p14:cNvPr id="1050024" name="Encre 1050023"/>
              <p14:cNvContentPartPr/>
              <p14:nvPr/>
            </p14:nvContentPartPr>
            <p14:xfrm>
              <a:off x="7302977" y="1552016"/>
              <a:ext cx="115641" cy="6859"/>
            </p14:xfrm>
          </p:contentPart>
        </mc:Choice>
        <mc:Fallback xmlns="">
          <p:sp>
            <p:nvSpPr>
              <p:cNvPr id="1050024" name=""/>
              <p:cNvSpPr/>
              <p:nvPr/>
            </p:nvSpPr>
            <p:spPr>
              <a:xfrm>
                <a:off x="7302977" y="1552016"/>
                <a:ext cx="115641" cy="6859"/>
              </a:xfrm>
            </p:spPr>
          </p:sp>
        </mc:Fallback>
      </mc:AlternateContent>
      <mc:AlternateContent xmlns:mc="http://schemas.openxmlformats.org/markup-compatibility/2006" xmlns:p14="http://schemas.microsoft.com/office/powerpoint/2010/main">
        <mc:Choice Requires="p14">
          <p:contentPart p14:bwMode="auto" r:id="rId193">
            <p14:nvContentPartPr>
              <p14:cNvPr id="1050025" name="Encre 1050024"/>
              <p14:cNvContentPartPr/>
              <p14:nvPr/>
            </p14:nvContentPartPr>
            <p14:xfrm>
              <a:off x="7330310" y="1625280"/>
              <a:ext cx="103660" cy="9524"/>
            </p14:xfrm>
          </p:contentPart>
        </mc:Choice>
        <mc:Fallback xmlns="">
          <p:sp>
            <p:nvSpPr>
              <p:cNvPr id="1050025" name=""/>
              <p:cNvSpPr/>
              <p:nvPr/>
            </p:nvSpPr>
            <p:spPr>
              <a:xfrm>
                <a:off x="7330310" y="1625280"/>
                <a:ext cx="103660" cy="9524"/>
              </a:xfrm>
            </p:spPr>
          </p:sp>
        </mc:Fallback>
      </mc:AlternateContent>
      <mc:AlternateContent xmlns:mc="http://schemas.openxmlformats.org/markup-compatibility/2006" xmlns:p14="http://schemas.microsoft.com/office/powerpoint/2010/main">
        <mc:Choice Requires="p14">
          <p:contentPart p14:bwMode="auto" r:id="rId194">
            <p14:nvContentPartPr>
              <p14:cNvPr id="1050026" name="Encre 1050025"/>
              <p14:cNvContentPartPr/>
              <p14:nvPr/>
            </p14:nvContentPartPr>
            <p14:xfrm>
              <a:off x="7575469" y="1564675"/>
              <a:ext cx="193254" cy="28972"/>
            </p14:xfrm>
          </p:contentPart>
        </mc:Choice>
        <mc:Fallback xmlns="">
          <p:sp>
            <p:nvSpPr>
              <p:cNvPr id="1050026" name=""/>
              <p:cNvSpPr/>
              <p:nvPr/>
            </p:nvSpPr>
            <p:spPr>
              <a:xfrm>
                <a:off x="7575469" y="1564675"/>
                <a:ext cx="193254" cy="28972"/>
              </a:xfrm>
            </p:spPr>
          </p:sp>
        </mc:Fallback>
      </mc:AlternateContent>
      <mc:AlternateContent xmlns:mc="http://schemas.openxmlformats.org/markup-compatibility/2006" xmlns:p14="http://schemas.microsoft.com/office/powerpoint/2010/main">
        <mc:Choice Requires="p14">
          <p:contentPart p14:bwMode="auto" r:id="rId195">
            <p14:nvContentPartPr>
              <p14:cNvPr id="1050027" name="Encre 1050026"/>
              <p14:cNvContentPartPr/>
              <p14:nvPr/>
            </p14:nvContentPartPr>
            <p14:xfrm>
              <a:off x="7865874" y="1441150"/>
              <a:ext cx="172998" cy="198282"/>
            </p14:xfrm>
          </p:contentPart>
        </mc:Choice>
        <mc:Fallback xmlns="">
          <p:sp>
            <p:nvSpPr>
              <p:cNvPr id="1050027" name=""/>
              <p:cNvSpPr/>
              <p:nvPr/>
            </p:nvSpPr>
            <p:spPr>
              <a:xfrm>
                <a:off x="7865874" y="1441150"/>
                <a:ext cx="172998" cy="198282"/>
              </a:xfrm>
            </p:spPr>
          </p:sp>
        </mc:Fallback>
      </mc:AlternateContent>
      <mc:AlternateContent xmlns:mc="http://schemas.openxmlformats.org/markup-compatibility/2006" xmlns:p14="http://schemas.microsoft.com/office/powerpoint/2010/main">
        <mc:Choice Requires="p14">
          <p:contentPart p14:bwMode="auto" r:id="rId196">
            <p14:nvContentPartPr>
              <p14:cNvPr id="1050028" name="Encre 1050027"/>
              <p14:cNvContentPartPr/>
              <p14:nvPr/>
            </p14:nvContentPartPr>
            <p14:xfrm>
              <a:off x="8018687" y="1274890"/>
              <a:ext cx="109367" cy="139793"/>
            </p14:xfrm>
          </p:contentPart>
        </mc:Choice>
        <mc:Fallback xmlns="">
          <p:sp>
            <p:nvSpPr>
              <p:cNvPr id="1050028" name=""/>
              <p:cNvSpPr/>
              <p:nvPr/>
            </p:nvSpPr>
            <p:spPr>
              <a:xfrm>
                <a:off x="8018687" y="1274890"/>
                <a:ext cx="109367" cy="139793"/>
              </a:xfrm>
            </p:spPr>
          </p:sp>
        </mc:Fallback>
      </mc:AlternateContent>
      <mc:AlternateContent xmlns:mc="http://schemas.openxmlformats.org/markup-compatibility/2006" xmlns:p14="http://schemas.microsoft.com/office/powerpoint/2010/main">
        <mc:Choice Requires="p14">
          <p:contentPart p14:bwMode="auto" r:id="rId197">
            <p14:nvContentPartPr>
              <p14:cNvPr id="1050029" name="Encre 1050028"/>
              <p14:cNvContentPartPr/>
              <p14:nvPr/>
            </p14:nvContentPartPr>
            <p14:xfrm>
              <a:off x="8198278" y="1434930"/>
              <a:ext cx="140417" cy="173217"/>
            </p14:xfrm>
          </p:contentPart>
        </mc:Choice>
        <mc:Fallback xmlns="">
          <p:sp>
            <p:nvSpPr>
              <p:cNvPr id="1050029" name=""/>
              <p:cNvSpPr/>
              <p:nvPr/>
            </p:nvSpPr>
            <p:spPr>
              <a:xfrm>
                <a:off x="8198278" y="1434930"/>
                <a:ext cx="140417" cy="173217"/>
              </a:xfrm>
            </p:spPr>
          </p:sp>
        </mc:Fallback>
      </mc:AlternateContent>
      <mc:AlternateContent xmlns:mc="http://schemas.openxmlformats.org/markup-compatibility/2006" xmlns:p14="http://schemas.microsoft.com/office/powerpoint/2010/main">
        <mc:Choice Requires="p14">
          <p:contentPart p14:bwMode="auto" r:id="rId198">
            <p14:nvContentPartPr>
              <p14:cNvPr id="1050030" name="Encre 1050029"/>
              <p14:cNvContentPartPr/>
              <p14:nvPr/>
            </p14:nvContentPartPr>
            <p14:xfrm>
              <a:off x="8284450" y="1217166"/>
              <a:ext cx="182129" cy="171435"/>
            </p14:xfrm>
          </p:contentPart>
        </mc:Choice>
        <mc:Fallback xmlns="">
          <p:sp>
            <p:nvSpPr>
              <p:cNvPr id="1050030" name=""/>
              <p:cNvSpPr/>
              <p:nvPr/>
            </p:nvSpPr>
            <p:spPr>
              <a:xfrm>
                <a:off x="8284450" y="1217166"/>
                <a:ext cx="182129" cy="171435"/>
              </a:xfrm>
            </p:spPr>
          </p:sp>
        </mc:Fallback>
      </mc:AlternateContent>
      <mc:AlternateContent xmlns:mc="http://schemas.openxmlformats.org/markup-compatibility/2006" xmlns:p14="http://schemas.microsoft.com/office/powerpoint/2010/main">
        <mc:Choice Requires="p14">
          <p:contentPart p14:bwMode="auto" r:id="rId199">
            <p14:nvContentPartPr>
              <p14:cNvPr id="1050031" name="Encre 1050030"/>
              <p14:cNvContentPartPr/>
              <p14:nvPr/>
            </p14:nvContentPartPr>
            <p14:xfrm>
              <a:off x="8537815" y="1282815"/>
              <a:ext cx="142642" cy="237394"/>
            </p14:xfrm>
          </p:contentPart>
        </mc:Choice>
        <mc:Fallback xmlns="">
          <p:sp>
            <p:nvSpPr>
              <p:cNvPr id="1050031" name=""/>
              <p:cNvSpPr/>
              <p:nvPr/>
            </p:nvSpPr>
            <p:spPr>
              <a:xfrm>
                <a:off x="8537815" y="1282815"/>
                <a:ext cx="142642" cy="237394"/>
              </a:xfrm>
            </p:spPr>
          </p:sp>
        </mc:Fallback>
      </mc:AlternateContent>
      <mc:AlternateContent xmlns:mc="http://schemas.openxmlformats.org/markup-compatibility/2006" xmlns:p14="http://schemas.microsoft.com/office/powerpoint/2010/main">
        <mc:Choice Requires="p14">
          <p:contentPart p14:bwMode="auto" r:id="rId200">
            <p14:nvContentPartPr>
              <p14:cNvPr id="1050032" name="Encre 1050031"/>
              <p14:cNvContentPartPr/>
              <p14:nvPr/>
            </p14:nvContentPartPr>
            <p14:xfrm>
              <a:off x="8660807" y="1100870"/>
              <a:ext cx="127835" cy="181966"/>
            </p14:xfrm>
          </p:contentPart>
        </mc:Choice>
        <mc:Fallback xmlns="">
          <p:sp>
            <p:nvSpPr>
              <p:cNvPr id="1050032" name=""/>
              <p:cNvSpPr/>
              <p:nvPr/>
            </p:nvSpPr>
            <p:spPr>
              <a:xfrm>
                <a:off x="8660807" y="1100870"/>
                <a:ext cx="127835" cy="181966"/>
              </a:xfrm>
            </p:spPr>
          </p:sp>
        </mc:Fallback>
      </mc:AlternateContent>
      <mc:AlternateContent xmlns:mc="http://schemas.openxmlformats.org/markup-compatibility/2006" xmlns:p14="http://schemas.microsoft.com/office/powerpoint/2010/main">
        <mc:Choice Requires="p14">
          <p:contentPart p14:bwMode="auto" r:id="rId201">
            <p14:nvContentPartPr>
              <p14:cNvPr id="1050033" name="Encre 1050032"/>
              <p14:cNvContentPartPr/>
              <p14:nvPr/>
            </p14:nvContentPartPr>
            <p14:xfrm>
              <a:off x="8777923" y="1351669"/>
              <a:ext cx="128871" cy="151564"/>
            </p14:xfrm>
          </p:contentPart>
        </mc:Choice>
        <mc:Fallback xmlns="">
          <p:sp>
            <p:nvSpPr>
              <p:cNvPr id="1050033" name=""/>
              <p:cNvSpPr/>
              <p:nvPr/>
            </p:nvSpPr>
            <p:spPr>
              <a:xfrm>
                <a:off x="8777923" y="1351669"/>
                <a:ext cx="128871" cy="151564"/>
              </a:xfrm>
            </p:spPr>
          </p:sp>
        </mc:Fallback>
      </mc:AlternateContent>
      <mc:AlternateContent xmlns:mc="http://schemas.openxmlformats.org/markup-compatibility/2006" xmlns:p14="http://schemas.microsoft.com/office/powerpoint/2010/main">
        <mc:Choice Requires="p14">
          <p:contentPart p14:bwMode="auto" r:id="rId202">
            <p14:nvContentPartPr>
              <p14:cNvPr id="1050034" name="Encre 1050033"/>
              <p14:cNvContentPartPr/>
              <p14:nvPr/>
            </p14:nvContentPartPr>
            <p14:xfrm>
              <a:off x="8522880" y="1578101"/>
              <a:ext cx="384473" cy="35888"/>
            </p14:xfrm>
          </p:contentPart>
        </mc:Choice>
        <mc:Fallback xmlns="">
          <p:sp>
            <p:nvSpPr>
              <p:cNvPr id="1050034" name=""/>
              <p:cNvSpPr/>
              <p:nvPr/>
            </p:nvSpPr>
            <p:spPr>
              <a:xfrm>
                <a:off x="8522880" y="1578101"/>
                <a:ext cx="384473" cy="35888"/>
              </a:xfrm>
            </p:spPr>
          </p:sp>
        </mc:Fallback>
      </mc:AlternateContent>
      <mc:AlternateContent xmlns:mc="http://schemas.openxmlformats.org/markup-compatibility/2006" xmlns:p14="http://schemas.microsoft.com/office/powerpoint/2010/main">
        <mc:Choice Requires="p14">
          <p:contentPart p14:bwMode="auto" r:id="rId203">
            <p14:nvContentPartPr>
              <p14:cNvPr id="1050035" name="Encre 1050034"/>
              <p14:cNvContentPartPr/>
              <p14:nvPr/>
            </p14:nvContentPartPr>
            <p14:xfrm>
              <a:off x="8576207" y="1679746"/>
              <a:ext cx="344301" cy="290360"/>
            </p14:xfrm>
          </p:contentPart>
        </mc:Choice>
        <mc:Fallback xmlns="">
          <p:sp>
            <p:nvSpPr>
              <p:cNvPr id="1050035" name=""/>
              <p:cNvSpPr/>
              <p:nvPr/>
            </p:nvSpPr>
            <p:spPr>
              <a:xfrm>
                <a:off x="8576207" y="1679746"/>
                <a:ext cx="344301" cy="290360"/>
              </a:xfrm>
            </p:spPr>
          </p:sp>
        </mc:Fallback>
      </mc:AlternateContent>
      <mc:AlternateContent xmlns:mc="http://schemas.openxmlformats.org/markup-compatibility/2006" xmlns:p14="http://schemas.microsoft.com/office/powerpoint/2010/main">
        <mc:Choice Requires="p14">
          <p:contentPart p14:bwMode="auto" r:id="rId204">
            <p14:nvContentPartPr>
              <p14:cNvPr id="1050036" name="Encre 1050035"/>
              <p14:cNvContentPartPr/>
              <p14:nvPr/>
            </p14:nvContentPartPr>
            <p14:xfrm>
              <a:off x="8952221" y="1722961"/>
              <a:ext cx="100003" cy="109576"/>
            </p14:xfrm>
          </p:contentPart>
        </mc:Choice>
        <mc:Fallback xmlns="">
          <p:sp>
            <p:nvSpPr>
              <p:cNvPr id="1050036" name=""/>
              <p:cNvSpPr/>
              <p:nvPr/>
            </p:nvSpPr>
            <p:spPr>
              <a:xfrm>
                <a:off x="8952221" y="1722961"/>
                <a:ext cx="100003" cy="109576"/>
              </a:xfrm>
            </p:spPr>
          </p:sp>
        </mc:Fallback>
      </mc:AlternateContent>
      <mc:AlternateContent xmlns:mc="http://schemas.openxmlformats.org/markup-compatibility/2006" xmlns:p14="http://schemas.microsoft.com/office/powerpoint/2010/main">
        <mc:Choice Requires="p14">
          <p:contentPart p14:bwMode="auto" r:id="rId205">
            <p14:nvContentPartPr>
              <p14:cNvPr id="1050037" name="Encre 1050036"/>
              <p14:cNvContentPartPr/>
              <p14:nvPr/>
            </p14:nvContentPartPr>
            <p14:xfrm>
              <a:off x="9183923" y="1542744"/>
              <a:ext cx="163123" cy="2412"/>
            </p14:xfrm>
          </p:contentPart>
        </mc:Choice>
        <mc:Fallback xmlns="">
          <p:sp>
            <p:nvSpPr>
              <p:cNvPr id="1050037" name=""/>
              <p:cNvSpPr/>
              <p:nvPr/>
            </p:nvSpPr>
            <p:spPr>
              <a:xfrm>
                <a:off x="9183923" y="1542744"/>
                <a:ext cx="163123" cy="2412"/>
              </a:xfrm>
            </p:spPr>
          </p:sp>
        </mc:Fallback>
      </mc:AlternateContent>
      <mc:AlternateContent xmlns:mc="http://schemas.openxmlformats.org/markup-compatibility/2006" xmlns:p14="http://schemas.microsoft.com/office/powerpoint/2010/main">
        <mc:Choice Requires="p14">
          <p:contentPart p14:bwMode="auto" r:id="rId206">
            <p14:nvContentPartPr>
              <p14:cNvPr id="1050038" name="Encre 1050037"/>
              <p14:cNvContentPartPr/>
              <p14:nvPr/>
            </p14:nvContentPartPr>
            <p14:xfrm>
              <a:off x="9442255" y="1387623"/>
              <a:ext cx="136948" cy="198832"/>
            </p14:xfrm>
          </p:contentPart>
        </mc:Choice>
        <mc:Fallback xmlns="">
          <p:sp>
            <p:nvSpPr>
              <p:cNvPr id="1050038" name=""/>
              <p:cNvSpPr/>
              <p:nvPr/>
            </p:nvSpPr>
            <p:spPr>
              <a:xfrm>
                <a:off x="9442255" y="1387623"/>
                <a:ext cx="136948" cy="198832"/>
              </a:xfrm>
            </p:spPr>
          </p:sp>
        </mc:Fallback>
      </mc:AlternateContent>
      <mc:AlternateContent xmlns:mc="http://schemas.openxmlformats.org/markup-compatibility/2006" xmlns:p14="http://schemas.microsoft.com/office/powerpoint/2010/main">
        <mc:Choice Requires="p14">
          <p:contentPart p14:bwMode="auto" r:id="rId207">
            <p14:nvContentPartPr>
              <p14:cNvPr id="1050039" name="Encre 1050038"/>
              <p14:cNvContentPartPr/>
              <p14:nvPr/>
            </p14:nvContentPartPr>
            <p14:xfrm>
              <a:off x="9588610" y="1195049"/>
              <a:ext cx="149698" cy="107482"/>
            </p14:xfrm>
          </p:contentPart>
        </mc:Choice>
        <mc:Fallback xmlns="">
          <p:sp>
            <p:nvSpPr>
              <p:cNvPr id="1050039" name=""/>
              <p:cNvSpPr/>
              <p:nvPr/>
            </p:nvSpPr>
            <p:spPr>
              <a:xfrm>
                <a:off x="9588610" y="1195049"/>
                <a:ext cx="149698" cy="107482"/>
              </a:xfrm>
            </p:spPr>
          </p:sp>
        </mc:Fallback>
      </mc:AlternateContent>
      <mc:AlternateContent xmlns:mc="http://schemas.openxmlformats.org/markup-compatibility/2006" xmlns:p14="http://schemas.microsoft.com/office/powerpoint/2010/main">
        <mc:Choice Requires="p14">
          <p:contentPart p14:bwMode="auto" r:id="rId208">
            <p14:nvContentPartPr>
              <p14:cNvPr id="1050040" name="Encre 1050039"/>
              <p14:cNvContentPartPr/>
              <p14:nvPr/>
            </p14:nvContentPartPr>
            <p14:xfrm>
              <a:off x="9729325" y="1407256"/>
              <a:ext cx="115908" cy="137405"/>
            </p14:xfrm>
          </p:contentPart>
        </mc:Choice>
        <mc:Fallback xmlns="">
          <p:sp>
            <p:nvSpPr>
              <p:cNvPr id="1050040" name=""/>
              <p:cNvSpPr/>
              <p:nvPr/>
            </p:nvSpPr>
            <p:spPr>
              <a:xfrm>
                <a:off x="9729325" y="1407256"/>
                <a:ext cx="115908" cy="137405"/>
              </a:xfrm>
            </p:spPr>
          </p:sp>
        </mc:Fallback>
      </mc:AlternateContent>
      <mc:AlternateContent xmlns:mc="http://schemas.openxmlformats.org/markup-compatibility/2006" xmlns:p14="http://schemas.microsoft.com/office/powerpoint/2010/main">
        <mc:Choice Requires="p14">
          <p:contentPart p14:bwMode="auto" r:id="rId209">
            <p14:nvContentPartPr>
              <p14:cNvPr id="1050041" name="Encre 1050040"/>
              <p14:cNvContentPartPr/>
              <p14:nvPr/>
            </p14:nvContentPartPr>
            <p14:xfrm>
              <a:off x="9865570" y="1155428"/>
              <a:ext cx="104140" cy="201976"/>
            </p14:xfrm>
          </p:contentPart>
        </mc:Choice>
        <mc:Fallback xmlns="">
          <p:sp>
            <p:nvSpPr>
              <p:cNvPr id="1050041" name=""/>
              <p:cNvSpPr/>
              <p:nvPr/>
            </p:nvSpPr>
            <p:spPr>
              <a:xfrm>
                <a:off x="9865570" y="1155428"/>
                <a:ext cx="104140" cy="201976"/>
              </a:xfrm>
            </p:spPr>
          </p:sp>
        </mc:Fallback>
      </mc:AlternateContent>
      <mc:AlternateContent xmlns:mc="http://schemas.openxmlformats.org/markup-compatibility/2006" xmlns:p14="http://schemas.microsoft.com/office/powerpoint/2010/main">
        <mc:Choice Requires="p14">
          <p:contentPart p14:bwMode="auto" r:id="rId210">
            <p14:nvContentPartPr>
              <p14:cNvPr id="1050042" name="Encre 1050041"/>
              <p14:cNvContentPartPr/>
              <p14:nvPr/>
            </p14:nvContentPartPr>
            <p14:xfrm>
              <a:off x="10097272" y="1054815"/>
              <a:ext cx="138651" cy="703198"/>
            </p14:xfrm>
          </p:contentPart>
        </mc:Choice>
        <mc:Fallback xmlns="">
          <p:sp>
            <p:nvSpPr>
              <p:cNvPr id="1050042" name=""/>
              <p:cNvSpPr/>
              <p:nvPr/>
            </p:nvSpPr>
            <p:spPr>
              <a:xfrm>
                <a:off x="10097272" y="1054815"/>
                <a:ext cx="138651" cy="703198"/>
              </a:xfrm>
            </p:spPr>
          </p:sp>
        </mc:Fallback>
      </mc:AlternateContent>
      <mc:AlternateContent xmlns:mc="http://schemas.openxmlformats.org/markup-compatibility/2006" xmlns:p14="http://schemas.microsoft.com/office/powerpoint/2010/main">
        <mc:Choice Requires="p14">
          <p:contentPart p14:bwMode="auto" r:id="rId211">
            <p14:nvContentPartPr>
              <p14:cNvPr id="1050043" name="Encre 1050042"/>
              <p14:cNvContentPartPr/>
              <p14:nvPr/>
            </p14:nvContentPartPr>
            <p14:xfrm>
              <a:off x="7503073" y="1186093"/>
              <a:ext cx="140519" cy="836975"/>
            </p14:xfrm>
          </p:contentPart>
        </mc:Choice>
        <mc:Fallback xmlns="">
          <p:sp>
            <p:nvSpPr>
              <p:cNvPr id="1050043" name=""/>
              <p:cNvSpPr/>
              <p:nvPr/>
            </p:nvSpPr>
            <p:spPr>
              <a:xfrm>
                <a:off x="7503073" y="1186093"/>
                <a:ext cx="140519" cy="836975"/>
              </a:xfrm>
            </p:spPr>
          </p:sp>
        </mc:Fallback>
      </mc:AlternateContent>
      <mc:AlternateContent xmlns:mc="http://schemas.openxmlformats.org/markup-compatibility/2006" xmlns:p14="http://schemas.microsoft.com/office/powerpoint/2010/main">
        <mc:Choice Requires="p14">
          <p:contentPart p14:bwMode="auto" r:id="rId212">
            <p14:nvContentPartPr>
              <p14:cNvPr id="1050044" name="Encre 1050043"/>
              <p14:cNvContentPartPr/>
              <p14:nvPr/>
            </p14:nvContentPartPr>
            <p14:xfrm>
              <a:off x="10325367" y="1382281"/>
              <a:ext cx="130248" cy="169453"/>
            </p14:xfrm>
          </p:contentPart>
        </mc:Choice>
        <mc:Fallback xmlns="">
          <p:sp>
            <p:nvSpPr>
              <p:cNvPr id="1050044" name=""/>
              <p:cNvSpPr/>
              <p:nvPr/>
            </p:nvSpPr>
            <p:spPr>
              <a:xfrm>
                <a:off x="10325367" y="1382281"/>
                <a:ext cx="130248" cy="169453"/>
              </a:xfrm>
            </p:spPr>
          </p:sp>
        </mc:Fallback>
      </mc:AlternateContent>
      <mc:AlternateContent xmlns:mc="http://schemas.openxmlformats.org/markup-compatibility/2006" xmlns:p14="http://schemas.microsoft.com/office/powerpoint/2010/main">
        <mc:Choice Requires="p14">
          <p:contentPart p14:bwMode="auto" r:id="rId213">
            <p14:nvContentPartPr>
              <p14:cNvPr id="1050045" name="Encre 1050044"/>
              <p14:cNvContentPartPr/>
              <p14:nvPr/>
            </p14:nvContentPartPr>
            <p14:xfrm>
              <a:off x="10479772" y="1517793"/>
              <a:ext cx="127348" cy="171591"/>
            </p14:xfrm>
          </p:contentPart>
        </mc:Choice>
        <mc:Fallback xmlns="">
          <p:sp>
            <p:nvSpPr>
              <p:cNvPr id="1050045" name=""/>
              <p:cNvSpPr/>
              <p:nvPr/>
            </p:nvSpPr>
            <p:spPr>
              <a:xfrm>
                <a:off x="10479772" y="1517793"/>
                <a:ext cx="127348" cy="171591"/>
              </a:xfrm>
            </p:spPr>
          </p:sp>
        </mc:Fallback>
      </mc:AlternateContent>
      <mc:AlternateContent xmlns:mc="http://schemas.openxmlformats.org/markup-compatibility/2006" xmlns:p14="http://schemas.microsoft.com/office/powerpoint/2010/main">
        <mc:Choice Requires="p14">
          <p:contentPart p14:bwMode="auto" r:id="rId214">
            <p14:nvContentPartPr>
              <p14:cNvPr id="1050046" name="Encre 1050045"/>
              <p14:cNvContentPartPr/>
              <p14:nvPr/>
            </p14:nvContentPartPr>
            <p14:xfrm>
              <a:off x="10356306" y="1248539"/>
              <a:ext cx="269784" cy="12366"/>
            </p14:xfrm>
          </p:contentPart>
        </mc:Choice>
        <mc:Fallback xmlns="">
          <p:sp>
            <p:nvSpPr>
              <p:cNvPr id="1050046" name=""/>
              <p:cNvSpPr/>
              <p:nvPr/>
            </p:nvSpPr>
            <p:spPr>
              <a:xfrm>
                <a:off x="10356306" y="1248539"/>
                <a:ext cx="269784" cy="12366"/>
              </a:xfrm>
            </p:spPr>
          </p:sp>
        </mc:Fallback>
      </mc:AlternateContent>
      <mc:AlternateContent xmlns:mc="http://schemas.openxmlformats.org/markup-compatibility/2006" xmlns:p14="http://schemas.microsoft.com/office/powerpoint/2010/main">
        <mc:Choice Requires="p14">
          <p:contentPart p14:bwMode="auto" r:id="rId215">
            <p14:nvContentPartPr>
              <p14:cNvPr id="1050047" name="Encre 1050046"/>
              <p14:cNvContentPartPr/>
              <p14:nvPr/>
            </p14:nvContentPartPr>
            <p14:xfrm>
              <a:off x="10601885" y="1199812"/>
              <a:ext cx="74572" cy="108758"/>
            </p14:xfrm>
          </p:contentPart>
        </mc:Choice>
        <mc:Fallback xmlns="">
          <p:sp>
            <p:nvSpPr>
              <p:cNvPr id="1050047" name=""/>
              <p:cNvSpPr/>
              <p:nvPr/>
            </p:nvSpPr>
            <p:spPr>
              <a:xfrm>
                <a:off x="10601885" y="1199812"/>
                <a:ext cx="74572" cy="108758"/>
              </a:xfrm>
            </p:spPr>
          </p:sp>
        </mc:Fallback>
      </mc:AlternateContent>
      <mc:AlternateContent xmlns:mc="http://schemas.openxmlformats.org/markup-compatibility/2006" xmlns:p14="http://schemas.microsoft.com/office/powerpoint/2010/main">
        <mc:Choice Requires="p14">
          <p:contentPart p14:bwMode="auto" r:id="rId216">
            <p14:nvContentPartPr>
              <p14:cNvPr id="1050048" name="Encre 1050047"/>
              <p14:cNvContentPartPr/>
              <p14:nvPr/>
            </p14:nvContentPartPr>
            <p14:xfrm>
              <a:off x="7296249" y="2476776"/>
              <a:ext cx="148450" cy="14293"/>
            </p14:xfrm>
          </p:contentPart>
        </mc:Choice>
        <mc:Fallback xmlns="">
          <p:sp>
            <p:nvSpPr>
              <p:cNvPr id="1050048" name=""/>
              <p:cNvSpPr/>
              <p:nvPr/>
            </p:nvSpPr>
            <p:spPr>
              <a:xfrm>
                <a:off x="7296249" y="2476776"/>
                <a:ext cx="148450" cy="14293"/>
              </a:xfrm>
            </p:spPr>
          </p:sp>
        </mc:Fallback>
      </mc:AlternateContent>
      <mc:AlternateContent xmlns:mc="http://schemas.openxmlformats.org/markup-compatibility/2006" xmlns:p14="http://schemas.microsoft.com/office/powerpoint/2010/main">
        <mc:Choice Requires="p14">
          <p:contentPart p14:bwMode="auto" r:id="rId217">
            <p14:nvContentPartPr>
              <p14:cNvPr id="1050049" name="Encre 1050048"/>
              <p14:cNvContentPartPr/>
              <p14:nvPr/>
            </p14:nvContentPartPr>
            <p14:xfrm>
              <a:off x="7282372" y="2622923"/>
              <a:ext cx="137005" cy="12906"/>
            </p14:xfrm>
          </p:contentPart>
        </mc:Choice>
        <mc:Fallback xmlns="">
          <p:sp>
            <p:nvSpPr>
              <p:cNvPr id="1050049" name=""/>
              <p:cNvSpPr/>
              <p:nvPr/>
            </p:nvSpPr>
            <p:spPr>
              <a:xfrm>
                <a:off x="7282372" y="2622923"/>
                <a:ext cx="137005" cy="12906"/>
              </a:xfrm>
            </p:spPr>
          </p:sp>
        </mc:Fallback>
      </mc:AlternateContent>
      <mc:AlternateContent xmlns:mc="http://schemas.openxmlformats.org/markup-compatibility/2006" xmlns:p14="http://schemas.microsoft.com/office/powerpoint/2010/main">
        <mc:Choice Requires="p14">
          <p:contentPart p14:bwMode="auto" r:id="rId218">
            <p14:nvContentPartPr>
              <p14:cNvPr id="1050050" name="Encre 1050049"/>
              <p14:cNvContentPartPr/>
              <p14:nvPr/>
            </p14:nvContentPartPr>
            <p14:xfrm>
              <a:off x="7555284" y="2538941"/>
              <a:ext cx="135600" cy="7477"/>
            </p14:xfrm>
          </p:contentPart>
        </mc:Choice>
        <mc:Fallback xmlns="">
          <p:sp>
            <p:nvSpPr>
              <p:cNvPr id="1050050" name=""/>
              <p:cNvSpPr/>
              <p:nvPr/>
            </p:nvSpPr>
            <p:spPr>
              <a:xfrm>
                <a:off x="7555284" y="2538941"/>
                <a:ext cx="135600" cy="7477"/>
              </a:xfrm>
            </p:spPr>
          </p:sp>
        </mc:Fallback>
      </mc:AlternateContent>
      <mc:AlternateContent xmlns:mc="http://schemas.openxmlformats.org/markup-compatibility/2006" xmlns:p14="http://schemas.microsoft.com/office/powerpoint/2010/main">
        <mc:Choice Requires="p14">
          <p:contentPart p14:bwMode="auto" r:id="rId219">
            <p14:nvContentPartPr>
              <p14:cNvPr id="1050051" name="Encre 1050050"/>
              <p14:cNvContentPartPr/>
              <p14:nvPr/>
            </p14:nvContentPartPr>
            <p14:xfrm>
              <a:off x="7760392" y="2408281"/>
              <a:ext cx="143607" cy="196953"/>
            </p14:xfrm>
          </p:contentPart>
        </mc:Choice>
        <mc:Fallback xmlns="">
          <p:sp>
            <p:nvSpPr>
              <p:cNvPr id="1050051" name=""/>
              <p:cNvSpPr/>
              <p:nvPr/>
            </p:nvSpPr>
            <p:spPr>
              <a:xfrm>
                <a:off x="7760392" y="2408281"/>
                <a:ext cx="143607" cy="196953"/>
              </a:xfrm>
            </p:spPr>
          </p:sp>
        </mc:Fallback>
      </mc:AlternateContent>
      <mc:AlternateContent xmlns:mc="http://schemas.openxmlformats.org/markup-compatibility/2006" xmlns:p14="http://schemas.microsoft.com/office/powerpoint/2010/main">
        <mc:Choice Requires="p14">
          <p:contentPart p14:bwMode="auto" r:id="rId220">
            <p14:nvContentPartPr>
              <p14:cNvPr id="1050052" name="Encre 1050051"/>
              <p14:cNvContentPartPr/>
              <p14:nvPr/>
            </p14:nvContentPartPr>
            <p14:xfrm>
              <a:off x="7878658" y="2211140"/>
              <a:ext cx="167362" cy="127835"/>
            </p14:xfrm>
          </p:contentPart>
        </mc:Choice>
        <mc:Fallback xmlns="">
          <p:sp>
            <p:nvSpPr>
              <p:cNvPr id="1050052" name=""/>
              <p:cNvSpPr/>
              <p:nvPr/>
            </p:nvSpPr>
            <p:spPr>
              <a:xfrm>
                <a:off x="7878658" y="2211140"/>
                <a:ext cx="167362" cy="127835"/>
              </a:xfrm>
            </p:spPr>
          </p:sp>
        </mc:Fallback>
      </mc:AlternateContent>
      <mc:AlternateContent xmlns:mc="http://schemas.openxmlformats.org/markup-compatibility/2006" xmlns:p14="http://schemas.microsoft.com/office/powerpoint/2010/main">
        <mc:Choice Requires="p14">
          <p:contentPart p14:bwMode="auto" r:id="rId221">
            <p14:nvContentPartPr>
              <p14:cNvPr id="1050053" name="Encre 1050052"/>
              <p14:cNvContentPartPr/>
              <p14:nvPr/>
            </p14:nvContentPartPr>
            <p14:xfrm>
              <a:off x="8061069" y="2445334"/>
              <a:ext cx="144745" cy="154756"/>
            </p14:xfrm>
          </p:contentPart>
        </mc:Choice>
        <mc:Fallback xmlns="">
          <p:sp>
            <p:nvSpPr>
              <p:cNvPr id="1050053" name=""/>
              <p:cNvSpPr/>
              <p:nvPr/>
            </p:nvSpPr>
            <p:spPr>
              <a:xfrm>
                <a:off x="8061069" y="2445334"/>
                <a:ext cx="144745" cy="154756"/>
              </a:xfrm>
            </p:spPr>
          </p:sp>
        </mc:Fallback>
      </mc:AlternateContent>
      <mc:AlternateContent xmlns:mc="http://schemas.openxmlformats.org/markup-compatibility/2006" xmlns:p14="http://schemas.microsoft.com/office/powerpoint/2010/main">
        <mc:Choice Requires="p14">
          <p:contentPart p14:bwMode="auto" r:id="rId222">
            <p14:nvContentPartPr>
              <p14:cNvPr id="1050054" name="Encre 1050053"/>
              <p14:cNvContentPartPr/>
              <p14:nvPr/>
            </p14:nvContentPartPr>
            <p14:xfrm>
              <a:off x="8188994" y="2243670"/>
              <a:ext cx="139190" cy="147885"/>
            </p14:xfrm>
          </p:contentPart>
        </mc:Choice>
        <mc:Fallback xmlns="">
          <p:sp>
            <p:nvSpPr>
              <p:cNvPr id="1050054" name=""/>
              <p:cNvSpPr/>
              <p:nvPr/>
            </p:nvSpPr>
            <p:spPr>
              <a:xfrm>
                <a:off x="8188994" y="2243670"/>
                <a:ext cx="139190" cy="147885"/>
              </a:xfrm>
            </p:spPr>
          </p:sp>
        </mc:Fallback>
      </mc:AlternateContent>
      <mc:AlternateContent xmlns:mc="http://schemas.openxmlformats.org/markup-compatibility/2006" xmlns:p14="http://schemas.microsoft.com/office/powerpoint/2010/main">
        <mc:Choice Requires="p14">
          <p:contentPart p14:bwMode="auto" r:id="rId223">
            <p14:nvContentPartPr>
              <p14:cNvPr id="1050055" name="Encre 1050054"/>
              <p14:cNvContentPartPr/>
              <p14:nvPr/>
            </p14:nvContentPartPr>
            <p14:xfrm>
              <a:off x="8364205" y="2139102"/>
              <a:ext cx="253034" cy="843524"/>
            </p14:xfrm>
          </p:contentPart>
        </mc:Choice>
        <mc:Fallback xmlns="">
          <p:sp>
            <p:nvSpPr>
              <p:cNvPr id="1050055" name=""/>
              <p:cNvSpPr/>
              <p:nvPr/>
            </p:nvSpPr>
            <p:spPr>
              <a:xfrm>
                <a:off x="8364205" y="2139102"/>
                <a:ext cx="253034" cy="843524"/>
              </a:xfrm>
            </p:spPr>
          </p:sp>
        </mc:Fallback>
      </mc:AlternateContent>
      <mc:AlternateContent xmlns:mc="http://schemas.openxmlformats.org/markup-compatibility/2006" xmlns:p14="http://schemas.microsoft.com/office/powerpoint/2010/main">
        <mc:Choice Requires="p14">
          <p:contentPart p14:bwMode="auto" r:id="rId224">
            <p14:nvContentPartPr>
              <p14:cNvPr id="1050056" name="Encre 1050055"/>
              <p14:cNvContentPartPr/>
              <p14:nvPr/>
            </p14:nvContentPartPr>
            <p14:xfrm>
              <a:off x="8651360" y="2387230"/>
              <a:ext cx="151159" cy="170082"/>
            </p14:xfrm>
          </p:contentPart>
        </mc:Choice>
        <mc:Fallback xmlns="">
          <p:sp>
            <p:nvSpPr>
              <p:cNvPr id="1050056" name=""/>
              <p:cNvSpPr/>
              <p:nvPr/>
            </p:nvSpPr>
            <p:spPr>
              <a:xfrm>
                <a:off x="8651360" y="2387230"/>
                <a:ext cx="151159" cy="170082"/>
              </a:xfrm>
            </p:spPr>
          </p:sp>
        </mc:Fallback>
      </mc:AlternateContent>
      <mc:AlternateContent xmlns:mc="http://schemas.openxmlformats.org/markup-compatibility/2006" xmlns:p14="http://schemas.microsoft.com/office/powerpoint/2010/main">
        <mc:Choice Requires="p14">
          <p:contentPart p14:bwMode="auto" r:id="rId225">
            <p14:nvContentPartPr>
              <p14:cNvPr id="1050057" name="Encre 1050056"/>
              <p14:cNvContentPartPr/>
              <p14:nvPr/>
            </p14:nvContentPartPr>
            <p14:xfrm>
              <a:off x="8800396" y="2193979"/>
              <a:ext cx="15580" cy="328861"/>
            </p14:xfrm>
          </p:contentPart>
        </mc:Choice>
        <mc:Fallback xmlns="">
          <p:sp>
            <p:nvSpPr>
              <p:cNvPr id="1050057" name=""/>
              <p:cNvSpPr/>
              <p:nvPr/>
            </p:nvSpPr>
            <p:spPr>
              <a:xfrm>
                <a:off x="8800396" y="2193979"/>
                <a:ext cx="15580" cy="328861"/>
              </a:xfrm>
            </p:spPr>
          </p:sp>
        </mc:Fallback>
      </mc:AlternateContent>
      <mc:AlternateContent xmlns:mc="http://schemas.openxmlformats.org/markup-compatibility/2006" xmlns:p14="http://schemas.microsoft.com/office/powerpoint/2010/main">
        <mc:Choice Requires="p14">
          <p:contentPart p14:bwMode="auto" r:id="rId226">
            <p14:nvContentPartPr>
              <p14:cNvPr id="1050058" name="Encre 1050057"/>
              <p14:cNvContentPartPr/>
              <p14:nvPr/>
            </p14:nvContentPartPr>
            <p14:xfrm>
              <a:off x="8872324" y="2107677"/>
              <a:ext cx="107230" cy="169089"/>
            </p14:xfrm>
          </p:contentPart>
        </mc:Choice>
        <mc:Fallback xmlns="">
          <p:sp>
            <p:nvSpPr>
              <p:cNvPr id="1050058" name=""/>
              <p:cNvSpPr/>
              <p:nvPr/>
            </p:nvSpPr>
            <p:spPr>
              <a:xfrm>
                <a:off x="8872324" y="2107677"/>
                <a:ext cx="107230" cy="169089"/>
              </a:xfrm>
            </p:spPr>
          </p:sp>
        </mc:Fallback>
      </mc:AlternateContent>
      <mc:AlternateContent xmlns:mc="http://schemas.openxmlformats.org/markup-compatibility/2006" xmlns:p14="http://schemas.microsoft.com/office/powerpoint/2010/main">
        <mc:Choice Requires="p14">
          <p:contentPart p14:bwMode="auto" r:id="rId227">
            <p14:nvContentPartPr>
              <p14:cNvPr id="1050059" name="Encre 1050058"/>
              <p14:cNvContentPartPr/>
              <p14:nvPr/>
            </p14:nvContentPartPr>
            <p14:xfrm>
              <a:off x="8990015" y="2366651"/>
              <a:ext cx="104179" cy="129597"/>
            </p14:xfrm>
          </p:contentPart>
        </mc:Choice>
        <mc:Fallback xmlns="">
          <p:sp>
            <p:nvSpPr>
              <p:cNvPr id="1050059" name=""/>
              <p:cNvSpPr/>
              <p:nvPr/>
            </p:nvSpPr>
            <p:spPr>
              <a:xfrm>
                <a:off x="8990015" y="2366651"/>
                <a:ext cx="104179" cy="129597"/>
              </a:xfrm>
            </p:spPr>
          </p:sp>
        </mc:Fallback>
      </mc:AlternateContent>
      <mc:AlternateContent xmlns:mc="http://schemas.openxmlformats.org/markup-compatibility/2006" xmlns:p14="http://schemas.microsoft.com/office/powerpoint/2010/main">
        <mc:Choice Requires="p14">
          <p:contentPart p14:bwMode="auto" r:id="rId228">
            <p14:nvContentPartPr>
              <p14:cNvPr id="1050060" name="Encre 1050059"/>
              <p14:cNvContentPartPr/>
              <p14:nvPr/>
            </p14:nvContentPartPr>
            <p14:xfrm>
              <a:off x="8734397" y="2595647"/>
              <a:ext cx="354862" cy="19367"/>
            </p14:xfrm>
          </p:contentPart>
        </mc:Choice>
        <mc:Fallback xmlns="">
          <p:sp>
            <p:nvSpPr>
              <p:cNvPr id="1050060" name=""/>
              <p:cNvSpPr/>
              <p:nvPr/>
            </p:nvSpPr>
            <p:spPr>
              <a:xfrm>
                <a:off x="8734397" y="2595647"/>
                <a:ext cx="354862" cy="19367"/>
              </a:xfrm>
            </p:spPr>
          </p:sp>
        </mc:Fallback>
      </mc:AlternateContent>
      <mc:AlternateContent xmlns:mc="http://schemas.openxmlformats.org/markup-compatibility/2006" xmlns:p14="http://schemas.microsoft.com/office/powerpoint/2010/main">
        <mc:Choice Requires="p14">
          <p:contentPart p14:bwMode="auto" r:id="rId229">
            <p14:nvContentPartPr>
              <p14:cNvPr id="1050061" name="Encre 1050060"/>
              <p14:cNvContentPartPr/>
              <p14:nvPr/>
            </p14:nvContentPartPr>
            <p14:xfrm>
              <a:off x="8763661" y="2649549"/>
              <a:ext cx="304661" cy="292068"/>
            </p14:xfrm>
          </p:contentPart>
        </mc:Choice>
        <mc:Fallback xmlns="">
          <p:sp>
            <p:nvSpPr>
              <p:cNvPr id="1050061" name=""/>
              <p:cNvSpPr/>
              <p:nvPr/>
            </p:nvSpPr>
            <p:spPr>
              <a:xfrm>
                <a:off x="8763661" y="2649549"/>
                <a:ext cx="304661" cy="292068"/>
              </a:xfrm>
            </p:spPr>
          </p:sp>
        </mc:Fallback>
      </mc:AlternateContent>
      <mc:AlternateContent xmlns:mc="http://schemas.openxmlformats.org/markup-compatibility/2006" xmlns:p14="http://schemas.microsoft.com/office/powerpoint/2010/main">
        <mc:Choice Requires="p14">
          <p:contentPart p14:bwMode="auto" r:id="rId230">
            <p14:nvContentPartPr>
              <p14:cNvPr id="1050062" name="Encre 1050061"/>
              <p14:cNvContentPartPr/>
              <p14:nvPr/>
            </p14:nvContentPartPr>
            <p14:xfrm>
              <a:off x="9122528" y="2722202"/>
              <a:ext cx="152281" cy="106992"/>
            </p14:xfrm>
          </p:contentPart>
        </mc:Choice>
        <mc:Fallback xmlns="">
          <p:sp>
            <p:nvSpPr>
              <p:cNvPr id="1050062" name=""/>
              <p:cNvSpPr/>
              <p:nvPr/>
            </p:nvSpPr>
            <p:spPr>
              <a:xfrm>
                <a:off x="9122528" y="2722202"/>
                <a:ext cx="152281" cy="106992"/>
              </a:xfrm>
            </p:spPr>
          </p:sp>
        </mc:Fallback>
      </mc:AlternateContent>
      <mc:AlternateContent xmlns:mc="http://schemas.openxmlformats.org/markup-compatibility/2006" xmlns:p14="http://schemas.microsoft.com/office/powerpoint/2010/main">
        <mc:Choice Requires="p14">
          <p:contentPart p14:bwMode="auto" r:id="rId231">
            <p14:nvContentPartPr>
              <p14:cNvPr id="1050063" name="Encre 1050062"/>
              <p14:cNvContentPartPr/>
              <p14:nvPr/>
            </p14:nvContentPartPr>
            <p14:xfrm>
              <a:off x="9293255" y="2609795"/>
              <a:ext cx="193766" cy="19411"/>
            </p14:xfrm>
          </p:contentPart>
        </mc:Choice>
        <mc:Fallback xmlns="">
          <p:sp>
            <p:nvSpPr>
              <p:cNvPr id="1050063" name=""/>
              <p:cNvSpPr/>
              <p:nvPr/>
            </p:nvSpPr>
            <p:spPr>
              <a:xfrm>
                <a:off x="9293255" y="2609795"/>
                <a:ext cx="193766" cy="19411"/>
              </a:xfrm>
            </p:spPr>
          </p:sp>
        </mc:Fallback>
      </mc:AlternateContent>
      <mc:AlternateContent xmlns:mc="http://schemas.openxmlformats.org/markup-compatibility/2006" xmlns:p14="http://schemas.microsoft.com/office/powerpoint/2010/main">
        <mc:Choice Requires="p14">
          <p:contentPart p14:bwMode="auto" r:id="rId232">
            <p14:nvContentPartPr>
              <p14:cNvPr id="1050064" name="Encre 1050063"/>
              <p14:cNvContentPartPr/>
              <p14:nvPr/>
            </p14:nvContentPartPr>
            <p14:xfrm>
              <a:off x="9370053" y="2546419"/>
              <a:ext cx="9453" cy="142807"/>
            </p14:xfrm>
          </p:contentPart>
        </mc:Choice>
        <mc:Fallback xmlns="">
          <p:sp>
            <p:nvSpPr>
              <p:cNvPr id="1050064" name=""/>
              <p:cNvSpPr/>
              <p:nvPr/>
            </p:nvSpPr>
            <p:spPr>
              <a:xfrm>
                <a:off x="9370053" y="2546419"/>
                <a:ext cx="9453" cy="142807"/>
              </a:xfrm>
            </p:spPr>
          </p:sp>
        </mc:Fallback>
      </mc:AlternateContent>
      <mc:AlternateContent xmlns:mc="http://schemas.openxmlformats.org/markup-compatibility/2006" xmlns:p14="http://schemas.microsoft.com/office/powerpoint/2010/main">
        <mc:Choice Requires="p14">
          <p:contentPart p14:bwMode="auto" r:id="rId233">
            <p14:nvContentPartPr>
              <p14:cNvPr id="1050065" name="Encre 1050064"/>
              <p14:cNvContentPartPr/>
              <p14:nvPr/>
            </p14:nvContentPartPr>
            <p14:xfrm>
              <a:off x="9633869" y="2449439"/>
              <a:ext cx="126938" cy="152187"/>
            </p14:xfrm>
          </p:contentPart>
        </mc:Choice>
        <mc:Fallback xmlns="">
          <p:sp>
            <p:nvSpPr>
              <p:cNvPr id="1050065" name=""/>
              <p:cNvSpPr/>
              <p:nvPr/>
            </p:nvSpPr>
            <p:spPr>
              <a:xfrm>
                <a:off x="9633869" y="2449439"/>
                <a:ext cx="126938" cy="152187"/>
              </a:xfrm>
            </p:spPr>
          </p:sp>
        </mc:Fallback>
      </mc:AlternateContent>
      <mc:AlternateContent xmlns:mc="http://schemas.openxmlformats.org/markup-compatibility/2006" xmlns:p14="http://schemas.microsoft.com/office/powerpoint/2010/main">
        <mc:Choice Requires="p14">
          <p:contentPart p14:bwMode="auto" r:id="rId234">
            <p14:nvContentPartPr>
              <p14:cNvPr id="1050066" name="Encre 1050065"/>
              <p14:cNvContentPartPr/>
              <p14:nvPr/>
            </p14:nvContentPartPr>
            <p14:xfrm>
              <a:off x="9701095" y="2156811"/>
              <a:ext cx="273361" cy="794762"/>
            </p14:xfrm>
          </p:contentPart>
        </mc:Choice>
        <mc:Fallback xmlns="">
          <p:sp>
            <p:nvSpPr>
              <p:cNvPr id="1050066" name=""/>
              <p:cNvSpPr/>
              <p:nvPr/>
            </p:nvSpPr>
            <p:spPr>
              <a:xfrm>
                <a:off x="9701095" y="2156811"/>
                <a:ext cx="273361" cy="794762"/>
              </a:xfrm>
            </p:spPr>
          </p:sp>
        </mc:Fallback>
      </mc:AlternateContent>
      <mc:AlternateContent xmlns:mc="http://schemas.openxmlformats.org/markup-compatibility/2006" xmlns:p14="http://schemas.microsoft.com/office/powerpoint/2010/main">
        <mc:Choice Requires="p14">
          <p:contentPart p14:bwMode="auto" r:id="rId235">
            <p14:nvContentPartPr>
              <p14:cNvPr id="1050067" name="Encre 1050066"/>
              <p14:cNvContentPartPr/>
              <p14:nvPr/>
            </p14:nvContentPartPr>
            <p14:xfrm>
              <a:off x="10092960" y="2503795"/>
              <a:ext cx="167890" cy="155141"/>
            </p14:xfrm>
          </p:contentPart>
        </mc:Choice>
        <mc:Fallback xmlns="">
          <p:sp>
            <p:nvSpPr>
              <p:cNvPr id="1050067" name=""/>
              <p:cNvSpPr/>
              <p:nvPr/>
            </p:nvSpPr>
            <p:spPr>
              <a:xfrm>
                <a:off x="10092960" y="2503795"/>
                <a:ext cx="167890" cy="155141"/>
              </a:xfrm>
            </p:spPr>
          </p:sp>
        </mc:Fallback>
      </mc:AlternateContent>
      <mc:AlternateContent xmlns:mc="http://schemas.openxmlformats.org/markup-compatibility/2006" xmlns:p14="http://schemas.microsoft.com/office/powerpoint/2010/main">
        <mc:Choice Requires="p14">
          <p:contentPart p14:bwMode="auto" r:id="rId236">
            <p14:nvContentPartPr>
              <p14:cNvPr id="1050068" name="Encre 1050067"/>
              <p14:cNvContentPartPr/>
              <p14:nvPr/>
            </p14:nvContentPartPr>
            <p14:xfrm>
              <a:off x="10281456" y="2532418"/>
              <a:ext cx="100528" cy="198528"/>
            </p14:xfrm>
          </p:contentPart>
        </mc:Choice>
        <mc:Fallback xmlns="">
          <p:sp>
            <p:nvSpPr>
              <p:cNvPr id="1050068" name=""/>
              <p:cNvSpPr/>
              <p:nvPr/>
            </p:nvSpPr>
            <p:spPr>
              <a:xfrm>
                <a:off x="10281456" y="2532418"/>
                <a:ext cx="100528" cy="198528"/>
              </a:xfrm>
            </p:spPr>
          </p:sp>
        </mc:Fallback>
      </mc:AlternateContent>
      <mc:AlternateContent xmlns:mc="http://schemas.openxmlformats.org/markup-compatibility/2006" xmlns:p14="http://schemas.microsoft.com/office/powerpoint/2010/main">
        <mc:Choice Requires="p14">
          <p:contentPart p14:bwMode="auto" r:id="rId237">
            <p14:nvContentPartPr>
              <p14:cNvPr id="1050069" name="Encre 1050068"/>
              <p14:cNvContentPartPr/>
              <p14:nvPr/>
            </p14:nvContentPartPr>
            <p14:xfrm>
              <a:off x="10097272" y="2352695"/>
              <a:ext cx="194276" cy="16260"/>
            </p14:xfrm>
          </p:contentPart>
        </mc:Choice>
        <mc:Fallback xmlns="">
          <p:sp>
            <p:nvSpPr>
              <p:cNvPr id="1050069" name=""/>
              <p:cNvSpPr/>
              <p:nvPr/>
            </p:nvSpPr>
            <p:spPr>
              <a:xfrm>
                <a:off x="10097272" y="2352695"/>
                <a:ext cx="194276" cy="16260"/>
              </a:xfrm>
            </p:spPr>
          </p:sp>
        </mc:Fallback>
      </mc:AlternateContent>
      <mc:AlternateContent xmlns:mc="http://schemas.openxmlformats.org/markup-compatibility/2006" xmlns:p14="http://schemas.microsoft.com/office/powerpoint/2010/main">
        <mc:Choice Requires="p14">
          <p:contentPart p14:bwMode="auto" r:id="rId238">
            <p14:nvContentPartPr>
              <p14:cNvPr id="1050070" name="Encre 1050069"/>
              <p14:cNvContentPartPr/>
              <p14:nvPr/>
            </p14:nvContentPartPr>
            <p14:xfrm>
              <a:off x="10224729" y="2311538"/>
              <a:ext cx="45187" cy="130054"/>
            </p14:xfrm>
          </p:contentPart>
        </mc:Choice>
        <mc:Fallback xmlns="">
          <p:sp>
            <p:nvSpPr>
              <p:cNvPr id="1050070" name=""/>
              <p:cNvSpPr/>
              <p:nvPr/>
            </p:nvSpPr>
            <p:spPr>
              <a:xfrm>
                <a:off x="10224729" y="2311538"/>
                <a:ext cx="45187" cy="130054"/>
              </a:xfrm>
            </p:spPr>
          </p:sp>
        </mc:Fallback>
      </mc:AlternateContent>
      <mc:AlternateContent xmlns:mc="http://schemas.openxmlformats.org/markup-compatibility/2006" xmlns:p14="http://schemas.microsoft.com/office/powerpoint/2010/main">
        <mc:Choice Requires="p14">
          <p:contentPart p14:bwMode="auto" r:id="rId239">
            <p14:nvContentPartPr>
              <p14:cNvPr id="1050071" name="Encre 1050070"/>
              <p14:cNvContentPartPr/>
              <p14:nvPr/>
            </p14:nvContentPartPr>
            <p14:xfrm>
              <a:off x="6682724" y="3125740"/>
              <a:ext cx="5211818" cy="131438"/>
            </p14:xfrm>
          </p:contentPart>
        </mc:Choice>
        <mc:Fallback xmlns="">
          <p:sp>
            <p:nvSpPr>
              <p:cNvPr id="1050071" name=""/>
              <p:cNvSpPr/>
              <p:nvPr/>
            </p:nvSpPr>
            <p:spPr>
              <a:xfrm>
                <a:off x="6682724" y="3125740"/>
                <a:ext cx="5211818" cy="131438"/>
              </a:xfrm>
            </p:spPr>
          </p:sp>
        </mc:Fallback>
      </mc:AlternateContent>
      <mc:AlternateContent xmlns:mc="http://schemas.openxmlformats.org/markup-compatibility/2006" xmlns:p14="http://schemas.microsoft.com/office/powerpoint/2010/main">
        <mc:Choice Requires="p14">
          <p:contentPart p14:bwMode="auto" r:id="rId240">
            <p14:nvContentPartPr>
              <p14:cNvPr id="1050072" name="Encre 1050071"/>
              <p14:cNvContentPartPr/>
              <p14:nvPr/>
            </p14:nvContentPartPr>
            <p14:xfrm>
              <a:off x="7030486" y="3511504"/>
              <a:ext cx="218959" cy="216160"/>
            </p14:xfrm>
          </p:contentPart>
        </mc:Choice>
        <mc:Fallback xmlns="">
          <p:sp>
            <p:nvSpPr>
              <p:cNvPr id="1050072" name=""/>
              <p:cNvSpPr/>
              <p:nvPr/>
            </p:nvSpPr>
            <p:spPr>
              <a:xfrm>
                <a:off x="7030486" y="3511504"/>
                <a:ext cx="218959" cy="216160"/>
              </a:xfrm>
            </p:spPr>
          </p:sp>
        </mc:Fallback>
      </mc:AlternateContent>
      <mc:AlternateContent xmlns:mc="http://schemas.openxmlformats.org/markup-compatibility/2006" xmlns:p14="http://schemas.microsoft.com/office/powerpoint/2010/main">
        <mc:Choice Requires="p14">
          <p:contentPart p14:bwMode="auto" r:id="rId241">
            <p14:nvContentPartPr>
              <p14:cNvPr id="1050073" name="Encre 1050072"/>
              <p14:cNvContentPartPr/>
              <p14:nvPr/>
            </p14:nvContentPartPr>
            <p14:xfrm>
              <a:off x="7111654" y="3382189"/>
              <a:ext cx="157262" cy="12926"/>
            </p14:xfrm>
          </p:contentPart>
        </mc:Choice>
        <mc:Fallback xmlns="">
          <p:sp>
            <p:nvSpPr>
              <p:cNvPr id="1050073" name=""/>
              <p:cNvSpPr/>
              <p:nvPr/>
            </p:nvSpPr>
            <p:spPr>
              <a:xfrm>
                <a:off x="7111654" y="3382189"/>
                <a:ext cx="157262" cy="12926"/>
              </a:xfrm>
            </p:spPr>
          </p:sp>
        </mc:Fallback>
      </mc:AlternateContent>
      <mc:AlternateContent xmlns:mc="http://schemas.openxmlformats.org/markup-compatibility/2006" xmlns:p14="http://schemas.microsoft.com/office/powerpoint/2010/main">
        <mc:Choice Requires="p14">
          <p:contentPart p14:bwMode="auto" r:id="rId242">
            <p14:nvContentPartPr>
              <p14:cNvPr id="1050074" name="Encre 1050073"/>
              <p14:cNvContentPartPr/>
              <p14:nvPr/>
            </p14:nvContentPartPr>
            <p14:xfrm>
              <a:off x="7214250" y="3326283"/>
              <a:ext cx="66221" cy="110105"/>
            </p14:xfrm>
          </p:contentPart>
        </mc:Choice>
        <mc:Fallback xmlns="">
          <p:sp>
            <p:nvSpPr>
              <p:cNvPr id="1050074" name=""/>
              <p:cNvSpPr/>
              <p:nvPr/>
            </p:nvSpPr>
            <p:spPr>
              <a:xfrm>
                <a:off x="7214250" y="3326283"/>
                <a:ext cx="66221" cy="110105"/>
              </a:xfrm>
            </p:spPr>
          </p:sp>
        </mc:Fallback>
      </mc:AlternateContent>
      <mc:AlternateContent xmlns:mc="http://schemas.openxmlformats.org/markup-compatibility/2006" xmlns:p14="http://schemas.microsoft.com/office/powerpoint/2010/main">
        <mc:Choice Requires="p14">
          <p:contentPart p14:bwMode="auto" r:id="rId243">
            <p14:nvContentPartPr>
              <p14:cNvPr id="1050075" name="Encre 1050074"/>
              <p14:cNvContentPartPr/>
              <p14:nvPr/>
            </p14:nvContentPartPr>
            <p14:xfrm>
              <a:off x="7364372" y="3568461"/>
              <a:ext cx="105137" cy="6185"/>
            </p14:xfrm>
          </p:contentPart>
        </mc:Choice>
        <mc:Fallback xmlns="">
          <p:sp>
            <p:nvSpPr>
              <p:cNvPr id="1050075" name=""/>
              <p:cNvSpPr/>
              <p:nvPr/>
            </p:nvSpPr>
            <p:spPr>
              <a:xfrm>
                <a:off x="7364372" y="3568461"/>
                <a:ext cx="105137" cy="6185"/>
              </a:xfrm>
            </p:spPr>
          </p:sp>
        </mc:Fallback>
      </mc:AlternateContent>
      <mc:AlternateContent xmlns:mc="http://schemas.openxmlformats.org/markup-compatibility/2006" xmlns:p14="http://schemas.microsoft.com/office/powerpoint/2010/main">
        <mc:Choice Requires="p14">
          <p:contentPart p14:bwMode="auto" r:id="rId244">
            <p14:nvContentPartPr>
              <p14:cNvPr id="1050076" name="Encre 1050075"/>
              <p14:cNvContentPartPr/>
              <p14:nvPr/>
            </p14:nvContentPartPr>
            <p14:xfrm>
              <a:off x="7343767" y="3671921"/>
              <a:ext cx="134141" cy="6329"/>
            </p14:xfrm>
          </p:contentPart>
        </mc:Choice>
        <mc:Fallback xmlns="">
          <p:sp>
            <p:nvSpPr>
              <p:cNvPr id="1050076" name=""/>
              <p:cNvSpPr/>
              <p:nvPr/>
            </p:nvSpPr>
            <p:spPr>
              <a:xfrm>
                <a:off x="7343767" y="3671921"/>
                <a:ext cx="134141" cy="6329"/>
              </a:xfrm>
            </p:spPr>
          </p:sp>
        </mc:Fallback>
      </mc:AlternateContent>
      <mc:AlternateContent xmlns:mc="http://schemas.openxmlformats.org/markup-compatibility/2006" xmlns:p14="http://schemas.microsoft.com/office/powerpoint/2010/main">
        <mc:Choice Requires="p14">
          <p:contentPart p14:bwMode="auto" r:id="rId245">
            <p14:nvContentPartPr>
              <p14:cNvPr id="1050077" name="Encre 1050076"/>
              <p14:cNvContentPartPr/>
              <p14:nvPr/>
            </p14:nvContentPartPr>
            <p14:xfrm>
              <a:off x="7602802" y="3520211"/>
              <a:ext cx="184770" cy="137965"/>
            </p14:xfrm>
          </p:contentPart>
        </mc:Choice>
        <mc:Fallback xmlns="">
          <p:sp>
            <p:nvSpPr>
              <p:cNvPr id="1050077" name=""/>
              <p:cNvSpPr/>
              <p:nvPr/>
            </p:nvSpPr>
            <p:spPr>
              <a:xfrm>
                <a:off x="7602802" y="3520211"/>
                <a:ext cx="184770" cy="137965"/>
              </a:xfrm>
            </p:spPr>
          </p:sp>
        </mc:Fallback>
      </mc:AlternateContent>
      <mc:AlternateContent xmlns:mc="http://schemas.openxmlformats.org/markup-compatibility/2006" xmlns:p14="http://schemas.microsoft.com/office/powerpoint/2010/main">
        <mc:Choice Requires="p14">
          <p:contentPart p14:bwMode="auto" r:id="rId246">
            <p14:nvContentPartPr>
              <p14:cNvPr id="1050078" name="Encre 1050077"/>
              <p14:cNvContentPartPr/>
              <p14:nvPr/>
            </p14:nvContentPartPr>
            <p14:xfrm>
              <a:off x="7681315" y="3346861"/>
              <a:ext cx="16943" cy="63910"/>
            </p14:xfrm>
          </p:contentPart>
        </mc:Choice>
        <mc:Fallback xmlns="">
          <p:sp>
            <p:nvSpPr>
              <p:cNvPr id="1050078" name=""/>
              <p:cNvSpPr/>
              <p:nvPr/>
            </p:nvSpPr>
            <p:spPr>
              <a:xfrm>
                <a:off x="7681315" y="3346861"/>
                <a:ext cx="16943" cy="63910"/>
              </a:xfrm>
            </p:spPr>
          </p:sp>
        </mc:Fallback>
      </mc:AlternateContent>
      <mc:AlternateContent xmlns:mc="http://schemas.openxmlformats.org/markup-compatibility/2006" xmlns:p14="http://schemas.microsoft.com/office/powerpoint/2010/main">
        <mc:Choice Requires="p14">
          <p:contentPart p14:bwMode="auto" r:id="rId247">
            <p14:nvContentPartPr>
              <p14:cNvPr id="1050079" name="Encre 1050078"/>
              <p14:cNvContentPartPr/>
              <p14:nvPr/>
            </p14:nvContentPartPr>
            <p14:xfrm>
              <a:off x="7895898" y="3519770"/>
              <a:ext cx="110885" cy="197622"/>
            </p14:xfrm>
          </p:contentPart>
        </mc:Choice>
        <mc:Fallback xmlns="">
          <p:sp>
            <p:nvSpPr>
              <p:cNvPr id="1050079" name=""/>
              <p:cNvSpPr/>
              <p:nvPr/>
            </p:nvSpPr>
            <p:spPr>
              <a:xfrm>
                <a:off x="7895898" y="3519770"/>
                <a:ext cx="110885" cy="197622"/>
              </a:xfrm>
            </p:spPr>
          </p:sp>
        </mc:Fallback>
      </mc:AlternateContent>
      <mc:AlternateContent xmlns:mc="http://schemas.openxmlformats.org/markup-compatibility/2006" xmlns:p14="http://schemas.microsoft.com/office/powerpoint/2010/main">
        <mc:Choice Requires="p14">
          <p:contentPart p14:bwMode="auto" r:id="rId248">
            <p14:nvContentPartPr>
              <p14:cNvPr id="1050080" name="Encre 1050079"/>
              <p14:cNvContentPartPr/>
              <p14:nvPr/>
            </p14:nvContentPartPr>
            <p14:xfrm>
              <a:off x="8044629" y="3616638"/>
              <a:ext cx="100681" cy="152583"/>
            </p14:xfrm>
          </p:contentPart>
        </mc:Choice>
        <mc:Fallback xmlns="">
          <p:sp>
            <p:nvSpPr>
              <p:cNvPr id="1050080" name=""/>
              <p:cNvSpPr/>
              <p:nvPr/>
            </p:nvSpPr>
            <p:spPr>
              <a:xfrm>
                <a:off x="8044629" y="3616638"/>
                <a:ext cx="100681" cy="152583"/>
              </a:xfrm>
            </p:spPr>
          </p:sp>
        </mc:Fallback>
      </mc:AlternateContent>
      <mc:AlternateContent xmlns:mc="http://schemas.openxmlformats.org/markup-compatibility/2006" xmlns:p14="http://schemas.microsoft.com/office/powerpoint/2010/main">
        <mc:Choice Requires="p14">
          <p:contentPart p14:bwMode="auto" r:id="rId249">
            <p14:nvContentPartPr>
              <p14:cNvPr id="1050081" name="Encre 1050080"/>
              <p14:cNvContentPartPr/>
              <p14:nvPr/>
            </p14:nvContentPartPr>
            <p14:xfrm>
              <a:off x="7895898" y="3361054"/>
              <a:ext cx="190912" cy="20341"/>
            </p14:xfrm>
          </p:contentPart>
        </mc:Choice>
        <mc:Fallback xmlns="">
          <p:sp>
            <p:nvSpPr>
              <p:cNvPr id="1050081" name=""/>
              <p:cNvSpPr/>
              <p:nvPr/>
            </p:nvSpPr>
            <p:spPr>
              <a:xfrm>
                <a:off x="7895898" y="3361054"/>
                <a:ext cx="190912" cy="20341"/>
              </a:xfrm>
            </p:spPr>
          </p:sp>
        </mc:Fallback>
      </mc:AlternateContent>
      <mc:AlternateContent xmlns:mc="http://schemas.openxmlformats.org/markup-compatibility/2006" xmlns:p14="http://schemas.microsoft.com/office/powerpoint/2010/main">
        <mc:Choice Requires="p14">
          <p:contentPart p14:bwMode="auto" r:id="rId250">
            <p14:nvContentPartPr>
              <p14:cNvPr id="1050082" name="Encre 1050081"/>
              <p14:cNvContentPartPr/>
              <p14:nvPr/>
            </p14:nvContentPartPr>
            <p14:xfrm>
              <a:off x="8052749" y="3326283"/>
              <a:ext cx="42531" cy="131041"/>
            </p14:xfrm>
          </p:contentPart>
        </mc:Choice>
        <mc:Fallback xmlns="">
          <p:sp>
            <p:nvSpPr>
              <p:cNvPr id="1050082" name=""/>
              <p:cNvSpPr/>
              <p:nvPr/>
            </p:nvSpPr>
            <p:spPr>
              <a:xfrm>
                <a:off x="8052749" y="3326283"/>
                <a:ext cx="42531" cy="131041"/>
              </a:xfrm>
            </p:spPr>
          </p:sp>
        </mc:Fallback>
      </mc:AlternateContent>
      <mc:AlternateContent xmlns:mc="http://schemas.openxmlformats.org/markup-compatibility/2006" xmlns:p14="http://schemas.microsoft.com/office/powerpoint/2010/main">
        <mc:Choice Requires="p14">
          <p:contentPart p14:bwMode="auto" r:id="rId251">
            <p14:nvContentPartPr>
              <p14:cNvPr id="1050083" name="Encre 1050082"/>
              <p14:cNvContentPartPr/>
              <p14:nvPr/>
            </p14:nvContentPartPr>
            <p14:xfrm>
              <a:off x="8284450" y="3561505"/>
              <a:ext cx="171528" cy="13141"/>
            </p14:xfrm>
          </p:contentPart>
        </mc:Choice>
        <mc:Fallback xmlns="">
          <p:sp>
            <p:nvSpPr>
              <p:cNvPr id="1050083" name=""/>
              <p:cNvSpPr/>
              <p:nvPr/>
            </p:nvSpPr>
            <p:spPr>
              <a:xfrm>
                <a:off x="8284450" y="3561505"/>
                <a:ext cx="171528" cy="13141"/>
              </a:xfrm>
            </p:spPr>
          </p:sp>
        </mc:Fallback>
      </mc:AlternateContent>
      <mc:AlternateContent xmlns:mc="http://schemas.openxmlformats.org/markup-compatibility/2006" xmlns:p14="http://schemas.microsoft.com/office/powerpoint/2010/main">
        <mc:Choice Requires="p14">
          <p:contentPart p14:bwMode="auto" r:id="rId252">
            <p14:nvContentPartPr>
              <p14:cNvPr id="1050084" name="Encre 1050083"/>
              <p14:cNvContentPartPr/>
              <p14:nvPr/>
            </p14:nvContentPartPr>
            <p14:xfrm>
              <a:off x="8366027" y="3491859"/>
              <a:ext cx="11734" cy="146745"/>
            </p14:xfrm>
          </p:contentPart>
        </mc:Choice>
        <mc:Fallback xmlns="">
          <p:sp>
            <p:nvSpPr>
              <p:cNvPr id="1050084" name=""/>
              <p:cNvSpPr/>
              <p:nvPr/>
            </p:nvSpPr>
            <p:spPr>
              <a:xfrm>
                <a:off x="8366027" y="3491859"/>
                <a:ext cx="11734" cy="146745"/>
              </a:xfrm>
            </p:spPr>
          </p:sp>
        </mc:Fallback>
      </mc:AlternateContent>
      <mc:AlternateContent xmlns:mc="http://schemas.openxmlformats.org/markup-compatibility/2006" xmlns:p14="http://schemas.microsoft.com/office/powerpoint/2010/main">
        <mc:Choice Requires="p14">
          <p:contentPart p14:bwMode="auto" r:id="rId253">
            <p14:nvContentPartPr>
              <p14:cNvPr id="1050085" name="Encre 1050084"/>
              <p14:cNvContentPartPr/>
              <p14:nvPr/>
            </p14:nvContentPartPr>
            <p14:xfrm>
              <a:off x="8564282" y="3429649"/>
              <a:ext cx="121617" cy="180143"/>
            </p14:xfrm>
          </p:contentPart>
        </mc:Choice>
        <mc:Fallback xmlns="">
          <p:sp>
            <p:nvSpPr>
              <p:cNvPr id="1050085" name=""/>
              <p:cNvSpPr/>
              <p:nvPr/>
            </p:nvSpPr>
            <p:spPr>
              <a:xfrm>
                <a:off x="8564282" y="3429649"/>
                <a:ext cx="121617" cy="180143"/>
              </a:xfrm>
            </p:spPr>
          </p:sp>
        </mc:Fallback>
      </mc:AlternateContent>
      <mc:AlternateContent xmlns:mc="http://schemas.openxmlformats.org/markup-compatibility/2006" xmlns:p14="http://schemas.microsoft.com/office/powerpoint/2010/main">
        <mc:Choice Requires="p14">
          <p:contentPart p14:bwMode="auto" r:id="rId254">
            <p14:nvContentPartPr>
              <p14:cNvPr id="1050086" name="Encre 1050085"/>
              <p14:cNvContentPartPr/>
              <p14:nvPr/>
            </p14:nvContentPartPr>
            <p14:xfrm>
              <a:off x="8736352" y="3444821"/>
              <a:ext cx="119110" cy="171516"/>
            </p14:xfrm>
          </p:contentPart>
        </mc:Choice>
        <mc:Fallback xmlns="">
          <p:sp>
            <p:nvSpPr>
              <p:cNvPr id="1050086" name=""/>
              <p:cNvSpPr/>
              <p:nvPr/>
            </p:nvSpPr>
            <p:spPr>
              <a:xfrm>
                <a:off x="8736352" y="3444821"/>
                <a:ext cx="119110" cy="171516"/>
              </a:xfrm>
            </p:spPr>
          </p:sp>
        </mc:Fallback>
      </mc:AlternateContent>
      <mc:AlternateContent xmlns:mc="http://schemas.openxmlformats.org/markup-compatibility/2006" xmlns:p14="http://schemas.microsoft.com/office/powerpoint/2010/main">
        <mc:Choice Requires="p14">
          <p:contentPart p14:bwMode="auto" r:id="rId255">
            <p14:nvContentPartPr>
              <p14:cNvPr id="1050087" name="Encre 1050086"/>
              <p14:cNvContentPartPr/>
              <p14:nvPr/>
            </p14:nvContentPartPr>
            <p14:xfrm>
              <a:off x="8807592" y="3298608"/>
              <a:ext cx="1655" cy="71579"/>
            </p14:xfrm>
          </p:contentPart>
        </mc:Choice>
        <mc:Fallback xmlns="">
          <p:sp>
            <p:nvSpPr>
              <p:cNvPr id="1050087" name=""/>
              <p:cNvSpPr/>
              <p:nvPr/>
            </p:nvSpPr>
            <p:spPr>
              <a:xfrm>
                <a:off x="8807592" y="3298608"/>
                <a:ext cx="1655" cy="71579"/>
              </a:xfrm>
            </p:spPr>
          </p:sp>
        </mc:Fallback>
      </mc:AlternateContent>
      <mc:AlternateContent xmlns:mc="http://schemas.openxmlformats.org/markup-compatibility/2006" xmlns:p14="http://schemas.microsoft.com/office/powerpoint/2010/main">
        <mc:Choice Requires="p14">
          <p:contentPart p14:bwMode="auto" r:id="rId256">
            <p14:nvContentPartPr>
              <p14:cNvPr id="1050088" name="Encre 1050087"/>
              <p14:cNvContentPartPr/>
              <p14:nvPr/>
            </p14:nvContentPartPr>
            <p14:xfrm>
              <a:off x="8935317" y="3457324"/>
              <a:ext cx="109481" cy="176647"/>
            </p14:xfrm>
          </p:contentPart>
        </mc:Choice>
        <mc:Fallback xmlns="">
          <p:sp>
            <p:nvSpPr>
              <p:cNvPr id="1050088" name=""/>
              <p:cNvSpPr/>
              <p:nvPr/>
            </p:nvSpPr>
            <p:spPr>
              <a:xfrm>
                <a:off x="8935317" y="3457324"/>
                <a:ext cx="109481" cy="176647"/>
              </a:xfrm>
            </p:spPr>
          </p:sp>
        </mc:Fallback>
      </mc:AlternateContent>
      <mc:AlternateContent xmlns:mc="http://schemas.openxmlformats.org/markup-compatibility/2006" xmlns:p14="http://schemas.microsoft.com/office/powerpoint/2010/main">
        <mc:Choice Requires="p14">
          <p:contentPart p14:bwMode="auto" r:id="rId257">
            <p14:nvContentPartPr>
              <p14:cNvPr id="1050089" name="Encre 1050088"/>
              <p14:cNvContentPartPr/>
              <p14:nvPr/>
            </p14:nvContentPartPr>
            <p14:xfrm>
              <a:off x="9094999" y="3560928"/>
              <a:ext cx="143101" cy="138371"/>
            </p14:xfrm>
          </p:contentPart>
        </mc:Choice>
        <mc:Fallback xmlns="">
          <p:sp>
            <p:nvSpPr>
              <p:cNvPr id="1050089" name=""/>
              <p:cNvSpPr/>
              <p:nvPr/>
            </p:nvSpPr>
            <p:spPr>
              <a:xfrm>
                <a:off x="9094999" y="3560928"/>
                <a:ext cx="143101" cy="138371"/>
              </a:xfrm>
            </p:spPr>
          </p:sp>
        </mc:Fallback>
      </mc:AlternateContent>
      <mc:AlternateContent xmlns:mc="http://schemas.openxmlformats.org/markup-compatibility/2006" xmlns:p14="http://schemas.microsoft.com/office/powerpoint/2010/main">
        <mc:Choice Requires="p14">
          <p:contentPart p14:bwMode="auto" r:id="rId258">
            <p14:nvContentPartPr>
              <p14:cNvPr id="1050090" name="Encre 1050089"/>
              <p14:cNvContentPartPr/>
              <p14:nvPr/>
            </p14:nvContentPartPr>
            <p14:xfrm>
              <a:off x="8995886" y="3355583"/>
              <a:ext cx="153975" cy="12330"/>
            </p14:xfrm>
          </p:contentPart>
        </mc:Choice>
        <mc:Fallback xmlns="">
          <p:sp>
            <p:nvSpPr>
              <p:cNvPr id="1050090" name=""/>
              <p:cNvSpPr/>
              <p:nvPr/>
            </p:nvSpPr>
            <p:spPr>
              <a:xfrm>
                <a:off x="8995886" y="3355583"/>
                <a:ext cx="153975" cy="12330"/>
              </a:xfrm>
            </p:spPr>
          </p:sp>
        </mc:Fallback>
      </mc:AlternateContent>
      <mc:AlternateContent xmlns:mc="http://schemas.openxmlformats.org/markup-compatibility/2006" xmlns:p14="http://schemas.microsoft.com/office/powerpoint/2010/main">
        <mc:Choice Requires="p14">
          <p:contentPart p14:bwMode="auto" r:id="rId259">
            <p14:nvContentPartPr>
              <p14:cNvPr id="1050091" name="Encre 1050090"/>
              <p14:cNvContentPartPr/>
              <p14:nvPr/>
            </p14:nvContentPartPr>
            <p14:xfrm>
              <a:off x="9088467" y="3305467"/>
              <a:ext cx="79320" cy="116633"/>
            </p14:xfrm>
          </p:contentPart>
        </mc:Choice>
        <mc:Fallback xmlns="">
          <p:sp>
            <p:nvSpPr>
              <p:cNvPr id="1050091" name=""/>
              <p:cNvSpPr/>
              <p:nvPr/>
            </p:nvSpPr>
            <p:spPr>
              <a:xfrm>
                <a:off x="9088467" y="3305467"/>
                <a:ext cx="79320" cy="116633"/>
              </a:xfrm>
            </p:spPr>
          </p:sp>
        </mc:Fallback>
      </mc:AlternateContent>
      <mc:AlternateContent xmlns:mc="http://schemas.openxmlformats.org/markup-compatibility/2006" xmlns:p14="http://schemas.microsoft.com/office/powerpoint/2010/main">
        <mc:Choice Requires="p14">
          <p:contentPart p14:bwMode="auto" r:id="rId260">
            <p14:nvContentPartPr>
              <p14:cNvPr id="1050092" name="Encre 1050091"/>
              <p14:cNvContentPartPr/>
              <p14:nvPr/>
            </p14:nvContentPartPr>
            <p14:xfrm>
              <a:off x="7330310" y="4137720"/>
              <a:ext cx="155997" cy="2960"/>
            </p14:xfrm>
          </p:contentPart>
        </mc:Choice>
        <mc:Fallback xmlns="">
          <p:sp>
            <p:nvSpPr>
              <p:cNvPr id="1050092" name=""/>
              <p:cNvSpPr/>
              <p:nvPr/>
            </p:nvSpPr>
            <p:spPr>
              <a:xfrm>
                <a:off x="7330310" y="4137720"/>
                <a:ext cx="155997" cy="2960"/>
              </a:xfrm>
            </p:spPr>
          </p:sp>
        </mc:Fallback>
      </mc:AlternateContent>
      <mc:AlternateContent xmlns:mc="http://schemas.openxmlformats.org/markup-compatibility/2006" xmlns:p14="http://schemas.microsoft.com/office/powerpoint/2010/main">
        <mc:Choice Requires="p14">
          <p:contentPart p14:bwMode="auto" r:id="rId261">
            <p14:nvContentPartPr>
              <p14:cNvPr id="1050093" name="Encre 1050092"/>
              <p14:cNvContentPartPr/>
              <p14:nvPr/>
            </p14:nvContentPartPr>
            <p14:xfrm>
              <a:off x="7343767" y="4224577"/>
              <a:ext cx="126154" cy="5988"/>
            </p14:xfrm>
          </p:contentPart>
        </mc:Choice>
        <mc:Fallback xmlns="">
          <p:sp>
            <p:nvSpPr>
              <p:cNvPr id="1050093" name=""/>
              <p:cNvSpPr/>
              <p:nvPr/>
            </p:nvSpPr>
            <p:spPr>
              <a:xfrm>
                <a:off x="7343767" y="4224577"/>
                <a:ext cx="126154" cy="5988"/>
              </a:xfrm>
            </p:spPr>
          </p:sp>
        </mc:Fallback>
      </mc:AlternateContent>
      <mc:AlternateContent xmlns:mc="http://schemas.openxmlformats.org/markup-compatibility/2006" xmlns:p14="http://schemas.microsoft.com/office/powerpoint/2010/main">
        <mc:Choice Requires="p14">
          <p:contentPart p14:bwMode="auto" r:id="rId262">
            <p14:nvContentPartPr>
              <p14:cNvPr id="1050094" name="Encre 1050093"/>
              <p14:cNvContentPartPr/>
              <p14:nvPr/>
            </p14:nvContentPartPr>
            <p14:xfrm>
              <a:off x="7555284" y="4147639"/>
              <a:ext cx="154443" cy="27575"/>
            </p14:xfrm>
          </p:contentPart>
        </mc:Choice>
        <mc:Fallback xmlns="">
          <p:sp>
            <p:nvSpPr>
              <p:cNvPr id="1050094" name=""/>
              <p:cNvSpPr/>
              <p:nvPr/>
            </p:nvSpPr>
            <p:spPr>
              <a:xfrm>
                <a:off x="7555284" y="4147639"/>
                <a:ext cx="154443" cy="27575"/>
              </a:xfrm>
            </p:spPr>
          </p:sp>
        </mc:Fallback>
      </mc:AlternateContent>
      <mc:AlternateContent xmlns:mc="http://schemas.openxmlformats.org/markup-compatibility/2006" xmlns:p14="http://schemas.microsoft.com/office/powerpoint/2010/main">
        <mc:Choice Requires="p14">
          <p:contentPart p14:bwMode="auto" r:id="rId263">
            <p14:nvContentPartPr>
              <p14:cNvPr id="1050095" name="Encre 1050094"/>
              <p14:cNvContentPartPr/>
              <p14:nvPr/>
            </p14:nvContentPartPr>
            <p14:xfrm>
              <a:off x="7784219" y="4058129"/>
              <a:ext cx="158554" cy="170611"/>
            </p14:xfrm>
          </p:contentPart>
        </mc:Choice>
        <mc:Fallback xmlns="">
          <p:sp>
            <p:nvSpPr>
              <p:cNvPr id="1050095" name=""/>
              <p:cNvSpPr/>
              <p:nvPr/>
            </p:nvSpPr>
            <p:spPr>
              <a:xfrm>
                <a:off x="7784219" y="4058129"/>
                <a:ext cx="158554" cy="170611"/>
              </a:xfrm>
            </p:spPr>
          </p:sp>
        </mc:Fallback>
      </mc:AlternateContent>
      <mc:AlternateContent xmlns:mc="http://schemas.openxmlformats.org/markup-compatibility/2006" xmlns:p14="http://schemas.microsoft.com/office/powerpoint/2010/main">
        <mc:Choice Requires="p14">
          <p:contentPart p14:bwMode="auto" r:id="rId264">
            <p14:nvContentPartPr>
              <p14:cNvPr id="1050096" name="Encre 1050095"/>
              <p14:cNvContentPartPr/>
              <p14:nvPr/>
            </p14:nvContentPartPr>
            <p14:xfrm>
              <a:off x="8045906" y="3941772"/>
              <a:ext cx="341865" cy="285721"/>
            </p14:xfrm>
          </p:contentPart>
        </mc:Choice>
        <mc:Fallback xmlns="">
          <p:sp>
            <p:nvSpPr>
              <p:cNvPr id="1050096" name=""/>
              <p:cNvSpPr/>
              <p:nvPr/>
            </p:nvSpPr>
            <p:spPr>
              <a:xfrm>
                <a:off x="8045906" y="3941772"/>
                <a:ext cx="341865" cy="285721"/>
              </a:xfrm>
            </p:spPr>
          </p:sp>
        </mc:Fallback>
      </mc:AlternateContent>
      <mc:AlternateContent xmlns:mc="http://schemas.openxmlformats.org/markup-compatibility/2006" xmlns:p14="http://schemas.microsoft.com/office/powerpoint/2010/main">
        <mc:Choice Requires="p14">
          <p:contentPart p14:bwMode="auto" r:id="rId265">
            <p14:nvContentPartPr>
              <p14:cNvPr id="1050097" name="Encre 1050096"/>
              <p14:cNvContentPartPr/>
              <p14:nvPr/>
            </p14:nvContentPartPr>
            <p14:xfrm>
              <a:off x="8038872" y="4296687"/>
              <a:ext cx="330994" cy="4157"/>
            </p14:xfrm>
          </p:contentPart>
        </mc:Choice>
        <mc:Fallback xmlns="">
          <p:sp>
            <p:nvSpPr>
              <p:cNvPr id="1050097" name=""/>
              <p:cNvSpPr/>
              <p:nvPr/>
            </p:nvSpPr>
            <p:spPr>
              <a:xfrm>
                <a:off x="8038872" y="4296687"/>
                <a:ext cx="330994" cy="4157"/>
              </a:xfrm>
            </p:spPr>
          </p:sp>
        </mc:Fallback>
      </mc:AlternateContent>
      <mc:AlternateContent xmlns:mc="http://schemas.openxmlformats.org/markup-compatibility/2006" xmlns:p14="http://schemas.microsoft.com/office/powerpoint/2010/main">
        <mc:Choice Requires="p14">
          <p:contentPart p14:bwMode="auto" r:id="rId266">
            <p14:nvContentPartPr>
              <p14:cNvPr id="1050098" name="Encre 1050097"/>
              <p14:cNvContentPartPr/>
              <p14:nvPr/>
            </p14:nvContentPartPr>
            <p14:xfrm>
              <a:off x="8023625" y="4368939"/>
              <a:ext cx="324201" cy="272842"/>
            </p14:xfrm>
          </p:contentPart>
        </mc:Choice>
        <mc:Fallback xmlns="">
          <p:sp>
            <p:nvSpPr>
              <p:cNvPr id="1050098" name=""/>
              <p:cNvSpPr/>
              <p:nvPr/>
            </p:nvSpPr>
            <p:spPr>
              <a:xfrm>
                <a:off x="8023625" y="4368939"/>
                <a:ext cx="324201" cy="272842"/>
              </a:xfrm>
            </p:spPr>
          </p:sp>
        </mc:Fallback>
      </mc:AlternateContent>
      <mc:AlternateContent xmlns:mc="http://schemas.openxmlformats.org/markup-compatibility/2006" xmlns:p14="http://schemas.microsoft.com/office/powerpoint/2010/main">
        <mc:Choice Requires="p14">
          <p:contentPart p14:bwMode="auto" r:id="rId267">
            <p14:nvContentPartPr>
              <p14:cNvPr id="1050099" name="Encre 1050098"/>
              <p14:cNvContentPartPr/>
              <p14:nvPr/>
            </p14:nvContentPartPr>
            <p14:xfrm>
              <a:off x="8502707" y="4196030"/>
              <a:ext cx="307073" cy="251547"/>
            </p14:xfrm>
          </p:contentPart>
        </mc:Choice>
        <mc:Fallback xmlns="">
          <p:sp>
            <p:nvSpPr>
              <p:cNvPr id="1050099" name=""/>
              <p:cNvSpPr/>
              <p:nvPr/>
            </p:nvSpPr>
            <p:spPr>
              <a:xfrm>
                <a:off x="8502707" y="4196030"/>
                <a:ext cx="307073" cy="251547"/>
              </a:xfrm>
            </p:spPr>
          </p:sp>
        </mc:Fallback>
      </mc:AlternateContent>
      <mc:AlternateContent xmlns:mc="http://schemas.openxmlformats.org/markup-compatibility/2006" xmlns:p14="http://schemas.microsoft.com/office/powerpoint/2010/main">
        <mc:Choice Requires="p14">
          <p:contentPart p14:bwMode="auto" r:id="rId268">
            <p14:nvContentPartPr>
              <p14:cNvPr id="1050100" name="Encre 1050099"/>
              <p14:cNvContentPartPr/>
              <p14:nvPr/>
            </p14:nvContentPartPr>
            <p14:xfrm>
              <a:off x="8522880" y="4056353"/>
              <a:ext cx="187852" cy="22591"/>
            </p14:xfrm>
          </p:contentPart>
        </mc:Choice>
        <mc:Fallback xmlns="">
          <p:sp>
            <p:nvSpPr>
              <p:cNvPr id="1050100" name=""/>
              <p:cNvSpPr/>
              <p:nvPr/>
            </p:nvSpPr>
            <p:spPr>
              <a:xfrm>
                <a:off x="8522880" y="4056353"/>
                <a:ext cx="187852" cy="22591"/>
              </a:xfrm>
            </p:spPr>
          </p:sp>
        </mc:Fallback>
      </mc:AlternateContent>
      <mc:AlternateContent xmlns:mc="http://schemas.openxmlformats.org/markup-compatibility/2006" xmlns:p14="http://schemas.microsoft.com/office/powerpoint/2010/main">
        <mc:Choice Requires="p14">
          <p:contentPart p14:bwMode="auto" r:id="rId269">
            <p14:nvContentPartPr>
              <p14:cNvPr id="1050101" name="Encre 1050100"/>
              <p14:cNvContentPartPr/>
              <p14:nvPr/>
            </p14:nvContentPartPr>
            <p14:xfrm>
              <a:off x="8665853" y="4023358"/>
              <a:ext cx="49326" cy="125778"/>
            </p14:xfrm>
          </p:contentPart>
        </mc:Choice>
        <mc:Fallback xmlns="">
          <p:sp>
            <p:nvSpPr>
              <p:cNvPr id="1050101" name=""/>
              <p:cNvSpPr/>
              <p:nvPr/>
            </p:nvSpPr>
            <p:spPr>
              <a:xfrm>
                <a:off x="8665853" y="4023358"/>
                <a:ext cx="49326" cy="125778"/>
              </a:xfrm>
            </p:spPr>
          </p:sp>
        </mc:Fallback>
      </mc:AlternateContent>
      <mc:AlternateContent xmlns:mc="http://schemas.openxmlformats.org/markup-compatibility/2006" xmlns:p14="http://schemas.microsoft.com/office/powerpoint/2010/main">
        <mc:Choice Requires="p14">
          <p:contentPart p14:bwMode="auto" r:id="rId270">
            <p14:nvContentPartPr>
              <p14:cNvPr id="1050102" name="Encre 1050101"/>
              <p14:cNvContentPartPr/>
              <p14:nvPr/>
            </p14:nvContentPartPr>
            <p14:xfrm>
              <a:off x="8918160" y="4277001"/>
              <a:ext cx="159999" cy="6875"/>
            </p14:xfrm>
          </p:contentPart>
        </mc:Choice>
        <mc:Fallback xmlns="">
          <p:sp>
            <p:nvSpPr>
              <p:cNvPr id="1050102" name=""/>
              <p:cNvSpPr/>
              <p:nvPr/>
            </p:nvSpPr>
            <p:spPr>
              <a:xfrm>
                <a:off x="8918160" y="4277001"/>
                <a:ext cx="159999" cy="6875"/>
              </a:xfrm>
            </p:spPr>
          </p:sp>
        </mc:Fallback>
      </mc:AlternateContent>
      <mc:AlternateContent xmlns:mc="http://schemas.openxmlformats.org/markup-compatibility/2006" xmlns:p14="http://schemas.microsoft.com/office/powerpoint/2010/main">
        <mc:Choice Requires="p14">
          <p:contentPart p14:bwMode="auto" r:id="rId271">
            <p14:nvContentPartPr>
              <p14:cNvPr id="1050103" name="Encre 1050102"/>
              <p14:cNvContentPartPr/>
              <p14:nvPr/>
            </p14:nvContentPartPr>
            <p14:xfrm>
              <a:off x="8978070" y="4216609"/>
              <a:ext cx="8213" cy="193108"/>
            </p14:xfrm>
          </p:contentPart>
        </mc:Choice>
        <mc:Fallback xmlns="">
          <p:sp>
            <p:nvSpPr>
              <p:cNvPr id="1050103" name=""/>
              <p:cNvSpPr/>
              <p:nvPr/>
            </p:nvSpPr>
            <p:spPr>
              <a:xfrm>
                <a:off x="8978070" y="4216609"/>
                <a:ext cx="8213" cy="193108"/>
              </a:xfrm>
            </p:spPr>
          </p:sp>
        </mc:Fallback>
      </mc:AlternateContent>
      <mc:AlternateContent xmlns:mc="http://schemas.openxmlformats.org/markup-compatibility/2006" xmlns:p14="http://schemas.microsoft.com/office/powerpoint/2010/main">
        <mc:Choice Requires="p14">
          <p:contentPart p14:bwMode="auto" r:id="rId272">
            <p14:nvContentPartPr>
              <p14:cNvPr id="1050104" name="Encre 1050103"/>
              <p14:cNvContentPartPr/>
              <p14:nvPr/>
            </p14:nvContentPartPr>
            <p14:xfrm>
              <a:off x="9192962" y="4122094"/>
              <a:ext cx="178659" cy="193189"/>
            </p14:xfrm>
          </p:contentPart>
        </mc:Choice>
        <mc:Fallback xmlns="">
          <p:sp>
            <p:nvSpPr>
              <p:cNvPr id="1050104" name=""/>
              <p:cNvSpPr/>
              <p:nvPr/>
            </p:nvSpPr>
            <p:spPr>
              <a:xfrm>
                <a:off x="9192962" y="4122094"/>
                <a:ext cx="178659" cy="193189"/>
              </a:xfrm>
            </p:spPr>
          </p:sp>
        </mc:Fallback>
      </mc:AlternateContent>
      <mc:AlternateContent xmlns:mc="http://schemas.openxmlformats.org/markup-compatibility/2006" xmlns:p14="http://schemas.microsoft.com/office/powerpoint/2010/main">
        <mc:Choice Requires="p14">
          <p:contentPart p14:bwMode="auto" r:id="rId273">
            <p14:nvContentPartPr>
              <p14:cNvPr id="1050105" name="Encre 1050104"/>
              <p14:cNvContentPartPr/>
              <p14:nvPr/>
            </p14:nvContentPartPr>
            <p14:xfrm>
              <a:off x="9427279" y="4182547"/>
              <a:ext cx="123506" cy="169231"/>
            </p14:xfrm>
          </p:contentPart>
        </mc:Choice>
        <mc:Fallback xmlns="">
          <p:sp>
            <p:nvSpPr>
              <p:cNvPr id="1050105" name=""/>
              <p:cNvSpPr/>
              <p:nvPr/>
            </p:nvSpPr>
            <p:spPr>
              <a:xfrm>
                <a:off x="9427279" y="4182547"/>
                <a:ext cx="123506" cy="169231"/>
              </a:xfrm>
            </p:spPr>
          </p:sp>
        </mc:Fallback>
      </mc:AlternateContent>
      <mc:AlternateContent xmlns:mc="http://schemas.openxmlformats.org/markup-compatibility/2006" xmlns:p14="http://schemas.microsoft.com/office/powerpoint/2010/main">
        <mc:Choice Requires="p14">
          <p:contentPart p14:bwMode="auto" r:id="rId274">
            <p14:nvContentPartPr>
              <p14:cNvPr id="1050106" name="Encre 1050105"/>
              <p14:cNvContentPartPr/>
              <p14:nvPr/>
            </p14:nvContentPartPr>
            <p14:xfrm>
              <a:off x="9674659" y="4179563"/>
              <a:ext cx="310534" cy="262829"/>
            </p14:xfrm>
          </p:contentPart>
        </mc:Choice>
        <mc:Fallback xmlns="">
          <p:sp>
            <p:nvSpPr>
              <p:cNvPr id="1050106" name=""/>
              <p:cNvSpPr/>
              <p:nvPr/>
            </p:nvSpPr>
            <p:spPr>
              <a:xfrm>
                <a:off x="9674659" y="4179563"/>
                <a:ext cx="310534" cy="262829"/>
              </a:xfrm>
            </p:spPr>
          </p:sp>
        </mc:Fallback>
      </mc:AlternateContent>
      <mc:AlternateContent xmlns:mc="http://schemas.openxmlformats.org/markup-compatibility/2006" xmlns:p14="http://schemas.microsoft.com/office/powerpoint/2010/main">
        <mc:Choice Requires="p14">
          <p:contentPart p14:bwMode="auto" r:id="rId275">
            <p14:nvContentPartPr>
              <p14:cNvPr id="1050107" name="Encre 1050106"/>
              <p14:cNvContentPartPr/>
              <p14:nvPr/>
            </p14:nvContentPartPr>
            <p14:xfrm>
              <a:off x="9692937" y="4056870"/>
              <a:ext cx="179362" cy="15214"/>
            </p14:xfrm>
          </p:contentPart>
        </mc:Choice>
        <mc:Fallback xmlns="">
          <p:sp>
            <p:nvSpPr>
              <p:cNvPr id="1050107" name=""/>
              <p:cNvSpPr/>
              <p:nvPr/>
            </p:nvSpPr>
            <p:spPr>
              <a:xfrm>
                <a:off x="9692937" y="4056870"/>
                <a:ext cx="179362" cy="15214"/>
              </a:xfrm>
            </p:spPr>
          </p:sp>
        </mc:Fallback>
      </mc:AlternateContent>
      <mc:AlternateContent xmlns:mc="http://schemas.openxmlformats.org/markup-compatibility/2006" xmlns:p14="http://schemas.microsoft.com/office/powerpoint/2010/main">
        <mc:Choice Requires="p14">
          <p:contentPart p14:bwMode="auto" r:id="rId276">
            <p14:nvContentPartPr>
              <p14:cNvPr id="1050108" name="Encre 1050107"/>
              <p14:cNvContentPartPr/>
              <p14:nvPr/>
            </p14:nvContentPartPr>
            <p14:xfrm>
              <a:off x="9838237" y="4009639"/>
              <a:ext cx="76332" cy="136344"/>
            </p14:xfrm>
          </p:contentPart>
        </mc:Choice>
        <mc:Fallback xmlns="">
          <p:sp>
            <p:nvSpPr>
              <p:cNvPr id="1050108" name=""/>
              <p:cNvSpPr/>
              <p:nvPr/>
            </p:nvSpPr>
            <p:spPr>
              <a:xfrm>
                <a:off x="9838237" y="4009639"/>
                <a:ext cx="76332" cy="136344"/>
              </a:xfrm>
            </p:spPr>
          </p:sp>
        </mc:Fallback>
      </mc:AlternateContent>
      <mc:AlternateContent xmlns:mc="http://schemas.openxmlformats.org/markup-compatibility/2006" xmlns:p14="http://schemas.microsoft.com/office/powerpoint/2010/main">
        <mc:Choice Requires="p14">
          <p:contentPart p14:bwMode="auto" r:id="rId277">
            <p14:nvContentPartPr>
              <p14:cNvPr id="1050109" name="Encre 1050108"/>
              <p14:cNvContentPartPr/>
              <p14:nvPr/>
            </p14:nvContentPartPr>
            <p14:xfrm>
              <a:off x="7609531" y="4976367"/>
              <a:ext cx="177455" cy="234172"/>
            </p14:xfrm>
          </p:contentPart>
        </mc:Choice>
        <mc:Fallback xmlns="">
          <p:sp>
            <p:nvSpPr>
              <p:cNvPr id="1050109" name=""/>
              <p:cNvSpPr/>
              <p:nvPr/>
            </p:nvSpPr>
            <p:spPr>
              <a:xfrm>
                <a:off x="7609531" y="4976367"/>
                <a:ext cx="177455" cy="234172"/>
              </a:xfrm>
            </p:spPr>
          </p:sp>
        </mc:Fallback>
      </mc:AlternateContent>
      <mc:AlternateContent xmlns:mc="http://schemas.openxmlformats.org/markup-compatibility/2006" xmlns:p14="http://schemas.microsoft.com/office/powerpoint/2010/main">
        <mc:Choice Requires="p14">
          <p:contentPart p14:bwMode="auto" r:id="rId278">
            <p14:nvContentPartPr>
              <p14:cNvPr id="1050110" name="Encre 1050109"/>
              <p14:cNvContentPartPr/>
              <p14:nvPr/>
            </p14:nvContentPartPr>
            <p14:xfrm>
              <a:off x="7596074" y="4855732"/>
              <a:ext cx="159252" cy="9935"/>
            </p14:xfrm>
          </p:contentPart>
        </mc:Choice>
        <mc:Fallback xmlns="">
          <p:sp>
            <p:nvSpPr>
              <p:cNvPr id="1050110" name=""/>
              <p:cNvSpPr/>
              <p:nvPr/>
            </p:nvSpPr>
            <p:spPr>
              <a:xfrm>
                <a:off x="7596074" y="4855732"/>
                <a:ext cx="159252" cy="9935"/>
              </a:xfrm>
            </p:spPr>
          </p:sp>
        </mc:Fallback>
      </mc:AlternateContent>
      <mc:AlternateContent xmlns:mc="http://schemas.openxmlformats.org/markup-compatibility/2006" xmlns:p14="http://schemas.microsoft.com/office/powerpoint/2010/main">
        <mc:Choice Requires="p14">
          <p:contentPart p14:bwMode="auto" r:id="rId279">
            <p14:nvContentPartPr>
              <p14:cNvPr id="1050111" name="Encre 1050110"/>
              <p14:cNvContentPartPr/>
              <p14:nvPr/>
            </p14:nvContentPartPr>
            <p14:xfrm>
              <a:off x="7745776" y="4831133"/>
              <a:ext cx="35682" cy="103839"/>
            </p14:xfrm>
          </p:contentPart>
        </mc:Choice>
        <mc:Fallback xmlns="">
          <p:sp>
            <p:nvSpPr>
              <p:cNvPr id="1050111" name=""/>
              <p:cNvSpPr/>
              <p:nvPr/>
            </p:nvSpPr>
            <p:spPr>
              <a:xfrm>
                <a:off x="7745776" y="4831133"/>
                <a:ext cx="35682" cy="103839"/>
              </a:xfrm>
            </p:spPr>
          </p:sp>
        </mc:Fallback>
      </mc:AlternateContent>
      <mc:AlternateContent xmlns:mc="http://schemas.openxmlformats.org/markup-compatibility/2006" xmlns:p14="http://schemas.microsoft.com/office/powerpoint/2010/main">
        <mc:Choice Requires="p14">
          <p:contentPart p14:bwMode="auto" r:id="rId280">
            <p14:nvContentPartPr>
              <p14:cNvPr id="1050112" name="Encre 1050111"/>
              <p14:cNvContentPartPr/>
              <p14:nvPr/>
            </p14:nvContentPartPr>
            <p14:xfrm>
              <a:off x="7889169" y="4772249"/>
              <a:ext cx="87495" cy="207429"/>
            </p14:xfrm>
          </p:contentPart>
        </mc:Choice>
        <mc:Fallback xmlns="">
          <p:sp>
            <p:nvSpPr>
              <p:cNvPr id="1050112" name=""/>
              <p:cNvSpPr/>
              <p:nvPr/>
            </p:nvSpPr>
            <p:spPr>
              <a:xfrm>
                <a:off x="7889169" y="4772249"/>
                <a:ext cx="87495" cy="207429"/>
              </a:xfrm>
            </p:spPr>
          </p:sp>
        </mc:Fallback>
      </mc:AlternateContent>
      <mc:AlternateContent xmlns:mc="http://schemas.openxmlformats.org/markup-compatibility/2006" xmlns:p14="http://schemas.microsoft.com/office/powerpoint/2010/main">
        <mc:Choice Requires="p14">
          <p:contentPart p14:bwMode="auto" r:id="rId281">
            <p14:nvContentPartPr>
              <p14:cNvPr id="1050113" name="Encre 1050112"/>
              <p14:cNvContentPartPr/>
              <p14:nvPr/>
            </p14:nvContentPartPr>
            <p14:xfrm>
              <a:off x="7950564" y="5120257"/>
              <a:ext cx="165126" cy="13176"/>
            </p14:xfrm>
          </p:contentPart>
        </mc:Choice>
        <mc:Fallback xmlns="">
          <p:sp>
            <p:nvSpPr>
              <p:cNvPr id="1050113" name=""/>
              <p:cNvSpPr/>
              <p:nvPr/>
            </p:nvSpPr>
            <p:spPr>
              <a:xfrm>
                <a:off x="7950564" y="5120257"/>
                <a:ext cx="165126" cy="13176"/>
              </a:xfrm>
            </p:spPr>
          </p:sp>
        </mc:Fallback>
      </mc:AlternateContent>
      <mc:AlternateContent xmlns:mc="http://schemas.openxmlformats.org/markup-compatibility/2006" xmlns:p14="http://schemas.microsoft.com/office/powerpoint/2010/main">
        <mc:Choice Requires="p14">
          <p:contentPart p14:bwMode="auto" r:id="rId282">
            <p14:nvContentPartPr>
              <p14:cNvPr id="1050114" name="Encre 1050113"/>
              <p14:cNvContentPartPr/>
              <p14:nvPr/>
            </p14:nvContentPartPr>
            <p14:xfrm>
              <a:off x="7964021" y="5217635"/>
              <a:ext cx="136246" cy="13956"/>
            </p14:xfrm>
          </p:contentPart>
        </mc:Choice>
        <mc:Fallback xmlns="">
          <p:sp>
            <p:nvSpPr>
              <p:cNvPr id="1050114" name=""/>
              <p:cNvSpPr/>
              <p:nvPr/>
            </p:nvSpPr>
            <p:spPr>
              <a:xfrm>
                <a:off x="7964021" y="5217635"/>
                <a:ext cx="136246" cy="13956"/>
              </a:xfrm>
            </p:spPr>
          </p:sp>
        </mc:Fallback>
      </mc:AlternateContent>
      <mc:AlternateContent xmlns:mc="http://schemas.openxmlformats.org/markup-compatibility/2006" xmlns:p14="http://schemas.microsoft.com/office/powerpoint/2010/main">
        <mc:Choice Requires="p14">
          <p:contentPart p14:bwMode="auto" r:id="rId283">
            <p14:nvContentPartPr>
              <p14:cNvPr id="1050115" name="Encre 1050114"/>
              <p14:cNvContentPartPr/>
              <p14:nvPr/>
            </p14:nvContentPartPr>
            <p14:xfrm>
              <a:off x="8245045" y="5004041"/>
              <a:ext cx="126407" cy="248529"/>
            </p14:xfrm>
          </p:contentPart>
        </mc:Choice>
        <mc:Fallback xmlns="">
          <p:sp>
            <p:nvSpPr>
              <p:cNvPr id="1050115" name=""/>
              <p:cNvSpPr/>
              <p:nvPr/>
            </p:nvSpPr>
            <p:spPr>
              <a:xfrm>
                <a:off x="8245045" y="5004041"/>
                <a:ext cx="126407" cy="248529"/>
              </a:xfrm>
            </p:spPr>
          </p:sp>
        </mc:Fallback>
      </mc:AlternateContent>
      <mc:AlternateContent xmlns:mc="http://schemas.openxmlformats.org/markup-compatibility/2006" xmlns:p14="http://schemas.microsoft.com/office/powerpoint/2010/main">
        <mc:Choice Requires="p14">
          <p:contentPart p14:bwMode="auto" r:id="rId284">
            <p14:nvContentPartPr>
              <p14:cNvPr id="1050116" name="Encre 1050115"/>
              <p14:cNvContentPartPr/>
              <p14:nvPr/>
            </p14:nvContentPartPr>
            <p14:xfrm>
              <a:off x="8434152" y="4863479"/>
              <a:ext cx="78635" cy="213179"/>
            </p14:xfrm>
          </p:contentPart>
        </mc:Choice>
        <mc:Fallback xmlns="">
          <p:sp>
            <p:nvSpPr>
              <p:cNvPr id="1050116" name=""/>
              <p:cNvSpPr/>
              <p:nvPr/>
            </p:nvSpPr>
            <p:spPr>
              <a:xfrm>
                <a:off x="8434152" y="4863479"/>
                <a:ext cx="78635" cy="213179"/>
              </a:xfrm>
            </p:spPr>
          </p:sp>
        </mc:Fallback>
      </mc:AlternateContent>
      <mc:AlternateContent xmlns:mc="http://schemas.openxmlformats.org/markup-compatibility/2006" xmlns:p14="http://schemas.microsoft.com/office/powerpoint/2010/main">
        <mc:Choice Requires="p14">
          <p:contentPart p14:bwMode="auto" r:id="rId285">
            <p14:nvContentPartPr>
              <p14:cNvPr id="1050117" name="Encre 1050116"/>
              <p14:cNvContentPartPr/>
              <p14:nvPr/>
            </p14:nvContentPartPr>
            <p14:xfrm>
              <a:off x="8605692" y="4885669"/>
              <a:ext cx="327175" cy="339596"/>
            </p14:xfrm>
          </p:contentPart>
        </mc:Choice>
        <mc:Fallback xmlns="">
          <p:sp>
            <p:nvSpPr>
              <p:cNvPr id="1050117" name=""/>
              <p:cNvSpPr/>
              <p:nvPr/>
            </p:nvSpPr>
            <p:spPr>
              <a:xfrm>
                <a:off x="8605692" y="4885669"/>
                <a:ext cx="327175" cy="339596"/>
              </a:xfrm>
            </p:spPr>
          </p:sp>
        </mc:Fallback>
      </mc:AlternateContent>
      <mc:AlternateContent xmlns:mc="http://schemas.openxmlformats.org/markup-compatibility/2006" xmlns:p14="http://schemas.microsoft.com/office/powerpoint/2010/main">
        <mc:Choice Requires="p14">
          <p:contentPart p14:bwMode="auto" r:id="rId286">
            <p14:nvContentPartPr>
              <p14:cNvPr id="1050118" name="Encre 1050117"/>
              <p14:cNvContentPartPr/>
              <p14:nvPr/>
            </p14:nvContentPartPr>
            <p14:xfrm>
              <a:off x="8611607" y="5297318"/>
              <a:ext cx="294910" cy="18223"/>
            </p14:xfrm>
          </p:contentPart>
        </mc:Choice>
        <mc:Fallback xmlns="">
          <p:sp>
            <p:nvSpPr>
              <p:cNvPr id="1050118" name=""/>
              <p:cNvSpPr/>
              <p:nvPr/>
            </p:nvSpPr>
            <p:spPr>
              <a:xfrm>
                <a:off x="8611607" y="5297318"/>
                <a:ext cx="294910" cy="18223"/>
              </a:xfrm>
            </p:spPr>
          </p:sp>
        </mc:Fallback>
      </mc:AlternateContent>
      <mc:AlternateContent xmlns:mc="http://schemas.openxmlformats.org/markup-compatibility/2006" xmlns:p14="http://schemas.microsoft.com/office/powerpoint/2010/main">
        <mc:Choice Requires="p14">
          <p:contentPart p14:bwMode="auto" r:id="rId287">
            <p14:nvContentPartPr>
              <p14:cNvPr id="1050119" name="Encre 1050118"/>
              <p14:cNvContentPartPr/>
              <p14:nvPr/>
            </p14:nvContentPartPr>
            <p14:xfrm>
              <a:off x="8599590" y="5390307"/>
              <a:ext cx="323043" cy="335648"/>
            </p14:xfrm>
          </p:contentPart>
        </mc:Choice>
        <mc:Fallback xmlns="">
          <p:sp>
            <p:nvSpPr>
              <p:cNvPr id="1050119" name=""/>
              <p:cNvSpPr/>
              <p:nvPr/>
            </p:nvSpPr>
            <p:spPr>
              <a:xfrm>
                <a:off x="8599590" y="5390307"/>
                <a:ext cx="323043" cy="335648"/>
              </a:xfrm>
            </p:spPr>
          </p:sp>
        </mc:Fallback>
      </mc:AlternateContent>
      <mc:AlternateContent xmlns:mc="http://schemas.openxmlformats.org/markup-compatibility/2006" xmlns:p14="http://schemas.microsoft.com/office/powerpoint/2010/main">
        <mc:Choice Requires="p14">
          <p:contentPart p14:bwMode="auto" r:id="rId288">
            <p14:nvContentPartPr>
              <p14:cNvPr id="1050120" name="Encre 1050119"/>
              <p14:cNvContentPartPr/>
              <p14:nvPr/>
            </p14:nvContentPartPr>
            <p14:xfrm>
              <a:off x="8445126" y="5114504"/>
              <a:ext cx="105087" cy="621352"/>
            </p14:xfrm>
          </p:contentPart>
        </mc:Choice>
        <mc:Fallback xmlns="">
          <p:sp>
            <p:nvSpPr>
              <p:cNvPr id="1050120" name=""/>
              <p:cNvSpPr/>
              <p:nvPr/>
            </p:nvSpPr>
            <p:spPr>
              <a:xfrm>
                <a:off x="8445126" y="5114504"/>
                <a:ext cx="105087" cy="621352"/>
              </a:xfrm>
            </p:spPr>
          </p:sp>
        </mc:Fallback>
      </mc:AlternateContent>
      <mc:AlternateContent xmlns:mc="http://schemas.openxmlformats.org/markup-compatibility/2006" xmlns:p14="http://schemas.microsoft.com/office/powerpoint/2010/main">
        <mc:Choice Requires="p14">
          <p:contentPart p14:bwMode="auto" r:id="rId289">
            <p14:nvContentPartPr>
              <p14:cNvPr id="1050121" name="Encre 1050120"/>
              <p14:cNvContentPartPr/>
              <p14:nvPr/>
            </p14:nvContentPartPr>
            <p14:xfrm>
              <a:off x="9054854" y="5024384"/>
              <a:ext cx="50356" cy="620245"/>
            </p14:xfrm>
          </p:contentPart>
        </mc:Choice>
        <mc:Fallback xmlns="">
          <p:sp>
            <p:nvSpPr>
              <p:cNvPr id="1050121" name=""/>
              <p:cNvSpPr/>
              <p:nvPr/>
            </p:nvSpPr>
            <p:spPr>
              <a:xfrm>
                <a:off x="9054854" y="5024384"/>
                <a:ext cx="50356" cy="620245"/>
              </a:xfrm>
            </p:spPr>
          </p:sp>
        </mc:Fallback>
      </mc:AlternateContent>
      <mc:AlternateContent xmlns:mc="http://schemas.openxmlformats.org/markup-compatibility/2006" xmlns:p14="http://schemas.microsoft.com/office/powerpoint/2010/main">
        <mc:Choice Requires="p14">
          <p:contentPart p14:bwMode="auto" r:id="rId290">
            <p14:nvContentPartPr>
              <p14:cNvPr id="1050122" name="Encre 1050121"/>
              <p14:cNvContentPartPr/>
              <p14:nvPr/>
            </p14:nvContentPartPr>
            <p14:xfrm>
              <a:off x="9129677" y="4877153"/>
              <a:ext cx="148189" cy="178592"/>
            </p14:xfrm>
          </p:contentPart>
        </mc:Choice>
        <mc:Fallback xmlns="">
          <p:sp>
            <p:nvSpPr>
              <p:cNvPr id="1050122" name=""/>
              <p:cNvSpPr/>
              <p:nvPr/>
            </p:nvSpPr>
            <p:spPr>
              <a:xfrm>
                <a:off x="9129677" y="4877153"/>
                <a:ext cx="148189" cy="178592"/>
              </a:xfrm>
            </p:spPr>
          </p:sp>
        </mc:Fallback>
      </mc:AlternateContent>
      <mc:AlternateContent xmlns:mc="http://schemas.openxmlformats.org/markup-compatibility/2006" xmlns:p14="http://schemas.microsoft.com/office/powerpoint/2010/main">
        <mc:Choice Requires="p14">
          <p:contentPart p14:bwMode="auto" r:id="rId291">
            <p14:nvContentPartPr>
              <p14:cNvPr id="1050123" name="Encre 1050122"/>
              <p14:cNvContentPartPr/>
              <p14:nvPr/>
            </p14:nvContentPartPr>
            <p14:xfrm>
              <a:off x="9279378" y="5330267"/>
              <a:ext cx="143806" cy="4926"/>
            </p14:xfrm>
          </p:contentPart>
        </mc:Choice>
        <mc:Fallback xmlns="">
          <p:sp>
            <p:nvSpPr>
              <p:cNvPr id="1050123" name=""/>
              <p:cNvSpPr/>
              <p:nvPr/>
            </p:nvSpPr>
            <p:spPr>
              <a:xfrm>
                <a:off x="9279378" y="5330267"/>
                <a:ext cx="143806" cy="4926"/>
              </a:xfrm>
            </p:spPr>
          </p:sp>
        </mc:Fallback>
      </mc:AlternateContent>
      <mc:AlternateContent xmlns:mc="http://schemas.openxmlformats.org/markup-compatibility/2006" xmlns:p14="http://schemas.microsoft.com/office/powerpoint/2010/main">
        <mc:Choice Requires="p14">
          <p:contentPart p14:bwMode="auto" r:id="rId292">
            <p14:nvContentPartPr>
              <p14:cNvPr id="1050124" name="Encre 1050123"/>
              <p14:cNvContentPartPr/>
              <p14:nvPr/>
            </p14:nvContentPartPr>
            <p14:xfrm>
              <a:off x="9320222" y="5245546"/>
              <a:ext cx="24020" cy="174184"/>
            </p14:xfrm>
          </p:contentPart>
        </mc:Choice>
        <mc:Fallback xmlns="">
          <p:sp>
            <p:nvSpPr>
              <p:cNvPr id="1050124" name=""/>
              <p:cNvSpPr/>
              <p:nvPr/>
            </p:nvSpPr>
            <p:spPr>
              <a:xfrm>
                <a:off x="9320222" y="5245546"/>
                <a:ext cx="24020" cy="174184"/>
              </a:xfrm>
            </p:spPr>
          </p:sp>
        </mc:Fallback>
      </mc:AlternateContent>
      <mc:AlternateContent xmlns:mc="http://schemas.openxmlformats.org/markup-compatibility/2006" xmlns:p14="http://schemas.microsoft.com/office/powerpoint/2010/main">
        <mc:Choice Requires="p14">
          <p:contentPart p14:bwMode="auto" r:id="rId293">
            <p14:nvContentPartPr>
              <p14:cNvPr id="1050125" name="Encre 1050124"/>
              <p14:cNvContentPartPr/>
              <p14:nvPr/>
            </p14:nvContentPartPr>
            <p14:xfrm>
              <a:off x="9538289" y="5195975"/>
              <a:ext cx="154628" cy="159924"/>
            </p14:xfrm>
          </p:contentPart>
        </mc:Choice>
        <mc:Fallback xmlns="">
          <p:sp>
            <p:nvSpPr>
              <p:cNvPr id="1050125" name=""/>
              <p:cNvSpPr/>
              <p:nvPr/>
            </p:nvSpPr>
            <p:spPr>
              <a:xfrm>
                <a:off x="9538289" y="5195975"/>
                <a:ext cx="154628" cy="159924"/>
              </a:xfrm>
            </p:spPr>
          </p:sp>
        </mc:Fallback>
      </mc:AlternateContent>
      <mc:AlternateContent xmlns:mc="http://schemas.openxmlformats.org/markup-compatibility/2006" xmlns:p14="http://schemas.microsoft.com/office/powerpoint/2010/main">
        <mc:Choice Requires="p14">
          <p:contentPart p14:bwMode="auto" r:id="rId294">
            <p14:nvContentPartPr>
              <p14:cNvPr id="1050126" name="Encre 1050125"/>
              <p14:cNvContentPartPr/>
              <p14:nvPr/>
            </p14:nvContentPartPr>
            <p14:xfrm>
              <a:off x="9654474" y="5035987"/>
              <a:ext cx="82047" cy="114737"/>
            </p14:xfrm>
          </p:contentPart>
        </mc:Choice>
        <mc:Fallback xmlns="">
          <p:sp>
            <p:nvSpPr>
              <p:cNvPr id="1050126" name=""/>
              <p:cNvSpPr/>
              <p:nvPr/>
            </p:nvSpPr>
            <p:spPr>
              <a:xfrm>
                <a:off x="9654474" y="5035987"/>
                <a:ext cx="82047" cy="114737"/>
              </a:xfrm>
            </p:spPr>
          </p:sp>
        </mc:Fallback>
      </mc:AlternateContent>
      <mc:AlternateContent xmlns:mc="http://schemas.openxmlformats.org/markup-compatibility/2006" xmlns:p14="http://schemas.microsoft.com/office/powerpoint/2010/main">
        <mc:Choice Requires="p14">
          <p:contentPart p14:bwMode="auto" r:id="rId295">
            <p14:nvContentPartPr>
              <p14:cNvPr id="1050127" name="Encre 1050126"/>
              <p14:cNvContentPartPr/>
              <p14:nvPr/>
            </p14:nvContentPartPr>
            <p14:xfrm>
              <a:off x="9841719" y="5203915"/>
              <a:ext cx="129400" cy="138138"/>
            </p14:xfrm>
          </p:contentPart>
        </mc:Choice>
        <mc:Fallback xmlns="">
          <p:sp>
            <p:nvSpPr>
              <p:cNvPr id="1050127" name=""/>
              <p:cNvSpPr/>
              <p:nvPr/>
            </p:nvSpPr>
            <p:spPr>
              <a:xfrm>
                <a:off x="9841719" y="5203915"/>
                <a:ext cx="129400" cy="138138"/>
              </a:xfrm>
            </p:spPr>
          </p:sp>
        </mc:Fallback>
      </mc:AlternateContent>
      <mc:AlternateContent xmlns:mc="http://schemas.openxmlformats.org/markup-compatibility/2006" xmlns:p14="http://schemas.microsoft.com/office/powerpoint/2010/main">
        <mc:Choice Requires="p14">
          <p:contentPart p14:bwMode="auto" r:id="rId296">
            <p14:nvContentPartPr>
              <p14:cNvPr id="1050128" name="Encre 1050127"/>
              <p14:cNvContentPartPr/>
              <p14:nvPr/>
            </p14:nvContentPartPr>
            <p14:xfrm>
              <a:off x="10001816" y="4999444"/>
              <a:ext cx="141898" cy="155870"/>
            </p14:xfrm>
          </p:contentPart>
        </mc:Choice>
        <mc:Fallback xmlns="">
          <p:sp>
            <p:nvSpPr>
              <p:cNvPr id="1050128" name=""/>
              <p:cNvSpPr/>
              <p:nvPr/>
            </p:nvSpPr>
            <p:spPr>
              <a:xfrm>
                <a:off x="10001816" y="4999444"/>
                <a:ext cx="141898" cy="155870"/>
              </a:xfrm>
            </p:spPr>
          </p:sp>
        </mc:Fallback>
      </mc:AlternateContent>
      <mc:AlternateContent xmlns:mc="http://schemas.openxmlformats.org/markup-compatibility/2006" xmlns:p14="http://schemas.microsoft.com/office/powerpoint/2010/main">
        <mc:Choice Requires="p14">
          <p:contentPart p14:bwMode="auto" r:id="rId297">
            <p14:nvContentPartPr>
              <p14:cNvPr id="1050129" name="Encre 1050128"/>
              <p14:cNvContentPartPr/>
              <p14:nvPr/>
            </p14:nvContentPartPr>
            <p14:xfrm>
              <a:off x="8738714" y="5473095"/>
              <a:ext cx="29744" cy="212775"/>
            </p14:xfrm>
          </p:contentPart>
        </mc:Choice>
        <mc:Fallback xmlns="">
          <p:sp>
            <p:nvSpPr>
              <p:cNvPr id="1050129" name=""/>
              <p:cNvSpPr/>
              <p:nvPr/>
            </p:nvSpPr>
            <p:spPr>
              <a:xfrm>
                <a:off x="8738714" y="5473095"/>
                <a:ext cx="29744" cy="212775"/>
              </a:xfrm>
            </p:spPr>
          </p:sp>
        </mc:Fallback>
      </mc:AlternateContent>
      <mc:AlternateContent xmlns:mc="http://schemas.openxmlformats.org/markup-compatibility/2006" xmlns:p14="http://schemas.microsoft.com/office/powerpoint/2010/main">
        <mc:Choice Requires="p14">
          <p:contentPart p14:bwMode="auto" r:id="rId298">
            <p14:nvContentPartPr>
              <p14:cNvPr id="1050130" name="Encre 1050129"/>
              <p14:cNvContentPartPr/>
              <p14:nvPr/>
            </p14:nvContentPartPr>
            <p14:xfrm>
              <a:off x="8733971" y="5397166"/>
              <a:ext cx="47943" cy="276595"/>
            </p14:xfrm>
          </p:contentPart>
        </mc:Choice>
        <mc:Fallback xmlns="">
          <p:sp>
            <p:nvSpPr>
              <p:cNvPr id="1050130" name=""/>
              <p:cNvSpPr/>
              <p:nvPr/>
            </p:nvSpPr>
            <p:spPr>
              <a:xfrm>
                <a:off x="8733971" y="5397166"/>
                <a:ext cx="47943" cy="276595"/>
              </a:xfrm>
            </p:spPr>
          </p:sp>
        </mc:Fallback>
      </mc:AlternateContent>
      <mc:AlternateContent xmlns:mc="http://schemas.openxmlformats.org/markup-compatibility/2006" xmlns:p14="http://schemas.microsoft.com/office/powerpoint/2010/main">
        <mc:Choice Requires="p14">
          <p:contentPart p14:bwMode="auto" r:id="rId299">
            <p14:nvContentPartPr>
              <p14:cNvPr id="1050131" name="Encre 1050130"/>
              <p14:cNvContentPartPr/>
              <p14:nvPr/>
            </p14:nvContentPartPr>
            <p14:xfrm>
              <a:off x="8726181" y="5362632"/>
              <a:ext cx="35128" cy="341180"/>
            </p14:xfrm>
          </p:contentPart>
        </mc:Choice>
        <mc:Fallback xmlns="">
          <p:sp>
            <p:nvSpPr>
              <p:cNvPr id="1050131" name=""/>
              <p:cNvSpPr/>
              <p:nvPr/>
            </p:nvSpPr>
            <p:spPr>
              <a:xfrm>
                <a:off x="8726181" y="5362632"/>
                <a:ext cx="35128" cy="341180"/>
              </a:xfrm>
            </p:spPr>
          </p:sp>
        </mc:Fallback>
      </mc:AlternateContent>
      <mc:AlternateContent xmlns:mc="http://schemas.openxmlformats.org/markup-compatibility/2006" xmlns:p14="http://schemas.microsoft.com/office/powerpoint/2010/main">
        <mc:Choice Requires="p14">
          <p:contentPart p14:bwMode="auto" r:id="rId300">
            <p14:nvContentPartPr>
              <p14:cNvPr id="1050132" name="Encre 1050131"/>
              <p14:cNvContentPartPr/>
              <p14:nvPr/>
            </p14:nvContentPartPr>
            <p14:xfrm>
              <a:off x="8745219" y="5411359"/>
              <a:ext cx="16090" cy="147021"/>
            </p14:xfrm>
          </p:contentPart>
        </mc:Choice>
        <mc:Fallback xmlns="">
          <p:sp>
            <p:nvSpPr>
              <p:cNvPr id="1050132" name=""/>
              <p:cNvSpPr/>
              <p:nvPr/>
            </p:nvSpPr>
            <p:spPr>
              <a:xfrm>
                <a:off x="8745219" y="5411359"/>
                <a:ext cx="16090" cy="147021"/>
              </a:xfrm>
            </p:spPr>
          </p:sp>
        </mc:Fallback>
      </mc:AlternateContent>
      <mc:AlternateContent xmlns:mc="http://schemas.openxmlformats.org/markup-compatibility/2006" xmlns:p14="http://schemas.microsoft.com/office/powerpoint/2010/main">
        <mc:Choice Requires="p14">
          <p:contentPart p14:bwMode="auto" r:id="rId301">
            <p14:nvContentPartPr>
              <p14:cNvPr id="1050133" name="Encre 1050132"/>
              <p14:cNvContentPartPr/>
              <p14:nvPr/>
            </p14:nvContentPartPr>
            <p14:xfrm>
              <a:off x="8717156" y="5376824"/>
              <a:ext cx="44153" cy="320508"/>
            </p14:xfrm>
          </p:contentPart>
        </mc:Choice>
        <mc:Fallback xmlns="">
          <p:sp>
            <p:nvSpPr>
              <p:cNvPr id="1050133" name=""/>
              <p:cNvSpPr/>
              <p:nvPr/>
            </p:nvSpPr>
            <p:spPr>
              <a:xfrm>
                <a:off x="8717156" y="5376824"/>
                <a:ext cx="44153" cy="320508"/>
              </a:xfrm>
            </p:spPr>
          </p:sp>
        </mc:Fallback>
      </mc:AlternateContent>
      <mc:AlternateContent xmlns:mc="http://schemas.openxmlformats.org/markup-compatibility/2006" xmlns:p14="http://schemas.microsoft.com/office/powerpoint/2010/main">
        <mc:Choice Requires="p14">
          <p:contentPart p14:bwMode="auto" r:id="rId302">
            <p14:nvContentPartPr>
              <p14:cNvPr id="1050134" name="Encre 1050133"/>
              <p14:cNvContentPartPr/>
              <p14:nvPr/>
            </p14:nvContentPartPr>
            <p14:xfrm>
              <a:off x="8618455" y="5563216"/>
              <a:ext cx="108793" cy="147159"/>
            </p14:xfrm>
          </p:contentPart>
        </mc:Choice>
        <mc:Fallback xmlns="">
          <p:sp>
            <p:nvSpPr>
              <p:cNvPr id="1050134" name=""/>
              <p:cNvSpPr/>
              <p:nvPr/>
            </p:nvSpPr>
            <p:spPr>
              <a:xfrm>
                <a:off x="8618455" y="5563216"/>
                <a:ext cx="108793" cy="147159"/>
              </a:xfrm>
            </p:spPr>
          </p:sp>
        </mc:Fallback>
      </mc:AlternateContent>
      <mc:AlternateContent xmlns:mc="http://schemas.openxmlformats.org/markup-compatibility/2006" xmlns:p14="http://schemas.microsoft.com/office/powerpoint/2010/main">
        <mc:Choice Requires="p14">
          <p:contentPart p14:bwMode="auto" r:id="rId303">
            <p14:nvContentPartPr>
              <p14:cNvPr id="1050135" name="Encre 1050134"/>
              <p14:cNvContentPartPr/>
              <p14:nvPr/>
            </p14:nvContentPartPr>
            <p14:xfrm>
              <a:off x="7445951" y="4659765"/>
              <a:ext cx="3027952" cy="1328967"/>
            </p14:xfrm>
          </p:contentPart>
        </mc:Choice>
        <mc:Fallback xmlns="">
          <p:sp>
            <p:nvSpPr>
              <p:cNvPr id="1050135" name=""/>
              <p:cNvSpPr/>
              <p:nvPr/>
            </p:nvSpPr>
            <p:spPr>
              <a:xfrm>
                <a:off x="7445951" y="4659765"/>
                <a:ext cx="3027952" cy="1328967"/>
              </a:xfrm>
            </p:spPr>
          </p:sp>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0" name="ZoneTexte 3"/>
          <p:cNvSpPr txBox="1"/>
          <p:nvPr/>
        </p:nvSpPr>
        <p:spPr>
          <a:xfrm>
            <a:off x="708338" y="347730"/>
            <a:ext cx="3472180" cy="396240"/>
          </a:xfrm>
          <a:prstGeom prst="rect">
            <a:avLst/>
          </a:prstGeom>
          <a:noFill/>
        </p:spPr>
        <p:txBody>
          <a:bodyPr wrap="none" rtlCol="0">
            <a:spAutoFit/>
          </a:bodyPr>
          <a:lstStyle/>
          <a:p>
            <a:r>
              <a:rPr lang="fr-MA" sz="2000" dirty="0"/>
              <a:t>Or                                     , alors </a:t>
            </a:r>
          </a:p>
        </p:txBody>
      </p:sp>
      <p:sp>
        <p:nvSpPr>
          <p:cNvPr id="1048731" name="Rectangle 4"/>
          <p:cNvSpPr>
            <a:spLocks noRot="1" noChangeAspect="1" noMove="1" noResize="1" noEditPoints="1" noAdjustHandles="1" noChangeArrowheads="1" noChangeShapeType="1" noTextEdit="1"/>
          </p:cNvSpPr>
          <p:nvPr/>
        </p:nvSpPr>
        <p:spPr>
          <a:xfrm>
            <a:off x="1278650" y="294574"/>
            <a:ext cx="1719060" cy="506421"/>
          </a:xfrm>
          <a:prstGeom prst="rect">
            <a:avLst/>
          </a:prstGeom>
          <a:blipFill rotWithShape="0">
            <a:blip r:embed="rId2"/>
            <a:stretch>
              <a:fillRect/>
            </a:stretch>
          </a:blipFill>
        </p:spPr>
        <p:txBody>
          <a:bodyPr/>
          <a:lstStyle/>
          <a:p>
            <a:r>
              <a:rPr lang="fr-MA">
                <a:noFill/>
              </a:rPr>
              <a:t> </a:t>
            </a:r>
          </a:p>
        </p:txBody>
      </p:sp>
      <p:sp>
        <p:nvSpPr>
          <p:cNvPr id="1048732" name="Rectangle 5"/>
          <p:cNvSpPr>
            <a:spLocks noRot="1" noChangeAspect="1" noMove="1" noResize="1" noEditPoints="1" noAdjustHandles="1" noChangeArrowheads="1" noChangeShapeType="1" noTextEdit="1"/>
          </p:cNvSpPr>
          <p:nvPr/>
        </p:nvSpPr>
        <p:spPr>
          <a:xfrm>
            <a:off x="4124887" y="92916"/>
            <a:ext cx="3919406" cy="939103"/>
          </a:xfrm>
          <a:prstGeom prst="rect">
            <a:avLst/>
          </a:prstGeom>
          <a:blipFill rotWithShape="0">
            <a:blip r:embed="rId3"/>
            <a:stretch>
              <a:fillRect/>
            </a:stretch>
          </a:blipFill>
        </p:spPr>
        <p:txBody>
          <a:bodyPr/>
          <a:lstStyle/>
          <a:p>
            <a:r>
              <a:rPr lang="fr-MA">
                <a:noFill/>
              </a:rPr>
              <a:t> </a:t>
            </a:r>
          </a:p>
        </p:txBody>
      </p:sp>
      <p:sp>
        <p:nvSpPr>
          <p:cNvPr id="1048733" name="ZoneTexte 6"/>
          <p:cNvSpPr txBox="1"/>
          <p:nvPr/>
        </p:nvSpPr>
        <p:spPr>
          <a:xfrm>
            <a:off x="927279" y="1146220"/>
            <a:ext cx="641522" cy="400110"/>
          </a:xfrm>
          <a:prstGeom prst="rect">
            <a:avLst/>
          </a:prstGeom>
          <a:noFill/>
        </p:spPr>
        <p:txBody>
          <a:bodyPr wrap="none" rtlCol="0">
            <a:spAutoFit/>
          </a:bodyPr>
          <a:lstStyle/>
          <a:p>
            <a:r>
              <a:rPr lang="fr-MA" sz="2000" dirty="0"/>
              <a:t>Soit </a:t>
            </a:r>
          </a:p>
        </p:txBody>
      </p:sp>
      <p:sp>
        <p:nvSpPr>
          <p:cNvPr id="1048734" name="Rectangle 7"/>
          <p:cNvSpPr>
            <a:spLocks noRot="1" noChangeAspect="1" noMove="1" noResize="1" noEditPoints="1" noAdjustHandles="1" noChangeArrowheads="1" noChangeShapeType="1" noTextEdit="1"/>
          </p:cNvSpPr>
          <p:nvPr/>
        </p:nvSpPr>
        <p:spPr>
          <a:xfrm>
            <a:off x="2226703" y="1032019"/>
            <a:ext cx="2669192" cy="842923"/>
          </a:xfrm>
          <a:prstGeom prst="rect">
            <a:avLst/>
          </a:prstGeom>
          <a:blipFill rotWithShape="0">
            <a:blip r:embed="rId4"/>
            <a:stretch>
              <a:fillRect/>
            </a:stretch>
          </a:blipFill>
        </p:spPr>
        <p:txBody>
          <a:bodyPr/>
          <a:lstStyle/>
          <a:p>
            <a:r>
              <a:rPr lang="fr-MA">
                <a:noFill/>
              </a:rPr>
              <a:t> </a:t>
            </a:r>
          </a:p>
        </p:txBody>
      </p:sp>
      <p:sp>
        <p:nvSpPr>
          <p:cNvPr id="1048735" name="Rectangle 8"/>
          <p:cNvSpPr/>
          <p:nvPr/>
        </p:nvSpPr>
        <p:spPr>
          <a:xfrm>
            <a:off x="459676" y="2151030"/>
            <a:ext cx="3884797" cy="802639"/>
          </a:xfrm>
          <a:prstGeom prst="rect">
            <a:avLst/>
          </a:prstGeom>
        </p:spPr>
        <p:txBody>
          <a:bodyPr wrap="square">
            <a:spAutoFit/>
          </a:bodyPr>
          <a:lstStyle/>
          <a:p>
            <a:pPr marL="285750" indent="-285750" algn="just">
              <a:buFont typeface="Wingdings" panose="05000000000000000000" pitchFamily="2" charset="2"/>
              <a:buChar char="Ø"/>
            </a:pPr>
            <a:r>
              <a:rPr lang="fr-MA" sz="2400" b="0" i="0" u="none" strike="noStrike" baseline="0" dirty="0"/>
              <a:t>la solution est de la forme :</a:t>
            </a:r>
            <a:endParaRPr lang="fr-MA" sz="2400" dirty="0"/>
          </a:p>
        </p:txBody>
      </p:sp>
      <p:sp>
        <p:nvSpPr>
          <p:cNvPr id="1048736" name="ZoneTexte 9"/>
          <p:cNvSpPr txBox="1">
            <a:spLocks noRot="1" noChangeAspect="1" noMove="1" noResize="1" noEditPoints="1" noAdjustHandles="1" noChangeArrowheads="1" noChangeShapeType="1" noTextEdit="1"/>
          </p:cNvSpPr>
          <p:nvPr/>
        </p:nvSpPr>
        <p:spPr>
          <a:xfrm>
            <a:off x="4344473" y="2076599"/>
            <a:ext cx="3145348" cy="576248"/>
          </a:xfrm>
          <a:prstGeom prst="rect">
            <a:avLst/>
          </a:prstGeom>
          <a:blipFill rotWithShape="0">
            <a:blip r:embed="rId5"/>
            <a:stretch>
              <a:fillRect/>
            </a:stretch>
          </a:blipFill>
        </p:spPr>
        <p:txBody>
          <a:bodyPr/>
          <a:lstStyle/>
          <a:p>
            <a:r>
              <a:rPr lang="fr-MA">
                <a:noFill/>
              </a:rPr>
              <a:t> </a:t>
            </a:r>
          </a:p>
        </p:txBody>
      </p:sp>
      <p:sp>
        <p:nvSpPr>
          <p:cNvPr id="1048737" name="ZoneTexte 10"/>
          <p:cNvSpPr txBox="1">
            <a:spLocks noRot="1" noChangeAspect="1" noMove="1" noResize="1" noEditPoints="1" noAdjustHandles="1" noChangeArrowheads="1" noChangeShapeType="1" noTextEdit="1"/>
          </p:cNvSpPr>
          <p:nvPr/>
        </p:nvSpPr>
        <p:spPr>
          <a:xfrm>
            <a:off x="8411287" y="1946469"/>
            <a:ext cx="3321037" cy="680058"/>
          </a:xfrm>
          <a:prstGeom prst="rect">
            <a:avLst/>
          </a:prstGeom>
          <a:blipFill rotWithShape="0">
            <a:blip r:embed="rId6"/>
            <a:stretch>
              <a:fillRect/>
            </a:stretch>
          </a:blipFill>
        </p:spPr>
        <p:txBody>
          <a:bodyPr/>
          <a:lstStyle/>
          <a:p>
            <a:r>
              <a:rPr lang="fr-MA">
                <a:noFill/>
              </a:rPr>
              <a:t> </a:t>
            </a:r>
          </a:p>
        </p:txBody>
      </p:sp>
      <p:sp>
        <p:nvSpPr>
          <p:cNvPr id="1048738" name="ZoneTexte 11"/>
          <p:cNvSpPr txBox="1"/>
          <p:nvPr/>
        </p:nvSpPr>
        <p:spPr>
          <a:xfrm>
            <a:off x="7709943" y="2128145"/>
            <a:ext cx="481222" cy="430887"/>
          </a:xfrm>
          <a:prstGeom prst="rect">
            <a:avLst/>
          </a:prstGeom>
          <a:noFill/>
        </p:spPr>
        <p:txBody>
          <a:bodyPr wrap="none" rtlCol="0">
            <a:spAutoFit/>
          </a:bodyPr>
          <a:lstStyle/>
          <a:p>
            <a:r>
              <a:rPr lang="fr-MA" sz="2200" dirty="0"/>
              <a:t>ou</a:t>
            </a:r>
          </a:p>
        </p:txBody>
      </p:sp>
      <p:sp>
        <p:nvSpPr>
          <p:cNvPr id="1048739" name="ZoneTexte 12"/>
          <p:cNvSpPr txBox="1">
            <a:spLocks noRot="1" noChangeAspect="1" noMove="1" noResize="1" noEditPoints="1" noAdjustHandles="1" noChangeArrowheads="1" noChangeShapeType="1" noTextEdit="1"/>
          </p:cNvSpPr>
          <p:nvPr/>
        </p:nvSpPr>
        <p:spPr>
          <a:xfrm>
            <a:off x="708338" y="2941328"/>
            <a:ext cx="9244197" cy="1467709"/>
          </a:xfrm>
          <a:prstGeom prst="rect">
            <a:avLst/>
          </a:prstGeom>
          <a:blipFill rotWithShape="0">
            <a:blip r:embed="rId7"/>
            <a:stretch>
              <a:fillRect l="-396" b="-5417"/>
            </a:stretch>
          </a:blipFill>
        </p:spPr>
        <p:txBody>
          <a:bodyPr/>
          <a:lstStyle/>
          <a:p>
            <a:r>
              <a:rPr lang="fr-MA">
                <a:noFill/>
              </a:rPr>
              <a:t> </a:t>
            </a:r>
          </a:p>
        </p:txBody>
      </p:sp>
      <p:sp>
        <p:nvSpPr>
          <p:cNvPr id="1048740" name="ZoneTexte 13"/>
          <p:cNvSpPr txBox="1">
            <a:spLocks noRot="1" noChangeAspect="1" noMove="1" noResize="1" noEditPoints="1" noAdjustHandles="1" noChangeArrowheads="1" noChangeShapeType="1" noTextEdit="1"/>
          </p:cNvSpPr>
          <p:nvPr/>
        </p:nvSpPr>
        <p:spPr>
          <a:xfrm>
            <a:off x="2138180" y="3741675"/>
            <a:ext cx="3526350" cy="820481"/>
          </a:xfrm>
          <a:prstGeom prst="rect">
            <a:avLst/>
          </a:prstGeom>
          <a:blipFill rotWithShape="0">
            <a:blip r:embed="rId8"/>
            <a:stretch>
              <a:fillRect/>
            </a:stretch>
          </a:blipFill>
        </p:spPr>
        <p:txBody>
          <a:bodyPr/>
          <a:lstStyle/>
          <a:p>
            <a:r>
              <a:rPr lang="fr-MA">
                <a:noFill/>
              </a:rPr>
              <a:t> </a:t>
            </a:r>
          </a:p>
        </p:txBody>
      </p:sp>
      <p:sp>
        <p:nvSpPr>
          <p:cNvPr id="1048741" name="Rectangle 14"/>
          <p:cNvSpPr/>
          <p:nvPr/>
        </p:nvSpPr>
        <p:spPr>
          <a:xfrm>
            <a:off x="339530" y="4873656"/>
            <a:ext cx="6761480" cy="510540"/>
          </a:xfrm>
          <a:prstGeom prst="rect">
            <a:avLst/>
          </a:prstGeom>
          <a:solidFill>
            <a:srgbClr val="FFFF00"/>
          </a:solidFill>
        </p:spPr>
        <p:txBody>
          <a:bodyPr wrap="non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4. Discussion sur la nature du mouvement</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42" name="Rectangle 15"/>
          <p:cNvSpPr/>
          <p:nvPr/>
        </p:nvSpPr>
        <p:spPr>
          <a:xfrm>
            <a:off x="339530" y="5599885"/>
            <a:ext cx="10167221" cy="510541"/>
          </a:xfrm>
          <a:prstGeom prst="rect">
            <a:avLst/>
          </a:prstGeom>
          <a:solidFill>
            <a:srgbClr val="92D050"/>
          </a:solidFill>
        </p:spPr>
        <p:txBody>
          <a:bodyPr wrap="squar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4.1 À partir de la courbe de l’énergie potentielle effective</a:t>
            </a:r>
            <a:endParaRPr lang="fr-MA" sz="2800" dirty="0">
              <a:effectLst>
                <a:outerShdw blurRad="38100" dist="38100" dir="2700000" algn="tl">
                  <a:srgbClr val="000000">
                    <a:alpha val="43137"/>
                  </a:srgbClr>
                </a:outerShdw>
              </a:effectLst>
              <a:latin typeface="AR BLANCA" panose="02000000000000000000" pitchFamily="2" charset="0"/>
            </a:endParaRPr>
          </a:p>
        </p:txBody>
      </p:sp>
      <mc:AlternateContent xmlns:mc="http://schemas.openxmlformats.org/markup-compatibility/2006" xmlns:p14="http://schemas.microsoft.com/office/powerpoint/2010/main">
        <mc:Choice Requires="p14">
          <p:contentPart p14:bwMode="auto" r:id="rId9">
            <p14:nvContentPartPr>
              <p14:cNvPr id="1050136" name="Encre 1050135"/>
              <p14:cNvContentPartPr/>
              <p14:nvPr/>
            </p14:nvContentPartPr>
            <p14:xfrm>
              <a:off x="2055003" y="102279"/>
              <a:ext cx="5151" cy="187508"/>
            </p14:xfrm>
          </p:contentPart>
        </mc:Choice>
        <mc:Fallback xmlns="">
          <p:sp>
            <p:nvSpPr>
              <p:cNvPr id="1050136" name=""/>
              <p:cNvSpPr/>
              <p:nvPr/>
            </p:nvSpPr>
            <p:spPr>
              <a:xfrm>
                <a:off x="2055003" y="102279"/>
                <a:ext cx="5151" cy="187508"/>
              </a:xfrm>
            </p:spPr>
          </p:sp>
        </mc:Fallback>
      </mc:AlternateContent>
      <mc:AlternateContent xmlns:mc="http://schemas.openxmlformats.org/markup-compatibility/2006" xmlns:p14="http://schemas.microsoft.com/office/powerpoint/2010/main">
        <mc:Choice Requires="p14">
          <p:contentPart p14:bwMode="auto" r:id="rId10">
            <p14:nvContentPartPr>
              <p14:cNvPr id="1050137" name="Encre 1050136"/>
              <p14:cNvContentPartPr/>
              <p14:nvPr/>
            </p14:nvContentPartPr>
            <p14:xfrm>
              <a:off x="2103847" y="130191"/>
              <a:ext cx="59445" cy="152317"/>
            </p14:xfrm>
          </p:contentPart>
        </mc:Choice>
        <mc:Fallback xmlns="">
          <p:sp>
            <p:nvSpPr>
              <p:cNvPr id="1050137" name=""/>
              <p:cNvSpPr/>
              <p:nvPr/>
            </p:nvSpPr>
            <p:spPr>
              <a:xfrm>
                <a:off x="2103847" y="130191"/>
                <a:ext cx="59445" cy="152317"/>
              </a:xfrm>
            </p:spPr>
          </p:sp>
        </mc:Fallback>
      </mc:AlternateContent>
      <mc:AlternateContent xmlns:mc="http://schemas.openxmlformats.org/markup-compatibility/2006" xmlns:p14="http://schemas.microsoft.com/office/powerpoint/2010/main">
        <mc:Choice Requires="p14">
          <p:contentPart p14:bwMode="auto" r:id="rId11">
            <p14:nvContentPartPr>
              <p14:cNvPr id="1050138" name="Encre 1050137"/>
              <p14:cNvContentPartPr/>
              <p14:nvPr/>
            </p14:nvContentPartPr>
            <p14:xfrm>
              <a:off x="2172978" y="122858"/>
              <a:ext cx="127183" cy="245420"/>
            </p14:xfrm>
          </p:contentPart>
        </mc:Choice>
        <mc:Fallback xmlns="">
          <p:sp>
            <p:nvSpPr>
              <p:cNvPr id="1050138" name=""/>
              <p:cNvSpPr/>
              <p:nvPr/>
            </p:nvSpPr>
            <p:spPr>
              <a:xfrm>
                <a:off x="2172978" y="122858"/>
                <a:ext cx="127183" cy="245420"/>
              </a:xfrm>
            </p:spPr>
          </p:sp>
        </mc:Fallback>
      </mc:AlternateContent>
      <mc:AlternateContent xmlns:mc="http://schemas.openxmlformats.org/markup-compatibility/2006" xmlns:p14="http://schemas.microsoft.com/office/powerpoint/2010/main">
        <mc:Choice Requires="p14">
          <p:contentPart p14:bwMode="auto" r:id="rId12">
            <p14:nvContentPartPr>
              <p14:cNvPr id="1050139" name="Encre 1050138"/>
              <p14:cNvContentPartPr/>
              <p14:nvPr/>
            </p14:nvContentPartPr>
            <p14:xfrm>
              <a:off x="2300161" y="239127"/>
              <a:ext cx="82531" cy="139337"/>
            </p14:xfrm>
          </p:contentPart>
        </mc:Choice>
        <mc:Fallback xmlns="">
          <p:sp>
            <p:nvSpPr>
              <p:cNvPr id="1050139" name=""/>
              <p:cNvSpPr/>
              <p:nvPr/>
            </p:nvSpPr>
            <p:spPr>
              <a:xfrm>
                <a:off x="2300161" y="239127"/>
                <a:ext cx="82531" cy="139337"/>
              </a:xfrm>
            </p:spPr>
          </p:sp>
        </mc:Fallback>
      </mc:AlternateContent>
      <mc:AlternateContent xmlns:mc="http://schemas.openxmlformats.org/markup-compatibility/2006" xmlns:p14="http://schemas.microsoft.com/office/powerpoint/2010/main">
        <mc:Choice Requires="p14">
          <p:contentPart p14:bwMode="auto" r:id="rId13">
            <p14:nvContentPartPr>
              <p14:cNvPr id="1050140" name="Encre 1050139"/>
              <p14:cNvContentPartPr/>
              <p14:nvPr/>
            </p14:nvContentPartPr>
            <p14:xfrm>
              <a:off x="2447471" y="121223"/>
              <a:ext cx="83294" cy="126604"/>
            </p14:xfrm>
          </p:contentPart>
        </mc:Choice>
        <mc:Fallback xmlns="">
          <p:sp>
            <p:nvSpPr>
              <p:cNvPr id="1050140" name=""/>
              <p:cNvSpPr/>
              <p:nvPr/>
            </p:nvSpPr>
            <p:spPr>
              <a:xfrm>
                <a:off x="2447471" y="121223"/>
                <a:ext cx="83294" cy="126604"/>
              </a:xfrm>
            </p:spPr>
          </p:sp>
        </mc:Fallback>
      </mc:AlternateContent>
      <mc:AlternateContent xmlns:mc="http://schemas.openxmlformats.org/markup-compatibility/2006" xmlns:p14="http://schemas.microsoft.com/office/powerpoint/2010/main">
        <mc:Choice Requires="p14">
          <p:contentPart p14:bwMode="auto" r:id="rId14">
            <p14:nvContentPartPr>
              <p14:cNvPr id="1050141" name="Encre 1050140"/>
              <p14:cNvContentPartPr/>
              <p14:nvPr/>
            </p14:nvContentPartPr>
            <p14:xfrm>
              <a:off x="7527951" y="222301"/>
              <a:ext cx="403313" cy="673797"/>
            </p14:xfrm>
          </p:contentPart>
        </mc:Choice>
        <mc:Fallback xmlns="">
          <p:sp>
            <p:nvSpPr>
              <p:cNvPr id="1050141" name=""/>
              <p:cNvSpPr/>
              <p:nvPr/>
            </p:nvSpPr>
            <p:spPr>
              <a:xfrm>
                <a:off x="7527951" y="222301"/>
                <a:ext cx="403313" cy="673797"/>
              </a:xfrm>
            </p:spPr>
          </p:sp>
        </mc:Fallback>
      </mc:AlternateContent>
      <mc:AlternateContent xmlns:mc="http://schemas.openxmlformats.org/markup-compatibility/2006" xmlns:p14="http://schemas.microsoft.com/office/powerpoint/2010/main">
        <mc:Choice Requires="p14">
          <p:contentPart p14:bwMode="auto" r:id="rId15">
            <p14:nvContentPartPr>
              <p14:cNvPr id="1050142" name="Encre 1050141"/>
              <p14:cNvContentPartPr/>
              <p14:nvPr/>
            </p14:nvContentPartPr>
            <p14:xfrm>
              <a:off x="5295880" y="666657"/>
              <a:ext cx="113117" cy="26019"/>
            </p14:xfrm>
          </p:contentPart>
        </mc:Choice>
        <mc:Fallback xmlns="">
          <p:sp>
            <p:nvSpPr>
              <p:cNvPr id="1050142" name=""/>
              <p:cNvSpPr/>
              <p:nvPr/>
            </p:nvSpPr>
            <p:spPr>
              <a:xfrm>
                <a:off x="5295880" y="666657"/>
                <a:ext cx="113117" cy="26019"/>
              </a:xfrm>
            </p:spPr>
          </p:sp>
        </mc:Fallback>
      </mc:AlternateContent>
      <mc:AlternateContent xmlns:mc="http://schemas.openxmlformats.org/markup-compatibility/2006" xmlns:p14="http://schemas.microsoft.com/office/powerpoint/2010/main">
        <mc:Choice Requires="p14">
          <p:contentPart p14:bwMode="auto" r:id="rId16">
            <p14:nvContentPartPr>
              <p14:cNvPr id="1050143" name="Encre 1050142"/>
              <p14:cNvContentPartPr/>
              <p14:nvPr/>
            </p14:nvContentPartPr>
            <p14:xfrm>
              <a:off x="5189911" y="162863"/>
              <a:ext cx="286627" cy="595097"/>
            </p14:xfrm>
          </p:contentPart>
        </mc:Choice>
        <mc:Fallback xmlns="">
          <p:sp>
            <p:nvSpPr>
              <p:cNvPr id="1050143" name=""/>
              <p:cNvSpPr/>
              <p:nvPr/>
            </p:nvSpPr>
            <p:spPr>
              <a:xfrm>
                <a:off x="5189911" y="162863"/>
                <a:ext cx="286627" cy="595097"/>
              </a:xfrm>
            </p:spPr>
          </p:sp>
        </mc:Fallback>
      </mc:AlternateContent>
      <mc:AlternateContent xmlns:mc="http://schemas.openxmlformats.org/markup-compatibility/2006" xmlns:p14="http://schemas.microsoft.com/office/powerpoint/2010/main">
        <mc:Choice Requires="p14">
          <p:contentPart p14:bwMode="auto" r:id="rId17">
            <p14:nvContentPartPr>
              <p14:cNvPr id="1050144" name="Encre 1050143"/>
              <p14:cNvContentPartPr/>
              <p14:nvPr/>
            </p14:nvContentPartPr>
            <p14:xfrm>
              <a:off x="5318232" y="1310275"/>
              <a:ext cx="121434" cy="242169"/>
            </p14:xfrm>
          </p:contentPart>
        </mc:Choice>
        <mc:Fallback xmlns="">
          <p:sp>
            <p:nvSpPr>
              <p:cNvPr id="1050144" name=""/>
              <p:cNvSpPr/>
              <p:nvPr/>
            </p:nvSpPr>
            <p:spPr>
              <a:xfrm>
                <a:off x="5318232" y="1310275"/>
                <a:ext cx="121434" cy="242169"/>
              </a:xfrm>
            </p:spPr>
          </p:sp>
        </mc:Fallback>
      </mc:AlternateContent>
      <mc:AlternateContent xmlns:mc="http://schemas.openxmlformats.org/markup-compatibility/2006" xmlns:p14="http://schemas.microsoft.com/office/powerpoint/2010/main">
        <mc:Choice Requires="p14">
          <p:contentPart p14:bwMode="auto" r:id="rId18">
            <p14:nvContentPartPr>
              <p14:cNvPr id="1050145" name="Encre 1050144"/>
              <p14:cNvContentPartPr/>
              <p14:nvPr/>
            </p14:nvContentPartPr>
            <p14:xfrm>
              <a:off x="5509161" y="1317135"/>
              <a:ext cx="30476" cy="240272"/>
            </p14:xfrm>
          </p:contentPart>
        </mc:Choice>
        <mc:Fallback xmlns="">
          <p:sp>
            <p:nvSpPr>
              <p:cNvPr id="1050145" name=""/>
              <p:cNvSpPr/>
              <p:nvPr/>
            </p:nvSpPr>
            <p:spPr>
              <a:xfrm>
                <a:off x="5509161" y="1317135"/>
                <a:ext cx="30476" cy="240272"/>
              </a:xfrm>
            </p:spPr>
          </p:sp>
        </mc:Fallback>
      </mc:AlternateContent>
      <mc:AlternateContent xmlns:mc="http://schemas.openxmlformats.org/markup-compatibility/2006" xmlns:p14="http://schemas.microsoft.com/office/powerpoint/2010/main">
        <mc:Choice Requires="p14">
          <p:contentPart p14:bwMode="auto" r:id="rId19">
            <p14:nvContentPartPr>
              <p14:cNvPr id="1050146" name="Encre 1050145"/>
              <p14:cNvContentPartPr/>
              <p14:nvPr/>
            </p14:nvContentPartPr>
            <p14:xfrm>
              <a:off x="5608682" y="1375585"/>
              <a:ext cx="119903" cy="145591"/>
            </p14:xfrm>
          </p:contentPart>
        </mc:Choice>
        <mc:Fallback xmlns="">
          <p:sp>
            <p:nvSpPr>
              <p:cNvPr id="1050146" name=""/>
              <p:cNvSpPr/>
              <p:nvPr/>
            </p:nvSpPr>
            <p:spPr>
              <a:xfrm>
                <a:off x="5608682" y="1375585"/>
                <a:ext cx="119903" cy="145591"/>
              </a:xfrm>
            </p:spPr>
          </p:sp>
        </mc:Fallback>
      </mc:AlternateContent>
      <mc:AlternateContent xmlns:mc="http://schemas.openxmlformats.org/markup-compatibility/2006" xmlns:p14="http://schemas.microsoft.com/office/powerpoint/2010/main">
        <mc:Choice Requires="p14">
          <p:contentPart p14:bwMode="auto" r:id="rId20">
            <p14:nvContentPartPr>
              <p14:cNvPr id="1050147" name="Encre 1050146"/>
              <p14:cNvContentPartPr/>
              <p14:nvPr/>
            </p14:nvContentPartPr>
            <p14:xfrm>
              <a:off x="5728585" y="1310275"/>
              <a:ext cx="73059" cy="303713"/>
            </p14:xfrm>
          </p:contentPart>
        </mc:Choice>
        <mc:Fallback xmlns="">
          <p:sp>
            <p:nvSpPr>
              <p:cNvPr id="1050147" name=""/>
              <p:cNvSpPr/>
              <p:nvPr/>
            </p:nvSpPr>
            <p:spPr>
              <a:xfrm>
                <a:off x="5728585" y="1310275"/>
                <a:ext cx="73059" cy="303713"/>
              </a:xfrm>
            </p:spPr>
          </p:sp>
        </mc:Fallback>
      </mc:AlternateContent>
      <mc:AlternateContent xmlns:mc="http://schemas.openxmlformats.org/markup-compatibility/2006" xmlns:p14="http://schemas.microsoft.com/office/powerpoint/2010/main">
        <mc:Choice Requires="p14">
          <p:contentPart p14:bwMode="auto" r:id="rId21">
            <p14:nvContentPartPr>
              <p14:cNvPr id="1050148" name="Encre 1050147"/>
              <p14:cNvContentPartPr/>
              <p14:nvPr/>
            </p14:nvContentPartPr>
            <p14:xfrm>
              <a:off x="5926225" y="1436208"/>
              <a:ext cx="75963" cy="12204"/>
            </p14:xfrm>
          </p:contentPart>
        </mc:Choice>
        <mc:Fallback xmlns="">
          <p:sp>
            <p:nvSpPr>
              <p:cNvPr id="1050148" name=""/>
              <p:cNvSpPr/>
              <p:nvPr/>
            </p:nvSpPr>
            <p:spPr>
              <a:xfrm>
                <a:off x="5926225" y="1436208"/>
                <a:ext cx="75963" cy="12204"/>
              </a:xfrm>
            </p:spPr>
          </p:sp>
        </mc:Fallback>
      </mc:AlternateContent>
      <mc:AlternateContent xmlns:mc="http://schemas.openxmlformats.org/markup-compatibility/2006" xmlns:p14="http://schemas.microsoft.com/office/powerpoint/2010/main">
        <mc:Choice Requires="p14">
          <p:contentPart p14:bwMode="auto" r:id="rId22">
            <p14:nvContentPartPr>
              <p14:cNvPr id="1050149" name="Encre 1050148"/>
              <p14:cNvContentPartPr/>
              <p14:nvPr/>
            </p14:nvContentPartPr>
            <p14:xfrm>
              <a:off x="5905620" y="1517925"/>
              <a:ext cx="114104" cy="6416"/>
            </p14:xfrm>
          </p:contentPart>
        </mc:Choice>
        <mc:Fallback xmlns="">
          <p:sp>
            <p:nvSpPr>
              <p:cNvPr id="1050149" name=""/>
              <p:cNvSpPr/>
              <p:nvPr/>
            </p:nvSpPr>
            <p:spPr>
              <a:xfrm>
                <a:off x="5905620" y="1517925"/>
                <a:ext cx="114104" cy="6416"/>
              </a:xfrm>
            </p:spPr>
          </p:sp>
        </mc:Fallback>
      </mc:AlternateContent>
      <mc:AlternateContent xmlns:mc="http://schemas.openxmlformats.org/markup-compatibility/2006" xmlns:p14="http://schemas.microsoft.com/office/powerpoint/2010/main">
        <mc:Choice Requires="p14">
          <p:contentPart p14:bwMode="auto" r:id="rId23">
            <p14:nvContentPartPr>
              <p14:cNvPr id="1050150" name="Encre 1050149"/>
              <p14:cNvContentPartPr/>
              <p14:nvPr/>
            </p14:nvContentPartPr>
            <p14:xfrm>
              <a:off x="6109989" y="1386487"/>
              <a:ext cx="123309" cy="99927"/>
            </p14:xfrm>
          </p:contentPart>
        </mc:Choice>
        <mc:Fallback xmlns="">
          <p:sp>
            <p:nvSpPr>
              <p:cNvPr id="1050150" name=""/>
              <p:cNvSpPr/>
              <p:nvPr/>
            </p:nvSpPr>
            <p:spPr>
              <a:xfrm>
                <a:off x="6109989" y="1386487"/>
                <a:ext cx="123309" cy="99927"/>
              </a:xfrm>
            </p:spPr>
          </p:sp>
        </mc:Fallback>
      </mc:AlternateContent>
      <mc:AlternateContent xmlns:mc="http://schemas.openxmlformats.org/markup-compatibility/2006" xmlns:p14="http://schemas.microsoft.com/office/powerpoint/2010/main">
        <mc:Choice Requires="p14">
          <p:contentPart p14:bwMode="auto" r:id="rId24">
            <p14:nvContentPartPr>
              <p14:cNvPr id="1050151" name="Encre 1050150"/>
              <p14:cNvContentPartPr/>
              <p14:nvPr/>
            </p14:nvContentPartPr>
            <p14:xfrm>
              <a:off x="6233230" y="1372485"/>
              <a:ext cx="108880" cy="289994"/>
            </p14:xfrm>
          </p:contentPart>
        </mc:Choice>
        <mc:Fallback xmlns="">
          <p:sp>
            <p:nvSpPr>
              <p:cNvPr id="1050151" name=""/>
              <p:cNvSpPr/>
              <p:nvPr/>
            </p:nvSpPr>
            <p:spPr>
              <a:xfrm>
                <a:off x="6233230" y="1372485"/>
                <a:ext cx="108880" cy="289994"/>
              </a:xfrm>
            </p:spPr>
          </p:sp>
        </mc:Fallback>
      </mc:AlternateContent>
      <mc:AlternateContent xmlns:mc="http://schemas.openxmlformats.org/markup-compatibility/2006" xmlns:p14="http://schemas.microsoft.com/office/powerpoint/2010/main">
        <mc:Choice Requires="p14">
          <p:contentPart p14:bwMode="auto" r:id="rId25">
            <p14:nvContentPartPr>
              <p14:cNvPr id="1050152" name="Encre 1050151"/>
              <p14:cNvContentPartPr/>
              <p14:nvPr/>
            </p14:nvContentPartPr>
            <p14:xfrm>
              <a:off x="6172727" y="1199812"/>
              <a:ext cx="39866" cy="141157"/>
            </p14:xfrm>
          </p:contentPart>
        </mc:Choice>
        <mc:Fallback xmlns="">
          <p:sp>
            <p:nvSpPr>
              <p:cNvPr id="1050152" name=""/>
              <p:cNvSpPr/>
              <p:nvPr/>
            </p:nvSpPr>
            <p:spPr>
              <a:xfrm>
                <a:off x="6172727" y="1199812"/>
                <a:ext cx="39866" cy="141157"/>
              </a:xfrm>
            </p:spPr>
          </p:sp>
        </mc:Fallback>
      </mc:AlternateContent>
      <mc:AlternateContent xmlns:mc="http://schemas.openxmlformats.org/markup-compatibility/2006" xmlns:p14="http://schemas.microsoft.com/office/powerpoint/2010/main">
        <mc:Choice Requires="p14">
          <p:contentPart p14:bwMode="auto" r:id="rId26">
            <p14:nvContentPartPr>
              <p14:cNvPr id="1050153" name="Encre 1050152"/>
              <p14:cNvContentPartPr/>
              <p14:nvPr/>
            </p14:nvContentPartPr>
            <p14:xfrm>
              <a:off x="6507651" y="1214005"/>
              <a:ext cx="276474" cy="304549"/>
            </p14:xfrm>
          </p:contentPart>
        </mc:Choice>
        <mc:Fallback xmlns="">
          <p:sp>
            <p:nvSpPr>
              <p:cNvPr id="1050153" name=""/>
              <p:cNvSpPr/>
              <p:nvPr/>
            </p:nvSpPr>
            <p:spPr>
              <a:xfrm>
                <a:off x="6507651" y="1214005"/>
                <a:ext cx="276474" cy="304549"/>
              </a:xfrm>
            </p:spPr>
          </p:sp>
        </mc:Fallback>
      </mc:AlternateContent>
      <mc:AlternateContent xmlns:mc="http://schemas.openxmlformats.org/markup-compatibility/2006" xmlns:p14="http://schemas.microsoft.com/office/powerpoint/2010/main">
        <mc:Choice Requires="p14">
          <p:contentPart p14:bwMode="auto" r:id="rId27">
            <p14:nvContentPartPr>
              <p14:cNvPr id="1050154" name="Encre 1050153"/>
              <p14:cNvContentPartPr/>
              <p14:nvPr/>
            </p14:nvContentPartPr>
            <p14:xfrm>
              <a:off x="6884133" y="1220864"/>
              <a:ext cx="16374" cy="298801"/>
            </p14:xfrm>
          </p:contentPart>
        </mc:Choice>
        <mc:Fallback xmlns="">
          <p:sp>
            <p:nvSpPr>
              <p:cNvPr id="1050154" name=""/>
              <p:cNvSpPr/>
              <p:nvPr/>
            </p:nvSpPr>
            <p:spPr>
              <a:xfrm>
                <a:off x="6884133" y="1220864"/>
                <a:ext cx="16374" cy="298801"/>
              </a:xfrm>
            </p:spPr>
          </p:sp>
        </mc:Fallback>
      </mc:AlternateContent>
      <mc:AlternateContent xmlns:mc="http://schemas.openxmlformats.org/markup-compatibility/2006" xmlns:p14="http://schemas.microsoft.com/office/powerpoint/2010/main">
        <mc:Choice Requires="p14">
          <p:contentPart p14:bwMode="auto" r:id="rId28">
            <p14:nvContentPartPr>
              <p14:cNvPr id="1050155" name="Encre 1050154"/>
              <p14:cNvContentPartPr/>
              <p14:nvPr/>
            </p14:nvContentPartPr>
            <p14:xfrm>
              <a:off x="6954623" y="1434930"/>
              <a:ext cx="140622" cy="110226"/>
            </p14:xfrm>
          </p:contentPart>
        </mc:Choice>
        <mc:Fallback xmlns="">
          <p:sp>
            <p:nvSpPr>
              <p:cNvPr id="1050155" name=""/>
              <p:cNvSpPr/>
              <p:nvPr/>
            </p:nvSpPr>
            <p:spPr>
              <a:xfrm>
                <a:off x="6954623" y="1434930"/>
                <a:ext cx="140622" cy="110226"/>
              </a:xfrm>
            </p:spPr>
          </p:sp>
        </mc:Fallback>
      </mc:AlternateContent>
      <mc:AlternateContent xmlns:mc="http://schemas.openxmlformats.org/markup-compatibility/2006" xmlns:p14="http://schemas.microsoft.com/office/powerpoint/2010/main">
        <mc:Choice Requires="p14">
          <p:contentPart p14:bwMode="auto" r:id="rId29">
            <p14:nvContentPartPr>
              <p14:cNvPr id="1050156" name="Encre 1050155"/>
              <p14:cNvContentPartPr/>
              <p14:nvPr/>
            </p14:nvContentPartPr>
            <p14:xfrm>
              <a:off x="7267054" y="1192953"/>
              <a:ext cx="13196" cy="292815"/>
            </p14:xfrm>
          </p:contentPart>
        </mc:Choice>
        <mc:Fallback xmlns="">
          <p:sp>
            <p:nvSpPr>
              <p:cNvPr id="1050156" name=""/>
              <p:cNvSpPr/>
              <p:nvPr/>
            </p:nvSpPr>
            <p:spPr>
              <a:xfrm>
                <a:off x="7267054" y="1192953"/>
                <a:ext cx="13196" cy="292815"/>
              </a:xfrm>
            </p:spPr>
          </p:sp>
        </mc:Fallback>
      </mc:AlternateContent>
      <mc:AlternateContent xmlns:mc="http://schemas.openxmlformats.org/markup-compatibility/2006" xmlns:p14="http://schemas.microsoft.com/office/powerpoint/2010/main">
        <mc:Choice Requires="p14">
          <p:contentPart p14:bwMode="auto" r:id="rId30">
            <p14:nvContentPartPr>
              <p14:cNvPr id="1050157" name="Encre 1050156"/>
              <p14:cNvContentPartPr/>
              <p14:nvPr/>
            </p14:nvContentPartPr>
            <p14:xfrm>
              <a:off x="7248312" y="1357967"/>
              <a:ext cx="273660" cy="109962"/>
            </p14:xfrm>
          </p:contentPart>
        </mc:Choice>
        <mc:Fallback xmlns="">
          <p:sp>
            <p:nvSpPr>
              <p:cNvPr id="1050157" name=""/>
              <p:cNvSpPr/>
              <p:nvPr/>
            </p:nvSpPr>
            <p:spPr>
              <a:xfrm>
                <a:off x="7248312" y="1357967"/>
                <a:ext cx="273660" cy="109962"/>
              </a:xfrm>
            </p:spPr>
          </p:sp>
        </mc:Fallback>
      </mc:AlternateContent>
      <mc:AlternateContent xmlns:mc="http://schemas.openxmlformats.org/markup-compatibility/2006" xmlns:p14="http://schemas.microsoft.com/office/powerpoint/2010/main">
        <mc:Choice Requires="p14">
          <p:contentPart p14:bwMode="auto" r:id="rId31">
            <p14:nvContentPartPr>
              <p14:cNvPr id="1050158" name="Encre 1050157"/>
              <p14:cNvContentPartPr/>
              <p14:nvPr/>
            </p14:nvContentPartPr>
            <p14:xfrm>
              <a:off x="7502883" y="1275139"/>
              <a:ext cx="202984" cy="366127"/>
            </p14:xfrm>
          </p:contentPart>
        </mc:Choice>
        <mc:Fallback xmlns="">
          <p:sp>
            <p:nvSpPr>
              <p:cNvPr id="1050158" name=""/>
              <p:cNvSpPr/>
              <p:nvPr/>
            </p:nvSpPr>
            <p:spPr>
              <a:xfrm>
                <a:off x="7502883" y="1275139"/>
                <a:ext cx="202984" cy="366127"/>
              </a:xfrm>
            </p:spPr>
          </p:sp>
        </mc:Fallback>
      </mc:AlternateContent>
      <mc:AlternateContent xmlns:mc="http://schemas.openxmlformats.org/markup-compatibility/2006" xmlns:p14="http://schemas.microsoft.com/office/powerpoint/2010/main">
        <mc:Choice Requires="p14">
          <p:contentPart p14:bwMode="auto" r:id="rId32">
            <p14:nvContentPartPr>
              <p14:cNvPr id="1050159" name="Encre 1050158"/>
              <p14:cNvContentPartPr/>
              <p14:nvPr/>
            </p14:nvContentPartPr>
            <p14:xfrm>
              <a:off x="7690268" y="1204543"/>
              <a:ext cx="602" cy="64643"/>
            </p14:xfrm>
          </p:contentPart>
        </mc:Choice>
        <mc:Fallback xmlns="">
          <p:sp>
            <p:nvSpPr>
              <p:cNvPr id="1050159" name=""/>
              <p:cNvSpPr/>
              <p:nvPr/>
            </p:nvSpPr>
            <p:spPr>
              <a:xfrm>
                <a:off x="7690268" y="1204543"/>
                <a:ext cx="602" cy="64643"/>
              </a:xfrm>
            </p:spPr>
          </p:sp>
        </mc:Fallback>
      </mc:AlternateContent>
      <mc:AlternateContent xmlns:mc="http://schemas.openxmlformats.org/markup-compatibility/2006" xmlns:p14="http://schemas.microsoft.com/office/powerpoint/2010/main">
        <mc:Choice Requires="p14">
          <p:contentPart p14:bwMode="auto" r:id="rId33">
            <p14:nvContentPartPr>
              <p14:cNvPr id="1050160" name="Encre 1050159"/>
              <p14:cNvContentPartPr/>
              <p14:nvPr/>
            </p14:nvContentPartPr>
            <p14:xfrm>
              <a:off x="7772108" y="1323354"/>
              <a:ext cx="139273" cy="116712"/>
            </p14:xfrm>
          </p:contentPart>
        </mc:Choice>
        <mc:Fallback xmlns="">
          <p:sp>
            <p:nvSpPr>
              <p:cNvPr id="1050160" name=""/>
              <p:cNvSpPr/>
              <p:nvPr/>
            </p:nvSpPr>
            <p:spPr>
              <a:xfrm>
                <a:off x="7772108" y="1323354"/>
                <a:ext cx="139273" cy="116712"/>
              </a:xfrm>
            </p:spPr>
          </p:sp>
        </mc:Fallback>
      </mc:AlternateContent>
      <mc:AlternateContent xmlns:mc="http://schemas.openxmlformats.org/markup-compatibility/2006" xmlns:p14="http://schemas.microsoft.com/office/powerpoint/2010/main">
        <mc:Choice Requires="p14">
          <p:contentPart p14:bwMode="auto" r:id="rId34">
            <p14:nvContentPartPr>
              <p14:cNvPr id="1050161" name="Encre 1050160"/>
              <p14:cNvContentPartPr/>
              <p14:nvPr/>
            </p14:nvContentPartPr>
            <p14:xfrm>
              <a:off x="7912401" y="1331091"/>
              <a:ext cx="124897" cy="135096"/>
            </p14:xfrm>
          </p:contentPart>
        </mc:Choice>
        <mc:Fallback xmlns="">
          <p:sp>
            <p:nvSpPr>
              <p:cNvPr id="1050161" name=""/>
              <p:cNvSpPr/>
              <p:nvPr/>
            </p:nvSpPr>
            <p:spPr>
              <a:xfrm>
                <a:off x="7912401" y="1331091"/>
                <a:ext cx="124897" cy="135096"/>
              </a:xfrm>
            </p:spPr>
          </p:sp>
        </mc:Fallback>
      </mc:AlternateContent>
      <mc:AlternateContent xmlns:mc="http://schemas.openxmlformats.org/markup-compatibility/2006" xmlns:p14="http://schemas.microsoft.com/office/powerpoint/2010/main">
        <mc:Choice Requires="p14">
          <p:contentPart p14:bwMode="auto" r:id="rId35">
            <p14:nvContentPartPr>
              <p14:cNvPr id="1050162" name="Encre 1050161"/>
              <p14:cNvContentPartPr/>
              <p14:nvPr/>
            </p14:nvContentPartPr>
            <p14:xfrm>
              <a:off x="8056789" y="1127432"/>
              <a:ext cx="23293" cy="337615"/>
            </p14:xfrm>
          </p:contentPart>
        </mc:Choice>
        <mc:Fallback xmlns="">
          <p:sp>
            <p:nvSpPr>
              <p:cNvPr id="1050162" name=""/>
              <p:cNvSpPr/>
              <p:nvPr/>
            </p:nvSpPr>
            <p:spPr>
              <a:xfrm>
                <a:off x="8056789" y="1127432"/>
                <a:ext cx="23293" cy="337615"/>
              </a:xfrm>
            </p:spPr>
          </p:sp>
        </mc:Fallback>
      </mc:AlternateContent>
      <mc:AlternateContent xmlns:mc="http://schemas.openxmlformats.org/markup-compatibility/2006" xmlns:p14="http://schemas.microsoft.com/office/powerpoint/2010/main">
        <mc:Choice Requires="p14">
          <p:contentPart p14:bwMode="auto" r:id="rId36">
            <p14:nvContentPartPr>
              <p14:cNvPr id="1050163" name="Encre 1050162"/>
              <p14:cNvContentPartPr/>
              <p14:nvPr/>
            </p14:nvContentPartPr>
            <p14:xfrm>
              <a:off x="8038872" y="1324694"/>
              <a:ext cx="206982" cy="90861"/>
            </p14:xfrm>
          </p:contentPart>
        </mc:Choice>
        <mc:Fallback xmlns="">
          <p:sp>
            <p:nvSpPr>
              <p:cNvPr id="1050163" name=""/>
              <p:cNvSpPr/>
              <p:nvPr/>
            </p:nvSpPr>
            <p:spPr>
              <a:xfrm>
                <a:off x="8038872" y="1324694"/>
                <a:ext cx="206982" cy="90861"/>
              </a:xfrm>
            </p:spPr>
          </p:sp>
        </mc:Fallback>
      </mc:AlternateContent>
      <mc:AlternateContent xmlns:mc="http://schemas.openxmlformats.org/markup-compatibility/2006" xmlns:p14="http://schemas.microsoft.com/office/powerpoint/2010/main">
        <mc:Choice Requires="p14">
          <p:contentPart p14:bwMode="auto" r:id="rId37">
            <p14:nvContentPartPr>
              <p14:cNvPr id="1050164" name="Encre 1050163"/>
              <p14:cNvContentPartPr/>
              <p14:nvPr/>
            </p14:nvContentPartPr>
            <p14:xfrm>
              <a:off x="8307462" y="1282837"/>
              <a:ext cx="31233" cy="179106"/>
            </p14:xfrm>
          </p:contentPart>
        </mc:Choice>
        <mc:Fallback xmlns="">
          <p:sp>
            <p:nvSpPr>
              <p:cNvPr id="1050164" name=""/>
              <p:cNvSpPr/>
              <p:nvPr/>
            </p:nvSpPr>
            <p:spPr>
              <a:xfrm>
                <a:off x="8307462" y="1282837"/>
                <a:ext cx="31233" cy="179106"/>
              </a:xfrm>
            </p:spPr>
          </p:sp>
        </mc:Fallback>
      </mc:AlternateContent>
      <mc:AlternateContent xmlns:mc="http://schemas.openxmlformats.org/markup-compatibility/2006" xmlns:p14="http://schemas.microsoft.com/office/powerpoint/2010/main">
        <mc:Choice Requires="p14">
          <p:contentPart p14:bwMode="auto" r:id="rId38">
            <p14:nvContentPartPr>
              <p14:cNvPr id="1050165" name="Encre 1050164"/>
              <p14:cNvContentPartPr/>
              <p14:nvPr/>
            </p14:nvContentPartPr>
            <p14:xfrm>
              <a:off x="8407239" y="1206380"/>
              <a:ext cx="251886" cy="234321"/>
            </p14:xfrm>
          </p:contentPart>
        </mc:Choice>
        <mc:Fallback xmlns="">
          <p:sp>
            <p:nvSpPr>
              <p:cNvPr id="1050165" name=""/>
              <p:cNvSpPr/>
              <p:nvPr/>
            </p:nvSpPr>
            <p:spPr>
              <a:xfrm>
                <a:off x="8407239" y="1206380"/>
                <a:ext cx="251886" cy="234321"/>
              </a:xfrm>
            </p:spPr>
          </p:sp>
        </mc:Fallback>
      </mc:AlternateContent>
      <mc:AlternateContent xmlns:mc="http://schemas.openxmlformats.org/markup-compatibility/2006" xmlns:p14="http://schemas.microsoft.com/office/powerpoint/2010/main">
        <mc:Choice Requires="p14">
          <p:contentPart p14:bwMode="auto" r:id="rId39">
            <p14:nvContentPartPr>
              <p14:cNvPr id="1050166" name="Encre 1050165"/>
              <p14:cNvContentPartPr/>
              <p14:nvPr/>
            </p14:nvContentPartPr>
            <p14:xfrm>
              <a:off x="8374564" y="1165278"/>
              <a:ext cx="25527" cy="29886"/>
            </p14:xfrm>
          </p:contentPart>
        </mc:Choice>
        <mc:Fallback xmlns="">
          <p:sp>
            <p:nvSpPr>
              <p:cNvPr id="1050166" name=""/>
              <p:cNvSpPr/>
              <p:nvPr/>
            </p:nvSpPr>
            <p:spPr>
              <a:xfrm>
                <a:off x="8374564" y="1165278"/>
                <a:ext cx="25527" cy="29886"/>
              </a:xfrm>
            </p:spPr>
          </p:sp>
        </mc:Fallback>
      </mc:AlternateContent>
      <mc:AlternateContent xmlns:mc="http://schemas.openxmlformats.org/markup-compatibility/2006" xmlns:p14="http://schemas.microsoft.com/office/powerpoint/2010/main">
        <mc:Choice Requires="p14">
          <p:contentPart p14:bwMode="auto" r:id="rId40">
            <p14:nvContentPartPr>
              <p14:cNvPr id="1050167" name="Encre 1050166"/>
              <p14:cNvContentPartPr/>
              <p14:nvPr/>
            </p14:nvContentPartPr>
            <p14:xfrm>
              <a:off x="5483006" y="1576171"/>
              <a:ext cx="3162662" cy="120257"/>
            </p14:xfrm>
          </p:contentPart>
        </mc:Choice>
        <mc:Fallback xmlns="">
          <p:sp>
            <p:nvSpPr>
              <p:cNvPr id="1050167" name=""/>
              <p:cNvSpPr/>
              <p:nvPr/>
            </p:nvSpPr>
            <p:spPr>
              <a:xfrm>
                <a:off x="5483006" y="1576171"/>
                <a:ext cx="3162662" cy="120257"/>
              </a:xfrm>
            </p:spPr>
          </p:sp>
        </mc:Fallback>
      </mc:AlternateContent>
      <mc:AlternateContent xmlns:mc="http://schemas.openxmlformats.org/markup-compatibility/2006" xmlns:p14="http://schemas.microsoft.com/office/powerpoint/2010/main">
        <mc:Choice Requires="p14">
          <p:contentPart p14:bwMode="auto" r:id="rId41">
            <p14:nvContentPartPr>
              <p14:cNvPr id="1050168" name="Encre 1050167"/>
              <p14:cNvContentPartPr/>
              <p14:nvPr/>
            </p14:nvContentPartPr>
            <p14:xfrm>
              <a:off x="2153617" y="1002406"/>
              <a:ext cx="2810259" cy="956860"/>
            </p14:xfrm>
          </p:contentPart>
        </mc:Choice>
        <mc:Fallback xmlns="">
          <p:sp>
            <p:nvSpPr>
              <p:cNvPr id="1050168" name=""/>
              <p:cNvSpPr/>
              <p:nvPr/>
            </p:nvSpPr>
            <p:spPr>
              <a:xfrm>
                <a:off x="2153617" y="1002406"/>
                <a:ext cx="2810259" cy="956860"/>
              </a:xfrm>
            </p:spPr>
          </p:sp>
        </mc:Fallback>
      </mc:AlternateContent>
      <mc:AlternateContent xmlns:mc="http://schemas.openxmlformats.org/markup-compatibility/2006" xmlns:p14="http://schemas.microsoft.com/office/powerpoint/2010/main">
        <mc:Choice Requires="p14">
          <p:contentPart p14:bwMode="auto" r:id="rId42">
            <p14:nvContentPartPr>
              <p14:cNvPr id="1050169" name="Encre 1050168"/>
              <p14:cNvContentPartPr/>
              <p14:nvPr/>
            </p14:nvContentPartPr>
            <p14:xfrm>
              <a:off x="4542745" y="1087350"/>
              <a:ext cx="28893" cy="9095"/>
            </p14:xfrm>
          </p:contentPart>
        </mc:Choice>
        <mc:Fallback xmlns="">
          <p:sp>
            <p:nvSpPr>
              <p:cNvPr id="1050169" name=""/>
              <p:cNvSpPr/>
              <p:nvPr/>
            </p:nvSpPr>
            <p:spPr>
              <a:xfrm>
                <a:off x="4542745" y="1087350"/>
                <a:ext cx="28893" cy="9095"/>
              </a:xfrm>
            </p:spPr>
          </p:sp>
        </mc:Fallback>
      </mc:AlternateContent>
      <mc:AlternateContent xmlns:mc="http://schemas.openxmlformats.org/markup-compatibility/2006" xmlns:p14="http://schemas.microsoft.com/office/powerpoint/2010/main">
        <mc:Choice Requires="p14">
          <p:contentPart p14:bwMode="auto" r:id="rId43">
            <p14:nvContentPartPr>
              <p14:cNvPr id="1050170" name="Encre 1050169"/>
              <p14:cNvContentPartPr/>
              <p14:nvPr/>
            </p14:nvContentPartPr>
            <p14:xfrm>
              <a:off x="5864831" y="2525367"/>
              <a:ext cx="209124" cy="79694"/>
            </p14:xfrm>
          </p:contentPart>
        </mc:Choice>
        <mc:Fallback xmlns="">
          <p:sp>
            <p:nvSpPr>
              <p:cNvPr id="1050170" name=""/>
              <p:cNvSpPr/>
              <p:nvPr/>
            </p:nvSpPr>
            <p:spPr>
              <a:xfrm>
                <a:off x="5864831" y="2525367"/>
                <a:ext cx="209124" cy="79694"/>
              </a:xfrm>
            </p:spPr>
          </p:sp>
        </mc:Fallback>
      </mc:AlternateContent>
      <mc:AlternateContent xmlns:mc="http://schemas.openxmlformats.org/markup-compatibility/2006" xmlns:p14="http://schemas.microsoft.com/office/powerpoint/2010/main">
        <mc:Choice Requires="p14">
          <p:contentPart p14:bwMode="auto" r:id="rId44">
            <p14:nvContentPartPr>
              <p14:cNvPr id="1050171" name="Encre 1050170"/>
              <p14:cNvContentPartPr/>
              <p14:nvPr/>
            </p14:nvContentPartPr>
            <p14:xfrm>
              <a:off x="7003153" y="2525367"/>
              <a:ext cx="251195" cy="107352"/>
            </p14:xfrm>
          </p:contentPart>
        </mc:Choice>
        <mc:Fallback xmlns="">
          <p:sp>
            <p:nvSpPr>
              <p:cNvPr id="1050171" name=""/>
              <p:cNvSpPr/>
              <p:nvPr/>
            </p:nvSpPr>
            <p:spPr>
              <a:xfrm>
                <a:off x="7003153" y="2525367"/>
                <a:ext cx="251195" cy="107352"/>
              </a:xfrm>
            </p:spPr>
          </p:sp>
        </mc:Fallback>
      </mc:AlternateContent>
      <mc:AlternateContent xmlns:mc="http://schemas.openxmlformats.org/markup-compatibility/2006" xmlns:p14="http://schemas.microsoft.com/office/powerpoint/2010/main">
        <mc:Choice Requires="p14">
          <p:contentPart p14:bwMode="auto" r:id="rId45">
            <p14:nvContentPartPr>
              <p14:cNvPr id="1050172" name="Encre 1050171"/>
              <p14:cNvContentPartPr/>
              <p14:nvPr/>
            </p14:nvContentPartPr>
            <p14:xfrm>
              <a:off x="8319622" y="1866921"/>
              <a:ext cx="3599114" cy="1011480"/>
            </p14:xfrm>
          </p:contentPart>
        </mc:Choice>
        <mc:Fallback xmlns="">
          <p:sp>
            <p:nvSpPr>
              <p:cNvPr id="1050172" name=""/>
              <p:cNvSpPr/>
              <p:nvPr/>
            </p:nvSpPr>
            <p:spPr>
              <a:xfrm>
                <a:off x="8319622" y="1866921"/>
                <a:ext cx="3599114" cy="1011480"/>
              </a:xfrm>
            </p:spPr>
          </p:sp>
        </mc:Fallback>
      </mc:AlternateContent>
      <mc:AlternateContent xmlns:mc="http://schemas.openxmlformats.org/markup-compatibility/2006" xmlns:p14="http://schemas.microsoft.com/office/powerpoint/2010/main">
        <mc:Choice Requires="p14">
          <p:contentPart p14:bwMode="auto" r:id="rId46">
            <p14:nvContentPartPr>
              <p14:cNvPr id="1050173" name="Encre 1050172"/>
              <p14:cNvContentPartPr/>
              <p14:nvPr/>
            </p14:nvContentPartPr>
            <p14:xfrm>
              <a:off x="5587757" y="2906347"/>
              <a:ext cx="1415804" cy="991595"/>
            </p14:xfrm>
          </p:contentPart>
        </mc:Choice>
        <mc:Fallback xmlns="">
          <p:sp>
            <p:nvSpPr>
              <p:cNvPr id="1050173" name=""/>
              <p:cNvSpPr/>
              <p:nvPr/>
            </p:nvSpPr>
            <p:spPr>
              <a:xfrm>
                <a:off x="5587757" y="2906347"/>
                <a:ext cx="1415804" cy="991595"/>
              </a:xfrm>
            </p:spPr>
          </p:sp>
        </mc:Fallback>
      </mc:AlternateContent>
      <mc:AlternateContent xmlns:mc="http://schemas.openxmlformats.org/markup-compatibility/2006" xmlns:p14="http://schemas.microsoft.com/office/powerpoint/2010/main">
        <mc:Choice Requires="p14">
          <p:contentPart p14:bwMode="auto" r:id="rId47">
            <p14:nvContentPartPr>
              <p14:cNvPr id="1050174" name="Encre 1050173"/>
              <p14:cNvContentPartPr/>
              <p14:nvPr/>
            </p14:nvContentPartPr>
            <p14:xfrm>
              <a:off x="8556384" y="3029920"/>
              <a:ext cx="1390641" cy="785400"/>
            </p14:xfrm>
          </p:contentPart>
        </mc:Choice>
        <mc:Fallback xmlns="">
          <p:sp>
            <p:nvSpPr>
              <p:cNvPr id="1050174" name=""/>
              <p:cNvSpPr/>
              <p:nvPr/>
            </p:nvSpPr>
            <p:spPr>
              <a:xfrm>
                <a:off x="8556384" y="3029920"/>
                <a:ext cx="1390641" cy="785400"/>
              </a:xfrm>
            </p:spPr>
          </p:sp>
        </mc:Fallback>
      </mc:AlternateContent>
      <mc:AlternateContent xmlns:mc="http://schemas.openxmlformats.org/markup-compatibility/2006" xmlns:p14="http://schemas.microsoft.com/office/powerpoint/2010/main">
        <mc:Choice Requires="p14">
          <p:contentPart p14:bwMode="auto" r:id="rId48">
            <p14:nvContentPartPr>
              <p14:cNvPr id="1050175" name="Encre 1050174"/>
              <p14:cNvContentPartPr/>
              <p14:nvPr/>
            </p14:nvContentPartPr>
            <p14:xfrm>
              <a:off x="7541407" y="4402760"/>
              <a:ext cx="2103506" cy="99697"/>
            </p14:xfrm>
          </p:contentPart>
        </mc:Choice>
        <mc:Fallback xmlns="">
          <p:sp>
            <p:nvSpPr>
              <p:cNvPr id="1050175" name=""/>
              <p:cNvSpPr/>
              <p:nvPr/>
            </p:nvSpPr>
            <p:spPr>
              <a:xfrm>
                <a:off x="7541407" y="4402760"/>
                <a:ext cx="2103506" cy="99697"/>
              </a:xfrm>
            </p:spPr>
          </p:sp>
        </mc:Fallback>
      </mc:AlternateContent>
      <mc:AlternateContent xmlns:mc="http://schemas.openxmlformats.org/markup-compatibility/2006" xmlns:p14="http://schemas.microsoft.com/office/powerpoint/2010/main">
        <mc:Choice Requires="p14">
          <p:contentPart p14:bwMode="auto" r:id="rId49">
            <p14:nvContentPartPr>
              <p14:cNvPr id="1050176" name="Encre 1050175"/>
              <p14:cNvContentPartPr/>
              <p14:nvPr/>
            </p14:nvContentPartPr>
            <p14:xfrm>
              <a:off x="9961713" y="3291985"/>
              <a:ext cx="166214" cy="273882"/>
            </p14:xfrm>
          </p:contentPart>
        </mc:Choice>
        <mc:Fallback xmlns="">
          <p:sp>
            <p:nvSpPr>
              <p:cNvPr id="1050176" name=""/>
              <p:cNvSpPr/>
              <p:nvPr/>
            </p:nvSpPr>
            <p:spPr>
              <a:xfrm>
                <a:off x="9961713" y="3291985"/>
                <a:ext cx="166214" cy="273882"/>
              </a:xfrm>
            </p:spPr>
          </p:sp>
        </mc:Fallback>
      </mc:AlternateContent>
      <mc:AlternateContent xmlns:mc="http://schemas.openxmlformats.org/markup-compatibility/2006" xmlns:p14="http://schemas.microsoft.com/office/powerpoint/2010/main">
        <mc:Choice Requires="p14">
          <p:contentPart p14:bwMode="auto" r:id="rId50">
            <p14:nvContentPartPr>
              <p14:cNvPr id="1050177" name="Encre 1050176"/>
              <p14:cNvContentPartPr/>
              <p14:nvPr/>
            </p14:nvContentPartPr>
            <p14:xfrm>
              <a:off x="10015115" y="3526630"/>
              <a:ext cx="136823" cy="91841"/>
            </p14:xfrm>
          </p:contentPart>
        </mc:Choice>
        <mc:Fallback xmlns="">
          <p:sp>
            <p:nvSpPr>
              <p:cNvPr id="1050177" name=""/>
              <p:cNvSpPr/>
              <p:nvPr/>
            </p:nvSpPr>
            <p:spPr>
              <a:xfrm>
                <a:off x="10015115" y="3526630"/>
                <a:ext cx="136823" cy="91841"/>
              </a:xfrm>
            </p:spPr>
          </p:sp>
        </mc:Fallback>
      </mc:AlternateContent>
      <mc:AlternateContent xmlns:mc="http://schemas.openxmlformats.org/markup-compatibility/2006" xmlns:p14="http://schemas.microsoft.com/office/powerpoint/2010/main">
        <mc:Choice Requires="p14">
          <p:contentPart p14:bwMode="auto" r:id="rId51">
            <p14:nvContentPartPr>
              <p14:cNvPr id="1050178" name="Encre 1050177"/>
              <p14:cNvContentPartPr/>
              <p14:nvPr/>
            </p14:nvContentPartPr>
            <p14:xfrm>
              <a:off x="10256840" y="3354548"/>
              <a:ext cx="108549" cy="148457"/>
            </p14:xfrm>
          </p:contentPart>
        </mc:Choice>
        <mc:Fallback xmlns="">
          <p:sp>
            <p:nvSpPr>
              <p:cNvPr id="1050178" name=""/>
              <p:cNvSpPr/>
              <p:nvPr/>
            </p:nvSpPr>
            <p:spPr>
              <a:xfrm>
                <a:off x="10256840" y="3354548"/>
                <a:ext cx="108549" cy="148457"/>
              </a:xfrm>
            </p:spPr>
          </p:sp>
        </mc:Fallback>
      </mc:AlternateContent>
      <mc:AlternateContent xmlns:mc="http://schemas.openxmlformats.org/markup-compatibility/2006" xmlns:p14="http://schemas.microsoft.com/office/powerpoint/2010/main">
        <mc:Choice Requires="p14">
          <p:contentPart p14:bwMode="auto" r:id="rId52">
            <p14:nvContentPartPr>
              <p14:cNvPr id="1050179" name="Encre 1050178"/>
              <p14:cNvContentPartPr/>
              <p14:nvPr/>
            </p14:nvContentPartPr>
            <p14:xfrm>
              <a:off x="2862066" y="3198452"/>
              <a:ext cx="1334037" cy="463727"/>
            </p14:xfrm>
          </p:contentPart>
        </mc:Choice>
        <mc:Fallback xmlns="">
          <p:sp>
            <p:nvSpPr>
              <p:cNvPr id="1050179" name=""/>
              <p:cNvSpPr/>
              <p:nvPr/>
            </p:nvSpPr>
            <p:spPr>
              <a:xfrm>
                <a:off x="2862066" y="3198452"/>
                <a:ext cx="1334037" cy="463727"/>
              </a:xfrm>
            </p:spPr>
          </p:sp>
        </mc:Fallback>
      </mc:AlternateContent>
      <mc:AlternateContent xmlns:mc="http://schemas.openxmlformats.org/markup-compatibility/2006" xmlns:p14="http://schemas.microsoft.com/office/powerpoint/2010/main">
        <mc:Choice Requires="p14">
          <p:contentPart p14:bwMode="auto" r:id="rId53">
            <p14:nvContentPartPr>
              <p14:cNvPr id="1050180" name="Encre 1050179"/>
              <p14:cNvContentPartPr/>
              <p14:nvPr/>
            </p14:nvContentPartPr>
            <p14:xfrm>
              <a:off x="3767613" y="2843037"/>
              <a:ext cx="141001" cy="432109"/>
            </p14:xfrm>
          </p:contentPart>
        </mc:Choice>
        <mc:Fallback xmlns="">
          <p:sp>
            <p:nvSpPr>
              <p:cNvPr id="1050180" name=""/>
              <p:cNvSpPr/>
              <p:nvPr/>
            </p:nvSpPr>
            <p:spPr>
              <a:xfrm>
                <a:off x="3767613" y="2843037"/>
                <a:ext cx="141001" cy="432109"/>
              </a:xfrm>
            </p:spPr>
          </p:sp>
        </mc:Fallback>
      </mc:AlternateContent>
      <mc:AlternateContent xmlns:mc="http://schemas.openxmlformats.org/markup-compatibility/2006" xmlns:p14="http://schemas.microsoft.com/office/powerpoint/2010/main">
        <mc:Choice Requires="p14">
          <p:contentPart p14:bwMode="auto" r:id="rId54">
            <p14:nvContentPartPr>
              <p14:cNvPr id="1050181" name="Encre 1050180"/>
              <p14:cNvContentPartPr/>
              <p14:nvPr/>
            </p14:nvContentPartPr>
            <p14:xfrm>
              <a:off x="3746998" y="3071059"/>
              <a:ext cx="164981" cy="185523"/>
            </p14:xfrm>
          </p:contentPart>
        </mc:Choice>
        <mc:Fallback xmlns="">
          <p:sp>
            <p:nvSpPr>
              <p:cNvPr id="1050181" name=""/>
              <p:cNvSpPr/>
              <p:nvPr/>
            </p:nvSpPr>
            <p:spPr>
              <a:xfrm>
                <a:off x="3746998" y="3071059"/>
                <a:ext cx="164981" cy="185523"/>
              </a:xfrm>
            </p:spPr>
          </p:sp>
        </mc:Fallback>
      </mc:AlternateContent>
      <mc:AlternateContent xmlns:mc="http://schemas.openxmlformats.org/markup-compatibility/2006" xmlns:p14="http://schemas.microsoft.com/office/powerpoint/2010/main">
        <mc:Choice Requires="p14">
          <p:contentPart p14:bwMode="auto" r:id="rId55">
            <p14:nvContentPartPr>
              <p14:cNvPr id="1050182" name="Encre 1050181"/>
              <p14:cNvContentPartPr/>
              <p14:nvPr/>
            </p14:nvContentPartPr>
            <p14:xfrm>
              <a:off x="9925314" y="3814495"/>
              <a:ext cx="94163" cy="1345147"/>
            </p14:xfrm>
          </p:contentPart>
        </mc:Choice>
        <mc:Fallback xmlns="">
          <p:sp>
            <p:nvSpPr>
              <p:cNvPr id="1050182" name=""/>
              <p:cNvSpPr/>
              <p:nvPr/>
            </p:nvSpPr>
            <p:spPr>
              <a:xfrm>
                <a:off x="9925314" y="3814495"/>
                <a:ext cx="94163" cy="1345147"/>
              </a:xfrm>
            </p:spPr>
          </p:sp>
        </mc:Fallback>
      </mc:AlternateContent>
      <mc:AlternateContent xmlns:mc="http://schemas.openxmlformats.org/markup-compatibility/2006" xmlns:p14="http://schemas.microsoft.com/office/powerpoint/2010/main">
        <mc:Choice Requires="p14">
          <p:contentPart p14:bwMode="auto" r:id="rId56">
            <p14:nvContentPartPr>
              <p14:cNvPr id="1050183" name="Encre 1050182"/>
              <p14:cNvContentPartPr/>
              <p14:nvPr/>
            </p14:nvContentPartPr>
            <p14:xfrm>
              <a:off x="10106916" y="4120101"/>
              <a:ext cx="176959" cy="348927"/>
            </p14:xfrm>
          </p:contentPart>
        </mc:Choice>
        <mc:Fallback xmlns="">
          <p:sp>
            <p:nvSpPr>
              <p:cNvPr id="1050183" name=""/>
              <p:cNvSpPr/>
              <p:nvPr/>
            </p:nvSpPr>
            <p:spPr>
              <a:xfrm>
                <a:off x="10106916" y="4120101"/>
                <a:ext cx="176959" cy="348927"/>
              </a:xfrm>
            </p:spPr>
          </p:sp>
        </mc:Fallback>
      </mc:AlternateContent>
      <mc:AlternateContent xmlns:mc="http://schemas.openxmlformats.org/markup-compatibility/2006" xmlns:p14="http://schemas.microsoft.com/office/powerpoint/2010/main">
        <mc:Choice Requires="p14">
          <p:contentPart p14:bwMode="auto" r:id="rId57">
            <p14:nvContentPartPr>
              <p14:cNvPr id="1050184" name="Encre 1050183"/>
              <p14:cNvContentPartPr/>
              <p14:nvPr/>
            </p14:nvContentPartPr>
            <p14:xfrm>
              <a:off x="10269686" y="4275044"/>
              <a:ext cx="351104" cy="363381"/>
            </p14:xfrm>
          </p:contentPart>
        </mc:Choice>
        <mc:Fallback xmlns="">
          <p:sp>
            <p:nvSpPr>
              <p:cNvPr id="1050184" name=""/>
              <p:cNvSpPr/>
              <p:nvPr/>
            </p:nvSpPr>
            <p:spPr>
              <a:xfrm>
                <a:off x="10269686" y="4275044"/>
                <a:ext cx="351104" cy="363381"/>
              </a:xfrm>
            </p:spPr>
          </p:sp>
        </mc:Fallback>
      </mc:AlternateContent>
      <mc:AlternateContent xmlns:mc="http://schemas.openxmlformats.org/markup-compatibility/2006" xmlns:p14="http://schemas.microsoft.com/office/powerpoint/2010/main">
        <mc:Choice Requires="p14">
          <p:contentPart p14:bwMode="auto" r:id="rId58">
            <p14:nvContentPartPr>
              <p14:cNvPr id="1050185" name="Encre 1050184"/>
              <p14:cNvContentPartPr/>
              <p14:nvPr/>
            </p14:nvContentPartPr>
            <p14:xfrm>
              <a:off x="10683651" y="4313077"/>
              <a:ext cx="111402" cy="166110"/>
            </p14:xfrm>
          </p:contentPart>
        </mc:Choice>
        <mc:Fallback xmlns="">
          <p:sp>
            <p:nvSpPr>
              <p:cNvPr id="1050185" name=""/>
              <p:cNvSpPr/>
              <p:nvPr/>
            </p:nvSpPr>
            <p:spPr>
              <a:xfrm>
                <a:off x="10683651" y="4313077"/>
                <a:ext cx="111402" cy="166110"/>
              </a:xfrm>
            </p:spPr>
          </p:sp>
        </mc:Fallback>
      </mc:AlternateContent>
      <mc:AlternateContent xmlns:mc="http://schemas.openxmlformats.org/markup-compatibility/2006" xmlns:p14="http://schemas.microsoft.com/office/powerpoint/2010/main">
        <mc:Choice Requires="p14">
          <p:contentPart p14:bwMode="auto" r:id="rId59">
            <p14:nvContentPartPr>
              <p14:cNvPr id="1050186" name="Encre 1050185"/>
              <p14:cNvContentPartPr/>
              <p14:nvPr/>
            </p14:nvContentPartPr>
            <p14:xfrm>
              <a:off x="10779284" y="4341264"/>
              <a:ext cx="88363" cy="123946"/>
            </p14:xfrm>
          </p:contentPart>
        </mc:Choice>
        <mc:Fallback xmlns="">
          <p:sp>
            <p:nvSpPr>
              <p:cNvPr id="1050186" name=""/>
              <p:cNvSpPr/>
              <p:nvPr/>
            </p:nvSpPr>
            <p:spPr>
              <a:xfrm>
                <a:off x="10779284" y="4341264"/>
                <a:ext cx="88363" cy="123946"/>
              </a:xfrm>
            </p:spPr>
          </p:sp>
        </mc:Fallback>
      </mc:AlternateContent>
      <mc:AlternateContent xmlns:mc="http://schemas.openxmlformats.org/markup-compatibility/2006" xmlns:p14="http://schemas.microsoft.com/office/powerpoint/2010/main">
        <mc:Choice Requires="p14">
          <p:contentPart p14:bwMode="auto" r:id="rId60">
            <p14:nvContentPartPr>
              <p14:cNvPr id="1050187" name="Encre 1050186"/>
              <p14:cNvContentPartPr/>
              <p14:nvPr/>
            </p14:nvContentPartPr>
            <p14:xfrm>
              <a:off x="10327484" y="3770369"/>
              <a:ext cx="71799" cy="198759"/>
            </p14:xfrm>
          </p:contentPart>
        </mc:Choice>
        <mc:Fallback xmlns="">
          <p:sp>
            <p:nvSpPr>
              <p:cNvPr id="1050187" name=""/>
              <p:cNvSpPr/>
              <p:nvPr/>
            </p:nvSpPr>
            <p:spPr>
              <a:xfrm>
                <a:off x="10327484" y="3770369"/>
                <a:ext cx="71799" cy="198759"/>
              </a:xfrm>
            </p:spPr>
          </p:sp>
        </mc:Fallback>
      </mc:AlternateContent>
      <mc:AlternateContent xmlns:mc="http://schemas.openxmlformats.org/markup-compatibility/2006" xmlns:p14="http://schemas.microsoft.com/office/powerpoint/2010/main">
        <mc:Choice Requires="p14">
          <p:contentPart p14:bwMode="auto" r:id="rId61">
            <p14:nvContentPartPr>
              <p14:cNvPr id="1050188" name="Encre 1050187"/>
              <p14:cNvContentPartPr/>
              <p14:nvPr/>
            </p14:nvContentPartPr>
            <p14:xfrm>
              <a:off x="10372852" y="3740696"/>
              <a:ext cx="119700" cy="182916"/>
            </p14:xfrm>
          </p:contentPart>
        </mc:Choice>
        <mc:Fallback xmlns="">
          <p:sp>
            <p:nvSpPr>
              <p:cNvPr id="1050188" name=""/>
              <p:cNvSpPr/>
              <p:nvPr/>
            </p:nvSpPr>
            <p:spPr>
              <a:xfrm>
                <a:off x="10372852" y="3740696"/>
                <a:ext cx="119700" cy="182916"/>
              </a:xfrm>
            </p:spPr>
          </p:sp>
        </mc:Fallback>
      </mc:AlternateContent>
      <mc:AlternateContent xmlns:mc="http://schemas.openxmlformats.org/markup-compatibility/2006" xmlns:p14="http://schemas.microsoft.com/office/powerpoint/2010/main">
        <mc:Choice Requires="p14">
          <p:contentPart p14:bwMode="auto" r:id="rId62">
            <p14:nvContentPartPr>
              <p14:cNvPr id="1050189" name="Encre 1050188"/>
              <p14:cNvContentPartPr/>
              <p14:nvPr/>
            </p14:nvContentPartPr>
            <p14:xfrm>
              <a:off x="10563827" y="3768134"/>
              <a:ext cx="92304" cy="165061"/>
            </p14:xfrm>
          </p:contentPart>
        </mc:Choice>
        <mc:Fallback xmlns="">
          <p:sp>
            <p:nvSpPr>
              <p:cNvPr id="1050189" name=""/>
              <p:cNvSpPr/>
              <p:nvPr/>
            </p:nvSpPr>
            <p:spPr>
              <a:xfrm>
                <a:off x="10563827" y="3768134"/>
                <a:ext cx="92304" cy="165061"/>
              </a:xfrm>
            </p:spPr>
          </p:sp>
        </mc:Fallback>
      </mc:AlternateContent>
      <mc:AlternateContent xmlns:mc="http://schemas.openxmlformats.org/markup-compatibility/2006" xmlns:p14="http://schemas.microsoft.com/office/powerpoint/2010/main">
        <mc:Choice Requires="p14">
          <p:contentPart p14:bwMode="auto" r:id="rId63">
            <p14:nvContentPartPr>
              <p14:cNvPr id="1050190" name="Encre 1050189"/>
              <p14:cNvContentPartPr/>
              <p14:nvPr/>
            </p14:nvContentPartPr>
            <p14:xfrm>
              <a:off x="10547218" y="3843512"/>
              <a:ext cx="104177" cy="28225"/>
            </p14:xfrm>
          </p:contentPart>
        </mc:Choice>
        <mc:Fallback xmlns="">
          <p:sp>
            <p:nvSpPr>
              <p:cNvPr id="1050190" name=""/>
              <p:cNvSpPr/>
              <p:nvPr/>
            </p:nvSpPr>
            <p:spPr>
              <a:xfrm>
                <a:off x="10547218" y="3843512"/>
                <a:ext cx="104177" cy="28225"/>
              </a:xfrm>
            </p:spPr>
          </p:sp>
        </mc:Fallback>
      </mc:AlternateContent>
      <mc:AlternateContent xmlns:mc="http://schemas.openxmlformats.org/markup-compatibility/2006" xmlns:p14="http://schemas.microsoft.com/office/powerpoint/2010/main">
        <mc:Choice Requires="p14">
          <p:contentPart p14:bwMode="auto" r:id="rId64">
            <p14:nvContentPartPr>
              <p14:cNvPr id="1050191" name="Encre 1050190"/>
              <p14:cNvContentPartPr/>
              <p14:nvPr/>
            </p14:nvContentPartPr>
            <p14:xfrm>
              <a:off x="10727232" y="3761038"/>
              <a:ext cx="38231" cy="161016"/>
            </p14:xfrm>
          </p:contentPart>
        </mc:Choice>
        <mc:Fallback xmlns="">
          <p:sp>
            <p:nvSpPr>
              <p:cNvPr id="1050191" name=""/>
              <p:cNvSpPr/>
              <p:nvPr/>
            </p:nvSpPr>
            <p:spPr>
              <a:xfrm>
                <a:off x="10727232" y="3761038"/>
                <a:ext cx="38231" cy="161016"/>
              </a:xfrm>
            </p:spPr>
          </p:sp>
        </mc:Fallback>
      </mc:AlternateContent>
      <mc:AlternateContent xmlns:mc="http://schemas.openxmlformats.org/markup-compatibility/2006" xmlns:p14="http://schemas.microsoft.com/office/powerpoint/2010/main">
        <mc:Choice Requires="p14">
          <p:contentPart p14:bwMode="auto" r:id="rId65">
            <p14:nvContentPartPr>
              <p14:cNvPr id="1050192" name="Encre 1050191"/>
              <p14:cNvContentPartPr/>
              <p14:nvPr/>
            </p14:nvContentPartPr>
            <p14:xfrm>
              <a:off x="10765463" y="3721138"/>
              <a:ext cx="107416" cy="195541"/>
            </p14:xfrm>
          </p:contentPart>
        </mc:Choice>
        <mc:Fallback xmlns="">
          <p:sp>
            <p:nvSpPr>
              <p:cNvPr id="1050192" name=""/>
              <p:cNvSpPr/>
              <p:nvPr/>
            </p:nvSpPr>
            <p:spPr>
              <a:xfrm>
                <a:off x="10765463" y="3721138"/>
                <a:ext cx="107416" cy="195541"/>
              </a:xfrm>
            </p:spPr>
          </p:sp>
        </mc:Fallback>
      </mc:AlternateContent>
      <mc:AlternateContent xmlns:mc="http://schemas.openxmlformats.org/markup-compatibility/2006" xmlns:p14="http://schemas.microsoft.com/office/powerpoint/2010/main">
        <mc:Choice Requires="p14">
          <p:contentPart p14:bwMode="auto" r:id="rId66">
            <p14:nvContentPartPr>
              <p14:cNvPr id="1050193" name="Encre 1050192"/>
              <p14:cNvContentPartPr/>
              <p14:nvPr/>
            </p14:nvContentPartPr>
            <p14:xfrm>
              <a:off x="10691252" y="3747319"/>
              <a:ext cx="39729" cy="229301"/>
            </p14:xfrm>
          </p:contentPart>
        </mc:Choice>
        <mc:Fallback xmlns="">
          <p:sp>
            <p:nvSpPr>
              <p:cNvPr id="1050193" name=""/>
              <p:cNvSpPr/>
              <p:nvPr/>
            </p:nvSpPr>
            <p:spPr>
              <a:xfrm>
                <a:off x="10691252" y="3747319"/>
                <a:ext cx="39729" cy="229301"/>
              </a:xfrm>
            </p:spPr>
          </p:sp>
        </mc:Fallback>
      </mc:AlternateContent>
      <mc:AlternateContent xmlns:mc="http://schemas.openxmlformats.org/markup-compatibility/2006" xmlns:p14="http://schemas.microsoft.com/office/powerpoint/2010/main">
        <mc:Choice Requires="p14">
          <p:contentPart p14:bwMode="auto" r:id="rId67">
            <p14:nvContentPartPr>
              <p14:cNvPr id="1050194" name="Encre 1050193"/>
              <p14:cNvContentPartPr/>
              <p14:nvPr/>
            </p14:nvContentPartPr>
            <p14:xfrm>
              <a:off x="10963103" y="3609418"/>
              <a:ext cx="13457" cy="124419"/>
            </p14:xfrm>
          </p:contentPart>
        </mc:Choice>
        <mc:Fallback xmlns="">
          <p:sp>
            <p:nvSpPr>
              <p:cNvPr id="1050194" name=""/>
              <p:cNvSpPr/>
              <p:nvPr/>
            </p:nvSpPr>
            <p:spPr>
              <a:xfrm>
                <a:off x="10963103" y="3609418"/>
                <a:ext cx="13457" cy="124419"/>
              </a:xfrm>
            </p:spPr>
          </p:sp>
        </mc:Fallback>
      </mc:AlternateContent>
      <mc:AlternateContent xmlns:mc="http://schemas.openxmlformats.org/markup-compatibility/2006" xmlns:p14="http://schemas.microsoft.com/office/powerpoint/2010/main">
        <mc:Choice Requires="p14">
          <p:contentPart p14:bwMode="auto" r:id="rId68">
            <p14:nvContentPartPr>
              <p14:cNvPr id="1050195" name="Encre 1050194"/>
              <p14:cNvContentPartPr/>
              <p14:nvPr/>
            </p14:nvContentPartPr>
            <p14:xfrm>
              <a:off x="10936595" y="3643716"/>
              <a:ext cx="108087" cy="56320"/>
            </p14:xfrm>
          </p:contentPart>
        </mc:Choice>
        <mc:Fallback xmlns="">
          <p:sp>
            <p:nvSpPr>
              <p:cNvPr id="1050195" name=""/>
              <p:cNvSpPr/>
              <p:nvPr/>
            </p:nvSpPr>
            <p:spPr>
              <a:xfrm>
                <a:off x="10936595" y="3643716"/>
                <a:ext cx="108087" cy="56320"/>
              </a:xfrm>
            </p:spPr>
          </p:sp>
        </mc:Fallback>
      </mc:AlternateContent>
      <mc:AlternateContent xmlns:mc="http://schemas.openxmlformats.org/markup-compatibility/2006" xmlns:p14="http://schemas.microsoft.com/office/powerpoint/2010/main">
        <mc:Choice Requires="p14">
          <p:contentPart p14:bwMode="auto" r:id="rId69">
            <p14:nvContentPartPr>
              <p14:cNvPr id="1050196" name="Encre 1050195"/>
              <p14:cNvContentPartPr/>
              <p14:nvPr/>
            </p14:nvContentPartPr>
            <p14:xfrm>
              <a:off x="10921893" y="3650575"/>
              <a:ext cx="108920" cy="82469"/>
            </p14:xfrm>
          </p:contentPart>
        </mc:Choice>
        <mc:Fallback xmlns="">
          <p:sp>
            <p:nvSpPr>
              <p:cNvPr id="1050196" name=""/>
              <p:cNvSpPr/>
              <p:nvPr/>
            </p:nvSpPr>
            <p:spPr>
              <a:xfrm>
                <a:off x="10921893" y="3650575"/>
                <a:ext cx="108920" cy="82469"/>
              </a:xfrm>
            </p:spPr>
          </p:sp>
        </mc:Fallback>
      </mc:AlternateContent>
      <mc:AlternateContent xmlns:mc="http://schemas.openxmlformats.org/markup-compatibility/2006" xmlns:p14="http://schemas.microsoft.com/office/powerpoint/2010/main">
        <mc:Choice Requires="p14">
          <p:contentPart p14:bwMode="auto" r:id="rId70">
            <p14:nvContentPartPr>
              <p14:cNvPr id="1050197" name="Encre 1050196"/>
              <p14:cNvContentPartPr/>
              <p14:nvPr/>
            </p14:nvContentPartPr>
            <p14:xfrm>
              <a:off x="10192728" y="3997304"/>
              <a:ext cx="743042" cy="12334"/>
            </p14:xfrm>
          </p:contentPart>
        </mc:Choice>
        <mc:Fallback xmlns="">
          <p:sp>
            <p:nvSpPr>
              <p:cNvPr id="1050197" name=""/>
              <p:cNvSpPr/>
              <p:nvPr/>
            </p:nvSpPr>
            <p:spPr>
              <a:xfrm>
                <a:off x="10192728" y="3997304"/>
                <a:ext cx="743042" cy="12334"/>
              </a:xfrm>
            </p:spPr>
          </p:sp>
        </mc:Fallback>
      </mc:AlternateContent>
      <mc:AlternateContent xmlns:mc="http://schemas.openxmlformats.org/markup-compatibility/2006" xmlns:p14="http://schemas.microsoft.com/office/powerpoint/2010/main">
        <mc:Choice Requires="p14">
          <p:contentPart p14:bwMode="auto" r:id="rId71">
            <p14:nvContentPartPr>
              <p14:cNvPr id="1050198" name="Encre 1050197"/>
              <p14:cNvContentPartPr/>
              <p14:nvPr/>
            </p14:nvContentPartPr>
            <p14:xfrm>
              <a:off x="10976560" y="4368842"/>
              <a:ext cx="135127" cy="6956"/>
            </p14:xfrm>
          </p:contentPart>
        </mc:Choice>
        <mc:Fallback xmlns="">
          <p:sp>
            <p:nvSpPr>
              <p:cNvPr id="1050198" name=""/>
              <p:cNvSpPr/>
              <p:nvPr/>
            </p:nvSpPr>
            <p:spPr>
              <a:xfrm>
                <a:off x="10976560" y="4368842"/>
                <a:ext cx="135127" cy="6956"/>
              </a:xfrm>
            </p:spPr>
          </p:sp>
        </mc:Fallback>
      </mc:AlternateContent>
      <mc:AlternateContent xmlns:mc="http://schemas.openxmlformats.org/markup-compatibility/2006" xmlns:p14="http://schemas.microsoft.com/office/powerpoint/2010/main">
        <mc:Choice Requires="p14">
          <p:contentPart p14:bwMode="auto" r:id="rId72">
            <p14:nvContentPartPr>
              <p14:cNvPr id="1050199" name="Encre 1050198"/>
              <p14:cNvContentPartPr/>
              <p14:nvPr/>
            </p14:nvContentPartPr>
            <p14:xfrm>
              <a:off x="10969832" y="4461774"/>
              <a:ext cx="141111" cy="10295"/>
            </p14:xfrm>
          </p:contentPart>
        </mc:Choice>
        <mc:Fallback xmlns="">
          <p:sp>
            <p:nvSpPr>
              <p:cNvPr id="1050199" name=""/>
              <p:cNvSpPr/>
              <p:nvPr/>
            </p:nvSpPr>
            <p:spPr>
              <a:xfrm>
                <a:off x="10969832" y="4461774"/>
                <a:ext cx="141111" cy="10295"/>
              </a:xfrm>
            </p:spPr>
          </p:sp>
        </mc:Fallback>
      </mc:AlternateContent>
      <mc:AlternateContent xmlns:mc="http://schemas.openxmlformats.org/markup-compatibility/2006" xmlns:p14="http://schemas.microsoft.com/office/powerpoint/2010/main">
        <mc:Choice Requires="p14">
          <p:contentPart p14:bwMode="auto" r:id="rId73">
            <p14:nvContentPartPr>
              <p14:cNvPr id="1050200" name="Encre 1050199"/>
              <p14:cNvContentPartPr/>
              <p14:nvPr/>
            </p14:nvContentPartPr>
            <p14:xfrm>
              <a:off x="11194805" y="4257231"/>
              <a:ext cx="69088" cy="246909"/>
            </p14:xfrm>
          </p:contentPart>
        </mc:Choice>
        <mc:Fallback xmlns="">
          <p:sp>
            <p:nvSpPr>
              <p:cNvPr id="1050200" name=""/>
              <p:cNvSpPr/>
              <p:nvPr/>
            </p:nvSpPr>
            <p:spPr>
              <a:xfrm>
                <a:off x="11194805" y="4257231"/>
                <a:ext cx="69088" cy="246909"/>
              </a:xfrm>
            </p:spPr>
          </p:sp>
        </mc:Fallback>
      </mc:AlternateContent>
      <mc:AlternateContent xmlns:mc="http://schemas.openxmlformats.org/markup-compatibility/2006" xmlns:p14="http://schemas.microsoft.com/office/powerpoint/2010/main">
        <mc:Choice Requires="p14">
          <p:contentPart p14:bwMode="auto" r:id="rId74">
            <p14:nvContentPartPr>
              <p14:cNvPr id="1050201" name="Encre 1050200"/>
              <p14:cNvContentPartPr/>
              <p14:nvPr/>
            </p14:nvContentPartPr>
            <p14:xfrm>
              <a:off x="11429842" y="4285678"/>
              <a:ext cx="81579" cy="250845"/>
            </p14:xfrm>
          </p:contentPart>
        </mc:Choice>
        <mc:Fallback xmlns="">
          <p:sp>
            <p:nvSpPr>
              <p:cNvPr id="1050201" name=""/>
              <p:cNvSpPr/>
              <p:nvPr/>
            </p:nvSpPr>
            <p:spPr>
              <a:xfrm>
                <a:off x="11429842" y="4285678"/>
                <a:ext cx="81579" cy="250845"/>
              </a:xfrm>
            </p:spPr>
          </p:sp>
        </mc:Fallback>
      </mc:AlternateContent>
      <mc:AlternateContent xmlns:mc="http://schemas.openxmlformats.org/markup-compatibility/2006" xmlns:p14="http://schemas.microsoft.com/office/powerpoint/2010/main">
        <mc:Choice Requires="p14">
          <p:contentPart p14:bwMode="auto" r:id="rId75">
            <p14:nvContentPartPr>
              <p14:cNvPr id="1050202" name="Encre 1050201"/>
              <p14:cNvContentPartPr/>
              <p14:nvPr/>
            </p14:nvContentPartPr>
            <p14:xfrm>
              <a:off x="11562240" y="4313353"/>
              <a:ext cx="7240" cy="71403"/>
            </p14:xfrm>
          </p:contentPart>
        </mc:Choice>
        <mc:Fallback xmlns="">
          <p:sp>
            <p:nvSpPr>
              <p:cNvPr id="1050202" name=""/>
              <p:cNvSpPr/>
              <p:nvPr/>
            </p:nvSpPr>
            <p:spPr>
              <a:xfrm>
                <a:off x="11562240" y="4313353"/>
                <a:ext cx="7240" cy="71403"/>
              </a:xfrm>
            </p:spPr>
          </p:sp>
        </mc:Fallback>
      </mc:AlternateContent>
      <mc:AlternateContent xmlns:mc="http://schemas.openxmlformats.org/markup-compatibility/2006" xmlns:p14="http://schemas.microsoft.com/office/powerpoint/2010/main">
        <mc:Choice Requires="p14">
          <p:contentPart p14:bwMode="auto" r:id="rId76">
            <p14:nvContentPartPr>
              <p14:cNvPr id="1050203" name="Encre 1050202"/>
              <p14:cNvContentPartPr/>
              <p14:nvPr/>
            </p14:nvContentPartPr>
            <p14:xfrm>
              <a:off x="11603541" y="4377027"/>
              <a:ext cx="186208" cy="127685"/>
            </p14:xfrm>
          </p:contentPart>
        </mc:Choice>
        <mc:Fallback xmlns="">
          <p:sp>
            <p:nvSpPr>
              <p:cNvPr id="1050203" name=""/>
              <p:cNvSpPr/>
              <p:nvPr/>
            </p:nvSpPr>
            <p:spPr>
              <a:xfrm>
                <a:off x="11603541" y="4377027"/>
                <a:ext cx="186208" cy="127685"/>
              </a:xfrm>
            </p:spPr>
          </p:sp>
        </mc:Fallback>
      </mc:AlternateContent>
      <mc:AlternateContent xmlns:mc="http://schemas.openxmlformats.org/markup-compatibility/2006" xmlns:p14="http://schemas.microsoft.com/office/powerpoint/2010/main">
        <mc:Choice Requires="p14">
          <p:contentPart p14:bwMode="auto" r:id="rId77">
            <p14:nvContentPartPr>
              <p14:cNvPr id="1050204" name="Encre 1050203"/>
              <p14:cNvContentPartPr/>
              <p14:nvPr/>
            </p14:nvContentPartPr>
            <p14:xfrm>
              <a:off x="11767120" y="4341264"/>
              <a:ext cx="64315" cy="209623"/>
            </p14:xfrm>
          </p:contentPart>
        </mc:Choice>
        <mc:Fallback xmlns="">
          <p:sp>
            <p:nvSpPr>
              <p:cNvPr id="1050204" name=""/>
              <p:cNvSpPr/>
              <p:nvPr/>
            </p:nvSpPr>
            <p:spPr>
              <a:xfrm>
                <a:off x="11767120" y="4341264"/>
                <a:ext cx="64315" cy="209623"/>
              </a:xfrm>
            </p:spPr>
          </p:sp>
        </mc:Fallback>
      </mc:AlternateContent>
      <mc:AlternateContent xmlns:mc="http://schemas.openxmlformats.org/markup-compatibility/2006" xmlns:p14="http://schemas.microsoft.com/office/powerpoint/2010/main">
        <mc:Choice Requires="p14">
          <p:contentPart p14:bwMode="auto" r:id="rId78">
            <p14:nvContentPartPr>
              <p14:cNvPr id="1050205" name="Encre 1050204"/>
              <p14:cNvContentPartPr/>
              <p14:nvPr/>
            </p14:nvContentPartPr>
            <p14:xfrm>
              <a:off x="11841985" y="4354747"/>
              <a:ext cx="113497" cy="110391"/>
            </p14:xfrm>
          </p:contentPart>
        </mc:Choice>
        <mc:Fallback xmlns="">
          <p:sp>
            <p:nvSpPr>
              <p:cNvPr id="1050205" name=""/>
              <p:cNvSpPr/>
              <p:nvPr/>
            </p:nvSpPr>
            <p:spPr>
              <a:xfrm>
                <a:off x="11841985" y="4354747"/>
                <a:ext cx="113497" cy="110391"/>
              </a:xfrm>
            </p:spPr>
          </p:sp>
        </mc:Fallback>
      </mc:AlternateContent>
      <mc:AlternateContent xmlns:mc="http://schemas.openxmlformats.org/markup-compatibility/2006" xmlns:p14="http://schemas.microsoft.com/office/powerpoint/2010/main">
        <mc:Choice Requires="p14">
          <p:contentPart p14:bwMode="auto" r:id="rId79">
            <p14:nvContentPartPr>
              <p14:cNvPr id="1050206" name="Encre 1050205"/>
              <p14:cNvContentPartPr/>
              <p14:nvPr/>
            </p14:nvContentPartPr>
            <p14:xfrm>
              <a:off x="10056349" y="4727529"/>
              <a:ext cx="185649" cy="270733"/>
            </p14:xfrm>
          </p:contentPart>
        </mc:Choice>
        <mc:Fallback xmlns="">
          <p:sp>
            <p:nvSpPr>
              <p:cNvPr id="1050206" name=""/>
              <p:cNvSpPr/>
              <p:nvPr/>
            </p:nvSpPr>
            <p:spPr>
              <a:xfrm>
                <a:off x="10056349" y="4727529"/>
                <a:ext cx="185649" cy="270733"/>
              </a:xfrm>
            </p:spPr>
          </p:sp>
        </mc:Fallback>
      </mc:AlternateContent>
      <mc:AlternateContent xmlns:mc="http://schemas.openxmlformats.org/markup-compatibility/2006" xmlns:p14="http://schemas.microsoft.com/office/powerpoint/2010/main">
        <mc:Choice Requires="p14">
          <p:contentPart p14:bwMode="auto" r:id="rId80">
            <p14:nvContentPartPr>
              <p14:cNvPr id="1050207" name="Encre 1050206"/>
              <p14:cNvContentPartPr/>
              <p14:nvPr/>
            </p14:nvContentPartPr>
            <p14:xfrm>
              <a:off x="10261376" y="4782879"/>
              <a:ext cx="6203" cy="30529"/>
            </p14:xfrm>
          </p:contentPart>
        </mc:Choice>
        <mc:Fallback xmlns="">
          <p:sp>
            <p:nvSpPr>
              <p:cNvPr id="1050207" name=""/>
              <p:cNvSpPr/>
              <p:nvPr/>
            </p:nvSpPr>
            <p:spPr>
              <a:xfrm>
                <a:off x="10261376" y="4782879"/>
                <a:ext cx="6203" cy="30529"/>
              </a:xfrm>
            </p:spPr>
          </p:sp>
        </mc:Fallback>
      </mc:AlternateContent>
      <mc:AlternateContent xmlns:mc="http://schemas.openxmlformats.org/markup-compatibility/2006" xmlns:p14="http://schemas.microsoft.com/office/powerpoint/2010/main">
        <mc:Choice Requires="p14">
          <p:contentPart p14:bwMode="auto" r:id="rId81">
            <p14:nvContentPartPr>
              <p14:cNvPr id="1050208" name="Encre 1050207"/>
              <p14:cNvContentPartPr/>
              <p14:nvPr/>
            </p14:nvContentPartPr>
            <p14:xfrm>
              <a:off x="10322245" y="4861887"/>
              <a:ext cx="385188" cy="266387"/>
            </p14:xfrm>
          </p:contentPart>
        </mc:Choice>
        <mc:Fallback xmlns="">
          <p:sp>
            <p:nvSpPr>
              <p:cNvPr id="1050208" name=""/>
              <p:cNvSpPr/>
              <p:nvPr/>
            </p:nvSpPr>
            <p:spPr>
              <a:xfrm>
                <a:off x="10322245" y="4861887"/>
                <a:ext cx="385188" cy="266387"/>
              </a:xfrm>
            </p:spPr>
          </p:sp>
        </mc:Fallback>
      </mc:AlternateContent>
      <mc:AlternateContent xmlns:mc="http://schemas.openxmlformats.org/markup-compatibility/2006" xmlns:p14="http://schemas.microsoft.com/office/powerpoint/2010/main">
        <mc:Choice Requires="p14">
          <p:contentPart p14:bwMode="auto" r:id="rId82">
            <p14:nvContentPartPr>
              <p14:cNvPr id="1050209" name="Encre 1050208"/>
              <p14:cNvContentPartPr/>
              <p14:nvPr/>
            </p14:nvContentPartPr>
            <p14:xfrm>
              <a:off x="10826437" y="4879623"/>
              <a:ext cx="127350" cy="7396"/>
            </p14:xfrm>
          </p:contentPart>
        </mc:Choice>
        <mc:Fallback xmlns="">
          <p:sp>
            <p:nvSpPr>
              <p:cNvPr id="1050209" name=""/>
              <p:cNvSpPr/>
              <p:nvPr/>
            </p:nvSpPr>
            <p:spPr>
              <a:xfrm>
                <a:off x="10826437" y="4879623"/>
                <a:ext cx="127350" cy="7396"/>
              </a:xfrm>
            </p:spPr>
          </p:sp>
        </mc:Fallback>
      </mc:AlternateContent>
      <mc:AlternateContent xmlns:mc="http://schemas.openxmlformats.org/markup-compatibility/2006" xmlns:p14="http://schemas.microsoft.com/office/powerpoint/2010/main">
        <mc:Choice Requires="p14">
          <p:contentPart p14:bwMode="auto" r:id="rId83">
            <p14:nvContentPartPr>
              <p14:cNvPr id="1050210" name="Encre 1050209"/>
              <p14:cNvContentPartPr/>
              <p14:nvPr/>
            </p14:nvContentPartPr>
            <p14:xfrm>
              <a:off x="10853771" y="4962653"/>
              <a:ext cx="98236" cy="6617"/>
            </p14:xfrm>
          </p:contentPart>
        </mc:Choice>
        <mc:Fallback xmlns="">
          <p:sp>
            <p:nvSpPr>
              <p:cNvPr id="1050210" name=""/>
              <p:cNvSpPr/>
              <p:nvPr/>
            </p:nvSpPr>
            <p:spPr>
              <a:xfrm>
                <a:off x="10853771" y="4962653"/>
                <a:ext cx="98236" cy="6617"/>
              </a:xfrm>
            </p:spPr>
          </p:sp>
        </mc:Fallback>
      </mc:AlternateContent>
      <mc:AlternateContent xmlns:mc="http://schemas.openxmlformats.org/markup-compatibility/2006" xmlns:p14="http://schemas.microsoft.com/office/powerpoint/2010/main">
        <mc:Choice Requires="p14">
          <p:contentPart p14:bwMode="auto" r:id="rId84">
            <p14:nvContentPartPr>
              <p14:cNvPr id="1050211" name="Encre 1050210"/>
              <p14:cNvContentPartPr/>
              <p14:nvPr/>
            </p14:nvContentPartPr>
            <p14:xfrm>
              <a:off x="11024077" y="4917470"/>
              <a:ext cx="85364" cy="10643"/>
            </p14:xfrm>
          </p:contentPart>
        </mc:Choice>
        <mc:Fallback xmlns="">
          <p:sp>
            <p:nvSpPr>
              <p:cNvPr id="1050211" name=""/>
              <p:cNvSpPr/>
              <p:nvPr/>
            </p:nvSpPr>
            <p:spPr>
              <a:xfrm>
                <a:off x="11024077" y="4917470"/>
                <a:ext cx="85364" cy="10643"/>
              </a:xfrm>
            </p:spPr>
          </p:sp>
        </mc:Fallback>
      </mc:AlternateContent>
      <mc:AlternateContent xmlns:mc="http://schemas.openxmlformats.org/markup-compatibility/2006" xmlns:p14="http://schemas.microsoft.com/office/powerpoint/2010/main">
        <mc:Choice Requires="p14">
          <p:contentPart p14:bwMode="auto" r:id="rId85">
            <p14:nvContentPartPr>
              <p14:cNvPr id="1050212" name="Encre 1050211"/>
              <p14:cNvContentPartPr/>
              <p14:nvPr/>
            </p14:nvContentPartPr>
            <p14:xfrm>
              <a:off x="11160743" y="4814355"/>
              <a:ext cx="71806" cy="202810"/>
            </p14:xfrm>
          </p:contentPart>
        </mc:Choice>
        <mc:Fallback xmlns="">
          <p:sp>
            <p:nvSpPr>
              <p:cNvPr id="1050212" name=""/>
              <p:cNvSpPr/>
              <p:nvPr/>
            </p:nvSpPr>
            <p:spPr>
              <a:xfrm>
                <a:off x="11160743" y="4814355"/>
                <a:ext cx="71806" cy="202810"/>
              </a:xfrm>
            </p:spPr>
          </p:sp>
        </mc:Fallback>
      </mc:AlternateContent>
      <mc:AlternateContent xmlns:mc="http://schemas.openxmlformats.org/markup-compatibility/2006" xmlns:p14="http://schemas.microsoft.com/office/powerpoint/2010/main">
        <mc:Choice Requires="p14">
          <p:contentPart p14:bwMode="auto" r:id="rId86">
            <p14:nvContentPartPr>
              <p14:cNvPr id="1050213" name="Encre 1050212"/>
              <p14:cNvContentPartPr/>
              <p14:nvPr/>
            </p14:nvContentPartPr>
            <p14:xfrm>
              <a:off x="11425089" y="4796835"/>
              <a:ext cx="110906" cy="214277"/>
            </p14:xfrm>
          </p:contentPart>
        </mc:Choice>
        <mc:Fallback xmlns="">
          <p:sp>
            <p:nvSpPr>
              <p:cNvPr id="1050213" name=""/>
              <p:cNvSpPr/>
              <p:nvPr/>
            </p:nvSpPr>
            <p:spPr>
              <a:xfrm>
                <a:off x="11425089" y="4796835"/>
                <a:ext cx="110906" cy="214277"/>
              </a:xfrm>
            </p:spPr>
          </p:sp>
        </mc:Fallback>
      </mc:AlternateContent>
      <mc:AlternateContent xmlns:mc="http://schemas.openxmlformats.org/markup-compatibility/2006" xmlns:p14="http://schemas.microsoft.com/office/powerpoint/2010/main">
        <mc:Choice Requires="p14">
          <p:contentPart p14:bwMode="auto" r:id="rId87">
            <p14:nvContentPartPr>
              <p14:cNvPr id="1050214" name="Encre 1050213"/>
              <p14:cNvContentPartPr/>
              <p14:nvPr/>
            </p14:nvContentPartPr>
            <p14:xfrm>
              <a:off x="11550073" y="4803458"/>
              <a:ext cx="5951" cy="35077"/>
            </p14:xfrm>
          </p:contentPart>
        </mc:Choice>
        <mc:Fallback xmlns="">
          <p:sp>
            <p:nvSpPr>
              <p:cNvPr id="1050214" name=""/>
              <p:cNvSpPr/>
              <p:nvPr/>
            </p:nvSpPr>
            <p:spPr>
              <a:xfrm>
                <a:off x="11550073" y="4803458"/>
                <a:ext cx="5951" cy="35077"/>
              </a:xfrm>
            </p:spPr>
          </p:sp>
        </mc:Fallback>
      </mc:AlternateContent>
      <mc:AlternateContent xmlns:mc="http://schemas.openxmlformats.org/markup-compatibility/2006" xmlns:p14="http://schemas.microsoft.com/office/powerpoint/2010/main">
        <mc:Choice Requires="p14">
          <p:contentPart p14:bwMode="auto" r:id="rId88">
            <p14:nvContentPartPr>
              <p14:cNvPr id="1050215" name="Encre 1050214"/>
              <p14:cNvContentPartPr/>
              <p14:nvPr/>
            </p14:nvContentPartPr>
            <p14:xfrm>
              <a:off x="11651479" y="4852184"/>
              <a:ext cx="49941" cy="152287"/>
            </p14:xfrm>
          </p:contentPart>
        </mc:Choice>
        <mc:Fallback xmlns="">
          <p:sp>
            <p:nvSpPr>
              <p:cNvPr id="1050215" name=""/>
              <p:cNvSpPr/>
              <p:nvPr/>
            </p:nvSpPr>
            <p:spPr>
              <a:xfrm>
                <a:off x="11651479" y="4852184"/>
                <a:ext cx="49941" cy="152287"/>
              </a:xfrm>
            </p:spPr>
          </p:sp>
        </mc:Fallback>
      </mc:AlternateContent>
      <mc:AlternateContent xmlns:mc="http://schemas.openxmlformats.org/markup-compatibility/2006" xmlns:p14="http://schemas.microsoft.com/office/powerpoint/2010/main">
        <mc:Choice Requires="p14">
          <p:contentPart p14:bwMode="auto" r:id="rId89">
            <p14:nvContentPartPr>
              <p14:cNvPr id="1050216" name="Encre 1050215"/>
              <p14:cNvContentPartPr/>
              <p14:nvPr/>
            </p14:nvContentPartPr>
            <p14:xfrm>
              <a:off x="11688985" y="4817650"/>
              <a:ext cx="78135" cy="194206"/>
            </p14:xfrm>
          </p:contentPart>
        </mc:Choice>
        <mc:Fallback xmlns="">
          <p:sp>
            <p:nvSpPr>
              <p:cNvPr id="1050216" name=""/>
              <p:cNvSpPr/>
              <p:nvPr/>
            </p:nvSpPr>
            <p:spPr>
              <a:xfrm>
                <a:off x="11688985" y="4817650"/>
                <a:ext cx="78135" cy="194206"/>
              </a:xfrm>
            </p:spPr>
          </p:sp>
        </mc:Fallback>
      </mc:AlternateContent>
      <mc:AlternateContent xmlns:mc="http://schemas.openxmlformats.org/markup-compatibility/2006" xmlns:p14="http://schemas.microsoft.com/office/powerpoint/2010/main">
        <mc:Choice Requires="p14">
          <p:contentPart p14:bwMode="auto" r:id="rId90">
            <p14:nvContentPartPr>
              <p14:cNvPr id="1050217" name="Encre 1050216"/>
              <p14:cNvContentPartPr/>
              <p14:nvPr/>
            </p14:nvContentPartPr>
            <p14:xfrm>
              <a:off x="11794867" y="4837992"/>
              <a:ext cx="74437" cy="208144"/>
            </p14:xfrm>
          </p:contentPart>
        </mc:Choice>
        <mc:Fallback xmlns="">
          <p:sp>
            <p:nvSpPr>
              <p:cNvPr id="1050217" name=""/>
              <p:cNvSpPr/>
              <p:nvPr/>
            </p:nvSpPr>
            <p:spPr>
              <a:xfrm>
                <a:off x="11794867" y="4837992"/>
                <a:ext cx="74437" cy="208144"/>
              </a:xfrm>
            </p:spPr>
          </p:sp>
        </mc:Fallback>
      </mc:AlternateContent>
      <mc:AlternateContent xmlns:mc="http://schemas.openxmlformats.org/markup-compatibility/2006" xmlns:p14="http://schemas.microsoft.com/office/powerpoint/2010/main">
        <mc:Choice Requires="p14">
          <p:contentPart p14:bwMode="auto" r:id="rId91">
            <p14:nvContentPartPr>
              <p14:cNvPr id="1050218" name="Encre 1050217"/>
              <p14:cNvContentPartPr/>
              <p14:nvPr/>
            </p14:nvContentPartPr>
            <p14:xfrm>
              <a:off x="11869399" y="4928113"/>
              <a:ext cx="73535" cy="69917"/>
            </p14:xfrm>
          </p:contentPart>
        </mc:Choice>
        <mc:Fallback xmlns="">
          <p:sp>
            <p:nvSpPr>
              <p:cNvPr id="1050218" name=""/>
              <p:cNvSpPr/>
              <p:nvPr/>
            </p:nvSpPr>
            <p:spPr>
              <a:xfrm>
                <a:off x="11869399" y="4928113"/>
                <a:ext cx="73535" cy="69917"/>
              </a:xfrm>
            </p:spPr>
          </p:sp>
        </mc:Fallback>
      </mc:AlternateContent>
      <mc:AlternateContent xmlns:mc="http://schemas.openxmlformats.org/markup-compatibility/2006" xmlns:p14="http://schemas.microsoft.com/office/powerpoint/2010/main">
        <mc:Choice Requires="p14">
          <p:contentPart p14:bwMode="auto" r:id="rId92">
            <p14:nvContentPartPr>
              <p14:cNvPr id="1050219" name="Encre 1050218"/>
              <p14:cNvContentPartPr/>
              <p14:nvPr/>
            </p14:nvContentPartPr>
            <p14:xfrm>
              <a:off x="11296989" y="5174288"/>
              <a:ext cx="561476" cy="67984"/>
            </p14:xfrm>
          </p:contentPart>
        </mc:Choice>
        <mc:Fallback xmlns="">
          <p:sp>
            <p:nvSpPr>
              <p:cNvPr id="1050219" name=""/>
              <p:cNvSpPr/>
              <p:nvPr/>
            </p:nvSpPr>
            <p:spPr>
              <a:xfrm>
                <a:off x="11296989" y="5174288"/>
                <a:ext cx="561476" cy="67984"/>
              </a:xfrm>
            </p:spPr>
          </p:sp>
        </mc:Fallback>
      </mc:AlternateContent>
      <mc:AlternateContent xmlns:mc="http://schemas.openxmlformats.org/markup-compatibility/2006" xmlns:p14="http://schemas.microsoft.com/office/powerpoint/2010/main">
        <mc:Choice Requires="p14">
          <p:contentPart p14:bwMode="auto" r:id="rId93">
            <p14:nvContentPartPr>
              <p14:cNvPr id="1050220" name="Encre 1050219"/>
              <p14:cNvContentPartPr/>
              <p14:nvPr/>
            </p14:nvContentPartPr>
            <p14:xfrm>
              <a:off x="2839971" y="3203424"/>
              <a:ext cx="1378688" cy="470309"/>
            </p14:xfrm>
          </p:contentPart>
        </mc:Choice>
        <mc:Fallback xmlns="">
          <p:sp>
            <p:nvSpPr>
              <p:cNvPr id="1050220" name=""/>
              <p:cNvSpPr/>
              <p:nvPr/>
            </p:nvSpPr>
            <p:spPr>
              <a:xfrm>
                <a:off x="2839971" y="3203424"/>
                <a:ext cx="1378688" cy="470309"/>
              </a:xfrm>
            </p:spPr>
          </p:sp>
        </mc:Fallback>
      </mc:AlternateContent>
      <mc:AlternateContent xmlns:mc="http://schemas.openxmlformats.org/markup-compatibility/2006" xmlns:p14="http://schemas.microsoft.com/office/powerpoint/2010/main">
        <mc:Choice Requires="p14">
          <p:contentPart p14:bwMode="auto" r:id="rId94">
            <p14:nvContentPartPr>
              <p14:cNvPr id="1050221" name="Encre 1050220"/>
              <p14:cNvContentPartPr/>
              <p14:nvPr/>
            </p14:nvContentPartPr>
            <p14:xfrm>
              <a:off x="3200054" y="5307519"/>
              <a:ext cx="3905217" cy="101805"/>
            </p14:xfrm>
          </p:contentPart>
        </mc:Choice>
        <mc:Fallback xmlns="">
          <p:sp>
            <p:nvSpPr>
              <p:cNvPr id="1050221" name=""/>
              <p:cNvSpPr/>
              <p:nvPr/>
            </p:nvSpPr>
            <p:spPr>
              <a:xfrm>
                <a:off x="3200054" y="5307519"/>
                <a:ext cx="3905217" cy="101805"/>
              </a:xfrm>
            </p:spPr>
          </p:sp>
        </mc:Fallback>
      </mc:AlternateContent>
      <mc:AlternateContent xmlns:mc="http://schemas.openxmlformats.org/markup-compatibility/2006" xmlns:p14="http://schemas.microsoft.com/office/powerpoint/2010/main">
        <mc:Choice Requires="p14">
          <p:contentPart p14:bwMode="auto" r:id="rId95">
            <p14:nvContentPartPr>
              <p14:cNvPr id="1050347" name="Encre 1050346"/>
              <p14:cNvContentPartPr/>
              <p14:nvPr/>
            </p14:nvContentPartPr>
            <p14:xfrm>
              <a:off x="9336264" y="3101890"/>
              <a:ext cx="200600" cy="298631"/>
            </p14:xfrm>
          </p:contentPart>
        </mc:Choice>
        <mc:Fallback xmlns="">
          <p:sp>
            <p:nvSpPr>
              <p:cNvPr id="1050347" name=""/>
              <p:cNvSpPr/>
              <p:nvPr/>
            </p:nvSpPr>
            <p:spPr>
              <a:xfrm>
                <a:off x="9336264" y="3101890"/>
                <a:ext cx="200600" cy="298631"/>
              </a:xfrm>
            </p:spPr>
          </p:sp>
        </mc:Fallback>
      </mc:AlternateContent>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Ellipse 21"/>
          <p:cNvSpPr/>
          <p:nvPr/>
        </p:nvSpPr>
        <p:spPr>
          <a:xfrm>
            <a:off x="922888" y="748261"/>
            <a:ext cx="2665926" cy="1048730"/>
          </a:xfrm>
          <a:prstGeom prst="ellipse">
            <a:avLst/>
          </a:prstGeom>
          <a:no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46" name="Connecteur droit avec flèche 23"/>
          <p:cNvCxnSpPr>
            <a:cxnSpLocks/>
          </p:cNvCxnSpPr>
          <p:nvPr/>
        </p:nvCxnSpPr>
        <p:spPr>
          <a:xfrm flipV="1">
            <a:off x="2644641" y="427062"/>
            <a:ext cx="0" cy="14037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47" name="Connecteur droit avec flèche 24"/>
          <p:cNvCxnSpPr>
            <a:cxnSpLocks/>
          </p:cNvCxnSpPr>
          <p:nvPr/>
        </p:nvCxnSpPr>
        <p:spPr>
          <a:xfrm>
            <a:off x="733720" y="1282875"/>
            <a:ext cx="322559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44" name="ZoneTexte 28"/>
          <p:cNvSpPr txBox="1"/>
          <p:nvPr/>
        </p:nvSpPr>
        <p:spPr>
          <a:xfrm>
            <a:off x="2312529" y="1193621"/>
            <a:ext cx="340158" cy="461665"/>
          </a:xfrm>
          <a:prstGeom prst="rect">
            <a:avLst/>
          </a:prstGeom>
          <a:noFill/>
        </p:spPr>
        <p:txBody>
          <a:bodyPr wrap="none" rtlCol="0">
            <a:spAutoFit/>
          </a:bodyPr>
          <a:lstStyle/>
          <a:p>
            <a:r>
              <a:rPr lang="fr-MA" sz="2400" dirty="0"/>
              <a:t>0</a:t>
            </a:r>
          </a:p>
        </p:txBody>
      </p:sp>
      <p:sp>
        <p:nvSpPr>
          <p:cNvPr id="1048745" name="ZoneTexte 29"/>
          <p:cNvSpPr txBox="1">
            <a:spLocks noRot="1" noChangeAspect="1" noMove="1" noResize="1" noEditPoints="1" noAdjustHandles="1" noChangeArrowheads="1" noChangeShapeType="1" noTextEdit="1"/>
          </p:cNvSpPr>
          <p:nvPr/>
        </p:nvSpPr>
        <p:spPr>
          <a:xfrm>
            <a:off x="355409" y="1186946"/>
            <a:ext cx="728020" cy="369332"/>
          </a:xfrm>
          <a:prstGeom prst="rect">
            <a:avLst/>
          </a:prstGeom>
          <a:blipFill rotWithShape="0">
            <a:blip r:embed="rId2"/>
            <a:stretch>
              <a:fillRect/>
            </a:stretch>
          </a:blipFill>
        </p:spPr>
        <p:txBody>
          <a:bodyPr/>
          <a:lstStyle/>
          <a:p>
            <a:r>
              <a:rPr lang="fr-MA">
                <a:noFill/>
              </a:rPr>
              <a:t> </a:t>
            </a:r>
          </a:p>
        </p:txBody>
      </p:sp>
      <p:sp>
        <p:nvSpPr>
          <p:cNvPr id="1048746" name="ZoneTexte 30"/>
          <p:cNvSpPr txBox="1">
            <a:spLocks noRot="1" noChangeAspect="1" noMove="1" noResize="1" noEditPoints="1" noAdjustHandles="1" noChangeArrowheads="1" noChangeShapeType="1" noTextEdit="1"/>
          </p:cNvSpPr>
          <p:nvPr/>
        </p:nvSpPr>
        <p:spPr>
          <a:xfrm>
            <a:off x="3508551" y="1214831"/>
            <a:ext cx="697562" cy="369332"/>
          </a:xfrm>
          <a:prstGeom prst="rect">
            <a:avLst/>
          </a:prstGeom>
          <a:blipFill rotWithShape="0">
            <a:blip r:embed="rId3"/>
            <a:stretch>
              <a:fillRect/>
            </a:stretch>
          </a:blipFill>
        </p:spPr>
        <p:txBody>
          <a:bodyPr/>
          <a:lstStyle/>
          <a:p>
            <a:r>
              <a:rPr lang="fr-MA">
                <a:noFill/>
              </a:rPr>
              <a:t> </a:t>
            </a:r>
          </a:p>
        </p:txBody>
      </p:sp>
      <p:cxnSp>
        <p:nvCxnSpPr>
          <p:cNvPr id="3145748" name="Connecteur droit 15"/>
          <p:cNvCxnSpPr>
            <a:cxnSpLocks/>
          </p:cNvCxnSpPr>
          <p:nvPr/>
        </p:nvCxnSpPr>
        <p:spPr>
          <a:xfrm flipV="1">
            <a:off x="2644641" y="887341"/>
            <a:ext cx="450190" cy="395536"/>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747" name="ZoneTexte 20"/>
          <p:cNvSpPr txBox="1"/>
          <p:nvPr/>
        </p:nvSpPr>
        <p:spPr>
          <a:xfrm>
            <a:off x="2705594" y="689001"/>
            <a:ext cx="360679" cy="447040"/>
          </a:xfrm>
          <a:prstGeom prst="rect">
            <a:avLst/>
          </a:prstGeom>
          <a:noFill/>
        </p:spPr>
        <p:txBody>
          <a:bodyPr wrap="none" rtlCol="0">
            <a:spAutoFit/>
          </a:bodyPr>
          <a:lstStyle/>
          <a:p>
            <a:r>
              <a:rPr lang="fr-MA" sz="2400" b="1" i="1" dirty="0"/>
              <a:t>r</a:t>
            </a:r>
          </a:p>
        </p:txBody>
      </p:sp>
      <p:sp>
        <p:nvSpPr>
          <p:cNvPr id="1048748" name="Arc 22"/>
          <p:cNvSpPr/>
          <p:nvPr/>
        </p:nvSpPr>
        <p:spPr>
          <a:xfrm>
            <a:off x="2752570" y="1108357"/>
            <a:ext cx="181171" cy="376272"/>
          </a:xfrm>
          <a:prstGeom prst="arc">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MA"/>
          </a:p>
        </p:txBody>
      </p:sp>
      <p:sp>
        <p:nvSpPr>
          <p:cNvPr id="1048749" name="ZoneTexte 25"/>
          <p:cNvSpPr txBox="1">
            <a:spLocks noRot="1" noChangeAspect="1" noMove="1" noResize="1" noEditPoints="1" noAdjustHandles="1" noChangeArrowheads="1" noChangeShapeType="1" noTextEdit="1"/>
          </p:cNvSpPr>
          <p:nvPr/>
        </p:nvSpPr>
        <p:spPr>
          <a:xfrm>
            <a:off x="2866755" y="887341"/>
            <a:ext cx="445955" cy="461665"/>
          </a:xfrm>
          <a:prstGeom prst="rect">
            <a:avLst/>
          </a:prstGeom>
          <a:blipFill rotWithShape="0">
            <a:blip r:embed="rId4"/>
            <a:stretch>
              <a:fillRect/>
            </a:stretch>
          </a:blipFill>
        </p:spPr>
        <p:txBody>
          <a:bodyPr/>
          <a:lstStyle/>
          <a:p>
            <a:r>
              <a:rPr lang="fr-MA">
                <a:noFill/>
              </a:rPr>
              <a:t> </a:t>
            </a:r>
          </a:p>
        </p:txBody>
      </p:sp>
      <p:sp>
        <p:nvSpPr>
          <p:cNvPr id="1048750" name="Forme libre 3"/>
          <p:cNvSpPr/>
          <p:nvPr/>
        </p:nvSpPr>
        <p:spPr>
          <a:xfrm>
            <a:off x="5770170" y="684820"/>
            <a:ext cx="5062066" cy="3022761"/>
          </a:xfrm>
          <a:custGeom>
            <a:avLst/>
            <a:gdLst>
              <a:gd name="connsiteX0" fmla="*/ 0 w 6104586"/>
              <a:gd name="connsiteY0" fmla="*/ 0 h 4190549"/>
              <a:gd name="connsiteX1" fmla="*/ 862884 w 6104586"/>
              <a:gd name="connsiteY1" fmla="*/ 4121240 h 4190549"/>
              <a:gd name="connsiteX2" fmla="*/ 2485622 w 6104586"/>
              <a:gd name="connsiteY2" fmla="*/ 2562896 h 4190549"/>
              <a:gd name="connsiteX3" fmla="*/ 6104586 w 6104586"/>
              <a:gd name="connsiteY3" fmla="*/ 2253803 h 4190549"/>
            </a:gdLst>
            <a:ahLst/>
            <a:cxnLst>
              <a:cxn ang="0">
                <a:pos x="connsiteX0" y="connsiteY0"/>
              </a:cxn>
              <a:cxn ang="0">
                <a:pos x="connsiteX1" y="connsiteY1"/>
              </a:cxn>
              <a:cxn ang="0">
                <a:pos x="connsiteX2" y="connsiteY2"/>
              </a:cxn>
              <a:cxn ang="0">
                <a:pos x="connsiteX3" y="connsiteY3"/>
              </a:cxn>
            </a:cxnLst>
            <a:rect l="l" t="t" r="r" b="b"/>
            <a:pathLst>
              <a:path w="6104586" h="4190549">
                <a:moveTo>
                  <a:pt x="0" y="0"/>
                </a:moveTo>
                <a:cubicBezTo>
                  <a:pt x="224307" y="1847045"/>
                  <a:pt x="448614" y="3694091"/>
                  <a:pt x="862884" y="4121240"/>
                </a:cubicBezTo>
                <a:cubicBezTo>
                  <a:pt x="1277154" y="4548389"/>
                  <a:pt x="1612005" y="2874135"/>
                  <a:pt x="2485622" y="2562896"/>
                </a:cubicBezTo>
                <a:cubicBezTo>
                  <a:pt x="3359239" y="2251657"/>
                  <a:pt x="4731912" y="2252730"/>
                  <a:pt x="6104586" y="2253803"/>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49" name="Connecteur droit avec flèche 5"/>
          <p:cNvCxnSpPr>
            <a:cxnSpLocks/>
          </p:cNvCxnSpPr>
          <p:nvPr/>
        </p:nvCxnSpPr>
        <p:spPr>
          <a:xfrm flipV="1">
            <a:off x="5652696" y="387543"/>
            <a:ext cx="0" cy="38367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50" name="Connecteur droit avec flèche 7"/>
          <p:cNvCxnSpPr>
            <a:cxnSpLocks/>
          </p:cNvCxnSpPr>
          <p:nvPr/>
        </p:nvCxnSpPr>
        <p:spPr>
          <a:xfrm flipV="1">
            <a:off x="5652696" y="2278036"/>
            <a:ext cx="5617397"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51" name="Rectangle 10"/>
          <p:cNvSpPr>
            <a:spLocks noRot="1" noChangeAspect="1" noMove="1" noResize="1" noEditPoints="1" noAdjustHandles="1" noChangeArrowheads="1" noChangeShapeType="1" noTextEdit="1"/>
          </p:cNvSpPr>
          <p:nvPr/>
        </p:nvSpPr>
        <p:spPr>
          <a:xfrm>
            <a:off x="5652696" y="120686"/>
            <a:ext cx="896652" cy="359231"/>
          </a:xfrm>
          <a:prstGeom prst="rect">
            <a:avLst/>
          </a:prstGeom>
          <a:blipFill rotWithShape="0">
            <a:blip r:embed="rId5"/>
            <a:stretch>
              <a:fillRect l="-1047" r="-4188" b="-54237"/>
            </a:stretch>
          </a:blipFill>
        </p:spPr>
        <p:txBody>
          <a:bodyPr/>
          <a:lstStyle/>
          <a:p>
            <a:r>
              <a:rPr lang="fr-MA">
                <a:noFill/>
              </a:rPr>
              <a:t> </a:t>
            </a:r>
          </a:p>
        </p:txBody>
      </p:sp>
      <p:sp>
        <p:nvSpPr>
          <p:cNvPr id="1048752" name="ZoneTexte 11"/>
          <p:cNvSpPr txBox="1"/>
          <p:nvPr/>
        </p:nvSpPr>
        <p:spPr>
          <a:xfrm>
            <a:off x="11187429" y="2105524"/>
            <a:ext cx="386079" cy="510540"/>
          </a:xfrm>
          <a:prstGeom prst="rect">
            <a:avLst/>
          </a:prstGeom>
          <a:noFill/>
        </p:spPr>
        <p:txBody>
          <a:bodyPr wrap="none" rtlCol="0">
            <a:spAutoFit/>
          </a:bodyPr>
          <a:lstStyle/>
          <a:p>
            <a:r>
              <a:rPr lang="fr-MA" sz="2800" b="1" i="1" dirty="0"/>
              <a:t>r</a:t>
            </a:r>
            <a:endParaRPr lang="fr-MA" b="1" i="1" dirty="0"/>
          </a:p>
        </p:txBody>
      </p:sp>
      <p:cxnSp>
        <p:nvCxnSpPr>
          <p:cNvPr id="3145751" name="Connecteur droit 13"/>
          <p:cNvCxnSpPr>
            <a:cxnSpLocks/>
          </p:cNvCxnSpPr>
          <p:nvPr/>
        </p:nvCxnSpPr>
        <p:spPr>
          <a:xfrm>
            <a:off x="5652696" y="3148836"/>
            <a:ext cx="5707256" cy="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048753" name="Rectangle 19"/>
          <p:cNvSpPr>
            <a:spLocks noRot="1" noChangeAspect="1" noMove="1" noResize="1" noEditPoints="1" noAdjustHandles="1" noChangeArrowheads="1" noChangeShapeType="1" noTextEdit="1"/>
          </p:cNvSpPr>
          <p:nvPr/>
        </p:nvSpPr>
        <p:spPr>
          <a:xfrm>
            <a:off x="10925048" y="3134885"/>
            <a:ext cx="676724" cy="461665"/>
          </a:xfrm>
          <a:prstGeom prst="rect">
            <a:avLst/>
          </a:prstGeom>
          <a:blipFill rotWithShape="0">
            <a:blip r:embed="rId6"/>
            <a:stretch>
              <a:fillRect/>
            </a:stretch>
          </a:blipFill>
        </p:spPr>
        <p:txBody>
          <a:bodyPr/>
          <a:lstStyle/>
          <a:p>
            <a:r>
              <a:rPr lang="fr-MA">
                <a:noFill/>
              </a:rPr>
              <a:t> </a:t>
            </a:r>
          </a:p>
        </p:txBody>
      </p:sp>
      <p:cxnSp>
        <p:nvCxnSpPr>
          <p:cNvPr id="3145752" name="Connecteur droit 2"/>
          <p:cNvCxnSpPr>
            <a:cxnSpLocks/>
          </p:cNvCxnSpPr>
          <p:nvPr/>
        </p:nvCxnSpPr>
        <p:spPr>
          <a:xfrm flipV="1">
            <a:off x="7105103" y="2278036"/>
            <a:ext cx="10680" cy="87080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3" name="Connecteur droit 12"/>
          <p:cNvCxnSpPr>
            <a:cxnSpLocks/>
          </p:cNvCxnSpPr>
          <p:nvPr/>
        </p:nvCxnSpPr>
        <p:spPr>
          <a:xfrm flipV="1">
            <a:off x="6238288" y="2295067"/>
            <a:ext cx="10680" cy="87080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54" name="ZoneTexte 4"/>
          <p:cNvSpPr txBox="1">
            <a:spLocks noRot="1" noChangeAspect="1" noMove="1" noResize="1" noEditPoints="1" noAdjustHandles="1" noChangeArrowheads="1" noChangeShapeType="1" noTextEdit="1"/>
          </p:cNvSpPr>
          <p:nvPr/>
        </p:nvSpPr>
        <p:spPr>
          <a:xfrm>
            <a:off x="5881808" y="1876647"/>
            <a:ext cx="697562" cy="369332"/>
          </a:xfrm>
          <a:prstGeom prst="rect">
            <a:avLst/>
          </a:prstGeom>
          <a:blipFill rotWithShape="0">
            <a:blip r:embed="rId7"/>
            <a:stretch>
              <a:fillRect/>
            </a:stretch>
          </a:blipFill>
        </p:spPr>
        <p:txBody>
          <a:bodyPr/>
          <a:lstStyle/>
          <a:p>
            <a:r>
              <a:rPr lang="fr-MA">
                <a:noFill/>
              </a:rPr>
              <a:t> </a:t>
            </a:r>
          </a:p>
        </p:txBody>
      </p:sp>
      <p:sp>
        <p:nvSpPr>
          <p:cNvPr id="1048755" name="ZoneTexte 14"/>
          <p:cNvSpPr txBox="1">
            <a:spLocks noRot="1" noChangeAspect="1" noMove="1" noResize="1" noEditPoints="1" noAdjustHandles="1" noChangeArrowheads="1" noChangeShapeType="1" noTextEdit="1"/>
          </p:cNvSpPr>
          <p:nvPr/>
        </p:nvSpPr>
        <p:spPr>
          <a:xfrm>
            <a:off x="7077521" y="1876647"/>
            <a:ext cx="728020" cy="369332"/>
          </a:xfrm>
          <a:prstGeom prst="rect">
            <a:avLst/>
          </a:prstGeom>
          <a:blipFill rotWithShape="0">
            <a:blip r:embed="rId8"/>
            <a:stretch>
              <a:fillRect/>
            </a:stretch>
          </a:blipFill>
        </p:spPr>
        <p:txBody>
          <a:bodyPr/>
          <a:lstStyle/>
          <a:p>
            <a:r>
              <a:rPr lang="fr-MA">
                <a:noFill/>
              </a:rPr>
              <a:t> </a:t>
            </a:r>
          </a:p>
        </p:txBody>
      </p:sp>
      <p:sp>
        <p:nvSpPr>
          <p:cNvPr id="1048756" name="ZoneTexte 6"/>
          <p:cNvSpPr txBox="1"/>
          <p:nvPr/>
        </p:nvSpPr>
        <p:spPr>
          <a:xfrm>
            <a:off x="5364384" y="2111530"/>
            <a:ext cx="347980" cy="447039"/>
          </a:xfrm>
          <a:prstGeom prst="rect">
            <a:avLst/>
          </a:prstGeom>
          <a:noFill/>
        </p:spPr>
        <p:txBody>
          <a:bodyPr wrap="none" rtlCol="0">
            <a:spAutoFit/>
          </a:bodyPr>
          <a:lstStyle/>
          <a:p>
            <a:r>
              <a:rPr lang="fr-MA" sz="2400" dirty="0"/>
              <a:t>0</a:t>
            </a:r>
          </a:p>
        </p:txBody>
      </p:sp>
      <p:sp>
        <p:nvSpPr>
          <p:cNvPr id="1048757" name="Rectangle 8"/>
          <p:cNvSpPr>
            <a:spLocks noRot="1" noChangeAspect="1" noMove="1" noResize="1" noEditPoints="1" noAdjustHandles="1" noChangeArrowheads="1" noChangeShapeType="1" noTextEdit="1"/>
          </p:cNvSpPr>
          <p:nvPr/>
        </p:nvSpPr>
        <p:spPr>
          <a:xfrm>
            <a:off x="4653766" y="3361210"/>
            <a:ext cx="876186" cy="472599"/>
          </a:xfrm>
          <a:prstGeom prst="rect">
            <a:avLst/>
          </a:prstGeom>
          <a:blipFill rotWithShape="0">
            <a:blip r:embed="rId9"/>
            <a:stretch>
              <a:fillRect r="-3472" b="-28205"/>
            </a:stretch>
          </a:blipFill>
        </p:spPr>
        <p:txBody>
          <a:bodyPr/>
          <a:lstStyle/>
          <a:p>
            <a:r>
              <a:rPr lang="fr-MA">
                <a:noFill/>
              </a:rPr>
              <a:t> </a:t>
            </a:r>
          </a:p>
        </p:txBody>
      </p:sp>
      <p:sp>
        <p:nvSpPr>
          <p:cNvPr id="1048758" name="Rectangle 9"/>
          <p:cNvSpPr>
            <a:spLocks noRot="1" noChangeAspect="1" noMove="1" noResize="1" noEditPoints="1" noAdjustHandles="1" noChangeArrowheads="1" noChangeShapeType="1" noTextEdit="1"/>
          </p:cNvSpPr>
          <p:nvPr/>
        </p:nvSpPr>
        <p:spPr>
          <a:xfrm>
            <a:off x="6272752" y="1560373"/>
            <a:ext cx="836511" cy="591124"/>
          </a:xfrm>
          <a:prstGeom prst="rect">
            <a:avLst/>
          </a:prstGeom>
          <a:blipFill rotWithShape="0">
            <a:blip r:embed="rId10"/>
            <a:stretch>
              <a:fillRect/>
            </a:stretch>
          </a:blipFill>
        </p:spPr>
        <p:txBody>
          <a:bodyPr/>
          <a:lstStyle/>
          <a:p>
            <a:r>
              <a:rPr lang="fr-MA">
                <a:noFill/>
              </a:rPr>
              <a:t> </a:t>
            </a:r>
          </a:p>
        </p:txBody>
      </p:sp>
      <p:cxnSp>
        <p:nvCxnSpPr>
          <p:cNvPr id="3145754" name="Connecteur droit 16"/>
          <p:cNvCxnSpPr>
            <a:cxnSpLocks/>
          </p:cNvCxnSpPr>
          <p:nvPr/>
        </p:nvCxnSpPr>
        <p:spPr>
          <a:xfrm flipH="1" flipV="1">
            <a:off x="6577388" y="2278036"/>
            <a:ext cx="1295" cy="1424047"/>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5" name="Connecteur droit 18"/>
          <p:cNvCxnSpPr>
            <a:cxnSpLocks/>
          </p:cNvCxnSpPr>
          <p:nvPr/>
        </p:nvCxnSpPr>
        <p:spPr>
          <a:xfrm>
            <a:off x="5652697" y="3724611"/>
            <a:ext cx="932231" cy="7578"/>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56" name="Connecteur droit 32"/>
          <p:cNvCxnSpPr>
            <a:cxnSpLocks/>
          </p:cNvCxnSpPr>
          <p:nvPr/>
        </p:nvCxnSpPr>
        <p:spPr>
          <a:xfrm>
            <a:off x="5652695" y="1227018"/>
            <a:ext cx="5707255"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sp>
        <p:nvSpPr>
          <p:cNvPr id="1048759" name="Rectangle 33"/>
          <p:cNvSpPr>
            <a:spLocks noRot="1" noChangeAspect="1" noMove="1" noResize="1" noEditPoints="1" noAdjustHandles="1" noChangeArrowheads="1" noChangeShapeType="1" noTextEdit="1"/>
          </p:cNvSpPr>
          <p:nvPr/>
        </p:nvSpPr>
        <p:spPr>
          <a:xfrm>
            <a:off x="10757731" y="790090"/>
            <a:ext cx="676724" cy="461665"/>
          </a:xfrm>
          <a:prstGeom prst="rect">
            <a:avLst/>
          </a:prstGeom>
          <a:blipFill rotWithShape="0">
            <a:blip r:embed="rId11"/>
            <a:stretch>
              <a:fillRect/>
            </a:stretch>
          </a:blipFill>
        </p:spPr>
        <p:txBody>
          <a:bodyPr/>
          <a:lstStyle/>
          <a:p>
            <a:r>
              <a:rPr lang="fr-MA">
                <a:noFill/>
              </a:rPr>
              <a:t> </a:t>
            </a:r>
          </a:p>
        </p:txBody>
      </p:sp>
      <p:sp>
        <p:nvSpPr>
          <p:cNvPr id="1048760" name="Forme libre 34"/>
          <p:cNvSpPr/>
          <p:nvPr/>
        </p:nvSpPr>
        <p:spPr>
          <a:xfrm flipH="1">
            <a:off x="2510832" y="2537051"/>
            <a:ext cx="953673" cy="1881473"/>
          </a:xfrm>
          <a:custGeom>
            <a:avLst/>
            <a:gdLst>
              <a:gd name="connsiteX0" fmla="*/ 115910 w 1610221"/>
              <a:gd name="connsiteY0" fmla="*/ 0 h 3618963"/>
              <a:gd name="connsiteX1" fmla="*/ 1609859 w 1610221"/>
              <a:gd name="connsiteY1" fmla="*/ 1893194 h 3618963"/>
              <a:gd name="connsiteX2" fmla="*/ 0 w 1610221"/>
              <a:gd name="connsiteY2" fmla="*/ 3618963 h 3618963"/>
              <a:gd name="connsiteX3" fmla="*/ 0 w 1610221"/>
              <a:gd name="connsiteY3" fmla="*/ 3618963 h 3618963"/>
            </a:gdLst>
            <a:ahLst/>
            <a:cxnLst>
              <a:cxn ang="0">
                <a:pos x="connsiteX0" y="connsiteY0"/>
              </a:cxn>
              <a:cxn ang="0">
                <a:pos x="connsiteX1" y="connsiteY1"/>
              </a:cxn>
              <a:cxn ang="0">
                <a:pos x="connsiteX2" y="connsiteY2"/>
              </a:cxn>
              <a:cxn ang="0">
                <a:pos x="connsiteX3" y="connsiteY3"/>
              </a:cxn>
            </a:cxnLst>
            <a:rect l="l" t="t" r="r" b="b"/>
            <a:pathLst>
              <a:path w="1610221" h="3618963">
                <a:moveTo>
                  <a:pt x="115910" y="0"/>
                </a:moveTo>
                <a:cubicBezTo>
                  <a:pt x="872543" y="645017"/>
                  <a:pt x="1629177" y="1290034"/>
                  <a:pt x="1609859" y="1893194"/>
                </a:cubicBezTo>
                <a:cubicBezTo>
                  <a:pt x="1590541" y="2496354"/>
                  <a:pt x="0" y="3618963"/>
                  <a:pt x="0" y="3618963"/>
                </a:cubicBezTo>
                <a:lnTo>
                  <a:pt x="0" y="3618963"/>
                </a:lnTo>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57" name="Connecteur droit avec flèche 35"/>
          <p:cNvCxnSpPr>
            <a:cxnSpLocks/>
          </p:cNvCxnSpPr>
          <p:nvPr/>
        </p:nvCxnSpPr>
        <p:spPr>
          <a:xfrm flipV="1">
            <a:off x="2801905" y="2619832"/>
            <a:ext cx="0" cy="14037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58" name="Connecteur droit avec flèche 36"/>
          <p:cNvCxnSpPr>
            <a:cxnSpLocks/>
          </p:cNvCxnSpPr>
          <p:nvPr/>
        </p:nvCxnSpPr>
        <p:spPr>
          <a:xfrm flipV="1">
            <a:off x="1998407" y="3475645"/>
            <a:ext cx="2213167" cy="21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61" name="ZoneTexte 37"/>
          <p:cNvSpPr txBox="1"/>
          <p:nvPr/>
        </p:nvSpPr>
        <p:spPr>
          <a:xfrm>
            <a:off x="2736678" y="3366980"/>
            <a:ext cx="340158" cy="461665"/>
          </a:xfrm>
          <a:prstGeom prst="rect">
            <a:avLst/>
          </a:prstGeom>
          <a:noFill/>
        </p:spPr>
        <p:txBody>
          <a:bodyPr wrap="none" rtlCol="0">
            <a:spAutoFit/>
          </a:bodyPr>
          <a:lstStyle/>
          <a:p>
            <a:r>
              <a:rPr lang="fr-MA" sz="2400" dirty="0"/>
              <a:t>0</a:t>
            </a:r>
          </a:p>
        </p:txBody>
      </p:sp>
      <p:sp>
        <p:nvSpPr>
          <p:cNvPr id="1048762" name="ZoneTexte 38"/>
          <p:cNvSpPr txBox="1">
            <a:spLocks noRot="1" noChangeAspect="1" noMove="1" noResize="1" noEditPoints="1" noAdjustHandles="1" noChangeArrowheads="1" noChangeShapeType="1" noTextEdit="1"/>
          </p:cNvSpPr>
          <p:nvPr/>
        </p:nvSpPr>
        <p:spPr>
          <a:xfrm>
            <a:off x="888486" y="1893666"/>
            <a:ext cx="2188741" cy="461665"/>
          </a:xfrm>
          <a:prstGeom prst="rect">
            <a:avLst/>
          </a:prstGeom>
          <a:blipFill rotWithShape="0">
            <a:blip r:embed="rId12"/>
            <a:stretch>
              <a:fillRect l="-4735" t="-12000" b="-37333"/>
            </a:stretch>
          </a:blipFill>
        </p:spPr>
        <p:txBody>
          <a:bodyPr/>
          <a:lstStyle/>
          <a:p>
            <a:r>
              <a:rPr lang="fr-MA">
                <a:noFill/>
              </a:rPr>
              <a:t> </a:t>
            </a:r>
          </a:p>
        </p:txBody>
      </p:sp>
      <p:sp>
        <p:nvSpPr>
          <p:cNvPr id="1048763" name="ZoneTexte 39"/>
          <p:cNvSpPr txBox="1">
            <a:spLocks noRot="1" noChangeAspect="1" noMove="1" noResize="1" noEditPoints="1" noAdjustHandles="1" noChangeArrowheads="1" noChangeShapeType="1" noTextEdit="1"/>
          </p:cNvSpPr>
          <p:nvPr/>
        </p:nvSpPr>
        <p:spPr>
          <a:xfrm>
            <a:off x="202363" y="3916689"/>
            <a:ext cx="2454005" cy="830997"/>
          </a:xfrm>
          <a:prstGeom prst="rect">
            <a:avLst/>
          </a:prstGeom>
          <a:blipFill rotWithShape="0">
            <a:blip r:embed="rId13"/>
            <a:stretch>
              <a:fillRect l="-3970" t="-6618" b="-19853"/>
            </a:stretch>
          </a:blipFill>
        </p:spPr>
        <p:txBody>
          <a:bodyPr/>
          <a:lstStyle/>
          <a:p>
            <a:r>
              <a:rPr lang="fr-MA">
                <a:noFill/>
              </a:rPr>
              <a:t> </a:t>
            </a:r>
          </a:p>
        </p:txBody>
      </p:sp>
      <p:cxnSp>
        <p:nvCxnSpPr>
          <p:cNvPr id="3145759" name="Connecteur droit 42"/>
          <p:cNvCxnSpPr>
            <a:cxnSpLocks/>
          </p:cNvCxnSpPr>
          <p:nvPr/>
        </p:nvCxnSpPr>
        <p:spPr>
          <a:xfrm flipH="1">
            <a:off x="2114774" y="2446898"/>
            <a:ext cx="1281083" cy="1037287"/>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0" name="Connecteur droit 44"/>
          <p:cNvCxnSpPr>
            <a:cxnSpLocks/>
          </p:cNvCxnSpPr>
          <p:nvPr/>
        </p:nvCxnSpPr>
        <p:spPr>
          <a:xfrm flipH="1" flipV="1">
            <a:off x="2105369" y="3458772"/>
            <a:ext cx="1299891" cy="102566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64" name="Forme libre 47"/>
          <p:cNvSpPr/>
          <p:nvPr/>
        </p:nvSpPr>
        <p:spPr>
          <a:xfrm>
            <a:off x="3007778" y="4695003"/>
            <a:ext cx="800935" cy="1881473"/>
          </a:xfrm>
          <a:custGeom>
            <a:avLst/>
            <a:gdLst>
              <a:gd name="connsiteX0" fmla="*/ 115910 w 1610221"/>
              <a:gd name="connsiteY0" fmla="*/ 0 h 3618963"/>
              <a:gd name="connsiteX1" fmla="*/ 1609859 w 1610221"/>
              <a:gd name="connsiteY1" fmla="*/ 1893194 h 3618963"/>
              <a:gd name="connsiteX2" fmla="*/ 0 w 1610221"/>
              <a:gd name="connsiteY2" fmla="*/ 3618963 h 3618963"/>
              <a:gd name="connsiteX3" fmla="*/ 0 w 1610221"/>
              <a:gd name="connsiteY3" fmla="*/ 3618963 h 3618963"/>
            </a:gdLst>
            <a:ahLst/>
            <a:cxnLst>
              <a:cxn ang="0">
                <a:pos x="connsiteX0" y="connsiteY0"/>
              </a:cxn>
              <a:cxn ang="0">
                <a:pos x="connsiteX1" y="connsiteY1"/>
              </a:cxn>
              <a:cxn ang="0">
                <a:pos x="connsiteX2" y="connsiteY2"/>
              </a:cxn>
              <a:cxn ang="0">
                <a:pos x="connsiteX3" y="connsiteY3"/>
              </a:cxn>
            </a:cxnLst>
            <a:rect l="l" t="t" r="r" b="b"/>
            <a:pathLst>
              <a:path w="1610221" h="3618963">
                <a:moveTo>
                  <a:pt x="115910" y="0"/>
                </a:moveTo>
                <a:cubicBezTo>
                  <a:pt x="872543" y="645017"/>
                  <a:pt x="1629177" y="1290034"/>
                  <a:pt x="1609859" y="1893194"/>
                </a:cubicBezTo>
                <a:cubicBezTo>
                  <a:pt x="1590541" y="2496354"/>
                  <a:pt x="0" y="3618963"/>
                  <a:pt x="0" y="3618963"/>
                </a:cubicBezTo>
                <a:lnTo>
                  <a:pt x="0" y="3618963"/>
                </a:lnTo>
              </a:path>
            </a:pathLst>
          </a:cu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61" name="Connecteur droit avec flèche 48"/>
          <p:cNvCxnSpPr>
            <a:cxnSpLocks/>
          </p:cNvCxnSpPr>
          <p:nvPr/>
        </p:nvCxnSpPr>
        <p:spPr>
          <a:xfrm flipV="1">
            <a:off x="4120283" y="4731809"/>
            <a:ext cx="0" cy="14037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62" name="Connecteur droit avec flèche 49"/>
          <p:cNvCxnSpPr>
            <a:cxnSpLocks/>
          </p:cNvCxnSpPr>
          <p:nvPr/>
        </p:nvCxnSpPr>
        <p:spPr>
          <a:xfrm flipV="1">
            <a:off x="3316785" y="5587622"/>
            <a:ext cx="2213167" cy="21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65" name="ZoneTexte 50"/>
          <p:cNvSpPr txBox="1"/>
          <p:nvPr/>
        </p:nvSpPr>
        <p:spPr>
          <a:xfrm>
            <a:off x="3808713" y="5466294"/>
            <a:ext cx="340158" cy="461665"/>
          </a:xfrm>
          <a:prstGeom prst="rect">
            <a:avLst/>
          </a:prstGeom>
          <a:noFill/>
        </p:spPr>
        <p:txBody>
          <a:bodyPr wrap="none" rtlCol="0">
            <a:spAutoFit/>
          </a:bodyPr>
          <a:lstStyle/>
          <a:p>
            <a:r>
              <a:rPr lang="fr-MA" sz="2400" dirty="0"/>
              <a:t>0</a:t>
            </a:r>
          </a:p>
        </p:txBody>
      </p:sp>
      <p:cxnSp>
        <p:nvCxnSpPr>
          <p:cNvPr id="3145763" name="Connecteur droit 51"/>
          <p:cNvCxnSpPr>
            <a:cxnSpLocks/>
          </p:cNvCxnSpPr>
          <p:nvPr/>
        </p:nvCxnSpPr>
        <p:spPr>
          <a:xfrm flipH="1">
            <a:off x="3037931" y="5616962"/>
            <a:ext cx="1281083" cy="1037287"/>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4" name="Connecteur droit 52"/>
          <p:cNvCxnSpPr>
            <a:cxnSpLocks/>
          </p:cNvCxnSpPr>
          <p:nvPr/>
        </p:nvCxnSpPr>
        <p:spPr>
          <a:xfrm flipH="1" flipV="1">
            <a:off x="3040800" y="4600810"/>
            <a:ext cx="1299891" cy="102566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66" name="ZoneTexte 62"/>
          <p:cNvSpPr txBox="1">
            <a:spLocks noRot="1" noChangeAspect="1" noMove="1" noResize="1" noEditPoints="1" noAdjustHandles="1" noChangeArrowheads="1" noChangeShapeType="1" noTextEdit="1"/>
          </p:cNvSpPr>
          <p:nvPr/>
        </p:nvSpPr>
        <p:spPr>
          <a:xfrm>
            <a:off x="624536" y="5596030"/>
            <a:ext cx="2454005" cy="830997"/>
          </a:xfrm>
          <a:prstGeom prst="rect">
            <a:avLst/>
          </a:prstGeom>
          <a:blipFill rotWithShape="0">
            <a:blip r:embed="rId14"/>
            <a:stretch>
              <a:fillRect l="-3970" t="-6618" b="-19853"/>
            </a:stretch>
          </a:blipFill>
        </p:spPr>
        <p:txBody>
          <a:bodyPr/>
          <a:lstStyle/>
          <a:p>
            <a:r>
              <a:rPr lang="fr-MA">
                <a:noFill/>
              </a:rPr>
              <a:t> </a:t>
            </a:r>
          </a:p>
        </p:txBody>
      </p:sp>
      <p:cxnSp>
        <p:nvCxnSpPr>
          <p:cNvPr id="3145765" name="Connecteur droit 63"/>
          <p:cNvCxnSpPr>
            <a:cxnSpLocks/>
          </p:cNvCxnSpPr>
          <p:nvPr/>
        </p:nvCxnSpPr>
        <p:spPr>
          <a:xfrm>
            <a:off x="5652695" y="2278036"/>
            <a:ext cx="5707255" cy="0"/>
          </a:xfrm>
          <a:prstGeom prst="line">
            <a:avLst/>
          </a:prstGeom>
          <a:ln w="38100">
            <a:solidFill>
              <a:srgbClr val="FFC000"/>
            </a:solidFill>
          </a:ln>
        </p:spPr>
        <p:style>
          <a:lnRef idx="1">
            <a:schemeClr val="accent1"/>
          </a:lnRef>
          <a:fillRef idx="0">
            <a:schemeClr val="accent1"/>
          </a:fillRef>
          <a:effectRef idx="0">
            <a:schemeClr val="accent1"/>
          </a:effectRef>
          <a:fontRef idx="minor">
            <a:schemeClr val="tx1"/>
          </a:fontRef>
        </p:style>
      </p:cxnSp>
      <p:sp>
        <p:nvSpPr>
          <p:cNvPr id="1048767" name="Rectangle 64"/>
          <p:cNvSpPr>
            <a:spLocks noRot="1" noChangeAspect="1" noMove="1" noResize="1" noEditPoints="1" noAdjustHandles="1" noChangeArrowheads="1" noChangeShapeType="1" noTextEdit="1"/>
          </p:cNvSpPr>
          <p:nvPr/>
        </p:nvSpPr>
        <p:spPr>
          <a:xfrm>
            <a:off x="10561712" y="1779022"/>
            <a:ext cx="1261243" cy="461665"/>
          </a:xfrm>
          <a:prstGeom prst="rect">
            <a:avLst/>
          </a:prstGeom>
          <a:blipFill rotWithShape="0">
            <a:blip r:embed="rId15"/>
            <a:stretch>
              <a:fillRect/>
            </a:stretch>
          </a:blipFill>
        </p:spPr>
        <p:txBody>
          <a:bodyPr/>
          <a:lstStyle/>
          <a:p>
            <a:r>
              <a:rPr lang="fr-MA">
                <a:noFill/>
              </a:rPr>
              <a:t> </a:t>
            </a:r>
          </a:p>
        </p:txBody>
      </p:sp>
      <p:cxnSp>
        <p:nvCxnSpPr>
          <p:cNvPr id="3145766" name="Connecteur droit avec flèche 66"/>
          <p:cNvCxnSpPr>
            <a:cxnSpLocks/>
          </p:cNvCxnSpPr>
          <p:nvPr/>
        </p:nvCxnSpPr>
        <p:spPr>
          <a:xfrm flipH="1" flipV="1">
            <a:off x="9417484" y="4249779"/>
            <a:ext cx="9127" cy="17617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67" name="Connecteur droit avec flèche 67"/>
          <p:cNvCxnSpPr>
            <a:cxnSpLocks/>
          </p:cNvCxnSpPr>
          <p:nvPr/>
        </p:nvCxnSpPr>
        <p:spPr>
          <a:xfrm flipV="1">
            <a:off x="8787333" y="5193864"/>
            <a:ext cx="2213167" cy="214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8768" name="ZoneTexte 68"/>
          <p:cNvSpPr txBox="1"/>
          <p:nvPr/>
        </p:nvSpPr>
        <p:spPr>
          <a:xfrm>
            <a:off x="9607714" y="5140131"/>
            <a:ext cx="340158" cy="461665"/>
          </a:xfrm>
          <a:prstGeom prst="rect">
            <a:avLst/>
          </a:prstGeom>
          <a:noFill/>
        </p:spPr>
        <p:txBody>
          <a:bodyPr wrap="none" rtlCol="0">
            <a:spAutoFit/>
          </a:bodyPr>
          <a:lstStyle/>
          <a:p>
            <a:r>
              <a:rPr lang="fr-MA" sz="2400" dirty="0"/>
              <a:t>0</a:t>
            </a:r>
          </a:p>
        </p:txBody>
      </p:sp>
      <p:cxnSp>
        <p:nvCxnSpPr>
          <p:cNvPr id="3145768" name="Connecteur droit 69"/>
          <p:cNvCxnSpPr>
            <a:cxnSpLocks/>
          </p:cNvCxnSpPr>
          <p:nvPr/>
        </p:nvCxnSpPr>
        <p:spPr>
          <a:xfrm flipH="1">
            <a:off x="8787333" y="4547056"/>
            <a:ext cx="2572618" cy="77496"/>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3145769" name="Connecteur droit 70"/>
          <p:cNvCxnSpPr>
            <a:cxnSpLocks/>
          </p:cNvCxnSpPr>
          <p:nvPr/>
        </p:nvCxnSpPr>
        <p:spPr>
          <a:xfrm flipH="1" flipV="1">
            <a:off x="8992976" y="5829284"/>
            <a:ext cx="2323523" cy="28117"/>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769" name="Arc 72"/>
          <p:cNvSpPr/>
          <p:nvPr/>
        </p:nvSpPr>
        <p:spPr>
          <a:xfrm flipH="1">
            <a:off x="9084315" y="4624552"/>
            <a:ext cx="4430332" cy="1153422"/>
          </a:xfrm>
          <a:prstGeom prst="arc">
            <a:avLst>
              <a:gd name="adj1" fmla="val 16200000"/>
              <a:gd name="adj2" fmla="val 4799571"/>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MA"/>
          </a:p>
        </p:txBody>
      </p:sp>
      <p:sp>
        <p:nvSpPr>
          <p:cNvPr id="1048770" name="ZoneTexte 82"/>
          <p:cNvSpPr txBox="1">
            <a:spLocks noRot="1" noChangeAspect="1" noMove="1" noResize="1" noEditPoints="1" noAdjustHandles="1" noChangeArrowheads="1" noChangeShapeType="1" noTextEdit="1"/>
          </p:cNvSpPr>
          <p:nvPr/>
        </p:nvSpPr>
        <p:spPr>
          <a:xfrm>
            <a:off x="6461769" y="5494630"/>
            <a:ext cx="2452403" cy="830997"/>
          </a:xfrm>
          <a:prstGeom prst="rect">
            <a:avLst/>
          </a:prstGeom>
          <a:blipFill rotWithShape="0">
            <a:blip r:embed="rId16"/>
            <a:stretch>
              <a:fillRect l="-3980" t="-6569" b="-18978"/>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17">
            <p14:nvContentPartPr>
              <p14:cNvPr id="1048771" name="Encre 1048770"/>
              <p14:cNvContentPartPr/>
              <p14:nvPr/>
            </p14:nvContentPartPr>
            <p14:xfrm>
              <a:off x="11270434" y="918028"/>
              <a:ext cx="271507" cy="288069"/>
            </p14:xfrm>
          </p:contentPart>
        </mc:Choice>
        <mc:Fallback xmlns="">
          <p:sp>
            <p:nvSpPr>
              <p:cNvPr id="1048771" name=""/>
              <p:cNvSpPr/>
              <p:nvPr/>
            </p:nvSpPr>
            <p:spPr>
              <a:xfrm>
                <a:off x="11270434" y="918028"/>
                <a:ext cx="271507" cy="288069"/>
              </a:xfrm>
            </p:spPr>
          </p:sp>
        </mc:Fallback>
      </mc:AlternateContent>
      <mc:AlternateContent xmlns:mc="http://schemas.openxmlformats.org/markup-compatibility/2006" xmlns:p14="http://schemas.microsoft.com/office/powerpoint/2010/main">
        <mc:Choice Requires="p14">
          <p:contentPart p14:bwMode="auto" r:id="rId18">
            <p14:nvContentPartPr>
              <p14:cNvPr id="1048772" name="Encre 1048771"/>
              <p14:cNvContentPartPr/>
              <p14:nvPr/>
            </p14:nvContentPartPr>
            <p14:xfrm>
              <a:off x="11613659" y="913433"/>
              <a:ext cx="200863" cy="234084"/>
            </p14:xfrm>
          </p:contentPart>
        </mc:Choice>
        <mc:Fallback xmlns="">
          <p:sp>
            <p:nvSpPr>
              <p:cNvPr id="1048772" name=""/>
              <p:cNvSpPr/>
              <p:nvPr/>
            </p:nvSpPr>
            <p:spPr>
              <a:xfrm>
                <a:off x="11613659" y="913433"/>
                <a:ext cx="200863" cy="234084"/>
              </a:xfrm>
            </p:spPr>
          </p:sp>
        </mc:Fallback>
      </mc:AlternateContent>
      <mc:AlternateContent xmlns:mc="http://schemas.openxmlformats.org/markup-compatibility/2006" xmlns:p14="http://schemas.microsoft.com/office/powerpoint/2010/main">
        <mc:Choice Requires="p14">
          <p:contentPart p14:bwMode="auto" r:id="rId19">
            <p14:nvContentPartPr>
              <p14:cNvPr id="1048773" name="Encre 1048772"/>
              <p14:cNvContentPartPr/>
              <p14:nvPr/>
            </p14:nvContentPartPr>
            <p14:xfrm>
              <a:off x="2617610" y="1221740"/>
              <a:ext cx="62086" cy="69982"/>
            </p14:xfrm>
          </p:contentPart>
        </mc:Choice>
        <mc:Fallback xmlns="">
          <p:sp>
            <p:nvSpPr>
              <p:cNvPr id="1048773" name=""/>
              <p:cNvSpPr/>
              <p:nvPr/>
            </p:nvSpPr>
            <p:spPr>
              <a:xfrm>
                <a:off x="2617610" y="1221740"/>
                <a:ext cx="62086" cy="69982"/>
              </a:xfrm>
            </p:spPr>
          </p:sp>
        </mc:Fallback>
      </mc:AlternateContent>
      <mc:AlternateContent xmlns:mc="http://schemas.openxmlformats.org/markup-compatibility/2006" xmlns:p14="http://schemas.microsoft.com/office/powerpoint/2010/main">
        <mc:Choice Requires="p14">
          <p:contentPart p14:bwMode="auto" r:id="rId20">
            <p14:nvContentPartPr>
              <p14:cNvPr id="1048774" name="Encre 1048773"/>
              <p14:cNvContentPartPr/>
              <p14:nvPr/>
            </p14:nvContentPartPr>
            <p14:xfrm>
              <a:off x="2620326" y="1264090"/>
              <a:ext cx="73568" cy="56628"/>
            </p14:xfrm>
          </p:contentPart>
        </mc:Choice>
        <mc:Fallback xmlns="">
          <p:sp>
            <p:nvSpPr>
              <p:cNvPr id="1048774" name=""/>
              <p:cNvSpPr/>
              <p:nvPr/>
            </p:nvSpPr>
            <p:spPr>
              <a:xfrm>
                <a:off x="2620326" y="1264090"/>
                <a:ext cx="73568" cy="56628"/>
              </a:xfrm>
            </p:spPr>
          </p:sp>
        </mc:Fallback>
      </mc:AlternateContent>
      <mc:AlternateContent xmlns:mc="http://schemas.openxmlformats.org/markup-compatibility/2006" xmlns:p14="http://schemas.microsoft.com/office/powerpoint/2010/main">
        <mc:Choice Requires="p14">
          <p:contentPart p14:bwMode="auto" r:id="rId21">
            <p14:nvContentPartPr>
              <p14:cNvPr id="1048775" name="Encre 1048774"/>
              <p14:cNvContentPartPr/>
              <p14:nvPr/>
            </p14:nvContentPartPr>
            <p14:xfrm>
              <a:off x="2575152" y="1292405"/>
              <a:ext cx="99482" cy="33974"/>
            </p14:xfrm>
          </p:contentPart>
        </mc:Choice>
        <mc:Fallback xmlns="">
          <p:sp>
            <p:nvSpPr>
              <p:cNvPr id="1048775" name=""/>
              <p:cNvSpPr/>
              <p:nvPr/>
            </p:nvSpPr>
            <p:spPr>
              <a:xfrm>
                <a:off x="2575152" y="1292405"/>
                <a:ext cx="99482" cy="33974"/>
              </a:xfrm>
            </p:spPr>
          </p:sp>
        </mc:Fallback>
      </mc:AlternateContent>
      <mc:AlternateContent xmlns:mc="http://schemas.openxmlformats.org/markup-compatibility/2006" xmlns:p14="http://schemas.microsoft.com/office/powerpoint/2010/main">
        <mc:Choice Requires="p14">
          <p:contentPart p14:bwMode="auto" r:id="rId22">
            <p14:nvContentPartPr>
              <p14:cNvPr id="1048776" name="Encre 1048775"/>
              <p14:cNvContentPartPr/>
              <p14:nvPr/>
            </p14:nvContentPartPr>
            <p14:xfrm>
              <a:off x="3551333" y="1303032"/>
              <a:ext cx="16214" cy="102387"/>
            </p14:xfrm>
          </p:contentPart>
        </mc:Choice>
        <mc:Fallback xmlns="">
          <p:sp>
            <p:nvSpPr>
              <p:cNvPr id="1048776" name=""/>
              <p:cNvSpPr/>
              <p:nvPr/>
            </p:nvSpPr>
            <p:spPr>
              <a:xfrm>
                <a:off x="3551333" y="1303032"/>
                <a:ext cx="16214" cy="102387"/>
              </a:xfrm>
            </p:spPr>
          </p:sp>
        </mc:Fallback>
      </mc:AlternateContent>
      <mc:AlternateContent xmlns:mc="http://schemas.openxmlformats.org/markup-compatibility/2006" xmlns:p14="http://schemas.microsoft.com/office/powerpoint/2010/main">
        <mc:Choice Requires="p14">
          <p:contentPart p14:bwMode="auto" r:id="rId23">
            <p14:nvContentPartPr>
              <p14:cNvPr id="1050222" name="Encre 1050221"/>
              <p14:cNvContentPartPr/>
              <p14:nvPr/>
            </p14:nvContentPartPr>
            <p14:xfrm>
              <a:off x="4113403" y="171348"/>
              <a:ext cx="40789" cy="372782"/>
            </p14:xfrm>
          </p:contentPart>
        </mc:Choice>
        <mc:Fallback xmlns="">
          <p:sp>
            <p:nvSpPr>
              <p:cNvPr id="1050222" name=""/>
              <p:cNvSpPr/>
              <p:nvPr/>
            </p:nvSpPr>
            <p:spPr>
              <a:xfrm>
                <a:off x="4113403" y="171348"/>
                <a:ext cx="40789" cy="372782"/>
              </a:xfrm>
            </p:spPr>
          </p:sp>
        </mc:Fallback>
      </mc:AlternateContent>
      <mc:AlternateContent xmlns:mc="http://schemas.openxmlformats.org/markup-compatibility/2006" xmlns:p14="http://schemas.microsoft.com/office/powerpoint/2010/main">
        <mc:Choice Requires="p14">
          <p:contentPart p14:bwMode="auto" r:id="rId24">
            <p14:nvContentPartPr>
              <p14:cNvPr id="1050223" name="Encre 1050222"/>
              <p14:cNvContentPartPr/>
              <p14:nvPr/>
            </p14:nvContentPartPr>
            <p14:xfrm>
              <a:off x="4149775" y="240654"/>
              <a:ext cx="127207" cy="288148"/>
            </p14:xfrm>
          </p:contentPart>
        </mc:Choice>
        <mc:Fallback xmlns="">
          <p:sp>
            <p:nvSpPr>
              <p:cNvPr id="1050223" name=""/>
              <p:cNvSpPr/>
              <p:nvPr/>
            </p:nvSpPr>
            <p:spPr>
              <a:xfrm>
                <a:off x="4149775" y="240654"/>
                <a:ext cx="127207" cy="288148"/>
              </a:xfrm>
            </p:spPr>
          </p:sp>
        </mc:Fallback>
      </mc:AlternateContent>
      <mc:AlternateContent xmlns:mc="http://schemas.openxmlformats.org/markup-compatibility/2006" xmlns:p14="http://schemas.microsoft.com/office/powerpoint/2010/main">
        <mc:Choice Requires="p14">
          <p:contentPart p14:bwMode="auto" r:id="rId25">
            <p14:nvContentPartPr>
              <p14:cNvPr id="1050224" name="Encre 1050223"/>
              <p14:cNvContentPartPr/>
              <p14:nvPr/>
            </p14:nvContentPartPr>
            <p14:xfrm>
              <a:off x="4341484" y="233321"/>
              <a:ext cx="194112" cy="380461"/>
            </p14:xfrm>
          </p:contentPart>
        </mc:Choice>
        <mc:Fallback xmlns="">
          <p:sp>
            <p:nvSpPr>
              <p:cNvPr id="1050224" name=""/>
              <p:cNvSpPr/>
              <p:nvPr/>
            </p:nvSpPr>
            <p:spPr>
              <a:xfrm>
                <a:off x="4341484" y="233321"/>
                <a:ext cx="194112" cy="380461"/>
              </a:xfrm>
            </p:spPr>
          </p:sp>
        </mc:Fallback>
      </mc:AlternateContent>
      <mc:AlternateContent xmlns:mc="http://schemas.openxmlformats.org/markup-compatibility/2006" xmlns:p14="http://schemas.microsoft.com/office/powerpoint/2010/main">
        <mc:Choice Requires="p14">
          <p:contentPart p14:bwMode="auto" r:id="rId26">
            <p14:nvContentPartPr>
              <p14:cNvPr id="1050225" name="Encre 1050224"/>
              <p14:cNvContentPartPr/>
              <p14:nvPr/>
            </p14:nvContentPartPr>
            <p14:xfrm>
              <a:off x="4593085" y="382799"/>
              <a:ext cx="89624" cy="173664"/>
            </p14:xfrm>
          </p:contentPart>
        </mc:Choice>
        <mc:Fallback xmlns="">
          <p:sp>
            <p:nvSpPr>
              <p:cNvPr id="1050225" name=""/>
              <p:cNvSpPr/>
              <p:nvPr/>
            </p:nvSpPr>
            <p:spPr>
              <a:xfrm>
                <a:off x="4593085" y="382799"/>
                <a:ext cx="89624" cy="173664"/>
              </a:xfrm>
            </p:spPr>
          </p:sp>
        </mc:Fallback>
      </mc:AlternateContent>
      <mc:AlternateContent xmlns:mc="http://schemas.openxmlformats.org/markup-compatibility/2006" xmlns:p14="http://schemas.microsoft.com/office/powerpoint/2010/main">
        <mc:Choice Requires="p14">
          <p:contentPart p14:bwMode="auto" r:id="rId27">
            <p14:nvContentPartPr>
              <p14:cNvPr id="1050226" name="Encre 1050225"/>
              <p14:cNvContentPartPr/>
              <p14:nvPr/>
            </p14:nvContentPartPr>
            <p14:xfrm>
              <a:off x="3890719" y="108034"/>
              <a:ext cx="979183" cy="665772"/>
            </p14:xfrm>
          </p:contentPart>
        </mc:Choice>
        <mc:Fallback xmlns="">
          <p:sp>
            <p:nvSpPr>
              <p:cNvPr id="1050226" name=""/>
              <p:cNvSpPr/>
              <p:nvPr/>
            </p:nvSpPr>
            <p:spPr>
              <a:xfrm>
                <a:off x="3890719" y="108034"/>
                <a:ext cx="979183" cy="665772"/>
              </a:xfrm>
            </p:spPr>
          </p:sp>
        </mc:Fallback>
      </mc:AlternateContent>
      <mc:AlternateContent xmlns:mc="http://schemas.openxmlformats.org/markup-compatibility/2006" xmlns:p14="http://schemas.microsoft.com/office/powerpoint/2010/main">
        <mc:Choice Requires="p14">
          <p:contentPart p14:bwMode="auto" r:id="rId28">
            <p14:nvContentPartPr>
              <p14:cNvPr id="1050227" name="Encre 1050226"/>
              <p14:cNvContentPartPr/>
              <p14:nvPr/>
            </p14:nvContentPartPr>
            <p14:xfrm>
              <a:off x="4863268" y="191927"/>
              <a:ext cx="67608" cy="640735"/>
            </p14:xfrm>
          </p:contentPart>
        </mc:Choice>
        <mc:Fallback xmlns="">
          <p:sp>
            <p:nvSpPr>
              <p:cNvPr id="1050227" name=""/>
              <p:cNvSpPr/>
              <p:nvPr/>
            </p:nvSpPr>
            <p:spPr>
              <a:xfrm>
                <a:off x="4863268" y="191927"/>
                <a:ext cx="67608" cy="640735"/>
              </a:xfrm>
            </p:spPr>
          </p:sp>
        </mc:Fallback>
      </mc:AlternateContent>
      <mc:AlternateContent xmlns:mc="http://schemas.openxmlformats.org/markup-compatibility/2006" xmlns:p14="http://schemas.microsoft.com/office/powerpoint/2010/main">
        <mc:Choice Requires="p14">
          <p:contentPart p14:bwMode="auto" r:id="rId29">
            <p14:nvContentPartPr>
              <p14:cNvPr id="1050228" name="Encre 1050227"/>
              <p14:cNvContentPartPr/>
              <p14:nvPr/>
            </p14:nvContentPartPr>
            <p14:xfrm>
              <a:off x="7237798" y="1341498"/>
              <a:ext cx="29115" cy="10186"/>
            </p14:xfrm>
          </p:contentPart>
        </mc:Choice>
        <mc:Fallback xmlns="">
          <p:sp>
            <p:nvSpPr>
              <p:cNvPr id="1050228" name=""/>
              <p:cNvSpPr/>
              <p:nvPr/>
            </p:nvSpPr>
            <p:spPr>
              <a:xfrm>
                <a:off x="7237798" y="1341498"/>
                <a:ext cx="29115" cy="10186"/>
              </a:xfrm>
            </p:spPr>
          </p:sp>
        </mc:Fallback>
      </mc:AlternateContent>
      <mc:AlternateContent xmlns:mc="http://schemas.openxmlformats.org/markup-compatibility/2006" xmlns:p14="http://schemas.microsoft.com/office/powerpoint/2010/main">
        <mc:Choice Requires="p14">
          <p:contentPart p14:bwMode="auto" r:id="rId30">
            <p14:nvContentPartPr>
              <p14:cNvPr id="1050229" name="Encre 1050228"/>
              <p14:cNvContentPartPr/>
              <p14:nvPr/>
            </p14:nvContentPartPr>
            <p14:xfrm>
              <a:off x="10931427" y="3200107"/>
              <a:ext cx="685430" cy="545833"/>
            </p14:xfrm>
          </p:contentPart>
        </mc:Choice>
        <mc:Fallback xmlns="">
          <p:sp>
            <p:nvSpPr>
              <p:cNvPr id="1050229" name=""/>
              <p:cNvSpPr/>
              <p:nvPr/>
            </p:nvSpPr>
            <p:spPr>
              <a:xfrm>
                <a:off x="10931427" y="3200107"/>
                <a:ext cx="685430" cy="545833"/>
              </a:xfrm>
            </p:spPr>
          </p:sp>
        </mc:Fallback>
      </mc:AlternateContent>
      <mc:AlternateContent xmlns:mc="http://schemas.openxmlformats.org/markup-compatibility/2006" xmlns:p14="http://schemas.microsoft.com/office/powerpoint/2010/main">
        <mc:Choice Requires="p14">
          <p:contentPart p14:bwMode="auto" r:id="rId31">
            <p14:nvContentPartPr>
              <p14:cNvPr id="1050230" name="Encre 1050229"/>
              <p14:cNvContentPartPr/>
              <p14:nvPr/>
            </p14:nvContentPartPr>
            <p14:xfrm>
              <a:off x="4923455" y="3826178"/>
              <a:ext cx="126715" cy="266345"/>
            </p14:xfrm>
          </p:contentPart>
        </mc:Choice>
        <mc:Fallback xmlns="">
          <p:sp>
            <p:nvSpPr>
              <p:cNvPr id="1050230" name=""/>
              <p:cNvSpPr/>
              <p:nvPr/>
            </p:nvSpPr>
            <p:spPr>
              <a:xfrm>
                <a:off x="4923455" y="3826178"/>
                <a:ext cx="126715" cy="266345"/>
              </a:xfrm>
            </p:spPr>
          </p:sp>
        </mc:Fallback>
      </mc:AlternateContent>
      <mc:AlternateContent xmlns:mc="http://schemas.openxmlformats.org/markup-compatibility/2006" xmlns:p14="http://schemas.microsoft.com/office/powerpoint/2010/main">
        <mc:Choice Requires="p14">
          <p:contentPart p14:bwMode="auto" r:id="rId32">
            <p14:nvContentPartPr>
              <p14:cNvPr id="1050231" name="Encre 1050230"/>
              <p14:cNvContentPartPr/>
              <p14:nvPr/>
            </p14:nvContentPartPr>
            <p14:xfrm>
              <a:off x="5105835" y="3912895"/>
              <a:ext cx="111409" cy="150470"/>
            </p14:xfrm>
          </p:contentPart>
        </mc:Choice>
        <mc:Fallback xmlns="">
          <p:sp>
            <p:nvSpPr>
              <p:cNvPr id="1050231" name=""/>
              <p:cNvSpPr/>
              <p:nvPr/>
            </p:nvSpPr>
            <p:spPr>
              <a:xfrm>
                <a:off x="5105835" y="3912895"/>
                <a:ext cx="111409" cy="150470"/>
              </a:xfrm>
            </p:spPr>
          </p:sp>
        </mc:Fallback>
      </mc:AlternateContent>
      <mc:AlternateContent xmlns:mc="http://schemas.openxmlformats.org/markup-compatibility/2006" xmlns:p14="http://schemas.microsoft.com/office/powerpoint/2010/main">
        <mc:Choice Requires="p14">
          <p:contentPart p14:bwMode="auto" r:id="rId33">
            <p14:nvContentPartPr>
              <p14:cNvPr id="1050232" name="Encre 1050231"/>
              <p14:cNvContentPartPr/>
              <p14:nvPr/>
            </p14:nvContentPartPr>
            <p14:xfrm>
              <a:off x="5315550" y="3830107"/>
              <a:ext cx="144088" cy="197609"/>
            </p14:xfrm>
          </p:contentPart>
        </mc:Choice>
        <mc:Fallback xmlns="">
          <p:sp>
            <p:nvSpPr>
              <p:cNvPr id="1050232" name=""/>
              <p:cNvSpPr/>
              <p:nvPr/>
            </p:nvSpPr>
            <p:spPr>
              <a:xfrm>
                <a:off x="5315550" y="3830107"/>
                <a:ext cx="144088" cy="197609"/>
              </a:xfrm>
            </p:spPr>
          </p:sp>
        </mc:Fallback>
      </mc:AlternateContent>
      <mc:AlternateContent xmlns:mc="http://schemas.openxmlformats.org/markup-compatibility/2006" xmlns:p14="http://schemas.microsoft.com/office/powerpoint/2010/main">
        <mc:Choice Requires="p14">
          <p:contentPart p14:bwMode="auto" r:id="rId34">
            <p14:nvContentPartPr>
              <p14:cNvPr id="1050233" name="Encre 1050232"/>
              <p14:cNvContentPartPr/>
              <p14:nvPr/>
            </p14:nvContentPartPr>
            <p14:xfrm>
              <a:off x="5493849" y="3776174"/>
              <a:ext cx="59635" cy="137237"/>
            </p14:xfrm>
          </p:contentPart>
        </mc:Choice>
        <mc:Fallback xmlns="">
          <p:sp>
            <p:nvSpPr>
              <p:cNvPr id="1050233" name=""/>
              <p:cNvSpPr/>
              <p:nvPr/>
            </p:nvSpPr>
            <p:spPr>
              <a:xfrm>
                <a:off x="5493849" y="3776174"/>
                <a:ext cx="59635" cy="137237"/>
              </a:xfrm>
            </p:spPr>
          </p:sp>
        </mc:Fallback>
      </mc:AlternateContent>
      <mc:AlternateContent xmlns:mc="http://schemas.openxmlformats.org/markup-compatibility/2006" xmlns:p14="http://schemas.microsoft.com/office/powerpoint/2010/main">
        <mc:Choice Requires="p14">
          <p:contentPart p14:bwMode="auto" r:id="rId35">
            <p14:nvContentPartPr>
              <p14:cNvPr id="1050234" name="Encre 1050233"/>
              <p14:cNvContentPartPr/>
              <p14:nvPr/>
            </p14:nvContentPartPr>
            <p14:xfrm>
              <a:off x="11753664" y="3181049"/>
              <a:ext cx="228374" cy="24070"/>
            </p14:xfrm>
          </p:contentPart>
        </mc:Choice>
        <mc:Fallback xmlns="">
          <p:sp>
            <p:nvSpPr>
              <p:cNvPr id="1050234" name=""/>
              <p:cNvSpPr/>
              <p:nvPr/>
            </p:nvSpPr>
            <p:spPr>
              <a:xfrm>
                <a:off x="11753664" y="3181049"/>
                <a:ext cx="228374" cy="24070"/>
              </a:xfrm>
            </p:spPr>
          </p:sp>
        </mc:Fallback>
      </mc:AlternateContent>
      <mc:AlternateContent xmlns:mc="http://schemas.openxmlformats.org/markup-compatibility/2006" xmlns:p14="http://schemas.microsoft.com/office/powerpoint/2010/main">
        <mc:Choice Requires="p14">
          <p:contentPart p14:bwMode="auto" r:id="rId36">
            <p14:nvContentPartPr>
              <p14:cNvPr id="1050235" name="Encre 1050234"/>
              <p14:cNvContentPartPr/>
              <p14:nvPr/>
            </p14:nvContentPartPr>
            <p14:xfrm>
              <a:off x="11910094" y="3195004"/>
              <a:ext cx="95857" cy="33802"/>
            </p14:xfrm>
          </p:contentPart>
        </mc:Choice>
        <mc:Fallback xmlns="">
          <p:sp>
            <p:nvSpPr>
              <p:cNvPr id="1050235" name=""/>
              <p:cNvSpPr/>
              <p:nvPr/>
            </p:nvSpPr>
            <p:spPr>
              <a:xfrm>
                <a:off x="11910094" y="3195004"/>
                <a:ext cx="95857" cy="33802"/>
              </a:xfrm>
            </p:spPr>
          </p:sp>
        </mc:Fallback>
      </mc:AlternateContent>
      <mc:AlternateContent xmlns:mc="http://schemas.openxmlformats.org/markup-compatibility/2006" xmlns:p14="http://schemas.microsoft.com/office/powerpoint/2010/main">
        <mc:Choice Requires="p14">
          <p:contentPart p14:bwMode="auto" r:id="rId37">
            <p14:nvContentPartPr>
              <p14:cNvPr id="1050236" name="Encre 1050235"/>
              <p14:cNvContentPartPr/>
              <p14:nvPr/>
            </p14:nvContentPartPr>
            <p14:xfrm>
              <a:off x="11944575" y="3215819"/>
              <a:ext cx="65532" cy="2515"/>
            </p14:xfrm>
          </p:contentPart>
        </mc:Choice>
        <mc:Fallback xmlns="">
          <p:sp>
            <p:nvSpPr>
              <p:cNvPr id="1050236" name=""/>
              <p:cNvSpPr/>
              <p:nvPr/>
            </p:nvSpPr>
            <p:spPr>
              <a:xfrm>
                <a:off x="11944575" y="3215819"/>
                <a:ext cx="65532" cy="2515"/>
              </a:xfrm>
            </p:spPr>
          </p:sp>
        </mc:Fallback>
      </mc:AlternateContent>
      <mc:AlternateContent xmlns:mc="http://schemas.openxmlformats.org/markup-compatibility/2006" xmlns:p14="http://schemas.microsoft.com/office/powerpoint/2010/main">
        <mc:Choice Requires="p14">
          <p:contentPart p14:bwMode="auto" r:id="rId38">
            <p14:nvContentPartPr>
              <p14:cNvPr id="1050237" name="Encre 1050236"/>
              <p14:cNvContentPartPr/>
              <p14:nvPr/>
            </p14:nvContentPartPr>
            <p14:xfrm>
              <a:off x="11773848" y="3297694"/>
              <a:ext cx="184184" cy="14632"/>
            </p14:xfrm>
          </p:contentPart>
        </mc:Choice>
        <mc:Fallback xmlns="">
          <p:sp>
            <p:nvSpPr>
              <p:cNvPr id="1050237" name=""/>
              <p:cNvSpPr/>
              <p:nvPr/>
            </p:nvSpPr>
            <p:spPr>
              <a:xfrm>
                <a:off x="11773848" y="3297694"/>
                <a:ext cx="184184" cy="14632"/>
              </a:xfrm>
            </p:spPr>
          </p:sp>
        </mc:Fallback>
      </mc:AlternateContent>
      <mc:AlternateContent xmlns:mc="http://schemas.openxmlformats.org/markup-compatibility/2006" xmlns:p14="http://schemas.microsoft.com/office/powerpoint/2010/main">
        <mc:Choice Requires="p14">
          <p:contentPart p14:bwMode="auto" r:id="rId39">
            <p14:nvContentPartPr>
              <p14:cNvPr id="1050238" name="Encre 1050237"/>
              <p14:cNvContentPartPr/>
              <p14:nvPr/>
            </p14:nvContentPartPr>
            <p14:xfrm>
              <a:off x="11908832" y="3298608"/>
              <a:ext cx="82420" cy="6150"/>
            </p14:xfrm>
          </p:contentPart>
        </mc:Choice>
        <mc:Fallback xmlns="">
          <p:sp>
            <p:nvSpPr>
              <p:cNvPr id="1050238" name=""/>
              <p:cNvSpPr/>
              <p:nvPr/>
            </p:nvSpPr>
            <p:spPr>
              <a:xfrm>
                <a:off x="11908832" y="3298608"/>
                <a:ext cx="82420" cy="6150"/>
              </a:xfrm>
            </p:spPr>
          </p:sp>
        </mc:Fallback>
      </mc:AlternateContent>
      <mc:AlternateContent xmlns:mc="http://schemas.openxmlformats.org/markup-compatibility/2006" xmlns:p14="http://schemas.microsoft.com/office/powerpoint/2010/main">
        <mc:Choice Requires="p14">
          <p:contentPart p14:bwMode="auto" r:id="rId40">
            <p14:nvContentPartPr>
              <p14:cNvPr id="1050239" name="Encre 1050238"/>
              <p14:cNvContentPartPr/>
              <p14:nvPr/>
            </p14:nvContentPartPr>
            <p14:xfrm>
              <a:off x="11810715" y="3292546"/>
              <a:ext cx="77047" cy="3909"/>
            </p14:xfrm>
          </p:contentPart>
        </mc:Choice>
        <mc:Fallback xmlns="">
          <p:sp>
            <p:nvSpPr>
              <p:cNvPr id="1050239" name=""/>
              <p:cNvSpPr/>
              <p:nvPr/>
            </p:nvSpPr>
            <p:spPr>
              <a:xfrm>
                <a:off x="11810715" y="3292546"/>
                <a:ext cx="77047" cy="3909"/>
              </a:xfrm>
            </p:spPr>
          </p:sp>
        </mc:Fallback>
      </mc:AlternateContent>
      <mc:AlternateContent xmlns:mc="http://schemas.openxmlformats.org/markup-compatibility/2006" xmlns:p14="http://schemas.microsoft.com/office/powerpoint/2010/main">
        <mc:Choice Requires="p14">
          <p:contentPart p14:bwMode="auto" r:id="rId41">
            <p14:nvContentPartPr>
              <p14:cNvPr id="1050240" name="Encre 1050239"/>
              <p14:cNvContentPartPr/>
              <p14:nvPr/>
            </p14:nvContentPartPr>
            <p14:xfrm>
              <a:off x="6596286" y="3697013"/>
              <a:ext cx="7785" cy="65233"/>
            </p14:xfrm>
          </p:contentPart>
        </mc:Choice>
        <mc:Fallback xmlns="">
          <p:sp>
            <p:nvSpPr>
              <p:cNvPr id="1050240" name=""/>
              <p:cNvSpPr/>
              <p:nvPr/>
            </p:nvSpPr>
            <p:spPr>
              <a:xfrm>
                <a:off x="6596286" y="3697013"/>
                <a:ext cx="7785" cy="65233"/>
              </a:xfrm>
            </p:spPr>
          </p:sp>
        </mc:Fallback>
      </mc:AlternateContent>
      <mc:AlternateContent xmlns:mc="http://schemas.openxmlformats.org/markup-compatibility/2006" xmlns:p14="http://schemas.microsoft.com/office/powerpoint/2010/main">
        <mc:Choice Requires="p14">
          <p:contentPart p14:bwMode="auto" r:id="rId42">
            <p14:nvContentPartPr>
              <p14:cNvPr id="1050241" name="Encre 1050240"/>
              <p14:cNvContentPartPr/>
              <p14:nvPr/>
            </p14:nvContentPartPr>
            <p14:xfrm>
              <a:off x="6136587" y="3692416"/>
              <a:ext cx="1961374" cy="96943"/>
            </p14:xfrm>
          </p:contentPart>
        </mc:Choice>
        <mc:Fallback xmlns="">
          <p:sp>
            <p:nvSpPr>
              <p:cNvPr id="1050241" name=""/>
              <p:cNvSpPr/>
              <p:nvPr/>
            </p:nvSpPr>
            <p:spPr>
              <a:xfrm>
                <a:off x="6136587" y="3692416"/>
                <a:ext cx="1961374" cy="96943"/>
              </a:xfrm>
            </p:spPr>
          </p:sp>
        </mc:Fallback>
      </mc:AlternateContent>
      <mc:AlternateContent xmlns:mc="http://schemas.openxmlformats.org/markup-compatibility/2006" xmlns:p14="http://schemas.microsoft.com/office/powerpoint/2010/main">
        <mc:Choice Requires="p14">
          <p:contentPart p14:bwMode="auto" r:id="rId43">
            <p14:nvContentPartPr>
              <p14:cNvPr id="1050242" name="Encre 1050241"/>
              <p14:cNvContentPartPr/>
              <p14:nvPr/>
            </p14:nvContentPartPr>
            <p14:xfrm>
              <a:off x="5696802" y="3713389"/>
              <a:ext cx="2363519" cy="59715"/>
            </p14:xfrm>
          </p:contentPart>
        </mc:Choice>
        <mc:Fallback xmlns="">
          <p:sp>
            <p:nvSpPr>
              <p:cNvPr id="1050242" name=""/>
              <p:cNvSpPr/>
              <p:nvPr/>
            </p:nvSpPr>
            <p:spPr>
              <a:xfrm>
                <a:off x="5696802" y="3713389"/>
                <a:ext cx="2363519" cy="59715"/>
              </a:xfrm>
            </p:spPr>
          </p:sp>
        </mc:Fallback>
      </mc:AlternateContent>
      <mc:AlternateContent xmlns:mc="http://schemas.openxmlformats.org/markup-compatibility/2006" xmlns:p14="http://schemas.microsoft.com/office/powerpoint/2010/main">
        <mc:Choice Requires="p14">
          <p:contentPart p14:bwMode="auto" r:id="rId44">
            <p14:nvContentPartPr>
              <p14:cNvPr id="1050243" name="Encre 1050242"/>
              <p14:cNvContentPartPr/>
              <p14:nvPr/>
            </p14:nvContentPartPr>
            <p14:xfrm>
              <a:off x="8198030" y="3579018"/>
              <a:ext cx="148338" cy="229120"/>
            </p14:xfrm>
          </p:contentPart>
        </mc:Choice>
        <mc:Fallback xmlns="">
          <p:sp>
            <p:nvSpPr>
              <p:cNvPr id="1050243" name=""/>
              <p:cNvSpPr/>
              <p:nvPr/>
            </p:nvSpPr>
            <p:spPr>
              <a:xfrm>
                <a:off x="8198030" y="3579018"/>
                <a:ext cx="148338" cy="229120"/>
              </a:xfrm>
            </p:spPr>
          </p:sp>
        </mc:Fallback>
      </mc:AlternateContent>
      <mc:AlternateContent xmlns:mc="http://schemas.openxmlformats.org/markup-compatibility/2006" xmlns:p14="http://schemas.microsoft.com/office/powerpoint/2010/main">
        <mc:Choice Requires="p14">
          <p:contentPart p14:bwMode="auto" r:id="rId45">
            <p14:nvContentPartPr>
              <p14:cNvPr id="1050244" name="Encre 1050243"/>
              <p14:cNvContentPartPr/>
              <p14:nvPr/>
            </p14:nvContentPartPr>
            <p14:xfrm>
              <a:off x="8194428" y="3715296"/>
              <a:ext cx="174011" cy="7886"/>
            </p14:xfrm>
          </p:contentPart>
        </mc:Choice>
        <mc:Fallback xmlns="">
          <p:sp>
            <p:nvSpPr>
              <p:cNvPr id="1050244" name=""/>
              <p:cNvSpPr/>
              <p:nvPr/>
            </p:nvSpPr>
            <p:spPr>
              <a:xfrm>
                <a:off x="8194428" y="3715296"/>
                <a:ext cx="174011" cy="7886"/>
              </a:xfrm>
            </p:spPr>
          </p:sp>
        </mc:Fallback>
      </mc:AlternateContent>
      <mc:AlternateContent xmlns:mc="http://schemas.openxmlformats.org/markup-compatibility/2006" xmlns:p14="http://schemas.microsoft.com/office/powerpoint/2010/main">
        <mc:Choice Requires="p14">
          <p:contentPart p14:bwMode="auto" r:id="rId46">
            <p14:nvContentPartPr>
              <p14:cNvPr id="1050245" name="Encre 1050244"/>
              <p14:cNvContentPartPr/>
              <p14:nvPr/>
            </p14:nvContentPartPr>
            <p14:xfrm>
              <a:off x="8374918" y="3794398"/>
              <a:ext cx="179864" cy="143584"/>
            </p14:xfrm>
          </p:contentPart>
        </mc:Choice>
        <mc:Fallback xmlns="">
          <p:sp>
            <p:nvSpPr>
              <p:cNvPr id="1050245" name=""/>
              <p:cNvSpPr/>
              <p:nvPr/>
            </p:nvSpPr>
            <p:spPr>
              <a:xfrm>
                <a:off x="8374918" y="3794398"/>
                <a:ext cx="179864" cy="143584"/>
              </a:xfrm>
            </p:spPr>
          </p:sp>
        </mc:Fallback>
      </mc:AlternateContent>
      <mc:AlternateContent xmlns:mc="http://schemas.openxmlformats.org/markup-compatibility/2006" xmlns:p14="http://schemas.microsoft.com/office/powerpoint/2010/main">
        <mc:Choice Requires="p14">
          <p:contentPart p14:bwMode="auto" r:id="rId47">
            <p14:nvContentPartPr>
              <p14:cNvPr id="1050246" name="Encre 1050245"/>
              <p14:cNvContentPartPr/>
              <p14:nvPr/>
            </p14:nvContentPartPr>
            <p14:xfrm>
              <a:off x="8597777" y="3710053"/>
              <a:ext cx="127530" cy="15967"/>
            </p14:xfrm>
          </p:contentPart>
        </mc:Choice>
        <mc:Fallback xmlns="">
          <p:sp>
            <p:nvSpPr>
              <p:cNvPr id="1050246" name=""/>
              <p:cNvSpPr/>
              <p:nvPr/>
            </p:nvSpPr>
            <p:spPr>
              <a:xfrm>
                <a:off x="8597777" y="3710053"/>
                <a:ext cx="127530" cy="15967"/>
              </a:xfrm>
            </p:spPr>
          </p:sp>
        </mc:Fallback>
      </mc:AlternateContent>
      <mc:AlternateContent xmlns:mc="http://schemas.openxmlformats.org/markup-compatibility/2006" xmlns:p14="http://schemas.microsoft.com/office/powerpoint/2010/main">
        <mc:Choice Requires="p14">
          <p:contentPart p14:bwMode="auto" r:id="rId48">
            <p14:nvContentPartPr>
              <p14:cNvPr id="1050247" name="Encre 1050246"/>
              <p14:cNvContentPartPr/>
              <p14:nvPr/>
            </p14:nvContentPartPr>
            <p14:xfrm>
              <a:off x="8635909" y="3852418"/>
              <a:ext cx="118437" cy="14212"/>
            </p14:xfrm>
          </p:contentPart>
        </mc:Choice>
        <mc:Fallback xmlns="">
          <p:sp>
            <p:nvSpPr>
              <p:cNvPr id="1050247" name=""/>
              <p:cNvSpPr/>
              <p:nvPr/>
            </p:nvSpPr>
            <p:spPr>
              <a:xfrm>
                <a:off x="8635909" y="3852418"/>
                <a:ext cx="118437" cy="14212"/>
              </a:xfrm>
            </p:spPr>
          </p:sp>
        </mc:Fallback>
      </mc:AlternateContent>
      <mc:AlternateContent xmlns:mc="http://schemas.openxmlformats.org/markup-compatibility/2006" xmlns:p14="http://schemas.microsoft.com/office/powerpoint/2010/main">
        <mc:Choice Requires="p14">
          <p:contentPart p14:bwMode="auto" r:id="rId49">
            <p14:nvContentPartPr>
              <p14:cNvPr id="1050248" name="Encre 1050247"/>
              <p14:cNvContentPartPr/>
              <p14:nvPr/>
            </p14:nvContentPartPr>
            <p14:xfrm>
              <a:off x="8867001" y="3569214"/>
              <a:ext cx="154251" cy="322484"/>
            </p14:xfrm>
          </p:contentPart>
        </mc:Choice>
        <mc:Fallback xmlns="">
          <p:sp>
            <p:nvSpPr>
              <p:cNvPr id="1050248" name=""/>
              <p:cNvSpPr/>
              <p:nvPr/>
            </p:nvSpPr>
            <p:spPr>
              <a:xfrm>
                <a:off x="8867001" y="3569214"/>
                <a:ext cx="154251" cy="322484"/>
              </a:xfrm>
            </p:spPr>
          </p:sp>
        </mc:Fallback>
      </mc:AlternateContent>
      <mc:AlternateContent xmlns:mc="http://schemas.openxmlformats.org/markup-compatibility/2006" xmlns:p14="http://schemas.microsoft.com/office/powerpoint/2010/main">
        <mc:Choice Requires="p14">
          <p:contentPart p14:bwMode="auto" r:id="rId50">
            <p14:nvContentPartPr>
              <p14:cNvPr id="1050249" name="Encre 1050248"/>
              <p14:cNvContentPartPr/>
              <p14:nvPr/>
            </p14:nvContentPartPr>
            <p14:xfrm>
              <a:off x="9036843" y="3896277"/>
              <a:ext cx="69563" cy="89190"/>
            </p14:xfrm>
          </p:contentPart>
        </mc:Choice>
        <mc:Fallback xmlns="">
          <p:sp>
            <p:nvSpPr>
              <p:cNvPr id="1050249" name=""/>
              <p:cNvSpPr/>
              <p:nvPr/>
            </p:nvSpPr>
            <p:spPr>
              <a:xfrm>
                <a:off x="9036843" y="3896277"/>
                <a:ext cx="69563" cy="89190"/>
              </a:xfrm>
            </p:spPr>
          </p:sp>
        </mc:Fallback>
      </mc:AlternateContent>
      <mc:AlternateContent xmlns:mc="http://schemas.openxmlformats.org/markup-compatibility/2006" xmlns:p14="http://schemas.microsoft.com/office/powerpoint/2010/main">
        <mc:Choice Requires="p14">
          <p:contentPart p14:bwMode="auto" r:id="rId51">
            <p14:nvContentPartPr>
              <p14:cNvPr id="1050250" name="Encre 1050249"/>
              <p14:cNvContentPartPr/>
              <p14:nvPr/>
            </p14:nvContentPartPr>
            <p14:xfrm>
              <a:off x="9164669" y="3775830"/>
              <a:ext cx="158408" cy="21769"/>
            </p14:xfrm>
          </p:contentPart>
        </mc:Choice>
        <mc:Fallback xmlns="">
          <p:sp>
            <p:nvSpPr>
              <p:cNvPr id="1050250" name=""/>
              <p:cNvSpPr/>
              <p:nvPr/>
            </p:nvSpPr>
            <p:spPr>
              <a:xfrm>
                <a:off x="9164669" y="3775830"/>
                <a:ext cx="158408" cy="21769"/>
              </a:xfrm>
            </p:spPr>
          </p:sp>
        </mc:Fallback>
      </mc:AlternateContent>
      <mc:AlternateContent xmlns:mc="http://schemas.openxmlformats.org/markup-compatibility/2006" xmlns:p14="http://schemas.microsoft.com/office/powerpoint/2010/main">
        <mc:Choice Requires="p14">
          <p:contentPart p14:bwMode="auto" r:id="rId52">
            <p14:nvContentPartPr>
              <p14:cNvPr id="1050251" name="Encre 1050250"/>
              <p14:cNvContentPartPr/>
              <p14:nvPr/>
            </p14:nvContentPartPr>
            <p14:xfrm>
              <a:off x="9198987" y="3887127"/>
              <a:ext cx="172685" cy="15129"/>
            </p14:xfrm>
          </p:contentPart>
        </mc:Choice>
        <mc:Fallback xmlns="">
          <p:sp>
            <p:nvSpPr>
              <p:cNvPr id="1050251" name=""/>
              <p:cNvSpPr/>
              <p:nvPr/>
            </p:nvSpPr>
            <p:spPr>
              <a:xfrm>
                <a:off x="9198987" y="3887127"/>
                <a:ext cx="172685" cy="15129"/>
              </a:xfrm>
            </p:spPr>
          </p:sp>
        </mc:Fallback>
      </mc:AlternateContent>
      <mc:AlternateContent xmlns:mc="http://schemas.openxmlformats.org/markup-compatibility/2006" xmlns:p14="http://schemas.microsoft.com/office/powerpoint/2010/main">
        <mc:Choice Requires="p14">
          <p:contentPart p14:bwMode="auto" r:id="rId53">
            <p14:nvContentPartPr>
              <p14:cNvPr id="1050252" name="Encre 1050251"/>
              <p14:cNvContentPartPr/>
              <p14:nvPr/>
            </p14:nvContentPartPr>
            <p14:xfrm>
              <a:off x="9461248" y="3833504"/>
              <a:ext cx="136989" cy="7084"/>
            </p14:xfrm>
          </p:contentPart>
        </mc:Choice>
        <mc:Fallback xmlns="">
          <p:sp>
            <p:nvSpPr>
              <p:cNvPr id="1050252" name=""/>
              <p:cNvSpPr/>
              <p:nvPr/>
            </p:nvSpPr>
            <p:spPr>
              <a:xfrm>
                <a:off x="9461248" y="3833504"/>
                <a:ext cx="136989" cy="7084"/>
              </a:xfrm>
            </p:spPr>
          </p:sp>
        </mc:Fallback>
      </mc:AlternateContent>
      <mc:AlternateContent xmlns:mc="http://schemas.openxmlformats.org/markup-compatibility/2006" xmlns:p14="http://schemas.microsoft.com/office/powerpoint/2010/main">
        <mc:Choice Requires="p14">
          <p:contentPart p14:bwMode="auto" r:id="rId54">
            <p14:nvContentPartPr>
              <p14:cNvPr id="1050253" name="Encre 1050252"/>
              <p14:cNvContentPartPr/>
              <p14:nvPr/>
            </p14:nvContentPartPr>
            <p14:xfrm>
              <a:off x="9652331" y="3632167"/>
              <a:ext cx="154232" cy="173544"/>
            </p14:xfrm>
          </p:contentPart>
        </mc:Choice>
        <mc:Fallback xmlns="">
          <p:sp>
            <p:nvSpPr>
              <p:cNvPr id="1050253" name=""/>
              <p:cNvSpPr/>
              <p:nvPr/>
            </p:nvSpPr>
            <p:spPr>
              <a:xfrm>
                <a:off x="9652331" y="3632167"/>
                <a:ext cx="154232" cy="173544"/>
              </a:xfrm>
            </p:spPr>
          </p:sp>
        </mc:Fallback>
      </mc:AlternateContent>
      <mc:AlternateContent xmlns:mc="http://schemas.openxmlformats.org/markup-compatibility/2006" xmlns:p14="http://schemas.microsoft.com/office/powerpoint/2010/main">
        <mc:Choice Requires="p14">
          <p:contentPart p14:bwMode="auto" r:id="rId55">
            <p14:nvContentPartPr>
              <p14:cNvPr id="1050254" name="Encre 1050253"/>
              <p14:cNvContentPartPr/>
              <p14:nvPr/>
            </p14:nvContentPartPr>
            <p14:xfrm>
              <a:off x="9686649" y="3727450"/>
              <a:ext cx="137274" cy="93899"/>
            </p14:xfrm>
          </p:contentPart>
        </mc:Choice>
        <mc:Fallback xmlns="">
          <p:sp>
            <p:nvSpPr>
              <p:cNvPr id="1050254" name=""/>
              <p:cNvSpPr/>
              <p:nvPr/>
            </p:nvSpPr>
            <p:spPr>
              <a:xfrm>
                <a:off x="9686649" y="3727450"/>
                <a:ext cx="137274" cy="93899"/>
              </a:xfrm>
            </p:spPr>
          </p:sp>
        </mc:Fallback>
      </mc:AlternateContent>
      <mc:AlternateContent xmlns:mc="http://schemas.openxmlformats.org/markup-compatibility/2006" xmlns:p14="http://schemas.microsoft.com/office/powerpoint/2010/main">
        <mc:Choice Requires="p14">
          <p:contentPart p14:bwMode="auto" r:id="rId56">
            <p14:nvContentPartPr>
              <p14:cNvPr id="1050255" name="Encre 1050254"/>
              <p14:cNvContentPartPr/>
              <p14:nvPr/>
            </p14:nvContentPartPr>
            <p14:xfrm>
              <a:off x="9837905" y="3503565"/>
              <a:ext cx="233189" cy="197287"/>
            </p14:xfrm>
          </p:contentPart>
        </mc:Choice>
        <mc:Fallback xmlns="">
          <p:sp>
            <p:nvSpPr>
              <p:cNvPr id="1050255" name=""/>
              <p:cNvSpPr/>
              <p:nvPr/>
            </p:nvSpPr>
            <p:spPr>
              <a:xfrm>
                <a:off x="9837905" y="3503565"/>
                <a:ext cx="233189" cy="197287"/>
              </a:xfrm>
            </p:spPr>
          </p:sp>
        </mc:Fallback>
      </mc:AlternateContent>
      <mc:AlternateContent xmlns:mc="http://schemas.openxmlformats.org/markup-compatibility/2006" xmlns:p14="http://schemas.microsoft.com/office/powerpoint/2010/main">
        <mc:Choice Requires="p14">
          <p:contentPart p14:bwMode="auto" r:id="rId57">
            <p14:nvContentPartPr>
              <p14:cNvPr id="1050256" name="Encre 1050255"/>
              <p14:cNvContentPartPr/>
              <p14:nvPr/>
            </p14:nvContentPartPr>
            <p14:xfrm>
              <a:off x="9542596" y="3868299"/>
              <a:ext cx="593160" cy="39800"/>
            </p14:xfrm>
          </p:contentPart>
        </mc:Choice>
        <mc:Fallback xmlns="">
          <p:sp>
            <p:nvSpPr>
              <p:cNvPr id="1050256" name=""/>
              <p:cNvSpPr/>
              <p:nvPr/>
            </p:nvSpPr>
            <p:spPr>
              <a:xfrm>
                <a:off x="9542596" y="3868299"/>
                <a:ext cx="593160" cy="39800"/>
              </a:xfrm>
            </p:spPr>
          </p:sp>
        </mc:Fallback>
      </mc:AlternateContent>
      <mc:AlternateContent xmlns:mc="http://schemas.openxmlformats.org/markup-compatibility/2006" xmlns:p14="http://schemas.microsoft.com/office/powerpoint/2010/main">
        <mc:Choice Requires="p14">
          <p:contentPart p14:bwMode="auto" r:id="rId58">
            <p14:nvContentPartPr>
              <p14:cNvPr id="1050257" name="Encre 1050256"/>
              <p14:cNvContentPartPr/>
              <p14:nvPr/>
            </p14:nvContentPartPr>
            <p14:xfrm>
              <a:off x="9546046" y="3978371"/>
              <a:ext cx="326073" cy="207722"/>
            </p14:xfrm>
          </p:contentPart>
        </mc:Choice>
        <mc:Fallback xmlns="">
          <p:sp>
            <p:nvSpPr>
              <p:cNvPr id="1050257" name=""/>
              <p:cNvSpPr/>
              <p:nvPr/>
            </p:nvSpPr>
            <p:spPr>
              <a:xfrm>
                <a:off x="9546046" y="3978371"/>
                <a:ext cx="326073" cy="207722"/>
              </a:xfrm>
            </p:spPr>
          </p:sp>
        </mc:Fallback>
      </mc:AlternateContent>
      <mc:AlternateContent xmlns:mc="http://schemas.openxmlformats.org/markup-compatibility/2006" xmlns:p14="http://schemas.microsoft.com/office/powerpoint/2010/main">
        <mc:Choice Requires="p14">
          <p:contentPart p14:bwMode="auto" r:id="rId59">
            <p14:nvContentPartPr>
              <p14:cNvPr id="1050258" name="Encre 1050257"/>
              <p14:cNvContentPartPr/>
              <p14:nvPr/>
            </p14:nvContentPartPr>
            <p14:xfrm>
              <a:off x="9951410" y="4040130"/>
              <a:ext cx="140283" cy="153983"/>
            </p14:xfrm>
          </p:contentPart>
        </mc:Choice>
        <mc:Fallback xmlns="">
          <p:sp>
            <p:nvSpPr>
              <p:cNvPr id="1050258" name=""/>
              <p:cNvSpPr/>
              <p:nvPr/>
            </p:nvSpPr>
            <p:spPr>
              <a:xfrm>
                <a:off x="9951410" y="4040130"/>
                <a:ext cx="140283" cy="153983"/>
              </a:xfrm>
            </p:spPr>
          </p:sp>
        </mc:Fallback>
      </mc:AlternateContent>
      <mc:AlternateContent xmlns:mc="http://schemas.openxmlformats.org/markup-compatibility/2006" xmlns:p14="http://schemas.microsoft.com/office/powerpoint/2010/main">
        <mc:Choice Requires="p14">
          <p:contentPart p14:bwMode="auto" r:id="rId60">
            <p14:nvContentPartPr>
              <p14:cNvPr id="1050259" name="Encre 1050258"/>
              <p14:cNvContentPartPr/>
              <p14:nvPr/>
            </p14:nvContentPartPr>
            <p14:xfrm>
              <a:off x="10139993" y="3991512"/>
              <a:ext cx="114354" cy="182302"/>
            </p14:xfrm>
          </p:contentPart>
        </mc:Choice>
        <mc:Fallback xmlns="">
          <p:sp>
            <p:nvSpPr>
              <p:cNvPr id="1050259" name=""/>
              <p:cNvSpPr/>
              <p:nvPr/>
            </p:nvSpPr>
            <p:spPr>
              <a:xfrm>
                <a:off x="10139993" y="3991512"/>
                <a:ext cx="114354" cy="182302"/>
              </a:xfrm>
            </p:spPr>
          </p:sp>
        </mc:Fallback>
      </mc:AlternateContent>
      <mc:AlternateContent xmlns:mc="http://schemas.openxmlformats.org/markup-compatibility/2006" xmlns:p14="http://schemas.microsoft.com/office/powerpoint/2010/main">
        <mc:Choice Requires="p14">
          <p:contentPart p14:bwMode="auto" r:id="rId61">
            <p14:nvContentPartPr>
              <p14:cNvPr id="1050260" name="Encre 1050259"/>
              <p14:cNvContentPartPr/>
              <p14:nvPr/>
            </p14:nvContentPartPr>
            <p14:xfrm>
              <a:off x="8062642" y="3928833"/>
              <a:ext cx="333036" cy="153229"/>
            </p14:xfrm>
          </p:contentPart>
        </mc:Choice>
        <mc:Fallback xmlns="">
          <p:sp>
            <p:nvSpPr>
              <p:cNvPr id="1050260" name=""/>
              <p:cNvSpPr/>
              <p:nvPr/>
            </p:nvSpPr>
            <p:spPr>
              <a:xfrm>
                <a:off x="8062642" y="3928833"/>
                <a:ext cx="333036" cy="153229"/>
              </a:xfrm>
            </p:spPr>
          </p:sp>
        </mc:Fallback>
      </mc:AlternateContent>
      <mc:AlternateContent xmlns:mc="http://schemas.openxmlformats.org/markup-compatibility/2006" xmlns:p14="http://schemas.microsoft.com/office/powerpoint/2010/main">
        <mc:Choice Requires="p14">
          <p:contentPart p14:bwMode="auto" r:id="rId62">
            <p14:nvContentPartPr>
              <p14:cNvPr id="1050261" name="Encre 1050260"/>
              <p14:cNvContentPartPr/>
              <p14:nvPr/>
            </p14:nvContentPartPr>
            <p14:xfrm>
              <a:off x="8035426" y="4012723"/>
              <a:ext cx="360252" cy="161620"/>
            </p14:xfrm>
          </p:contentPart>
        </mc:Choice>
        <mc:Fallback xmlns="">
          <p:sp>
            <p:nvSpPr>
              <p:cNvPr id="1050261" name=""/>
              <p:cNvSpPr/>
              <p:nvPr/>
            </p:nvSpPr>
            <p:spPr>
              <a:xfrm>
                <a:off x="8035426" y="4012723"/>
                <a:ext cx="360252" cy="161620"/>
              </a:xfrm>
            </p:spPr>
          </p:sp>
        </mc:Fallback>
      </mc:AlternateContent>
      <mc:AlternateContent xmlns:mc="http://schemas.openxmlformats.org/markup-compatibility/2006" xmlns:p14="http://schemas.microsoft.com/office/powerpoint/2010/main">
        <mc:Choice Requires="p14">
          <p:contentPart p14:bwMode="auto" r:id="rId63">
            <p14:nvContentPartPr>
              <p14:cNvPr id="1050262" name="Encre 1050261"/>
              <p14:cNvContentPartPr/>
              <p14:nvPr/>
            </p14:nvContentPartPr>
            <p14:xfrm>
              <a:off x="7958246" y="3956717"/>
              <a:ext cx="180317" cy="272133"/>
            </p14:xfrm>
          </p:contentPart>
        </mc:Choice>
        <mc:Fallback xmlns="">
          <p:sp>
            <p:nvSpPr>
              <p:cNvPr id="1050262" name=""/>
              <p:cNvSpPr/>
              <p:nvPr/>
            </p:nvSpPr>
            <p:spPr>
              <a:xfrm>
                <a:off x="7958246" y="3956717"/>
                <a:ext cx="180317" cy="272133"/>
              </a:xfrm>
            </p:spPr>
          </p:sp>
        </mc:Fallback>
      </mc:AlternateContent>
      <mc:AlternateContent xmlns:mc="http://schemas.openxmlformats.org/markup-compatibility/2006" xmlns:p14="http://schemas.microsoft.com/office/powerpoint/2010/main">
        <mc:Choice Requires="p14">
          <p:contentPart p14:bwMode="auto" r:id="rId64">
            <p14:nvContentPartPr>
              <p14:cNvPr id="1050263" name="Encre 1050262"/>
              <p14:cNvContentPartPr/>
              <p14:nvPr/>
            </p14:nvContentPartPr>
            <p14:xfrm>
              <a:off x="7054564" y="4144516"/>
              <a:ext cx="390886" cy="261409"/>
            </p14:xfrm>
          </p:contentPart>
        </mc:Choice>
        <mc:Fallback xmlns="">
          <p:sp>
            <p:nvSpPr>
              <p:cNvPr id="1050263" name=""/>
              <p:cNvSpPr/>
              <p:nvPr/>
            </p:nvSpPr>
            <p:spPr>
              <a:xfrm>
                <a:off x="7054564" y="4144516"/>
                <a:ext cx="390886" cy="261409"/>
              </a:xfrm>
            </p:spPr>
          </p:sp>
        </mc:Fallback>
      </mc:AlternateContent>
      <mc:AlternateContent xmlns:mc="http://schemas.openxmlformats.org/markup-compatibility/2006" xmlns:p14="http://schemas.microsoft.com/office/powerpoint/2010/main">
        <mc:Choice Requires="p14">
          <p:contentPart p14:bwMode="auto" r:id="rId65">
            <p14:nvContentPartPr>
              <p14:cNvPr id="1050264" name="Encre 1050263"/>
              <p14:cNvContentPartPr/>
              <p14:nvPr/>
            </p14:nvContentPartPr>
            <p14:xfrm>
              <a:off x="7476374" y="3988331"/>
              <a:ext cx="392762" cy="420804"/>
            </p14:xfrm>
          </p:contentPart>
        </mc:Choice>
        <mc:Fallback xmlns="">
          <p:sp>
            <p:nvSpPr>
              <p:cNvPr id="1050264" name=""/>
              <p:cNvSpPr/>
              <p:nvPr/>
            </p:nvSpPr>
            <p:spPr>
              <a:xfrm>
                <a:off x="7476374" y="3988331"/>
                <a:ext cx="392762" cy="420804"/>
              </a:xfrm>
            </p:spPr>
          </p:sp>
        </mc:Fallback>
      </mc:AlternateContent>
      <mc:AlternateContent xmlns:mc="http://schemas.openxmlformats.org/markup-compatibility/2006" xmlns:p14="http://schemas.microsoft.com/office/powerpoint/2010/main">
        <mc:Choice Requires="p14">
          <p:contentPart p14:bwMode="auto" r:id="rId66">
            <p14:nvContentPartPr>
              <p14:cNvPr id="1050265" name="Encre 1050264"/>
              <p14:cNvContentPartPr/>
              <p14:nvPr/>
            </p14:nvContentPartPr>
            <p14:xfrm>
              <a:off x="6685684" y="4617826"/>
              <a:ext cx="194316" cy="212913"/>
            </p14:xfrm>
          </p:contentPart>
        </mc:Choice>
        <mc:Fallback xmlns="">
          <p:sp>
            <p:nvSpPr>
              <p:cNvPr id="1050265" name=""/>
              <p:cNvSpPr/>
              <p:nvPr/>
            </p:nvSpPr>
            <p:spPr>
              <a:xfrm>
                <a:off x="6685684" y="4617826"/>
                <a:ext cx="194316" cy="212913"/>
              </a:xfrm>
            </p:spPr>
          </p:sp>
        </mc:Fallback>
      </mc:AlternateContent>
      <mc:AlternateContent xmlns:mc="http://schemas.openxmlformats.org/markup-compatibility/2006" xmlns:p14="http://schemas.microsoft.com/office/powerpoint/2010/main">
        <mc:Choice Requires="p14">
          <p:contentPart p14:bwMode="auto" r:id="rId67">
            <p14:nvContentPartPr>
              <p14:cNvPr id="1050266" name="Encre 1050265"/>
              <p14:cNvContentPartPr/>
              <p14:nvPr/>
            </p14:nvContentPartPr>
            <p14:xfrm>
              <a:off x="6939896" y="4698638"/>
              <a:ext cx="149264" cy="7174"/>
            </p14:xfrm>
          </p:contentPart>
        </mc:Choice>
        <mc:Fallback xmlns="">
          <p:sp>
            <p:nvSpPr>
              <p:cNvPr id="1050266" name=""/>
              <p:cNvSpPr/>
              <p:nvPr/>
            </p:nvSpPr>
            <p:spPr>
              <a:xfrm>
                <a:off x="6939896" y="4698638"/>
                <a:ext cx="149264" cy="7174"/>
              </a:xfrm>
            </p:spPr>
          </p:sp>
        </mc:Fallback>
      </mc:AlternateContent>
      <mc:AlternateContent xmlns:mc="http://schemas.openxmlformats.org/markup-compatibility/2006" xmlns:p14="http://schemas.microsoft.com/office/powerpoint/2010/main">
        <mc:Choice Requires="p14">
          <p:contentPart p14:bwMode="auto" r:id="rId68">
            <p14:nvContentPartPr>
              <p14:cNvPr id="1050267" name="Encre 1050266"/>
              <p14:cNvContentPartPr/>
              <p14:nvPr/>
            </p14:nvContentPartPr>
            <p14:xfrm>
              <a:off x="6953454" y="4810371"/>
              <a:ext cx="151547" cy="22660"/>
            </p14:xfrm>
          </p:contentPart>
        </mc:Choice>
        <mc:Fallback xmlns="">
          <p:sp>
            <p:nvSpPr>
              <p:cNvPr id="1050267" name=""/>
              <p:cNvSpPr/>
              <p:nvPr/>
            </p:nvSpPr>
            <p:spPr>
              <a:xfrm>
                <a:off x="6953454" y="4810371"/>
                <a:ext cx="151547" cy="22660"/>
              </a:xfrm>
            </p:spPr>
          </p:sp>
        </mc:Fallback>
      </mc:AlternateContent>
      <mc:AlternateContent xmlns:mc="http://schemas.openxmlformats.org/markup-compatibility/2006" xmlns:p14="http://schemas.microsoft.com/office/powerpoint/2010/main">
        <mc:Choice Requires="p14">
          <p:contentPart p14:bwMode="auto" r:id="rId69">
            <p14:nvContentPartPr>
              <p14:cNvPr id="1050268" name="Encre 1050267"/>
              <p14:cNvContentPartPr/>
              <p14:nvPr/>
            </p14:nvContentPartPr>
            <p14:xfrm>
              <a:off x="7200885" y="4749857"/>
              <a:ext cx="119903" cy="24024"/>
            </p14:xfrm>
          </p:contentPart>
        </mc:Choice>
        <mc:Fallback xmlns="">
          <p:sp>
            <p:nvSpPr>
              <p:cNvPr id="1050268" name=""/>
              <p:cNvSpPr/>
              <p:nvPr/>
            </p:nvSpPr>
            <p:spPr>
              <a:xfrm>
                <a:off x="7200885" y="4749857"/>
                <a:ext cx="119903" cy="24024"/>
              </a:xfrm>
            </p:spPr>
          </p:sp>
        </mc:Fallback>
      </mc:AlternateContent>
      <mc:AlternateContent xmlns:mc="http://schemas.openxmlformats.org/markup-compatibility/2006" xmlns:p14="http://schemas.microsoft.com/office/powerpoint/2010/main">
        <mc:Choice Requires="p14">
          <p:contentPart p14:bwMode="auto" r:id="rId70">
            <p14:nvContentPartPr>
              <p14:cNvPr id="1050269" name="Encre 1050268"/>
              <p14:cNvContentPartPr/>
              <p14:nvPr/>
            </p14:nvContentPartPr>
            <p14:xfrm>
              <a:off x="7372478" y="4664872"/>
              <a:ext cx="190915" cy="132311"/>
            </p14:xfrm>
          </p:contentPart>
        </mc:Choice>
        <mc:Fallback xmlns="">
          <p:sp>
            <p:nvSpPr>
              <p:cNvPr id="1050269" name=""/>
              <p:cNvSpPr/>
              <p:nvPr/>
            </p:nvSpPr>
            <p:spPr>
              <a:xfrm>
                <a:off x="7372478" y="4664872"/>
                <a:ext cx="190915" cy="132311"/>
              </a:xfrm>
            </p:spPr>
          </p:sp>
        </mc:Fallback>
      </mc:AlternateContent>
      <mc:AlternateContent xmlns:mc="http://schemas.openxmlformats.org/markup-compatibility/2006" xmlns:p14="http://schemas.microsoft.com/office/powerpoint/2010/main">
        <mc:Choice Requires="p14">
          <p:contentPart p14:bwMode="auto" r:id="rId71">
            <p14:nvContentPartPr>
              <p14:cNvPr id="1050270" name="Encre 1050269"/>
              <p14:cNvContentPartPr/>
              <p14:nvPr/>
            </p14:nvContentPartPr>
            <p14:xfrm>
              <a:off x="7594047" y="4610914"/>
              <a:ext cx="102443" cy="163121"/>
            </p14:xfrm>
          </p:contentPart>
        </mc:Choice>
        <mc:Fallback xmlns="">
          <p:sp>
            <p:nvSpPr>
              <p:cNvPr id="1050270" name=""/>
              <p:cNvSpPr/>
              <p:nvPr/>
            </p:nvSpPr>
            <p:spPr>
              <a:xfrm>
                <a:off x="7594047" y="4610914"/>
                <a:ext cx="102443" cy="163121"/>
              </a:xfrm>
            </p:spPr>
          </p:sp>
        </mc:Fallback>
      </mc:AlternateContent>
      <mc:AlternateContent xmlns:mc="http://schemas.openxmlformats.org/markup-compatibility/2006" xmlns:p14="http://schemas.microsoft.com/office/powerpoint/2010/main">
        <mc:Choice Requires="p14">
          <p:contentPart p14:bwMode="auto" r:id="rId72">
            <p14:nvContentPartPr>
              <p14:cNvPr id="1050271" name="Encre 1050270"/>
              <p14:cNvContentPartPr/>
              <p14:nvPr/>
            </p14:nvContentPartPr>
            <p14:xfrm>
              <a:off x="7695327" y="4500014"/>
              <a:ext cx="179758" cy="161533"/>
            </p14:xfrm>
          </p:contentPart>
        </mc:Choice>
        <mc:Fallback xmlns="">
          <p:sp>
            <p:nvSpPr>
              <p:cNvPr id="1050271" name=""/>
              <p:cNvSpPr/>
              <p:nvPr/>
            </p:nvSpPr>
            <p:spPr>
              <a:xfrm>
                <a:off x="7695327" y="4500014"/>
                <a:ext cx="179758" cy="161533"/>
              </a:xfrm>
            </p:spPr>
          </p:sp>
        </mc:Fallback>
      </mc:AlternateContent>
      <mc:AlternateContent xmlns:mc="http://schemas.openxmlformats.org/markup-compatibility/2006" xmlns:p14="http://schemas.microsoft.com/office/powerpoint/2010/main">
        <mc:Choice Requires="p14">
          <p:contentPart p14:bwMode="auto" r:id="rId73">
            <p14:nvContentPartPr>
              <p14:cNvPr id="1050272" name="Encre 1050271"/>
              <p14:cNvContentPartPr/>
              <p14:nvPr/>
            </p14:nvContentPartPr>
            <p14:xfrm>
              <a:off x="7346973" y="4847331"/>
              <a:ext cx="492406" cy="55650"/>
            </p14:xfrm>
          </p:contentPart>
        </mc:Choice>
        <mc:Fallback xmlns="">
          <p:sp>
            <p:nvSpPr>
              <p:cNvPr id="1050272" name=""/>
              <p:cNvSpPr/>
              <p:nvPr/>
            </p:nvSpPr>
            <p:spPr>
              <a:xfrm>
                <a:off x="7346973" y="4847331"/>
                <a:ext cx="492406" cy="55650"/>
              </a:xfrm>
            </p:spPr>
          </p:sp>
        </mc:Fallback>
      </mc:AlternateContent>
      <mc:AlternateContent xmlns:mc="http://schemas.openxmlformats.org/markup-compatibility/2006" xmlns:p14="http://schemas.microsoft.com/office/powerpoint/2010/main">
        <mc:Choice Requires="p14">
          <p:contentPart p14:bwMode="auto" r:id="rId74">
            <p14:nvContentPartPr>
              <p14:cNvPr id="1050273" name="Encre 1050272"/>
              <p14:cNvContentPartPr/>
              <p14:nvPr/>
            </p14:nvContentPartPr>
            <p14:xfrm>
              <a:off x="7471872" y="4944328"/>
              <a:ext cx="130668" cy="168811"/>
            </p14:xfrm>
          </p:contentPart>
        </mc:Choice>
        <mc:Fallback xmlns="">
          <p:sp>
            <p:nvSpPr>
              <p:cNvPr id="1050273" name=""/>
              <p:cNvSpPr/>
              <p:nvPr/>
            </p:nvSpPr>
            <p:spPr>
              <a:xfrm>
                <a:off x="7471872" y="4944328"/>
                <a:ext cx="130668" cy="168811"/>
              </a:xfrm>
            </p:spPr>
          </p:sp>
        </mc:Fallback>
      </mc:AlternateContent>
      <mc:AlternateContent xmlns:mc="http://schemas.openxmlformats.org/markup-compatibility/2006" xmlns:p14="http://schemas.microsoft.com/office/powerpoint/2010/main">
        <mc:Choice Requires="p14">
          <p:contentPart p14:bwMode="auto" r:id="rId75">
            <p14:nvContentPartPr>
              <p14:cNvPr id="1050274" name="Encre 1050273"/>
              <p14:cNvContentPartPr/>
              <p14:nvPr/>
            </p14:nvContentPartPr>
            <p14:xfrm>
              <a:off x="7475433" y="5014157"/>
              <a:ext cx="146130" cy="177481"/>
            </p14:xfrm>
          </p:contentPart>
        </mc:Choice>
        <mc:Fallback xmlns="">
          <p:sp>
            <p:nvSpPr>
              <p:cNvPr id="1050274" name=""/>
              <p:cNvSpPr/>
              <p:nvPr/>
            </p:nvSpPr>
            <p:spPr>
              <a:xfrm>
                <a:off x="7475433" y="5014157"/>
                <a:ext cx="146130" cy="177481"/>
              </a:xfrm>
            </p:spPr>
          </p:sp>
        </mc:Fallback>
      </mc:AlternateContent>
      <mc:AlternateContent xmlns:mc="http://schemas.openxmlformats.org/markup-compatibility/2006" xmlns:p14="http://schemas.microsoft.com/office/powerpoint/2010/main">
        <mc:Choice Requires="p14">
          <p:contentPart p14:bwMode="auto" r:id="rId76">
            <p14:nvContentPartPr>
              <p14:cNvPr id="1050275" name="Encre 1050274"/>
              <p14:cNvContentPartPr/>
              <p14:nvPr/>
            </p14:nvContentPartPr>
            <p14:xfrm>
              <a:off x="6512312" y="4452191"/>
              <a:ext cx="1353928" cy="815806"/>
            </p14:xfrm>
          </p:contentPart>
        </mc:Choice>
        <mc:Fallback xmlns="">
          <p:sp>
            <p:nvSpPr>
              <p:cNvPr id="1050275" name=""/>
              <p:cNvSpPr/>
              <p:nvPr/>
            </p:nvSpPr>
            <p:spPr>
              <a:xfrm>
                <a:off x="6512312" y="4452191"/>
                <a:ext cx="1353928" cy="815806"/>
              </a:xfrm>
            </p:spPr>
          </p:sp>
        </mc:Fallback>
      </mc:AlternateContent>
      <mc:AlternateContent xmlns:mc="http://schemas.openxmlformats.org/markup-compatibility/2006" xmlns:p14="http://schemas.microsoft.com/office/powerpoint/2010/main">
        <mc:Choice Requires="p14">
          <p:contentPart p14:bwMode="auto" r:id="rId77">
            <p14:nvContentPartPr>
              <p14:cNvPr id="1050276" name="Encre 1050275"/>
              <p14:cNvContentPartPr/>
              <p14:nvPr/>
            </p14:nvContentPartPr>
            <p14:xfrm>
              <a:off x="7818619" y="4464584"/>
              <a:ext cx="128315" cy="841757"/>
            </p14:xfrm>
          </p:contentPart>
        </mc:Choice>
        <mc:Fallback xmlns="">
          <p:sp>
            <p:nvSpPr>
              <p:cNvPr id="1050276" name=""/>
              <p:cNvSpPr/>
              <p:nvPr/>
            </p:nvSpPr>
            <p:spPr>
              <a:xfrm>
                <a:off x="7818619" y="4464584"/>
                <a:ext cx="128315" cy="841757"/>
              </a:xfrm>
            </p:spPr>
          </p:sp>
        </mc:Fallback>
      </mc:AlternateContent>
      <mc:AlternateContent xmlns:mc="http://schemas.openxmlformats.org/markup-compatibility/2006" xmlns:p14="http://schemas.microsoft.com/office/powerpoint/2010/main">
        <mc:Choice Requires="p14">
          <p:contentPart p14:bwMode="auto" r:id="rId78">
            <p14:nvContentPartPr>
              <p14:cNvPr id="1050277" name="Encre 1050276"/>
              <p14:cNvContentPartPr/>
              <p14:nvPr/>
            </p14:nvContentPartPr>
            <p14:xfrm>
              <a:off x="9392480" y="5111393"/>
              <a:ext cx="108595" cy="126500"/>
            </p14:xfrm>
          </p:contentPart>
        </mc:Choice>
        <mc:Fallback xmlns="">
          <p:sp>
            <p:nvSpPr>
              <p:cNvPr id="1050277" name=""/>
              <p:cNvSpPr/>
              <p:nvPr/>
            </p:nvSpPr>
            <p:spPr>
              <a:xfrm>
                <a:off x="9392480" y="5111393"/>
                <a:ext cx="108595" cy="126500"/>
              </a:xfrm>
            </p:spPr>
          </p:sp>
        </mc:Fallback>
      </mc:AlternateContent>
      <mc:AlternateContent xmlns:mc="http://schemas.openxmlformats.org/markup-compatibility/2006" xmlns:p14="http://schemas.microsoft.com/office/powerpoint/2010/main">
        <mc:Choice Requires="p14">
          <p:contentPart p14:bwMode="auto" r:id="rId79">
            <p14:nvContentPartPr>
              <p14:cNvPr id="1050278" name="Encre 1050277"/>
              <p14:cNvContentPartPr/>
              <p14:nvPr/>
            </p14:nvContentPartPr>
            <p14:xfrm>
              <a:off x="9398119" y="5153099"/>
              <a:ext cx="82600" cy="100698"/>
            </p14:xfrm>
          </p:contentPart>
        </mc:Choice>
        <mc:Fallback xmlns="">
          <p:sp>
            <p:nvSpPr>
              <p:cNvPr id="1050278" name=""/>
              <p:cNvSpPr/>
              <p:nvPr/>
            </p:nvSpPr>
            <p:spPr>
              <a:xfrm>
                <a:off x="9398119" y="5153099"/>
                <a:ext cx="82600" cy="100698"/>
              </a:xfrm>
            </p:spPr>
          </p:sp>
        </mc:Fallback>
      </mc:AlternateContent>
      <mc:AlternateContent xmlns:mc="http://schemas.openxmlformats.org/markup-compatibility/2006" xmlns:p14="http://schemas.microsoft.com/office/powerpoint/2010/main">
        <mc:Choice Requires="p14">
          <p:contentPart p14:bwMode="auto" r:id="rId80">
            <p14:nvContentPartPr>
              <p14:cNvPr id="1050279" name="Encre 1050278"/>
              <p14:cNvContentPartPr/>
              <p14:nvPr/>
            </p14:nvContentPartPr>
            <p14:xfrm>
              <a:off x="4210912" y="953845"/>
              <a:ext cx="122893" cy="186130"/>
            </p14:xfrm>
          </p:contentPart>
        </mc:Choice>
        <mc:Fallback xmlns="">
          <p:sp>
            <p:nvSpPr>
              <p:cNvPr id="1050279" name=""/>
              <p:cNvSpPr/>
              <p:nvPr/>
            </p:nvSpPr>
            <p:spPr>
              <a:xfrm>
                <a:off x="4210912" y="953845"/>
                <a:ext cx="122893" cy="186130"/>
              </a:xfrm>
            </p:spPr>
          </p:sp>
        </mc:Fallback>
      </mc:AlternateContent>
      <mc:AlternateContent xmlns:mc="http://schemas.openxmlformats.org/markup-compatibility/2006" xmlns:p14="http://schemas.microsoft.com/office/powerpoint/2010/main">
        <mc:Choice Requires="p14">
          <p:contentPart p14:bwMode="auto" r:id="rId81">
            <p14:nvContentPartPr>
              <p14:cNvPr id="1050280" name="Encre 1050279"/>
              <p14:cNvContentPartPr/>
              <p14:nvPr/>
            </p14:nvContentPartPr>
            <p14:xfrm>
              <a:off x="4349971" y="858039"/>
              <a:ext cx="13492" cy="337558"/>
            </p14:xfrm>
          </p:contentPart>
        </mc:Choice>
        <mc:Fallback xmlns="">
          <p:sp>
            <p:nvSpPr>
              <p:cNvPr id="1050280" name=""/>
              <p:cNvSpPr/>
              <p:nvPr/>
            </p:nvSpPr>
            <p:spPr>
              <a:xfrm>
                <a:off x="4349971" y="858039"/>
                <a:ext cx="13492" cy="337558"/>
              </a:xfrm>
            </p:spPr>
          </p:sp>
        </mc:Fallback>
      </mc:AlternateContent>
      <mc:AlternateContent xmlns:mc="http://schemas.openxmlformats.org/markup-compatibility/2006" xmlns:p14="http://schemas.microsoft.com/office/powerpoint/2010/main">
        <mc:Choice Requires="p14">
          <p:contentPart p14:bwMode="auto" r:id="rId82">
            <p14:nvContentPartPr>
              <p14:cNvPr id="1050281" name="Encre 1050280"/>
              <p14:cNvContentPartPr/>
              <p14:nvPr/>
            </p14:nvContentPartPr>
            <p14:xfrm>
              <a:off x="4425055" y="887115"/>
              <a:ext cx="7873" cy="305297"/>
            </p14:xfrm>
          </p:contentPart>
        </mc:Choice>
        <mc:Fallback xmlns="">
          <p:sp>
            <p:nvSpPr>
              <p:cNvPr id="1050281" name=""/>
              <p:cNvSpPr/>
              <p:nvPr/>
            </p:nvSpPr>
            <p:spPr>
              <a:xfrm>
                <a:off x="4425055" y="887115"/>
                <a:ext cx="7873" cy="305297"/>
              </a:xfrm>
            </p:spPr>
          </p:sp>
        </mc:Fallback>
      </mc:AlternateContent>
      <mc:AlternateContent xmlns:mc="http://schemas.openxmlformats.org/markup-compatibility/2006" xmlns:p14="http://schemas.microsoft.com/office/powerpoint/2010/main">
        <mc:Choice Requires="p14">
          <p:contentPart p14:bwMode="auto" r:id="rId83">
            <p14:nvContentPartPr>
              <p14:cNvPr id="1050282" name="Encre 1050281"/>
              <p14:cNvContentPartPr/>
              <p14:nvPr/>
            </p14:nvContentPartPr>
            <p14:xfrm>
              <a:off x="4343973" y="1029606"/>
              <a:ext cx="237829" cy="127666"/>
            </p14:xfrm>
          </p:contentPart>
        </mc:Choice>
        <mc:Fallback xmlns="">
          <p:sp>
            <p:nvSpPr>
              <p:cNvPr id="1050282" name=""/>
              <p:cNvSpPr/>
              <p:nvPr/>
            </p:nvSpPr>
            <p:spPr>
              <a:xfrm>
                <a:off x="4343973" y="1029606"/>
                <a:ext cx="237829" cy="127666"/>
              </a:xfrm>
            </p:spPr>
          </p:sp>
        </mc:Fallback>
      </mc:AlternateContent>
      <mc:AlternateContent xmlns:mc="http://schemas.openxmlformats.org/markup-compatibility/2006" xmlns:p14="http://schemas.microsoft.com/office/powerpoint/2010/main">
        <mc:Choice Requires="p14">
          <p:contentPart p14:bwMode="auto" r:id="rId84">
            <p14:nvContentPartPr>
              <p14:cNvPr id="1050283" name="Encre 1050282"/>
              <p14:cNvContentPartPr/>
              <p14:nvPr/>
            </p14:nvContentPartPr>
            <p14:xfrm>
              <a:off x="4604973" y="1049174"/>
              <a:ext cx="219884" cy="154166"/>
            </p14:xfrm>
          </p:contentPart>
        </mc:Choice>
        <mc:Fallback xmlns="">
          <p:sp>
            <p:nvSpPr>
              <p:cNvPr id="1050283" name=""/>
              <p:cNvSpPr/>
              <p:nvPr/>
            </p:nvSpPr>
            <p:spPr>
              <a:xfrm>
                <a:off x="4604973" y="1049174"/>
                <a:ext cx="219884" cy="154166"/>
              </a:xfrm>
            </p:spPr>
          </p:sp>
        </mc:Fallback>
      </mc:AlternateContent>
      <mc:AlternateContent xmlns:mc="http://schemas.openxmlformats.org/markup-compatibility/2006" xmlns:p14="http://schemas.microsoft.com/office/powerpoint/2010/main">
        <mc:Choice Requires="p14">
          <p:contentPart p14:bwMode="auto" r:id="rId85">
            <p14:nvContentPartPr>
              <p14:cNvPr id="1050284" name="Encre 1050283"/>
              <p14:cNvContentPartPr/>
              <p14:nvPr/>
            </p14:nvContentPartPr>
            <p14:xfrm>
              <a:off x="4868645" y="969813"/>
              <a:ext cx="24848" cy="253575"/>
            </p14:xfrm>
          </p:contentPart>
        </mc:Choice>
        <mc:Fallback xmlns="">
          <p:sp>
            <p:nvSpPr>
              <p:cNvPr id="1050284" name=""/>
              <p:cNvSpPr/>
              <p:nvPr/>
            </p:nvSpPr>
            <p:spPr>
              <a:xfrm>
                <a:off x="4868645" y="969813"/>
                <a:ext cx="24848" cy="253575"/>
              </a:xfrm>
            </p:spPr>
          </p:sp>
        </mc:Fallback>
      </mc:AlternateContent>
      <mc:AlternateContent xmlns:mc="http://schemas.openxmlformats.org/markup-compatibility/2006" xmlns:p14="http://schemas.microsoft.com/office/powerpoint/2010/main">
        <mc:Choice Requires="p14">
          <p:contentPart p14:bwMode="auto" r:id="rId86">
            <p14:nvContentPartPr>
              <p14:cNvPr id="1050285" name="Encre 1050284"/>
              <p14:cNvContentPartPr/>
              <p14:nvPr/>
            </p14:nvContentPartPr>
            <p14:xfrm>
              <a:off x="4857480" y="1040280"/>
              <a:ext cx="121556" cy="134050"/>
            </p14:xfrm>
          </p:contentPart>
        </mc:Choice>
        <mc:Fallback xmlns="">
          <p:sp>
            <p:nvSpPr>
              <p:cNvPr id="1050285" name=""/>
              <p:cNvSpPr/>
              <p:nvPr/>
            </p:nvSpPr>
            <p:spPr>
              <a:xfrm>
                <a:off x="4857480" y="1040280"/>
                <a:ext cx="121556" cy="134050"/>
              </a:xfrm>
            </p:spPr>
          </p:sp>
        </mc:Fallback>
      </mc:AlternateContent>
      <mc:AlternateContent xmlns:mc="http://schemas.openxmlformats.org/markup-compatibility/2006" xmlns:p14="http://schemas.microsoft.com/office/powerpoint/2010/main">
        <mc:Choice Requires="p14">
          <p:contentPart p14:bwMode="auto" r:id="rId87">
            <p14:nvContentPartPr>
              <p14:cNvPr id="1050286" name="Encre 1050285"/>
              <p14:cNvContentPartPr/>
              <p14:nvPr/>
            </p14:nvContentPartPr>
            <p14:xfrm>
              <a:off x="4959990" y="965761"/>
              <a:ext cx="2141" cy="31324"/>
            </p14:xfrm>
          </p:contentPart>
        </mc:Choice>
        <mc:Fallback xmlns="">
          <p:sp>
            <p:nvSpPr>
              <p:cNvPr id="1050286" name=""/>
              <p:cNvSpPr/>
              <p:nvPr/>
            </p:nvSpPr>
            <p:spPr>
              <a:xfrm>
                <a:off x="4959990" y="965761"/>
                <a:ext cx="2141" cy="31324"/>
              </a:xfrm>
            </p:spPr>
          </p:sp>
        </mc:Fallback>
      </mc:AlternateContent>
      <mc:AlternateContent xmlns:mc="http://schemas.openxmlformats.org/markup-compatibility/2006" xmlns:p14="http://schemas.microsoft.com/office/powerpoint/2010/main">
        <mc:Choice Requires="p14">
          <p:contentPart p14:bwMode="auto" r:id="rId88">
            <p14:nvContentPartPr>
              <p14:cNvPr id="1050287" name="Encre 1050286"/>
              <p14:cNvContentPartPr/>
              <p14:nvPr/>
            </p14:nvContentPartPr>
            <p14:xfrm>
              <a:off x="5025683" y="1025104"/>
              <a:ext cx="226820" cy="202129"/>
            </p14:xfrm>
          </p:contentPart>
        </mc:Choice>
        <mc:Fallback xmlns="">
          <p:sp>
            <p:nvSpPr>
              <p:cNvPr id="1050287" name=""/>
              <p:cNvSpPr/>
              <p:nvPr/>
            </p:nvSpPr>
            <p:spPr>
              <a:xfrm>
                <a:off x="5025683" y="1025104"/>
                <a:ext cx="226820" cy="202129"/>
              </a:xfrm>
            </p:spPr>
          </p:sp>
        </mc:Fallback>
      </mc:AlternateContent>
      <mc:AlternateContent xmlns:mc="http://schemas.openxmlformats.org/markup-compatibility/2006" xmlns:p14="http://schemas.microsoft.com/office/powerpoint/2010/main">
        <mc:Choice Requires="p14">
          <p:contentPart p14:bwMode="auto" r:id="rId89">
            <p14:nvContentPartPr>
              <p14:cNvPr id="1050288" name="Encre 1050287"/>
              <p14:cNvContentPartPr/>
              <p14:nvPr/>
            </p14:nvContentPartPr>
            <p14:xfrm>
              <a:off x="4289318" y="1299652"/>
              <a:ext cx="803048" cy="101337"/>
            </p14:xfrm>
          </p:contentPart>
        </mc:Choice>
        <mc:Fallback xmlns="">
          <p:sp>
            <p:nvSpPr>
              <p:cNvPr id="1050288" name=""/>
              <p:cNvSpPr/>
              <p:nvPr/>
            </p:nvSpPr>
            <p:spPr>
              <a:xfrm>
                <a:off x="4289318" y="1299652"/>
                <a:ext cx="803048" cy="101337"/>
              </a:xfrm>
            </p:spPr>
          </p:sp>
        </mc:Fallback>
      </mc:AlternateContent>
      <mc:AlternateContent xmlns:mc="http://schemas.openxmlformats.org/markup-compatibility/2006" xmlns:p14="http://schemas.microsoft.com/office/powerpoint/2010/main">
        <mc:Choice Requires="p14">
          <p:contentPart p14:bwMode="auto" r:id="rId90">
            <p14:nvContentPartPr>
              <p14:cNvPr id="1050289" name="Encre 1050288"/>
              <p14:cNvContentPartPr/>
              <p14:nvPr/>
            </p14:nvContentPartPr>
            <p14:xfrm>
              <a:off x="5360395" y="1111615"/>
              <a:ext cx="0" cy="41944"/>
            </p14:xfrm>
          </p:contentPart>
        </mc:Choice>
        <mc:Fallback xmlns="">
          <p:sp>
            <p:nvSpPr>
              <p:cNvPr id="1050289" name=""/>
              <p:cNvSpPr/>
              <p:nvPr/>
            </p:nvSpPr>
            <p:spPr>
              <a:xfrm>
                <a:off x="5360395" y="1111615"/>
                <a:ext cx="0" cy="41944"/>
              </a:xfrm>
            </p:spPr>
          </p:sp>
        </mc:Fallback>
      </mc:AlternateContent>
      <mc:AlternateContent xmlns:mc="http://schemas.openxmlformats.org/markup-compatibility/2006" xmlns:p14="http://schemas.microsoft.com/office/powerpoint/2010/main">
        <mc:Choice Requires="p14">
          <p:contentPart p14:bwMode="auto" r:id="rId91">
            <p14:nvContentPartPr>
              <p14:cNvPr id="1050290" name="Encre 1050289"/>
              <p14:cNvContentPartPr/>
              <p14:nvPr/>
            </p14:nvContentPartPr>
            <p14:xfrm>
              <a:off x="5629992" y="85291"/>
              <a:ext cx="1090600" cy="582591"/>
            </p14:xfrm>
          </p:contentPart>
        </mc:Choice>
        <mc:Fallback xmlns="">
          <p:sp>
            <p:nvSpPr>
              <p:cNvPr id="1050290" name=""/>
              <p:cNvSpPr/>
              <p:nvPr/>
            </p:nvSpPr>
            <p:spPr>
              <a:xfrm>
                <a:off x="5629992" y="85291"/>
                <a:ext cx="1090600" cy="582591"/>
              </a:xfrm>
            </p:spPr>
          </p:sp>
        </mc:Fallback>
      </mc:AlternateContent>
      <mc:AlternateContent xmlns:mc="http://schemas.openxmlformats.org/markup-compatibility/2006" xmlns:p14="http://schemas.microsoft.com/office/powerpoint/2010/main">
        <mc:Choice Requires="p14">
          <p:contentPart p14:bwMode="auto" r:id="rId92">
            <p14:nvContentPartPr>
              <p14:cNvPr id="1050291" name="Encre 1050290"/>
              <p14:cNvContentPartPr/>
              <p14:nvPr/>
            </p14:nvContentPartPr>
            <p14:xfrm>
              <a:off x="11994642" y="2293573"/>
              <a:ext cx="41120" cy="10248"/>
            </p14:xfrm>
          </p:contentPart>
        </mc:Choice>
        <mc:Fallback xmlns="">
          <p:sp>
            <p:nvSpPr>
              <p:cNvPr id="1050291" name=""/>
              <p:cNvSpPr/>
              <p:nvPr/>
            </p:nvSpPr>
            <p:spPr>
              <a:xfrm>
                <a:off x="11994642" y="2293573"/>
                <a:ext cx="41120" cy="10248"/>
              </a:xfrm>
            </p:spPr>
          </p:sp>
        </mc:Fallback>
      </mc:AlternateContent>
      <mc:AlternateContent xmlns:mc="http://schemas.openxmlformats.org/markup-compatibility/2006" xmlns:p14="http://schemas.microsoft.com/office/powerpoint/2010/main">
        <mc:Choice Requires="p14">
          <p:contentPart p14:bwMode="auto" r:id="rId93">
            <p14:nvContentPartPr>
              <p14:cNvPr id="1050292" name="Encre 1050291"/>
              <p14:cNvContentPartPr/>
              <p14:nvPr/>
            </p14:nvContentPartPr>
            <p14:xfrm>
              <a:off x="11906114" y="5468753"/>
              <a:ext cx="94298" cy="57742"/>
            </p14:xfrm>
          </p:contentPart>
        </mc:Choice>
        <mc:Fallback xmlns="">
          <p:sp>
            <p:nvSpPr>
              <p:cNvPr id="1050292" name=""/>
              <p:cNvSpPr/>
              <p:nvPr/>
            </p:nvSpPr>
            <p:spPr>
              <a:xfrm>
                <a:off x="11906114" y="5468753"/>
                <a:ext cx="94298" cy="57742"/>
              </a:xfrm>
            </p:spPr>
          </p:sp>
        </mc:Fallback>
      </mc:AlternateContent>
      <mc:AlternateContent xmlns:mc="http://schemas.openxmlformats.org/markup-compatibility/2006" xmlns:p14="http://schemas.microsoft.com/office/powerpoint/2010/main">
        <mc:Choice Requires="p14">
          <p:contentPart p14:bwMode="auto" r:id="rId94">
            <p14:nvContentPartPr>
              <p14:cNvPr id="1050293" name="Encre 1050292"/>
              <p14:cNvContentPartPr/>
              <p14:nvPr/>
            </p14:nvContentPartPr>
            <p14:xfrm>
              <a:off x="5822459" y="1253769"/>
              <a:ext cx="6308" cy="93346"/>
            </p14:xfrm>
          </p:contentPart>
        </mc:Choice>
        <mc:Fallback xmlns="">
          <p:sp>
            <p:nvSpPr>
              <p:cNvPr id="1050293" name=""/>
              <p:cNvSpPr/>
              <p:nvPr/>
            </p:nvSpPr>
            <p:spPr>
              <a:xfrm>
                <a:off x="5822459" y="1253769"/>
                <a:ext cx="6308" cy="93346"/>
              </a:xfrm>
            </p:spPr>
          </p:sp>
        </mc:Fallback>
      </mc:AlternateContent>
      <mc:AlternateContent xmlns:mc="http://schemas.openxmlformats.org/markup-compatibility/2006" xmlns:p14="http://schemas.microsoft.com/office/powerpoint/2010/main">
        <mc:Choice Requires="p14">
          <p:contentPart p14:bwMode="auto" r:id="rId95">
            <p14:nvContentPartPr>
              <p14:cNvPr id="1050294" name="Encre 1050293"/>
              <p14:cNvContentPartPr/>
              <p14:nvPr/>
            </p14:nvContentPartPr>
            <p14:xfrm>
              <a:off x="5842325" y="1413684"/>
              <a:ext cx="16536" cy="65553"/>
            </p14:xfrm>
          </p:contentPart>
        </mc:Choice>
        <mc:Fallback xmlns="">
          <p:sp>
            <p:nvSpPr>
              <p:cNvPr id="1050294" name=""/>
              <p:cNvSpPr/>
              <p:nvPr/>
            </p:nvSpPr>
            <p:spPr>
              <a:xfrm>
                <a:off x="5842325" y="1413684"/>
                <a:ext cx="16536" cy="65553"/>
              </a:xfrm>
            </p:spPr>
          </p:sp>
        </mc:Fallback>
      </mc:AlternateContent>
      <mc:AlternateContent xmlns:mc="http://schemas.openxmlformats.org/markup-compatibility/2006" xmlns:p14="http://schemas.microsoft.com/office/powerpoint/2010/main">
        <mc:Choice Requires="p14">
          <p:contentPart p14:bwMode="auto" r:id="rId96">
            <p14:nvContentPartPr>
              <p14:cNvPr id="1050295" name="Encre 1050294"/>
              <p14:cNvContentPartPr/>
              <p14:nvPr/>
            </p14:nvContentPartPr>
            <p14:xfrm>
              <a:off x="5834185" y="1670835"/>
              <a:ext cx="1361" cy="72926"/>
            </p14:xfrm>
          </p:contentPart>
        </mc:Choice>
        <mc:Fallback xmlns="">
          <p:sp>
            <p:nvSpPr>
              <p:cNvPr id="1050295" name=""/>
              <p:cNvSpPr/>
              <p:nvPr/>
            </p:nvSpPr>
            <p:spPr>
              <a:xfrm>
                <a:off x="5834185" y="1670835"/>
                <a:ext cx="1361" cy="72926"/>
              </a:xfrm>
            </p:spPr>
          </p:sp>
        </mc:Fallback>
      </mc:AlternateContent>
      <mc:AlternateContent xmlns:mc="http://schemas.openxmlformats.org/markup-compatibility/2006" xmlns:p14="http://schemas.microsoft.com/office/powerpoint/2010/main">
        <mc:Choice Requires="p14">
          <p:contentPart p14:bwMode="auto" r:id="rId97">
            <p14:nvContentPartPr>
              <p14:cNvPr id="1050296" name="Encre 1050295"/>
              <p14:cNvContentPartPr/>
              <p14:nvPr/>
            </p14:nvContentPartPr>
            <p14:xfrm>
              <a:off x="5828767" y="1949196"/>
              <a:ext cx="6661" cy="111691"/>
            </p14:xfrm>
          </p:contentPart>
        </mc:Choice>
        <mc:Fallback xmlns="">
          <p:sp>
            <p:nvSpPr>
              <p:cNvPr id="1050296" name=""/>
              <p:cNvSpPr/>
              <p:nvPr/>
            </p:nvSpPr>
            <p:spPr>
              <a:xfrm>
                <a:off x="5828767" y="1949196"/>
                <a:ext cx="6661" cy="111691"/>
              </a:xfrm>
            </p:spPr>
          </p:sp>
        </mc:Fallback>
      </mc:AlternateContent>
      <mc:AlternateContent xmlns:mc="http://schemas.openxmlformats.org/markup-compatibility/2006" xmlns:p14="http://schemas.microsoft.com/office/powerpoint/2010/main">
        <mc:Choice Requires="p14">
          <p:contentPart p14:bwMode="auto" r:id="rId98">
            <p14:nvContentPartPr>
              <p14:cNvPr id="1050297" name="Encre 1050296"/>
              <p14:cNvContentPartPr/>
              <p14:nvPr/>
            </p14:nvContentPartPr>
            <p14:xfrm>
              <a:off x="5814829" y="2157968"/>
              <a:ext cx="1337" cy="117052"/>
            </p14:xfrm>
          </p:contentPart>
        </mc:Choice>
        <mc:Fallback xmlns="">
          <p:sp>
            <p:nvSpPr>
              <p:cNvPr id="1050297" name=""/>
              <p:cNvSpPr/>
              <p:nvPr/>
            </p:nvSpPr>
            <p:spPr>
              <a:xfrm>
                <a:off x="5814829" y="2157968"/>
                <a:ext cx="1337" cy="117052"/>
              </a:xfrm>
            </p:spPr>
          </p:sp>
        </mc:Fallback>
      </mc:AlternateContent>
      <mc:AlternateContent xmlns:mc="http://schemas.openxmlformats.org/markup-compatibility/2006" xmlns:p14="http://schemas.microsoft.com/office/powerpoint/2010/main">
        <mc:Choice Requires="p14">
          <p:contentPart p14:bwMode="auto" r:id="rId99">
            <p14:nvContentPartPr>
              <p14:cNvPr id="1050298" name="Encre 1050297"/>
              <p14:cNvContentPartPr/>
              <p14:nvPr/>
            </p14:nvContentPartPr>
            <p14:xfrm>
              <a:off x="5743160" y="2383326"/>
              <a:ext cx="98874" cy="223336"/>
            </p14:xfrm>
          </p:contentPart>
        </mc:Choice>
        <mc:Fallback xmlns="">
          <p:sp>
            <p:nvSpPr>
              <p:cNvPr id="1050298" name=""/>
              <p:cNvSpPr/>
              <p:nvPr/>
            </p:nvSpPr>
            <p:spPr>
              <a:xfrm>
                <a:off x="5743160" y="2383326"/>
                <a:ext cx="98874" cy="223336"/>
              </a:xfrm>
            </p:spPr>
          </p:sp>
        </mc:Fallback>
      </mc:AlternateContent>
      <mc:AlternateContent xmlns:mc="http://schemas.openxmlformats.org/markup-compatibility/2006" xmlns:p14="http://schemas.microsoft.com/office/powerpoint/2010/main">
        <mc:Choice Requires="p14">
          <p:contentPart p14:bwMode="auto" r:id="rId100">
            <p14:nvContentPartPr>
              <p14:cNvPr id="1050299" name="Encre 1050298"/>
              <p14:cNvContentPartPr/>
              <p14:nvPr/>
            </p14:nvContentPartPr>
            <p14:xfrm>
              <a:off x="5812176" y="2575033"/>
              <a:ext cx="182833" cy="199233"/>
            </p14:xfrm>
          </p:contentPart>
        </mc:Choice>
        <mc:Fallback xmlns="">
          <p:sp>
            <p:nvSpPr>
              <p:cNvPr id="1050299" name=""/>
              <p:cNvSpPr/>
              <p:nvPr/>
            </p:nvSpPr>
            <p:spPr>
              <a:xfrm>
                <a:off x="5812176" y="2575033"/>
                <a:ext cx="182833" cy="199233"/>
              </a:xfrm>
            </p:spPr>
          </p:sp>
        </mc:Fallback>
      </mc:AlternateContent>
      <mc:AlternateContent xmlns:mc="http://schemas.openxmlformats.org/markup-compatibility/2006" xmlns:p14="http://schemas.microsoft.com/office/powerpoint/2010/main">
        <mc:Choice Requires="p14">
          <p:contentPart p14:bwMode="auto" r:id="rId101">
            <p14:nvContentPartPr>
              <p14:cNvPr id="1050300" name="Encre 1050299"/>
              <p14:cNvContentPartPr/>
              <p14:nvPr/>
            </p14:nvContentPartPr>
            <p14:xfrm>
              <a:off x="5649863" y="2333135"/>
              <a:ext cx="435053" cy="528729"/>
            </p14:xfrm>
          </p:contentPart>
        </mc:Choice>
        <mc:Fallback xmlns="">
          <p:sp>
            <p:nvSpPr>
              <p:cNvPr id="1050300" name=""/>
              <p:cNvSpPr/>
              <p:nvPr/>
            </p:nvSpPr>
            <p:spPr>
              <a:xfrm>
                <a:off x="5649863" y="2333135"/>
                <a:ext cx="435053" cy="528729"/>
              </a:xfrm>
            </p:spPr>
          </p:sp>
        </mc:Fallback>
      </mc:AlternateContent>
      <mc:AlternateContent xmlns:mc="http://schemas.openxmlformats.org/markup-compatibility/2006" xmlns:p14="http://schemas.microsoft.com/office/powerpoint/2010/main">
        <mc:Choice Requires="p14">
          <p:contentPart p14:bwMode="auto" r:id="rId102">
            <p14:nvContentPartPr>
              <p14:cNvPr id="1050301" name="Encre 1050300"/>
              <p14:cNvContentPartPr/>
              <p14:nvPr/>
            </p14:nvContentPartPr>
            <p14:xfrm>
              <a:off x="2350035" y="2207814"/>
              <a:ext cx="3348236" cy="1250107"/>
            </p14:xfrm>
          </p:contentPart>
        </mc:Choice>
        <mc:Fallback xmlns="">
          <p:sp>
            <p:nvSpPr>
              <p:cNvPr id="1050301" name=""/>
              <p:cNvSpPr/>
              <p:nvPr/>
            </p:nvSpPr>
            <p:spPr>
              <a:xfrm>
                <a:off x="2350035" y="2207814"/>
                <a:ext cx="3348236" cy="1250107"/>
              </a:xfrm>
            </p:spPr>
          </p:sp>
        </mc:Fallback>
      </mc:AlternateContent>
      <mc:AlternateContent xmlns:mc="http://schemas.openxmlformats.org/markup-compatibility/2006" xmlns:p14="http://schemas.microsoft.com/office/powerpoint/2010/main">
        <mc:Choice Requires="p14">
          <p:contentPart p14:bwMode="auto" r:id="rId103">
            <p14:nvContentPartPr>
              <p14:cNvPr id="1050302" name="Encre 1050301"/>
              <p14:cNvContentPartPr/>
              <p14:nvPr/>
            </p14:nvContentPartPr>
            <p14:xfrm>
              <a:off x="2355033" y="3402730"/>
              <a:ext cx="82815" cy="130669"/>
            </p14:xfrm>
          </p:contentPart>
        </mc:Choice>
        <mc:Fallback xmlns="">
          <p:sp>
            <p:nvSpPr>
              <p:cNvPr id="1050302" name=""/>
              <p:cNvSpPr/>
              <p:nvPr/>
            </p:nvSpPr>
            <p:spPr>
              <a:xfrm>
                <a:off x="2355033" y="3402730"/>
                <a:ext cx="82815" cy="130669"/>
              </a:xfrm>
            </p:spPr>
          </p:sp>
        </mc:Fallback>
      </mc:AlternateContent>
      <mc:AlternateContent xmlns:mc="http://schemas.openxmlformats.org/markup-compatibility/2006" xmlns:p14="http://schemas.microsoft.com/office/powerpoint/2010/main">
        <mc:Choice Requires="p14">
          <p:contentPart p14:bwMode="auto" r:id="rId104">
            <p14:nvContentPartPr>
              <p14:cNvPr id="1050303" name="Encre 1050302"/>
              <p14:cNvContentPartPr/>
              <p14:nvPr/>
            </p14:nvContentPartPr>
            <p14:xfrm>
              <a:off x="2608971" y="3521828"/>
              <a:ext cx="75695" cy="120879"/>
            </p14:xfrm>
          </p:contentPart>
        </mc:Choice>
        <mc:Fallback xmlns="">
          <p:sp>
            <p:nvSpPr>
              <p:cNvPr id="1050303" name=""/>
              <p:cNvSpPr/>
              <p:nvPr/>
            </p:nvSpPr>
            <p:spPr>
              <a:xfrm>
                <a:off x="2608971" y="3521828"/>
                <a:ext cx="75695" cy="120879"/>
              </a:xfrm>
            </p:spPr>
          </p:sp>
        </mc:Fallback>
      </mc:AlternateContent>
      <mc:AlternateContent xmlns:mc="http://schemas.openxmlformats.org/markup-compatibility/2006" xmlns:p14="http://schemas.microsoft.com/office/powerpoint/2010/main">
        <mc:Choice Requires="p14">
          <p:contentPart p14:bwMode="auto" r:id="rId105">
            <p14:nvContentPartPr>
              <p14:cNvPr id="1050304" name="Encre 1050303"/>
              <p14:cNvContentPartPr/>
              <p14:nvPr/>
            </p14:nvContentPartPr>
            <p14:xfrm>
              <a:off x="2669767" y="3630546"/>
              <a:ext cx="140323" cy="77146"/>
            </p14:xfrm>
          </p:contentPart>
        </mc:Choice>
        <mc:Fallback xmlns="">
          <p:sp>
            <p:nvSpPr>
              <p:cNvPr id="1050304" name=""/>
              <p:cNvSpPr/>
              <p:nvPr/>
            </p:nvSpPr>
            <p:spPr>
              <a:xfrm>
                <a:off x="2669767" y="3630546"/>
                <a:ext cx="140323" cy="77146"/>
              </a:xfrm>
            </p:spPr>
          </p:sp>
        </mc:Fallback>
      </mc:AlternateContent>
      <mc:AlternateContent xmlns:mc="http://schemas.openxmlformats.org/markup-compatibility/2006" xmlns:p14="http://schemas.microsoft.com/office/powerpoint/2010/main">
        <mc:Choice Requires="p14">
          <p:contentPart p14:bwMode="auto" r:id="rId106">
            <p14:nvContentPartPr>
              <p14:cNvPr id="1050305" name="Encre 1050304"/>
              <p14:cNvContentPartPr/>
              <p14:nvPr/>
            </p14:nvContentPartPr>
            <p14:xfrm>
              <a:off x="4100130" y="3625993"/>
              <a:ext cx="221293" cy="80539"/>
            </p14:xfrm>
          </p:contentPart>
        </mc:Choice>
        <mc:Fallback xmlns="">
          <p:sp>
            <p:nvSpPr>
              <p:cNvPr id="1050305" name=""/>
              <p:cNvSpPr/>
              <p:nvPr/>
            </p:nvSpPr>
            <p:spPr>
              <a:xfrm>
                <a:off x="4100130" y="3625993"/>
                <a:ext cx="221293" cy="80539"/>
              </a:xfrm>
            </p:spPr>
          </p:sp>
        </mc:Fallback>
      </mc:AlternateContent>
      <mc:AlternateContent xmlns:mc="http://schemas.openxmlformats.org/markup-compatibility/2006" xmlns:p14="http://schemas.microsoft.com/office/powerpoint/2010/main">
        <mc:Choice Requires="p14">
          <p:contentPart p14:bwMode="auto" r:id="rId107">
            <p14:nvContentPartPr>
              <p14:cNvPr id="1050306" name="Encre 1050305"/>
              <p14:cNvContentPartPr/>
              <p14:nvPr/>
            </p14:nvContentPartPr>
            <p14:xfrm>
              <a:off x="3981498" y="3828702"/>
              <a:ext cx="373742" cy="39948"/>
            </p14:xfrm>
          </p:contentPart>
        </mc:Choice>
        <mc:Fallback xmlns="">
          <p:sp>
            <p:nvSpPr>
              <p:cNvPr id="1050306" name=""/>
              <p:cNvSpPr/>
              <p:nvPr/>
            </p:nvSpPr>
            <p:spPr>
              <a:xfrm>
                <a:off x="3981498" y="3828702"/>
                <a:ext cx="373742" cy="39948"/>
              </a:xfrm>
            </p:spPr>
          </p:sp>
        </mc:Fallback>
      </mc:AlternateContent>
      <mc:AlternateContent xmlns:mc="http://schemas.openxmlformats.org/markup-compatibility/2006" xmlns:p14="http://schemas.microsoft.com/office/powerpoint/2010/main">
        <mc:Choice Requires="p14">
          <p:contentPart p14:bwMode="auto" r:id="rId108">
            <p14:nvContentPartPr>
              <p14:cNvPr id="1050307" name="Encre 1050306"/>
              <p14:cNvContentPartPr/>
              <p14:nvPr/>
            </p14:nvContentPartPr>
            <p14:xfrm>
              <a:off x="4311125" y="3792388"/>
              <a:ext cx="75203" cy="145853"/>
            </p14:xfrm>
          </p:contentPart>
        </mc:Choice>
        <mc:Fallback xmlns="">
          <p:sp>
            <p:nvSpPr>
              <p:cNvPr id="1050307" name=""/>
              <p:cNvSpPr/>
              <p:nvPr/>
            </p:nvSpPr>
            <p:spPr>
              <a:xfrm>
                <a:off x="4311125" y="3792388"/>
                <a:ext cx="75203" cy="145853"/>
              </a:xfrm>
            </p:spPr>
          </p:sp>
        </mc:Fallback>
      </mc:AlternateContent>
      <mc:AlternateContent xmlns:mc="http://schemas.openxmlformats.org/markup-compatibility/2006" xmlns:p14="http://schemas.microsoft.com/office/powerpoint/2010/main">
        <mc:Choice Requires="p14">
          <p:contentPart p14:bwMode="auto" r:id="rId109">
            <p14:nvContentPartPr>
              <p14:cNvPr id="1050308" name="Encre 1050307"/>
              <p14:cNvContentPartPr/>
              <p14:nvPr/>
            </p14:nvContentPartPr>
            <p14:xfrm>
              <a:off x="3224472" y="2512354"/>
              <a:ext cx="112485" cy="202486"/>
            </p14:xfrm>
          </p:contentPart>
        </mc:Choice>
        <mc:Fallback xmlns="">
          <p:sp>
            <p:nvSpPr>
              <p:cNvPr id="1050308" name=""/>
              <p:cNvSpPr/>
              <p:nvPr/>
            </p:nvSpPr>
            <p:spPr>
              <a:xfrm>
                <a:off x="3224472" y="2512354"/>
                <a:ext cx="112485" cy="202486"/>
              </a:xfrm>
            </p:spPr>
          </p:sp>
        </mc:Fallback>
      </mc:AlternateContent>
      <mc:AlternateContent xmlns:mc="http://schemas.openxmlformats.org/markup-compatibility/2006" xmlns:p14="http://schemas.microsoft.com/office/powerpoint/2010/main">
        <mc:Choice Requires="p14">
          <p:contentPart p14:bwMode="auto" r:id="rId110">
            <p14:nvContentPartPr>
              <p14:cNvPr id="1050309" name="Encre 1050308"/>
              <p14:cNvContentPartPr/>
              <p14:nvPr/>
            </p14:nvContentPartPr>
            <p14:xfrm>
              <a:off x="3223758" y="4188957"/>
              <a:ext cx="114344" cy="192625"/>
            </p14:xfrm>
          </p:contentPart>
        </mc:Choice>
        <mc:Fallback xmlns="">
          <p:sp>
            <p:nvSpPr>
              <p:cNvPr id="1050309" name=""/>
              <p:cNvSpPr/>
              <p:nvPr/>
            </p:nvSpPr>
            <p:spPr>
              <a:xfrm>
                <a:off x="3223758" y="4188957"/>
                <a:ext cx="114344" cy="192625"/>
              </a:xfrm>
            </p:spPr>
          </p:sp>
        </mc:Fallback>
      </mc:AlternateContent>
      <mc:AlternateContent xmlns:mc="http://schemas.openxmlformats.org/markup-compatibility/2006" xmlns:p14="http://schemas.microsoft.com/office/powerpoint/2010/main">
        <mc:Choice Requires="p14">
          <p:contentPart p14:bwMode="auto" r:id="rId111">
            <p14:nvContentPartPr>
              <p14:cNvPr id="1050310" name="Encre 1050309"/>
              <p14:cNvContentPartPr/>
              <p14:nvPr/>
            </p14:nvContentPartPr>
            <p14:xfrm>
              <a:off x="4139533" y="6282388"/>
              <a:ext cx="227630" cy="176116"/>
            </p14:xfrm>
          </p:contentPart>
        </mc:Choice>
        <mc:Fallback xmlns="">
          <p:sp>
            <p:nvSpPr>
              <p:cNvPr id="1050310" name=""/>
              <p:cNvSpPr/>
              <p:nvPr/>
            </p:nvSpPr>
            <p:spPr>
              <a:xfrm>
                <a:off x="4139533" y="6282388"/>
                <a:ext cx="227630" cy="176116"/>
              </a:xfrm>
            </p:spPr>
          </p:sp>
        </mc:Fallback>
      </mc:AlternateContent>
      <mc:AlternateContent xmlns:mc="http://schemas.openxmlformats.org/markup-compatibility/2006" xmlns:p14="http://schemas.microsoft.com/office/powerpoint/2010/main">
        <mc:Choice Requires="p14">
          <p:contentPart p14:bwMode="auto" r:id="rId112">
            <p14:nvContentPartPr>
              <p14:cNvPr id="1050311" name="Encre 1050310"/>
              <p14:cNvContentPartPr/>
              <p14:nvPr/>
            </p14:nvContentPartPr>
            <p14:xfrm>
              <a:off x="3048628" y="4654641"/>
              <a:ext cx="67704" cy="113763"/>
            </p14:xfrm>
          </p:contentPart>
        </mc:Choice>
        <mc:Fallback xmlns="">
          <p:sp>
            <p:nvSpPr>
              <p:cNvPr id="1050311" name=""/>
              <p:cNvSpPr/>
              <p:nvPr/>
            </p:nvSpPr>
            <p:spPr>
              <a:xfrm>
                <a:off x="3048628" y="4654641"/>
                <a:ext cx="67704" cy="113763"/>
              </a:xfrm>
            </p:spPr>
          </p:sp>
        </mc:Fallback>
      </mc:AlternateContent>
      <mc:AlternateContent xmlns:mc="http://schemas.openxmlformats.org/markup-compatibility/2006" xmlns:p14="http://schemas.microsoft.com/office/powerpoint/2010/main">
        <mc:Choice Requires="p14">
          <p:contentPart p14:bwMode="auto" r:id="rId113">
            <p14:nvContentPartPr>
              <p14:cNvPr id="1050312" name="Encre 1050311"/>
              <p14:cNvContentPartPr/>
              <p14:nvPr/>
            </p14:nvContentPartPr>
            <p14:xfrm>
              <a:off x="2772006" y="4647968"/>
              <a:ext cx="72099" cy="347563"/>
            </p14:xfrm>
          </p:contentPart>
        </mc:Choice>
        <mc:Fallback xmlns="">
          <p:sp>
            <p:nvSpPr>
              <p:cNvPr id="1050312" name=""/>
              <p:cNvSpPr/>
              <p:nvPr/>
            </p:nvSpPr>
            <p:spPr>
              <a:xfrm>
                <a:off x="2772006" y="4647968"/>
                <a:ext cx="72099" cy="347563"/>
              </a:xfrm>
            </p:spPr>
          </p:sp>
        </mc:Fallback>
      </mc:AlternateContent>
      <mc:AlternateContent xmlns:mc="http://schemas.openxmlformats.org/markup-compatibility/2006" xmlns:p14="http://schemas.microsoft.com/office/powerpoint/2010/main">
        <mc:Choice Requires="p14">
          <p:contentPart p14:bwMode="auto" r:id="rId114">
            <p14:nvContentPartPr>
              <p14:cNvPr id="1050313" name="Encre 1050312"/>
              <p14:cNvContentPartPr/>
              <p14:nvPr/>
            </p14:nvContentPartPr>
            <p14:xfrm>
              <a:off x="2861992" y="4835528"/>
              <a:ext cx="70966" cy="166169"/>
            </p14:xfrm>
          </p:contentPart>
        </mc:Choice>
        <mc:Fallback xmlns="">
          <p:sp>
            <p:nvSpPr>
              <p:cNvPr id="1050313" name=""/>
              <p:cNvSpPr/>
              <p:nvPr/>
            </p:nvSpPr>
            <p:spPr>
              <a:xfrm>
                <a:off x="2861992" y="4835528"/>
                <a:ext cx="70966" cy="166169"/>
              </a:xfrm>
            </p:spPr>
          </p:sp>
        </mc:Fallback>
      </mc:AlternateContent>
      <mc:AlternateContent xmlns:mc="http://schemas.openxmlformats.org/markup-compatibility/2006" xmlns:p14="http://schemas.microsoft.com/office/powerpoint/2010/main">
        <mc:Choice Requires="p14">
          <p:contentPart p14:bwMode="auto" r:id="rId115">
            <p14:nvContentPartPr>
              <p14:cNvPr id="1050314" name="Encre 1050313"/>
              <p14:cNvContentPartPr/>
              <p14:nvPr/>
            </p14:nvContentPartPr>
            <p14:xfrm>
              <a:off x="2994855" y="4977342"/>
              <a:ext cx="93798" cy="82642"/>
            </p14:xfrm>
          </p:contentPart>
        </mc:Choice>
        <mc:Fallback xmlns="">
          <p:sp>
            <p:nvSpPr>
              <p:cNvPr id="1050314" name=""/>
              <p:cNvSpPr/>
              <p:nvPr/>
            </p:nvSpPr>
            <p:spPr>
              <a:xfrm>
                <a:off x="2994855" y="4977342"/>
                <a:ext cx="93798" cy="82642"/>
              </a:xfrm>
            </p:spPr>
          </p:sp>
        </mc:Fallback>
      </mc:AlternateContent>
      <mc:AlternateContent xmlns:mc="http://schemas.openxmlformats.org/markup-compatibility/2006" xmlns:p14="http://schemas.microsoft.com/office/powerpoint/2010/main">
        <mc:Choice Requires="p14">
          <p:contentPart p14:bwMode="auto" r:id="rId116">
            <p14:nvContentPartPr>
              <p14:cNvPr id="1050315" name="Encre 1050314"/>
              <p14:cNvContentPartPr/>
              <p14:nvPr/>
            </p14:nvContentPartPr>
            <p14:xfrm>
              <a:off x="4077674" y="5524520"/>
              <a:ext cx="102955" cy="66254"/>
            </p14:xfrm>
          </p:contentPart>
        </mc:Choice>
        <mc:Fallback xmlns="">
          <p:sp>
            <p:nvSpPr>
              <p:cNvPr id="1050315" name=""/>
              <p:cNvSpPr/>
              <p:nvPr/>
            </p:nvSpPr>
            <p:spPr>
              <a:xfrm>
                <a:off x="4077674" y="5524520"/>
                <a:ext cx="102955" cy="66254"/>
              </a:xfrm>
            </p:spPr>
          </p:sp>
        </mc:Fallback>
      </mc:AlternateContent>
      <mc:AlternateContent xmlns:mc="http://schemas.openxmlformats.org/markup-compatibility/2006" xmlns:p14="http://schemas.microsoft.com/office/powerpoint/2010/main">
        <mc:Choice Requires="p14">
          <p:contentPart p14:bwMode="auto" r:id="rId117">
            <p14:nvContentPartPr>
              <p14:cNvPr id="1050316" name="Encre 1050315"/>
              <p14:cNvContentPartPr/>
              <p14:nvPr/>
            </p14:nvContentPartPr>
            <p14:xfrm>
              <a:off x="4077674" y="5503548"/>
              <a:ext cx="82290" cy="175367"/>
            </p14:xfrm>
          </p:contentPart>
        </mc:Choice>
        <mc:Fallback xmlns="">
          <p:sp>
            <p:nvSpPr>
              <p:cNvPr id="1050316" name=""/>
              <p:cNvSpPr/>
              <p:nvPr/>
            </p:nvSpPr>
            <p:spPr>
              <a:xfrm>
                <a:off x="4077674" y="5503548"/>
                <a:ext cx="82290" cy="175367"/>
              </a:xfrm>
            </p:spPr>
          </p:sp>
        </mc:Fallback>
      </mc:AlternateContent>
      <mc:AlternateContent xmlns:mc="http://schemas.openxmlformats.org/markup-compatibility/2006" xmlns:p14="http://schemas.microsoft.com/office/powerpoint/2010/main">
        <mc:Choice Requires="p14">
          <p:contentPart p14:bwMode="auto" r:id="rId118">
            <p14:nvContentPartPr>
              <p14:cNvPr id="1050317" name="Encre 1050316"/>
              <p14:cNvContentPartPr/>
              <p14:nvPr/>
            </p14:nvContentPartPr>
            <p14:xfrm>
              <a:off x="4294347" y="5210893"/>
              <a:ext cx="140541" cy="280014"/>
            </p14:xfrm>
          </p:contentPart>
        </mc:Choice>
        <mc:Fallback xmlns="">
          <p:sp>
            <p:nvSpPr>
              <p:cNvPr id="1050317" name=""/>
              <p:cNvSpPr/>
              <p:nvPr/>
            </p:nvSpPr>
            <p:spPr>
              <a:xfrm>
                <a:off x="4294347" y="5210893"/>
                <a:ext cx="140541" cy="280014"/>
              </a:xfrm>
            </p:spPr>
          </p:sp>
        </mc:Fallback>
      </mc:AlternateContent>
      <mc:AlternateContent xmlns:mc="http://schemas.openxmlformats.org/markup-compatibility/2006" xmlns:p14="http://schemas.microsoft.com/office/powerpoint/2010/main">
        <mc:Choice Requires="p14">
          <p:contentPart p14:bwMode="auto" r:id="rId119">
            <p14:nvContentPartPr>
              <p14:cNvPr id="1050318" name="Encre 1050317"/>
              <p14:cNvContentPartPr/>
              <p14:nvPr/>
            </p14:nvContentPartPr>
            <p14:xfrm>
              <a:off x="4469160" y="5245921"/>
              <a:ext cx="98728" cy="248901"/>
            </p14:xfrm>
          </p:contentPart>
        </mc:Choice>
        <mc:Fallback xmlns="">
          <p:sp>
            <p:nvSpPr>
              <p:cNvPr id="1050318" name=""/>
              <p:cNvSpPr/>
              <p:nvPr/>
            </p:nvSpPr>
            <p:spPr>
              <a:xfrm>
                <a:off x="4469160" y="5245921"/>
                <a:ext cx="98728" cy="248901"/>
              </a:xfrm>
            </p:spPr>
          </p:sp>
        </mc:Fallback>
      </mc:AlternateContent>
      <mc:AlternateContent xmlns:mc="http://schemas.openxmlformats.org/markup-compatibility/2006" xmlns:p14="http://schemas.microsoft.com/office/powerpoint/2010/main">
        <mc:Choice Requires="p14">
          <p:contentPart p14:bwMode="auto" r:id="rId120">
            <p14:nvContentPartPr>
              <p14:cNvPr id="1050319" name="Encre 1050318"/>
              <p14:cNvContentPartPr/>
              <p14:nvPr/>
            </p14:nvContentPartPr>
            <p14:xfrm>
              <a:off x="4645578" y="5313790"/>
              <a:ext cx="81024" cy="113023"/>
            </p14:xfrm>
          </p:contentPart>
        </mc:Choice>
        <mc:Fallback xmlns="">
          <p:sp>
            <p:nvSpPr>
              <p:cNvPr id="1050319" name=""/>
              <p:cNvSpPr/>
              <p:nvPr/>
            </p:nvSpPr>
            <p:spPr>
              <a:xfrm>
                <a:off x="4645578" y="5313790"/>
                <a:ext cx="81024" cy="113023"/>
              </a:xfrm>
            </p:spPr>
          </p:sp>
        </mc:Fallback>
      </mc:AlternateContent>
      <mc:AlternateContent xmlns:mc="http://schemas.openxmlformats.org/markup-compatibility/2006" xmlns:p14="http://schemas.microsoft.com/office/powerpoint/2010/main">
        <mc:Choice Requires="p14">
          <p:contentPart p14:bwMode="auto" r:id="rId121">
            <p14:nvContentPartPr>
              <p14:cNvPr id="1050320" name="Encre 1050319"/>
              <p14:cNvContentPartPr/>
              <p14:nvPr/>
            </p14:nvContentPartPr>
            <p14:xfrm>
              <a:off x="3260385" y="4892811"/>
              <a:ext cx="152248" cy="121989"/>
            </p14:xfrm>
          </p:contentPart>
        </mc:Choice>
        <mc:Fallback xmlns="">
          <p:sp>
            <p:nvSpPr>
              <p:cNvPr id="1050320" name=""/>
              <p:cNvSpPr/>
              <p:nvPr/>
            </p:nvSpPr>
            <p:spPr>
              <a:xfrm>
                <a:off x="3260385" y="4892811"/>
                <a:ext cx="152248" cy="121989"/>
              </a:xfrm>
            </p:spPr>
          </p:sp>
        </mc:Fallback>
      </mc:AlternateContent>
      <mc:AlternateContent xmlns:mc="http://schemas.openxmlformats.org/markup-compatibility/2006" xmlns:p14="http://schemas.microsoft.com/office/powerpoint/2010/main">
        <mc:Choice Requires="p14">
          <p:contentPart p14:bwMode="auto" r:id="rId122">
            <p14:nvContentPartPr>
              <p14:cNvPr id="1050321" name="Encre 1050320"/>
              <p14:cNvContentPartPr/>
              <p14:nvPr/>
            </p14:nvContentPartPr>
            <p14:xfrm>
              <a:off x="3457756" y="6004027"/>
              <a:ext cx="103709" cy="261836"/>
            </p14:xfrm>
          </p:contentPart>
        </mc:Choice>
        <mc:Fallback xmlns="">
          <p:sp>
            <p:nvSpPr>
              <p:cNvPr id="1050321" name=""/>
              <p:cNvSpPr/>
              <p:nvPr/>
            </p:nvSpPr>
            <p:spPr>
              <a:xfrm>
                <a:off x="3457756" y="6004027"/>
                <a:ext cx="103709" cy="261836"/>
              </a:xfrm>
            </p:spPr>
          </p:sp>
        </mc:Fallback>
      </mc:AlternateContent>
      <mc:AlternateContent xmlns:mc="http://schemas.openxmlformats.org/markup-compatibility/2006" xmlns:p14="http://schemas.microsoft.com/office/powerpoint/2010/main">
        <mc:Choice Requires="p14">
          <p:contentPart p14:bwMode="auto" r:id="rId123">
            <p14:nvContentPartPr>
              <p14:cNvPr id="1050322" name="Encre 1050321"/>
              <p14:cNvContentPartPr/>
              <p14:nvPr/>
            </p14:nvContentPartPr>
            <p14:xfrm>
              <a:off x="4557873" y="4838626"/>
              <a:ext cx="24834" cy="249633"/>
            </p14:xfrm>
          </p:contentPart>
        </mc:Choice>
        <mc:Fallback xmlns="">
          <p:sp>
            <p:nvSpPr>
              <p:cNvPr id="1050322" name=""/>
              <p:cNvSpPr/>
              <p:nvPr/>
            </p:nvSpPr>
            <p:spPr>
              <a:xfrm>
                <a:off x="4557873" y="4838626"/>
                <a:ext cx="24834" cy="249633"/>
              </a:xfrm>
            </p:spPr>
          </p:sp>
        </mc:Fallback>
      </mc:AlternateContent>
      <mc:AlternateContent xmlns:mc="http://schemas.openxmlformats.org/markup-compatibility/2006" xmlns:p14="http://schemas.microsoft.com/office/powerpoint/2010/main">
        <mc:Choice Requires="p14">
          <p:contentPart p14:bwMode="auto" r:id="rId124">
            <p14:nvContentPartPr>
              <p14:cNvPr id="1050323" name="Encre 1050322"/>
              <p14:cNvContentPartPr/>
              <p14:nvPr/>
            </p14:nvContentPartPr>
            <p14:xfrm>
              <a:off x="4612034" y="4842439"/>
              <a:ext cx="118540" cy="195187"/>
            </p14:xfrm>
          </p:contentPart>
        </mc:Choice>
        <mc:Fallback xmlns="">
          <p:sp>
            <p:nvSpPr>
              <p:cNvPr id="1050323" name=""/>
              <p:cNvSpPr/>
              <p:nvPr/>
            </p:nvSpPr>
            <p:spPr>
              <a:xfrm>
                <a:off x="4612034" y="4842439"/>
                <a:ext cx="118540" cy="195187"/>
              </a:xfrm>
            </p:spPr>
          </p:sp>
        </mc:Fallback>
      </mc:AlternateContent>
      <mc:AlternateContent xmlns:mc="http://schemas.openxmlformats.org/markup-compatibility/2006" xmlns:p14="http://schemas.microsoft.com/office/powerpoint/2010/main">
        <mc:Choice Requires="p14">
          <p:contentPart p14:bwMode="auto" r:id="rId125">
            <p14:nvContentPartPr>
              <p14:cNvPr id="1050324" name="Encre 1050323"/>
              <p14:cNvContentPartPr/>
              <p14:nvPr/>
            </p14:nvContentPartPr>
            <p14:xfrm>
              <a:off x="4792009" y="4884623"/>
              <a:ext cx="117270" cy="183087"/>
            </p14:xfrm>
          </p:contentPart>
        </mc:Choice>
        <mc:Fallback xmlns="">
          <p:sp>
            <p:nvSpPr>
              <p:cNvPr id="1050324" name=""/>
              <p:cNvSpPr/>
              <p:nvPr/>
            </p:nvSpPr>
            <p:spPr>
              <a:xfrm>
                <a:off x="4792009" y="4884623"/>
                <a:ext cx="117270" cy="183087"/>
              </a:xfrm>
            </p:spPr>
          </p:sp>
        </mc:Fallback>
      </mc:AlternateContent>
      <mc:AlternateContent xmlns:mc="http://schemas.openxmlformats.org/markup-compatibility/2006" xmlns:p14="http://schemas.microsoft.com/office/powerpoint/2010/main">
        <mc:Choice Requires="p14">
          <p:contentPart p14:bwMode="auto" r:id="rId126">
            <p14:nvContentPartPr>
              <p14:cNvPr id="1050325" name="Encre 1050324"/>
              <p14:cNvContentPartPr/>
              <p14:nvPr/>
            </p14:nvContentPartPr>
            <p14:xfrm>
              <a:off x="5004551" y="4888556"/>
              <a:ext cx="89337" cy="158730"/>
            </p14:xfrm>
          </p:contentPart>
        </mc:Choice>
        <mc:Fallback xmlns="">
          <p:sp>
            <p:nvSpPr>
              <p:cNvPr id="1050325" name=""/>
              <p:cNvSpPr/>
              <p:nvPr/>
            </p:nvSpPr>
            <p:spPr>
              <a:xfrm>
                <a:off x="5004551" y="4888556"/>
                <a:ext cx="89337" cy="158730"/>
              </a:xfrm>
            </p:spPr>
          </p:sp>
        </mc:Fallback>
      </mc:AlternateContent>
      <mc:AlternateContent xmlns:mc="http://schemas.openxmlformats.org/markup-compatibility/2006" xmlns:p14="http://schemas.microsoft.com/office/powerpoint/2010/main">
        <mc:Choice Requires="p14">
          <p:contentPart p14:bwMode="auto" r:id="rId127">
            <p14:nvContentPartPr>
              <p14:cNvPr id="1050326" name="Encre 1050325"/>
              <p14:cNvContentPartPr/>
              <p14:nvPr/>
            </p14:nvContentPartPr>
            <p14:xfrm>
              <a:off x="4434588" y="4682975"/>
              <a:ext cx="828135" cy="538893"/>
            </p14:xfrm>
          </p:contentPart>
        </mc:Choice>
        <mc:Fallback xmlns="">
          <p:sp>
            <p:nvSpPr>
              <p:cNvPr id="1050326" name=""/>
              <p:cNvSpPr/>
              <p:nvPr/>
            </p:nvSpPr>
            <p:spPr>
              <a:xfrm>
                <a:off x="4434588" y="4682975"/>
                <a:ext cx="828135" cy="538893"/>
              </a:xfrm>
            </p:spPr>
          </p:sp>
        </mc:Fallback>
      </mc:AlternateContent>
      <mc:AlternateContent xmlns:mc="http://schemas.openxmlformats.org/markup-compatibility/2006" xmlns:p14="http://schemas.microsoft.com/office/powerpoint/2010/main">
        <mc:Choice Requires="p14">
          <p:contentPart p14:bwMode="auto" r:id="rId128">
            <p14:nvContentPartPr>
              <p14:cNvPr id="1050327" name="Encre 1050326"/>
              <p14:cNvContentPartPr/>
              <p14:nvPr/>
            </p14:nvContentPartPr>
            <p14:xfrm>
              <a:off x="10707090" y="667606"/>
              <a:ext cx="1181906" cy="861879"/>
            </p14:xfrm>
          </p:contentPart>
        </mc:Choice>
        <mc:Fallback xmlns="">
          <p:sp>
            <p:nvSpPr>
              <p:cNvPr id="1050327" name=""/>
              <p:cNvSpPr/>
              <p:nvPr/>
            </p:nvSpPr>
            <p:spPr>
              <a:xfrm>
                <a:off x="10707090" y="667606"/>
                <a:ext cx="1181906" cy="861879"/>
              </a:xfrm>
            </p:spPr>
          </p:sp>
        </mc:Fallback>
      </mc:AlternateContent>
      <mc:AlternateContent xmlns:mc="http://schemas.openxmlformats.org/markup-compatibility/2006" xmlns:p14="http://schemas.microsoft.com/office/powerpoint/2010/main">
        <mc:Choice Requires="p14">
          <p:contentPart p14:bwMode="auto" r:id="rId129">
            <p14:nvContentPartPr>
              <p14:cNvPr id="1050328" name="Encre 1050327"/>
              <p14:cNvContentPartPr/>
              <p14:nvPr/>
            </p14:nvContentPartPr>
            <p14:xfrm>
              <a:off x="3075234" y="2714452"/>
              <a:ext cx="54655" cy="159676"/>
            </p14:xfrm>
          </p:contentPart>
        </mc:Choice>
        <mc:Fallback xmlns="">
          <p:sp>
            <p:nvSpPr>
              <p:cNvPr id="1050328" name=""/>
              <p:cNvSpPr/>
              <p:nvPr/>
            </p:nvSpPr>
            <p:spPr>
              <a:xfrm>
                <a:off x="3075234" y="2714452"/>
                <a:ext cx="54655" cy="159676"/>
              </a:xfrm>
            </p:spPr>
          </p:sp>
        </mc:Fallback>
      </mc:AlternateContent>
      <mc:AlternateContent xmlns:mc="http://schemas.openxmlformats.org/markup-compatibility/2006" xmlns:p14="http://schemas.microsoft.com/office/powerpoint/2010/main">
        <mc:Choice Requires="p14">
          <p:contentPart p14:bwMode="auto" r:id="rId130">
            <p14:nvContentPartPr>
              <p14:cNvPr id="1050329" name="Encre 1050328"/>
              <p14:cNvContentPartPr/>
              <p14:nvPr/>
            </p14:nvContentPartPr>
            <p14:xfrm>
              <a:off x="3040492" y="2721363"/>
              <a:ext cx="112812" cy="104855"/>
            </p14:xfrm>
          </p:contentPart>
        </mc:Choice>
        <mc:Fallback xmlns="">
          <p:sp>
            <p:nvSpPr>
              <p:cNvPr id="1050329" name=""/>
              <p:cNvSpPr/>
              <p:nvPr/>
            </p:nvSpPr>
            <p:spPr>
              <a:xfrm>
                <a:off x="3040492" y="2721363"/>
                <a:ext cx="112812" cy="104855"/>
              </a:xfrm>
            </p:spPr>
          </p:sp>
        </mc:Fallback>
      </mc:AlternateContent>
      <mc:AlternateContent xmlns:mc="http://schemas.openxmlformats.org/markup-compatibility/2006" xmlns:p14="http://schemas.microsoft.com/office/powerpoint/2010/main">
        <mc:Choice Requires="p14">
          <p:contentPart p14:bwMode="auto" r:id="rId131">
            <p14:nvContentPartPr>
              <p14:cNvPr id="1050330" name="Encre 1050329"/>
              <p14:cNvContentPartPr/>
              <p14:nvPr/>
            </p14:nvContentPartPr>
            <p14:xfrm>
              <a:off x="3219287" y="2793521"/>
              <a:ext cx="175984" cy="201378"/>
            </p14:xfrm>
          </p:contentPart>
        </mc:Choice>
        <mc:Fallback xmlns="">
          <p:sp>
            <p:nvSpPr>
              <p:cNvPr id="1050330" name=""/>
              <p:cNvSpPr/>
              <p:nvPr/>
            </p:nvSpPr>
            <p:spPr>
              <a:xfrm>
                <a:off x="3219287" y="2793521"/>
                <a:ext cx="175984" cy="201378"/>
              </a:xfrm>
            </p:spPr>
          </p:sp>
        </mc:Fallback>
      </mc:AlternateContent>
      <mc:AlternateContent xmlns:mc="http://schemas.openxmlformats.org/markup-compatibility/2006" xmlns:p14="http://schemas.microsoft.com/office/powerpoint/2010/main">
        <mc:Choice Requires="p14">
          <p:contentPart p14:bwMode="auto" r:id="rId132">
            <p14:nvContentPartPr>
              <p14:cNvPr id="1050331" name="Encre 1050330"/>
              <p14:cNvContentPartPr/>
              <p14:nvPr/>
            </p14:nvContentPartPr>
            <p14:xfrm>
              <a:off x="2844075" y="3464175"/>
              <a:ext cx="147503" cy="264761"/>
            </p14:xfrm>
          </p:contentPart>
        </mc:Choice>
        <mc:Fallback xmlns="">
          <p:sp>
            <p:nvSpPr>
              <p:cNvPr id="1050331" name=""/>
              <p:cNvSpPr/>
              <p:nvPr/>
            </p:nvSpPr>
            <p:spPr>
              <a:xfrm>
                <a:off x="2844075" y="3464175"/>
                <a:ext cx="147503" cy="264761"/>
              </a:xfrm>
            </p:spPr>
          </p:sp>
        </mc:Fallback>
      </mc:AlternateContent>
      <mc:AlternateContent xmlns:mc="http://schemas.openxmlformats.org/markup-compatibility/2006" xmlns:p14="http://schemas.microsoft.com/office/powerpoint/2010/main">
        <mc:Choice Requires="p14">
          <p:contentPart p14:bwMode="auto" r:id="rId133">
            <p14:nvContentPartPr>
              <p14:cNvPr id="1050332" name="Encre 1050331"/>
              <p14:cNvContentPartPr/>
              <p14:nvPr/>
            </p14:nvContentPartPr>
            <p14:xfrm>
              <a:off x="2773424" y="3423702"/>
              <a:ext cx="75138" cy="108686"/>
            </p14:xfrm>
          </p:contentPart>
        </mc:Choice>
        <mc:Fallback xmlns="">
          <p:sp>
            <p:nvSpPr>
              <p:cNvPr id="1050332" name=""/>
              <p:cNvSpPr/>
              <p:nvPr/>
            </p:nvSpPr>
            <p:spPr>
              <a:xfrm>
                <a:off x="2773424" y="3423702"/>
                <a:ext cx="75138" cy="108686"/>
              </a:xfrm>
            </p:spPr>
          </p:sp>
        </mc:Fallback>
      </mc:AlternateContent>
      <mc:AlternateContent xmlns:mc="http://schemas.openxmlformats.org/markup-compatibility/2006" xmlns:p14="http://schemas.microsoft.com/office/powerpoint/2010/main">
        <mc:Choice Requires="p14">
          <p:contentPart p14:bwMode="auto" r:id="rId134">
            <p14:nvContentPartPr>
              <p14:cNvPr id="1050333" name="Encre 1050332"/>
              <p14:cNvContentPartPr/>
              <p14:nvPr/>
            </p14:nvContentPartPr>
            <p14:xfrm>
              <a:off x="2765944" y="3444674"/>
              <a:ext cx="68759" cy="103873"/>
            </p14:xfrm>
          </p:contentPart>
        </mc:Choice>
        <mc:Fallback xmlns="">
          <p:sp>
            <p:nvSpPr>
              <p:cNvPr id="1050333" name=""/>
              <p:cNvSpPr/>
              <p:nvPr/>
            </p:nvSpPr>
            <p:spPr>
              <a:xfrm>
                <a:off x="2765944" y="3444674"/>
                <a:ext cx="68759" cy="103873"/>
              </a:xfrm>
            </p:spPr>
          </p:sp>
        </mc:Fallback>
      </mc:AlternateContent>
      <mc:AlternateContent xmlns:mc="http://schemas.openxmlformats.org/markup-compatibility/2006" xmlns:p14="http://schemas.microsoft.com/office/powerpoint/2010/main">
        <mc:Choice Requires="p14">
          <p:contentPart p14:bwMode="auto" r:id="rId135">
            <p14:nvContentPartPr>
              <p14:cNvPr id="1050334" name="Encre 1050333"/>
              <p14:cNvContentPartPr/>
              <p14:nvPr/>
            </p14:nvContentPartPr>
            <p14:xfrm>
              <a:off x="2518935" y="2359351"/>
              <a:ext cx="13558" cy="307860"/>
            </p14:xfrm>
          </p:contentPart>
        </mc:Choice>
        <mc:Fallback xmlns="">
          <p:sp>
            <p:nvSpPr>
              <p:cNvPr id="1050334" name=""/>
              <p:cNvSpPr/>
              <p:nvPr/>
            </p:nvSpPr>
            <p:spPr>
              <a:xfrm>
                <a:off x="2518935" y="2359351"/>
                <a:ext cx="13558" cy="307860"/>
              </a:xfrm>
            </p:spPr>
          </p:sp>
        </mc:Fallback>
      </mc:AlternateContent>
      <mc:AlternateContent xmlns:mc="http://schemas.openxmlformats.org/markup-compatibility/2006" xmlns:p14="http://schemas.microsoft.com/office/powerpoint/2010/main">
        <mc:Choice Requires="p14">
          <p:contentPart p14:bwMode="auto" r:id="rId136">
            <p14:nvContentPartPr>
              <p14:cNvPr id="1050335" name="Encre 1050334"/>
              <p14:cNvContentPartPr/>
              <p14:nvPr/>
            </p14:nvContentPartPr>
            <p14:xfrm>
              <a:off x="2450298" y="2540238"/>
              <a:ext cx="109734" cy="175465"/>
            </p14:xfrm>
          </p:contentPart>
        </mc:Choice>
        <mc:Fallback xmlns="">
          <p:sp>
            <p:nvSpPr>
              <p:cNvPr id="1050335" name=""/>
              <p:cNvSpPr/>
              <p:nvPr/>
            </p:nvSpPr>
            <p:spPr>
              <a:xfrm>
                <a:off x="2450298" y="2540238"/>
                <a:ext cx="109734" cy="175465"/>
              </a:xfrm>
            </p:spPr>
          </p:sp>
        </mc:Fallback>
      </mc:AlternateContent>
      <mc:AlternateContent xmlns:mc="http://schemas.openxmlformats.org/markup-compatibility/2006" xmlns:p14="http://schemas.microsoft.com/office/powerpoint/2010/main">
        <mc:Choice Requires="p14">
          <p:contentPart p14:bwMode="auto" r:id="rId137">
            <p14:nvContentPartPr>
              <p14:cNvPr id="1050336" name="Encre 1050335"/>
              <p14:cNvContentPartPr/>
              <p14:nvPr/>
            </p14:nvContentPartPr>
            <p14:xfrm>
              <a:off x="2539751" y="2373650"/>
              <a:ext cx="1780257" cy="1683839"/>
            </p14:xfrm>
          </p:contentPart>
        </mc:Choice>
        <mc:Fallback xmlns="">
          <p:sp>
            <p:nvSpPr>
              <p:cNvPr id="1050336" name=""/>
              <p:cNvSpPr/>
              <p:nvPr/>
            </p:nvSpPr>
            <p:spPr>
              <a:xfrm>
                <a:off x="2539751" y="2373650"/>
                <a:ext cx="1780257" cy="1683839"/>
              </a:xfrm>
            </p:spPr>
          </p:sp>
        </mc:Fallback>
      </mc:AlternateContent>
      <mc:AlternateContent xmlns:mc="http://schemas.openxmlformats.org/markup-compatibility/2006" xmlns:p14="http://schemas.microsoft.com/office/powerpoint/2010/main">
        <mc:Choice Requires="p14">
          <p:contentPart p14:bwMode="auto" r:id="rId138">
            <p14:nvContentPartPr>
              <p14:cNvPr id="1050337" name="Encre 1050336"/>
              <p14:cNvContentPartPr/>
              <p14:nvPr/>
            </p14:nvContentPartPr>
            <p14:xfrm>
              <a:off x="2408777" y="1863477"/>
              <a:ext cx="2102553" cy="2005173"/>
            </p14:xfrm>
          </p:contentPart>
        </mc:Choice>
        <mc:Fallback xmlns="">
          <p:sp>
            <p:nvSpPr>
              <p:cNvPr id="1050337" name=""/>
              <p:cNvSpPr/>
              <p:nvPr/>
            </p:nvSpPr>
            <p:spPr>
              <a:xfrm>
                <a:off x="2408777" y="1863477"/>
                <a:ext cx="2102553" cy="2005173"/>
              </a:xfrm>
            </p:spPr>
          </p:sp>
        </mc:Fallback>
      </mc:AlternateContent>
      <mc:AlternateContent xmlns:mc="http://schemas.openxmlformats.org/markup-compatibility/2006" xmlns:p14="http://schemas.microsoft.com/office/powerpoint/2010/main">
        <mc:Choice Requires="p14">
          <p:contentPart p14:bwMode="auto" r:id="rId139">
            <p14:nvContentPartPr>
              <p14:cNvPr id="1050338" name="Encre 1050337"/>
              <p14:cNvContentPartPr/>
              <p14:nvPr/>
            </p14:nvContentPartPr>
            <p14:xfrm>
              <a:off x="4352223" y="1889721"/>
              <a:ext cx="174416" cy="115324"/>
            </p14:xfrm>
          </p:contentPart>
        </mc:Choice>
        <mc:Fallback xmlns="">
          <p:sp>
            <p:nvSpPr>
              <p:cNvPr id="1050338" name=""/>
              <p:cNvSpPr/>
              <p:nvPr/>
            </p:nvSpPr>
            <p:spPr>
              <a:xfrm>
                <a:off x="4352223" y="1889721"/>
                <a:ext cx="174416" cy="115324"/>
              </a:xfrm>
            </p:spPr>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7" name="Rectangle 3"/>
          <p:cNvSpPr/>
          <p:nvPr/>
        </p:nvSpPr>
        <p:spPr>
          <a:xfrm>
            <a:off x="545594" y="216516"/>
            <a:ext cx="9024661" cy="510540"/>
          </a:xfrm>
          <a:prstGeom prst="rect">
            <a:avLst/>
          </a:prstGeom>
          <a:solidFill>
            <a:srgbClr val="92D050"/>
          </a:solidFill>
        </p:spPr>
        <p:txBody>
          <a:bodyPr wrap="squar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4.2 À partir de la valeur de l’excentricité</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78" name="ZoneTexte 4"/>
          <p:cNvSpPr txBox="1">
            <a:spLocks noRot="1" noChangeAspect="1" noMove="1" noResize="1" noEditPoints="1" noAdjustHandles="1" noChangeArrowheads="1" noChangeShapeType="1" noTextEdit="1"/>
          </p:cNvSpPr>
          <p:nvPr/>
        </p:nvSpPr>
        <p:spPr>
          <a:xfrm>
            <a:off x="5499566" y="782426"/>
            <a:ext cx="3526350" cy="820481"/>
          </a:xfrm>
          <a:prstGeom prst="rect">
            <a:avLst/>
          </a:prstGeom>
          <a:blipFill rotWithShape="0">
            <a:blip r:embed="rId2"/>
            <a:stretch>
              <a:fillRect/>
            </a:stretch>
          </a:blipFill>
        </p:spPr>
        <p:txBody>
          <a:bodyPr/>
          <a:lstStyle/>
          <a:p>
            <a:r>
              <a:rPr lang="fr-MA">
                <a:noFill/>
              </a:rPr>
              <a:t> </a:t>
            </a:r>
          </a:p>
        </p:txBody>
      </p:sp>
      <p:sp>
        <p:nvSpPr>
          <p:cNvPr id="1048779" name="Rectangle 5"/>
          <p:cNvSpPr/>
          <p:nvPr/>
        </p:nvSpPr>
        <p:spPr>
          <a:xfrm>
            <a:off x="431151" y="918453"/>
            <a:ext cx="5491480" cy="447041"/>
          </a:xfrm>
          <a:prstGeom prst="rect">
            <a:avLst/>
          </a:prstGeom>
        </p:spPr>
        <p:txBody>
          <a:bodyPr wrap="none">
            <a:spAutoFit/>
          </a:bodyPr>
          <a:lstStyle/>
          <a:p>
            <a:pPr marL="285750" indent="-285750">
              <a:buFont typeface="Wingdings" panose="05000000000000000000" pitchFamily="2" charset="2"/>
              <a:buChar char="q"/>
            </a:pPr>
            <a:r>
              <a:rPr lang="fr-FR" sz="2400" dirty="0"/>
              <a:t>On part de l’équation de la trajectoire</a:t>
            </a:r>
            <a:endParaRPr lang="fr-MA" sz="2400" dirty="0"/>
          </a:p>
        </p:txBody>
      </p:sp>
      <p:sp>
        <p:nvSpPr>
          <p:cNvPr id="1048780" name="Rectangle 6"/>
          <p:cNvSpPr/>
          <p:nvPr/>
        </p:nvSpPr>
        <p:spPr>
          <a:xfrm>
            <a:off x="686342" y="1781624"/>
            <a:ext cx="8135685" cy="2225040"/>
          </a:xfrm>
          <a:prstGeom prst="rect">
            <a:avLst/>
          </a:prstGeom>
        </p:spPr>
        <p:txBody>
          <a:bodyPr wrap="square">
            <a:spAutoFit/>
          </a:bodyPr>
          <a:lstStyle/>
          <a:p>
            <a:pPr algn="just"/>
            <a:r>
              <a:rPr lang="fr-FR" sz="2400" i="1" dirty="0">
                <a:solidFill>
                  <a:srgbClr val="C4007A"/>
                </a:solidFill>
              </a:rPr>
              <a:t>• </a:t>
            </a:r>
            <a:r>
              <a:rPr lang="fr-FR" sz="2400" dirty="0">
                <a:solidFill>
                  <a:srgbClr val="000000"/>
                </a:solidFill>
              </a:rPr>
              <a:t>une ellipse si </a:t>
            </a:r>
            <a:r>
              <a:rPr lang="fr-FR" sz="2400" i="1" dirty="0">
                <a:solidFill>
                  <a:srgbClr val="000000"/>
                </a:solidFill>
              </a:rPr>
              <a:t>e &lt; </a:t>
            </a:r>
            <a:r>
              <a:rPr lang="fr-FR" sz="2400" dirty="0">
                <a:solidFill>
                  <a:srgbClr val="000000"/>
                </a:solidFill>
              </a:rPr>
              <a:t>1 et on aura alors un état lié, cercle si e=0,</a:t>
            </a:r>
          </a:p>
          <a:p>
            <a:pPr algn="just"/>
            <a:endParaRPr lang="fr-FR" sz="2400" dirty="0">
              <a:solidFill>
                <a:srgbClr val="000000"/>
              </a:solidFill>
            </a:endParaRPr>
          </a:p>
          <a:p>
            <a:pPr algn="just"/>
            <a:r>
              <a:rPr lang="fr-FR" sz="2400" i="1" dirty="0">
                <a:solidFill>
                  <a:srgbClr val="C4007A"/>
                </a:solidFill>
              </a:rPr>
              <a:t>• </a:t>
            </a:r>
            <a:r>
              <a:rPr lang="fr-FR" sz="2400" dirty="0">
                <a:solidFill>
                  <a:srgbClr val="000000"/>
                </a:solidFill>
              </a:rPr>
              <a:t>une hyperbole si </a:t>
            </a:r>
            <a:r>
              <a:rPr lang="fr-FR" sz="2400" i="1" dirty="0">
                <a:solidFill>
                  <a:srgbClr val="000000"/>
                </a:solidFill>
              </a:rPr>
              <a:t>e &gt; </a:t>
            </a:r>
            <a:r>
              <a:rPr lang="fr-FR" sz="2400" dirty="0">
                <a:solidFill>
                  <a:srgbClr val="000000"/>
                </a:solidFill>
              </a:rPr>
              <a:t>1 et on aura un état libre,</a:t>
            </a:r>
          </a:p>
          <a:p>
            <a:pPr algn="just"/>
            <a:endParaRPr lang="fr-FR" sz="2400" dirty="0">
              <a:solidFill>
                <a:srgbClr val="000000"/>
              </a:solidFill>
            </a:endParaRPr>
          </a:p>
          <a:p>
            <a:pPr algn="just"/>
            <a:r>
              <a:rPr lang="fr-FR" sz="2400" i="1" dirty="0">
                <a:solidFill>
                  <a:srgbClr val="C4007A"/>
                </a:solidFill>
              </a:rPr>
              <a:t>• </a:t>
            </a:r>
            <a:r>
              <a:rPr lang="fr-FR" sz="2400" dirty="0">
                <a:solidFill>
                  <a:srgbClr val="000000"/>
                </a:solidFill>
              </a:rPr>
              <a:t>une parabole si </a:t>
            </a:r>
            <a:r>
              <a:rPr lang="fr-FR" sz="2400" i="1" dirty="0">
                <a:solidFill>
                  <a:srgbClr val="000000"/>
                </a:solidFill>
              </a:rPr>
              <a:t>e </a:t>
            </a:r>
            <a:r>
              <a:rPr lang="fr-FR" sz="2400" dirty="0">
                <a:solidFill>
                  <a:srgbClr val="000000"/>
                </a:solidFill>
              </a:rPr>
              <a:t>= 1 et on aura un état libre.</a:t>
            </a:r>
            <a:endParaRPr lang="fr-MA" sz="2400" dirty="0"/>
          </a:p>
        </p:txBody>
      </p:sp>
      <p:sp>
        <p:nvSpPr>
          <p:cNvPr id="1048781" name="Rectangle 7"/>
          <p:cNvSpPr/>
          <p:nvPr/>
        </p:nvSpPr>
        <p:spPr>
          <a:xfrm>
            <a:off x="545593" y="4030235"/>
            <a:ext cx="9472340" cy="510541"/>
          </a:xfrm>
          <a:prstGeom prst="rect">
            <a:avLst/>
          </a:prstGeom>
          <a:solidFill>
            <a:srgbClr val="92D050"/>
          </a:solidFill>
        </p:spPr>
        <p:txBody>
          <a:bodyPr wrap="square">
            <a:spAutoFit/>
          </a:bodyPr>
          <a:lstStyle/>
          <a:p>
            <a:r>
              <a:rPr lang="fr-FR" sz="2800" i="0" u="none" strike="noStrike" baseline="0" dirty="0">
                <a:effectLst>
                  <a:outerShdw blurRad="38100" dist="38100" dir="2700000" algn="tl">
                    <a:srgbClr val="000000">
                      <a:alpha val="43137"/>
                    </a:srgbClr>
                  </a:outerShdw>
                </a:effectLst>
                <a:latin typeface="AR BLANCA" panose="02000000000000000000" pitchFamily="2" charset="0"/>
              </a:rPr>
              <a:t>4.3 À partir de la valeur de l’énergie</a:t>
            </a:r>
            <a:r>
              <a:rPr lang="fr-FR" sz="2800" i="0" u="none" strike="noStrike" dirty="0">
                <a:effectLst>
                  <a:outerShdw blurRad="38100" dist="38100" dir="2700000" algn="tl">
                    <a:srgbClr val="000000">
                      <a:alpha val="43137"/>
                    </a:srgbClr>
                  </a:outerShdw>
                </a:effectLst>
                <a:latin typeface="AR BLANCA" panose="02000000000000000000" pitchFamily="2" charset="0"/>
              </a:rPr>
              <a:t> mécanique</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82" name="Rectangle 8"/>
          <p:cNvSpPr/>
          <p:nvPr/>
        </p:nvSpPr>
        <p:spPr>
          <a:xfrm>
            <a:off x="686342" y="4545226"/>
            <a:ext cx="5212080" cy="447041"/>
          </a:xfrm>
          <a:prstGeom prst="rect">
            <a:avLst/>
          </a:prstGeom>
        </p:spPr>
        <p:txBody>
          <a:bodyPr wrap="none">
            <a:spAutoFit/>
          </a:bodyPr>
          <a:lstStyle/>
          <a:p>
            <a:pPr marL="285750" indent="-285750">
              <a:buFont typeface="Wingdings" panose="05000000000000000000" pitchFamily="2" charset="2"/>
              <a:buChar char="q"/>
            </a:pPr>
            <a:r>
              <a:rPr lang="fr-FR" sz="2400" dirty="0"/>
              <a:t>D’après ce qui précède, on obtient :</a:t>
            </a:r>
            <a:endParaRPr lang="fr-MA" sz="2400" dirty="0"/>
          </a:p>
        </p:txBody>
      </p:sp>
      <p:sp>
        <p:nvSpPr>
          <p:cNvPr id="1048783" name="ZoneTexte 9"/>
          <p:cNvSpPr txBox="1">
            <a:spLocks noRot="1" noChangeAspect="1" noMove="1" noResize="1" noEditPoints="1" noAdjustHandles="1" noChangeArrowheads="1" noChangeShapeType="1" noTextEdit="1"/>
          </p:cNvSpPr>
          <p:nvPr/>
        </p:nvSpPr>
        <p:spPr>
          <a:xfrm>
            <a:off x="4754184" y="5111419"/>
            <a:ext cx="3276410" cy="864596"/>
          </a:xfrm>
          <a:prstGeom prst="rect">
            <a:avLst/>
          </a:prstGeom>
          <a:blipFill rotWithShape="0">
            <a:blip r:embed="rId3"/>
            <a:stretch>
              <a:fillRect/>
            </a:stretch>
          </a:blipFill>
        </p:spPr>
        <p:txBody>
          <a:bodyPr/>
          <a:lstStyle/>
          <a:p>
            <a:r>
              <a:rPr lang="fr-MA">
                <a:noFill/>
              </a:rPr>
              <a:t> </a:t>
            </a:r>
          </a:p>
        </p:txBody>
      </p:sp>
      <mc:AlternateContent xmlns:mc="http://schemas.openxmlformats.org/markup-compatibility/2006" xmlns:p14="http://schemas.microsoft.com/office/powerpoint/2010/main">
        <mc:Choice Requires="p14">
          <p:contentPart p14:bwMode="auto" r:id="rId4">
            <p14:nvContentPartPr>
              <p14:cNvPr id="1050341" name="Encre 1050340"/>
              <p14:cNvContentPartPr/>
              <p14:nvPr/>
            </p14:nvContentPartPr>
            <p14:xfrm>
              <a:off x="5643193" y="1011987"/>
              <a:ext cx="263713" cy="256445"/>
            </p14:xfrm>
          </p:contentPart>
        </mc:Choice>
        <mc:Fallback xmlns="">
          <p:sp>
            <p:nvSpPr>
              <p:cNvPr id="1050341" name=""/>
              <p:cNvSpPr/>
              <p:nvPr/>
            </p:nvSpPr>
            <p:spPr>
              <a:xfrm>
                <a:off x="5643193" y="1011987"/>
                <a:ext cx="263713" cy="256445"/>
              </a:xfrm>
            </p:spPr>
          </p:sp>
        </mc:Fallback>
      </mc:AlternateContent>
      <mc:AlternateContent xmlns:mc="http://schemas.openxmlformats.org/markup-compatibility/2006" xmlns:p14="http://schemas.microsoft.com/office/powerpoint/2010/main">
        <mc:Choice Requires="p14">
          <p:contentPart p14:bwMode="auto" r:id="rId5">
            <p14:nvContentPartPr>
              <p14:cNvPr id="1050342" name="Encre 1050341"/>
              <p14:cNvContentPartPr/>
              <p14:nvPr/>
            </p14:nvContentPartPr>
            <p14:xfrm>
              <a:off x="2775549" y="1823838"/>
              <a:ext cx="15653" cy="378557"/>
            </p14:xfrm>
          </p:contentPart>
        </mc:Choice>
        <mc:Fallback xmlns="">
          <p:sp>
            <p:nvSpPr>
              <p:cNvPr id="1050342" name=""/>
              <p:cNvSpPr/>
              <p:nvPr/>
            </p:nvSpPr>
            <p:spPr>
              <a:xfrm>
                <a:off x="2775549" y="1823838"/>
                <a:ext cx="15653" cy="378557"/>
              </a:xfrm>
            </p:spPr>
          </p:sp>
        </mc:Fallback>
      </mc:AlternateContent>
      <mc:AlternateContent xmlns:mc="http://schemas.openxmlformats.org/markup-compatibility/2006" xmlns:p14="http://schemas.microsoft.com/office/powerpoint/2010/main">
        <mc:Choice Requires="p14">
          <p:contentPart p14:bwMode="auto" r:id="rId6">
            <p14:nvContentPartPr>
              <p14:cNvPr id="1050343" name="Encre 1050342"/>
              <p14:cNvContentPartPr/>
              <p14:nvPr/>
            </p14:nvContentPartPr>
            <p14:xfrm>
              <a:off x="2775538" y="1811741"/>
              <a:ext cx="644018" cy="441320"/>
            </p14:xfrm>
          </p:contentPart>
        </mc:Choice>
        <mc:Fallback xmlns="">
          <p:sp>
            <p:nvSpPr>
              <p:cNvPr id="1050343" name=""/>
              <p:cNvSpPr/>
              <p:nvPr/>
            </p:nvSpPr>
            <p:spPr>
              <a:xfrm>
                <a:off x="2775538" y="1811741"/>
                <a:ext cx="644018" cy="441320"/>
              </a:xfrm>
            </p:spPr>
          </p:sp>
        </mc:Fallback>
      </mc:AlternateContent>
      <mc:AlternateContent xmlns:mc="http://schemas.openxmlformats.org/markup-compatibility/2006" xmlns:p14="http://schemas.microsoft.com/office/powerpoint/2010/main">
        <mc:Choice Requires="p14">
          <p:contentPart p14:bwMode="auto" r:id="rId7">
            <p14:nvContentPartPr>
              <p14:cNvPr id="1050344" name="Encre 1050343"/>
              <p14:cNvContentPartPr/>
              <p14:nvPr/>
            </p14:nvContentPartPr>
            <p14:xfrm>
              <a:off x="706064" y="2178102"/>
              <a:ext cx="613128" cy="465119"/>
            </p14:xfrm>
          </p:contentPart>
        </mc:Choice>
        <mc:Fallback xmlns="">
          <p:sp>
            <p:nvSpPr>
              <p:cNvPr id="1050344" name=""/>
              <p:cNvSpPr/>
              <p:nvPr/>
            </p:nvSpPr>
            <p:spPr>
              <a:xfrm>
                <a:off x="706064" y="2178102"/>
                <a:ext cx="613128" cy="465119"/>
              </a:xfrm>
            </p:spPr>
          </p:sp>
        </mc:Fallback>
      </mc:AlternateContent>
      <mc:AlternateContent xmlns:mc="http://schemas.openxmlformats.org/markup-compatibility/2006" xmlns:p14="http://schemas.microsoft.com/office/powerpoint/2010/main">
        <mc:Choice Requires="p14">
          <p:contentPart p14:bwMode="auto" r:id="rId8">
            <p14:nvContentPartPr>
              <p14:cNvPr id="1050345" name="Encre 1050344"/>
              <p14:cNvContentPartPr/>
              <p14:nvPr/>
            </p14:nvContentPartPr>
            <p14:xfrm>
              <a:off x="6743428" y="1288326"/>
              <a:ext cx="202175" cy="359773"/>
            </p14:xfrm>
          </p:contentPart>
        </mc:Choice>
        <mc:Fallback xmlns="">
          <p:sp>
            <p:nvSpPr>
              <p:cNvPr id="1050345" name=""/>
              <p:cNvSpPr/>
              <p:nvPr/>
            </p:nvSpPr>
            <p:spPr>
              <a:xfrm>
                <a:off x="6743428" y="1288326"/>
                <a:ext cx="202175" cy="359773"/>
              </a:xfrm>
            </p:spPr>
          </p:sp>
        </mc:Fallback>
      </mc:AlternateContent>
      <mc:AlternateContent xmlns:mc="http://schemas.openxmlformats.org/markup-compatibility/2006" xmlns:p14="http://schemas.microsoft.com/office/powerpoint/2010/main">
        <mc:Choice Requires="p14">
          <p:contentPart p14:bwMode="auto" r:id="rId9">
            <p14:nvContentPartPr>
              <p14:cNvPr id="1050346" name="Encre 1050345"/>
              <p14:cNvContentPartPr/>
              <p14:nvPr/>
            </p14:nvContentPartPr>
            <p14:xfrm>
              <a:off x="6836917" y="1309299"/>
              <a:ext cx="173097" cy="375090"/>
            </p14:xfrm>
          </p:contentPart>
        </mc:Choice>
        <mc:Fallback xmlns="">
          <p:sp>
            <p:nvSpPr>
              <p:cNvPr id="1050346" name=""/>
              <p:cNvSpPr/>
              <p:nvPr/>
            </p:nvSpPr>
            <p:spPr>
              <a:xfrm>
                <a:off x="6836917" y="1309299"/>
                <a:ext cx="173097" cy="375090"/>
              </a:xfrm>
            </p:spPr>
          </p:sp>
        </mc:Fallback>
      </mc:AlternateContent>
      <mc:AlternateContent xmlns:mc="http://schemas.openxmlformats.org/markup-compatibility/2006" xmlns:p14="http://schemas.microsoft.com/office/powerpoint/2010/main">
        <mc:Choice Requires="p14">
          <p:contentPart p14:bwMode="auto" r:id="rId10">
            <p14:nvContentPartPr>
              <p14:cNvPr id="1050348" name="Encre 1050347"/>
              <p14:cNvContentPartPr/>
              <p14:nvPr/>
            </p14:nvContentPartPr>
            <p14:xfrm>
              <a:off x="1481753" y="2268273"/>
              <a:ext cx="909488" cy="16155"/>
            </p14:xfrm>
          </p:contentPart>
        </mc:Choice>
        <mc:Fallback xmlns="">
          <p:sp>
            <p:nvSpPr>
              <p:cNvPr id="1050348" name=""/>
              <p:cNvSpPr/>
              <p:nvPr/>
            </p:nvSpPr>
            <p:spPr>
              <a:xfrm>
                <a:off x="1481753" y="2268273"/>
                <a:ext cx="909488" cy="16155"/>
              </a:xfrm>
            </p:spPr>
          </p:sp>
        </mc:Fallback>
      </mc:AlternateContent>
      <mc:AlternateContent xmlns:mc="http://schemas.openxmlformats.org/markup-compatibility/2006" xmlns:p14="http://schemas.microsoft.com/office/powerpoint/2010/main">
        <mc:Choice Requires="p14">
          <p:contentPart p14:bwMode="auto" r:id="rId11">
            <p14:nvContentPartPr>
              <p14:cNvPr id="1050349" name="Encre 1050348"/>
              <p14:cNvContentPartPr/>
              <p14:nvPr/>
            </p14:nvContentPartPr>
            <p14:xfrm>
              <a:off x="2758109" y="1760192"/>
              <a:ext cx="701597" cy="509072"/>
            </p14:xfrm>
          </p:contentPart>
        </mc:Choice>
        <mc:Fallback xmlns="">
          <p:sp>
            <p:nvSpPr>
              <p:cNvPr id="1050349" name=""/>
              <p:cNvSpPr/>
              <p:nvPr/>
            </p:nvSpPr>
            <p:spPr>
              <a:xfrm>
                <a:off x="2758109" y="1760192"/>
                <a:ext cx="701597" cy="509072"/>
              </a:xfrm>
            </p:spPr>
          </p:sp>
        </mc:Fallback>
      </mc:AlternateContent>
      <mc:AlternateContent xmlns:mc="http://schemas.openxmlformats.org/markup-compatibility/2006" xmlns:p14="http://schemas.microsoft.com/office/powerpoint/2010/main">
        <mc:Choice Requires="p14">
          <p:contentPart p14:bwMode="auto" r:id="rId12">
            <p14:nvContentPartPr>
              <p14:cNvPr id="1050350" name="Encre 1050349"/>
              <p14:cNvContentPartPr/>
              <p14:nvPr/>
            </p14:nvContentPartPr>
            <p14:xfrm>
              <a:off x="2821023" y="1798704"/>
              <a:ext cx="600183" cy="431028"/>
            </p14:xfrm>
          </p:contentPart>
        </mc:Choice>
        <mc:Fallback xmlns="">
          <p:sp>
            <p:nvSpPr>
              <p:cNvPr id="1050350" name=""/>
              <p:cNvSpPr/>
              <p:nvPr/>
            </p:nvSpPr>
            <p:spPr>
              <a:xfrm>
                <a:off x="2821023" y="1798704"/>
                <a:ext cx="600183" cy="431028"/>
              </a:xfrm>
            </p:spPr>
          </p:sp>
        </mc:Fallback>
      </mc:AlternateContent>
      <mc:AlternateContent xmlns:mc="http://schemas.openxmlformats.org/markup-compatibility/2006" xmlns:p14="http://schemas.microsoft.com/office/powerpoint/2010/main">
        <mc:Choice Requires="p14">
          <p:contentPart p14:bwMode="auto" r:id="rId13">
            <p14:nvContentPartPr>
              <p14:cNvPr id="1050351" name="Encre 1050350"/>
              <p14:cNvContentPartPr/>
              <p14:nvPr/>
            </p14:nvContentPartPr>
            <p14:xfrm>
              <a:off x="7229472" y="2206347"/>
              <a:ext cx="852248" cy="30308"/>
            </p14:xfrm>
          </p:contentPart>
        </mc:Choice>
        <mc:Fallback xmlns="">
          <p:sp>
            <p:nvSpPr>
              <p:cNvPr id="1050351" name=""/>
              <p:cNvSpPr/>
              <p:nvPr/>
            </p:nvSpPr>
            <p:spPr>
              <a:xfrm>
                <a:off x="7229472" y="2206347"/>
                <a:ext cx="852248" cy="30308"/>
              </a:xfrm>
            </p:spPr>
          </p:sp>
        </mc:Fallback>
      </mc:AlternateContent>
      <mc:AlternateContent xmlns:mc="http://schemas.openxmlformats.org/markup-compatibility/2006" xmlns:p14="http://schemas.microsoft.com/office/powerpoint/2010/main">
        <mc:Choice Requires="p14">
          <p:contentPart p14:bwMode="auto" r:id="rId14">
            <p14:nvContentPartPr>
              <p14:cNvPr id="1050352" name="Encre 1050351"/>
              <p14:cNvContentPartPr/>
              <p14:nvPr/>
            </p14:nvContentPartPr>
            <p14:xfrm>
              <a:off x="8477778" y="1889891"/>
              <a:ext cx="1220145" cy="1210883"/>
            </p14:xfrm>
          </p:contentPart>
        </mc:Choice>
        <mc:Fallback xmlns="">
          <p:sp>
            <p:nvSpPr>
              <p:cNvPr id="1050352" name=""/>
              <p:cNvSpPr/>
              <p:nvPr/>
            </p:nvSpPr>
            <p:spPr>
              <a:xfrm>
                <a:off x="8477778" y="1889891"/>
                <a:ext cx="1220145" cy="1210883"/>
              </a:xfrm>
            </p:spPr>
          </p:sp>
        </mc:Fallback>
      </mc:AlternateContent>
      <mc:AlternateContent xmlns:mc="http://schemas.openxmlformats.org/markup-compatibility/2006" xmlns:p14="http://schemas.microsoft.com/office/powerpoint/2010/main">
        <mc:Choice Requires="p14">
          <p:contentPart p14:bwMode="auto" r:id="rId15">
            <p14:nvContentPartPr>
              <p14:cNvPr id="1050353" name="Encre 1050352"/>
              <p14:cNvContentPartPr/>
              <p14:nvPr/>
            </p14:nvContentPartPr>
            <p14:xfrm>
              <a:off x="8970032" y="2415118"/>
              <a:ext cx="127470" cy="136270"/>
            </p14:xfrm>
          </p:contentPart>
        </mc:Choice>
        <mc:Fallback xmlns="">
          <p:sp>
            <p:nvSpPr>
              <p:cNvPr id="1050353" name=""/>
              <p:cNvSpPr/>
              <p:nvPr/>
            </p:nvSpPr>
            <p:spPr>
              <a:xfrm>
                <a:off x="8970032" y="2415118"/>
                <a:ext cx="127470" cy="136270"/>
              </a:xfrm>
            </p:spPr>
          </p:sp>
        </mc:Fallback>
      </mc:AlternateContent>
      <mc:AlternateContent xmlns:mc="http://schemas.openxmlformats.org/markup-compatibility/2006" xmlns:p14="http://schemas.microsoft.com/office/powerpoint/2010/main">
        <mc:Choice Requires="p14">
          <p:contentPart p14:bwMode="auto" r:id="rId16">
            <p14:nvContentPartPr>
              <p14:cNvPr id="1050354" name="Encre 1050353"/>
              <p14:cNvContentPartPr/>
              <p14:nvPr/>
            </p14:nvContentPartPr>
            <p14:xfrm>
              <a:off x="9001325" y="2450152"/>
              <a:ext cx="75416" cy="107722"/>
            </p14:xfrm>
          </p:contentPart>
        </mc:Choice>
        <mc:Fallback xmlns="">
          <p:sp>
            <p:nvSpPr>
              <p:cNvPr id="1050354" name=""/>
              <p:cNvSpPr/>
              <p:nvPr/>
            </p:nvSpPr>
            <p:spPr>
              <a:xfrm>
                <a:off x="9001325" y="2450152"/>
                <a:ext cx="75416" cy="107722"/>
              </a:xfrm>
            </p:spPr>
          </p:sp>
        </mc:Fallback>
      </mc:AlternateContent>
      <mc:AlternateContent xmlns:mc="http://schemas.openxmlformats.org/markup-compatibility/2006" xmlns:p14="http://schemas.microsoft.com/office/powerpoint/2010/main">
        <mc:Choice Requires="p14">
          <p:contentPart p14:bwMode="auto" r:id="rId17">
            <p14:nvContentPartPr>
              <p14:cNvPr id="1050355" name="Encre 1050354"/>
              <p14:cNvContentPartPr/>
              <p14:nvPr/>
            </p14:nvContentPartPr>
            <p14:xfrm>
              <a:off x="8818889" y="2390210"/>
              <a:ext cx="108977" cy="136578"/>
            </p14:xfrm>
          </p:contentPart>
        </mc:Choice>
        <mc:Fallback xmlns="">
          <p:sp>
            <p:nvSpPr>
              <p:cNvPr id="1050355" name=""/>
              <p:cNvSpPr/>
              <p:nvPr/>
            </p:nvSpPr>
            <p:spPr>
              <a:xfrm>
                <a:off x="8818889" y="2390210"/>
                <a:ext cx="108977" cy="136578"/>
              </a:xfrm>
            </p:spPr>
          </p:sp>
        </mc:Fallback>
      </mc:AlternateContent>
      <mc:AlternateContent xmlns:mc="http://schemas.openxmlformats.org/markup-compatibility/2006" xmlns:p14="http://schemas.microsoft.com/office/powerpoint/2010/main">
        <mc:Choice Requires="p14">
          <p:contentPart p14:bwMode="auto" r:id="rId18">
            <p14:nvContentPartPr>
              <p14:cNvPr id="1050356" name="Encre 1050355"/>
              <p14:cNvContentPartPr/>
              <p14:nvPr/>
            </p14:nvContentPartPr>
            <p14:xfrm>
              <a:off x="9416961" y="2032371"/>
              <a:ext cx="106345" cy="76978"/>
            </p14:xfrm>
          </p:contentPart>
        </mc:Choice>
        <mc:Fallback xmlns="">
          <p:sp>
            <p:nvSpPr>
              <p:cNvPr id="1050356" name=""/>
              <p:cNvSpPr/>
              <p:nvPr/>
            </p:nvSpPr>
            <p:spPr>
              <a:xfrm>
                <a:off x="9416961" y="2032371"/>
                <a:ext cx="106345" cy="76978"/>
              </a:xfrm>
            </p:spPr>
          </p:sp>
        </mc:Fallback>
      </mc:AlternateContent>
      <mc:AlternateContent xmlns:mc="http://schemas.openxmlformats.org/markup-compatibility/2006" xmlns:p14="http://schemas.microsoft.com/office/powerpoint/2010/main">
        <mc:Choice Requires="p14">
          <p:contentPart p14:bwMode="auto" r:id="rId19">
            <p14:nvContentPartPr>
              <p14:cNvPr id="1050357" name="Encre 1050356"/>
              <p14:cNvContentPartPr/>
              <p14:nvPr/>
            </p14:nvContentPartPr>
            <p14:xfrm>
              <a:off x="9420350" y="1990664"/>
              <a:ext cx="47877" cy="122021"/>
            </p14:xfrm>
          </p:contentPart>
        </mc:Choice>
        <mc:Fallback xmlns="">
          <p:sp>
            <p:nvSpPr>
              <p:cNvPr id="1050357" name=""/>
              <p:cNvSpPr/>
              <p:nvPr/>
            </p:nvSpPr>
            <p:spPr>
              <a:xfrm>
                <a:off x="9420350" y="1990664"/>
                <a:ext cx="47877" cy="122021"/>
              </a:xfrm>
            </p:spPr>
          </p:sp>
        </mc:Fallback>
      </mc:AlternateContent>
      <mc:AlternateContent xmlns:mc="http://schemas.openxmlformats.org/markup-compatibility/2006" xmlns:p14="http://schemas.microsoft.com/office/powerpoint/2010/main">
        <mc:Choice Requires="p14">
          <p:contentPart p14:bwMode="auto" r:id="rId20">
            <p14:nvContentPartPr>
              <p14:cNvPr id="1050358" name="Encre 1050357"/>
              <p14:cNvContentPartPr/>
              <p14:nvPr/>
            </p14:nvContentPartPr>
            <p14:xfrm>
              <a:off x="9564404" y="1878298"/>
              <a:ext cx="206867" cy="144793"/>
            </p14:xfrm>
          </p:contentPart>
        </mc:Choice>
        <mc:Fallback xmlns="">
          <p:sp>
            <p:nvSpPr>
              <p:cNvPr id="1050358" name=""/>
              <p:cNvSpPr/>
              <p:nvPr/>
            </p:nvSpPr>
            <p:spPr>
              <a:xfrm>
                <a:off x="9564404" y="1878298"/>
                <a:ext cx="206867" cy="144793"/>
              </a:xfrm>
            </p:spPr>
          </p:sp>
        </mc:Fallback>
      </mc:AlternateContent>
      <mc:AlternateContent xmlns:mc="http://schemas.openxmlformats.org/markup-compatibility/2006" xmlns:p14="http://schemas.microsoft.com/office/powerpoint/2010/main">
        <mc:Choice Requires="p14">
          <p:contentPart p14:bwMode="auto" r:id="rId21">
            <p14:nvContentPartPr>
              <p14:cNvPr id="1050359" name="Encre 1050358"/>
              <p14:cNvContentPartPr/>
              <p14:nvPr/>
            </p14:nvContentPartPr>
            <p14:xfrm>
              <a:off x="9928897" y="2066766"/>
              <a:ext cx="1611748" cy="1038577"/>
            </p14:xfrm>
          </p:contentPart>
        </mc:Choice>
        <mc:Fallback xmlns="">
          <p:sp>
            <p:nvSpPr>
              <p:cNvPr id="1050359" name=""/>
              <p:cNvSpPr/>
              <p:nvPr/>
            </p:nvSpPr>
            <p:spPr>
              <a:xfrm>
                <a:off x="9928897" y="2066766"/>
                <a:ext cx="1611748" cy="1038577"/>
              </a:xfrm>
            </p:spPr>
          </p:sp>
        </mc:Fallback>
      </mc:AlternateContent>
      <mc:AlternateContent xmlns:mc="http://schemas.openxmlformats.org/markup-compatibility/2006" xmlns:p14="http://schemas.microsoft.com/office/powerpoint/2010/main">
        <mc:Choice Requires="p14">
          <p:contentPart p14:bwMode="auto" r:id="rId22">
            <p14:nvContentPartPr>
              <p14:cNvPr id="1050360" name="Encre 1050359"/>
              <p14:cNvContentPartPr/>
              <p14:nvPr/>
            </p14:nvContentPartPr>
            <p14:xfrm>
              <a:off x="10347658" y="2554061"/>
              <a:ext cx="130212" cy="113441"/>
            </p14:xfrm>
          </p:contentPart>
        </mc:Choice>
        <mc:Fallback xmlns="">
          <p:sp>
            <p:nvSpPr>
              <p:cNvPr id="1050360" name=""/>
              <p:cNvSpPr/>
              <p:nvPr/>
            </p:nvSpPr>
            <p:spPr>
              <a:xfrm>
                <a:off x="10347658" y="2554061"/>
                <a:ext cx="130212" cy="113441"/>
              </a:xfrm>
            </p:spPr>
          </p:sp>
        </mc:Fallback>
      </mc:AlternateContent>
      <mc:AlternateContent xmlns:mc="http://schemas.openxmlformats.org/markup-compatibility/2006" xmlns:p14="http://schemas.microsoft.com/office/powerpoint/2010/main">
        <mc:Choice Requires="p14">
          <p:contentPart p14:bwMode="auto" r:id="rId23">
            <p14:nvContentPartPr>
              <p14:cNvPr id="1050361" name="Encre 1050360"/>
              <p14:cNvContentPartPr/>
              <p14:nvPr/>
            </p14:nvContentPartPr>
            <p14:xfrm>
              <a:off x="10395251" y="2561449"/>
              <a:ext cx="67103" cy="111070"/>
            </p14:xfrm>
          </p:contentPart>
        </mc:Choice>
        <mc:Fallback xmlns="">
          <p:sp>
            <p:nvSpPr>
              <p:cNvPr id="1050361" name=""/>
              <p:cNvSpPr/>
              <p:nvPr/>
            </p:nvSpPr>
            <p:spPr>
              <a:xfrm>
                <a:off x="10395251" y="2561449"/>
                <a:ext cx="67103" cy="111070"/>
              </a:xfrm>
            </p:spPr>
          </p:sp>
        </mc:Fallback>
      </mc:AlternateContent>
      <mc:AlternateContent xmlns:mc="http://schemas.openxmlformats.org/markup-compatibility/2006" xmlns:p14="http://schemas.microsoft.com/office/powerpoint/2010/main">
        <mc:Choice Requires="p14">
          <p:contentPart p14:bwMode="auto" r:id="rId24">
            <p14:nvContentPartPr>
              <p14:cNvPr id="1050362" name="Encre 1050361"/>
              <p14:cNvContentPartPr/>
              <p14:nvPr/>
            </p14:nvContentPartPr>
            <p14:xfrm>
              <a:off x="10283290" y="2741734"/>
              <a:ext cx="112396" cy="139443"/>
            </p14:xfrm>
          </p:contentPart>
        </mc:Choice>
        <mc:Fallback xmlns="">
          <p:sp>
            <p:nvSpPr>
              <p:cNvPr id="1050362" name=""/>
              <p:cNvSpPr/>
              <p:nvPr/>
            </p:nvSpPr>
            <p:spPr>
              <a:xfrm>
                <a:off x="10283290" y="2741734"/>
                <a:ext cx="112396" cy="139443"/>
              </a:xfrm>
            </p:spPr>
          </p:sp>
        </mc:Fallback>
      </mc:AlternateContent>
      <mc:AlternateContent xmlns:mc="http://schemas.openxmlformats.org/markup-compatibility/2006" xmlns:p14="http://schemas.microsoft.com/office/powerpoint/2010/main">
        <mc:Choice Requires="p14">
          <p:contentPart p14:bwMode="auto" r:id="rId25">
            <p14:nvContentPartPr>
              <p14:cNvPr id="1050363" name="Encre 1050362"/>
              <p14:cNvContentPartPr/>
              <p14:nvPr/>
            </p14:nvContentPartPr>
            <p14:xfrm>
              <a:off x="10429570" y="2190600"/>
              <a:ext cx="875213" cy="412317"/>
            </p14:xfrm>
          </p:contentPart>
        </mc:Choice>
        <mc:Fallback xmlns="">
          <p:sp>
            <p:nvSpPr>
              <p:cNvPr id="1050363" name=""/>
              <p:cNvSpPr/>
              <p:nvPr/>
            </p:nvSpPr>
            <p:spPr>
              <a:xfrm>
                <a:off x="10429570" y="2190600"/>
                <a:ext cx="875213" cy="412317"/>
              </a:xfrm>
            </p:spPr>
          </p:sp>
        </mc:Fallback>
      </mc:AlternateContent>
      <mc:AlternateContent xmlns:mc="http://schemas.openxmlformats.org/markup-compatibility/2006" xmlns:p14="http://schemas.microsoft.com/office/powerpoint/2010/main">
        <mc:Choice Requires="p14">
          <p:contentPart p14:bwMode="auto" r:id="rId26">
            <p14:nvContentPartPr>
              <p14:cNvPr id="1050364" name="Encre 1050363"/>
              <p14:cNvContentPartPr/>
              <p14:nvPr/>
            </p14:nvContentPartPr>
            <p14:xfrm>
              <a:off x="10745639" y="2269362"/>
              <a:ext cx="122981" cy="107233"/>
            </p14:xfrm>
          </p:contentPart>
        </mc:Choice>
        <mc:Fallback xmlns="">
          <p:sp>
            <p:nvSpPr>
              <p:cNvPr id="1050364" name=""/>
              <p:cNvSpPr/>
              <p:nvPr/>
            </p:nvSpPr>
            <p:spPr>
              <a:xfrm>
                <a:off x="10745639" y="2269362"/>
                <a:ext cx="122981" cy="107233"/>
              </a:xfrm>
            </p:spPr>
          </p:sp>
        </mc:Fallback>
      </mc:AlternateContent>
      <mc:AlternateContent xmlns:mc="http://schemas.openxmlformats.org/markup-compatibility/2006" xmlns:p14="http://schemas.microsoft.com/office/powerpoint/2010/main">
        <mc:Choice Requires="p14">
          <p:contentPart p14:bwMode="auto" r:id="rId27">
            <p14:nvContentPartPr>
              <p14:cNvPr id="1050365" name="Encre 1050364"/>
              <p14:cNvContentPartPr/>
              <p14:nvPr/>
            </p14:nvContentPartPr>
            <p14:xfrm>
              <a:off x="4037150" y="2243357"/>
              <a:ext cx="509948" cy="320134"/>
            </p14:xfrm>
          </p:contentPart>
        </mc:Choice>
        <mc:Fallback xmlns="">
          <p:sp>
            <p:nvSpPr>
              <p:cNvPr id="1050365" name=""/>
              <p:cNvSpPr/>
              <p:nvPr/>
            </p:nvSpPr>
            <p:spPr>
              <a:xfrm>
                <a:off x="4037150" y="2243357"/>
                <a:ext cx="509948" cy="320134"/>
              </a:xfrm>
            </p:spPr>
          </p:sp>
        </mc:Fallback>
      </mc:AlternateContent>
      <mc:AlternateContent xmlns:mc="http://schemas.openxmlformats.org/markup-compatibility/2006" xmlns:p14="http://schemas.microsoft.com/office/powerpoint/2010/main">
        <mc:Choice Requires="p14">
          <p:contentPart p14:bwMode="auto" r:id="rId28">
            <p14:nvContentPartPr>
              <p14:cNvPr id="1050366" name="Encre 1050365"/>
              <p14:cNvContentPartPr/>
              <p14:nvPr/>
            </p14:nvContentPartPr>
            <p14:xfrm>
              <a:off x="4537797" y="2324794"/>
              <a:ext cx="20337" cy="76263"/>
            </p14:xfrm>
          </p:contentPart>
        </mc:Choice>
        <mc:Fallback xmlns="">
          <p:sp>
            <p:nvSpPr>
              <p:cNvPr id="1050366" name=""/>
              <p:cNvSpPr/>
              <p:nvPr/>
            </p:nvSpPr>
            <p:spPr>
              <a:xfrm>
                <a:off x="4537797" y="2324794"/>
                <a:ext cx="20337" cy="76263"/>
              </a:xfrm>
            </p:spPr>
          </p:sp>
        </mc:Fallback>
      </mc:AlternateContent>
      <mc:AlternateContent xmlns:mc="http://schemas.openxmlformats.org/markup-compatibility/2006" xmlns:p14="http://schemas.microsoft.com/office/powerpoint/2010/main">
        <mc:Choice Requires="p14">
          <p:contentPart p14:bwMode="auto" r:id="rId29">
            <p14:nvContentPartPr>
              <p14:cNvPr id="1050367" name="Encre 1050366"/>
              <p14:cNvContentPartPr/>
              <p14:nvPr/>
            </p14:nvContentPartPr>
            <p14:xfrm>
              <a:off x="4556620" y="2435376"/>
              <a:ext cx="76082" cy="360877"/>
            </p14:xfrm>
          </p:contentPart>
        </mc:Choice>
        <mc:Fallback xmlns="">
          <p:sp>
            <p:nvSpPr>
              <p:cNvPr id="1050367" name=""/>
              <p:cNvSpPr/>
              <p:nvPr/>
            </p:nvSpPr>
            <p:spPr>
              <a:xfrm>
                <a:off x="4556620" y="2435376"/>
                <a:ext cx="76082" cy="360877"/>
              </a:xfrm>
            </p:spPr>
          </p:sp>
        </mc:Fallback>
      </mc:AlternateContent>
      <mc:AlternateContent xmlns:mc="http://schemas.openxmlformats.org/markup-compatibility/2006" xmlns:p14="http://schemas.microsoft.com/office/powerpoint/2010/main">
        <mc:Choice Requires="p14">
          <p:contentPart p14:bwMode="auto" r:id="rId30">
            <p14:nvContentPartPr>
              <p14:cNvPr id="1050368" name="Encre 1050367"/>
              <p14:cNvContentPartPr/>
              <p14:nvPr/>
            </p14:nvContentPartPr>
            <p14:xfrm>
              <a:off x="4595255" y="2491615"/>
              <a:ext cx="228591" cy="137516"/>
            </p14:xfrm>
          </p:contentPart>
        </mc:Choice>
        <mc:Fallback xmlns="">
          <p:sp>
            <p:nvSpPr>
              <p:cNvPr id="1050368" name=""/>
              <p:cNvSpPr/>
              <p:nvPr/>
            </p:nvSpPr>
            <p:spPr>
              <a:xfrm>
                <a:off x="4595255" y="2491615"/>
                <a:ext cx="228591" cy="137516"/>
              </a:xfrm>
            </p:spPr>
          </p:sp>
        </mc:Fallback>
      </mc:AlternateContent>
      <mc:AlternateContent xmlns:mc="http://schemas.openxmlformats.org/markup-compatibility/2006" xmlns:p14="http://schemas.microsoft.com/office/powerpoint/2010/main">
        <mc:Choice Requires="p14">
          <p:contentPart p14:bwMode="auto" r:id="rId31">
            <p14:nvContentPartPr>
              <p14:cNvPr id="1050369" name="Encre 1050368"/>
              <p14:cNvContentPartPr/>
              <p14:nvPr/>
            </p14:nvContentPartPr>
            <p14:xfrm>
              <a:off x="4675071" y="2484232"/>
              <a:ext cx="68637" cy="151644"/>
            </p14:xfrm>
          </p:contentPart>
        </mc:Choice>
        <mc:Fallback xmlns="">
          <p:sp>
            <p:nvSpPr>
              <p:cNvPr id="1050369" name=""/>
              <p:cNvSpPr/>
              <p:nvPr/>
            </p:nvSpPr>
            <p:spPr>
              <a:xfrm>
                <a:off x="4675071" y="2484232"/>
                <a:ext cx="68637" cy="151644"/>
              </a:xfrm>
            </p:spPr>
          </p:sp>
        </mc:Fallback>
      </mc:AlternateContent>
      <mc:AlternateContent xmlns:mc="http://schemas.openxmlformats.org/markup-compatibility/2006" xmlns:p14="http://schemas.microsoft.com/office/powerpoint/2010/main">
        <mc:Choice Requires="p14">
          <p:contentPart p14:bwMode="auto" r:id="rId32">
            <p14:nvContentPartPr>
              <p14:cNvPr id="1050370" name="Encre 1050369"/>
              <p14:cNvContentPartPr/>
              <p14:nvPr/>
            </p14:nvContentPartPr>
            <p14:xfrm>
              <a:off x="5034511" y="2450885"/>
              <a:ext cx="148559" cy="129799"/>
            </p14:xfrm>
          </p:contentPart>
        </mc:Choice>
        <mc:Fallback xmlns="">
          <p:sp>
            <p:nvSpPr>
              <p:cNvPr id="1050370" name=""/>
              <p:cNvSpPr/>
              <p:nvPr/>
            </p:nvSpPr>
            <p:spPr>
              <a:xfrm>
                <a:off x="5034511" y="2450885"/>
                <a:ext cx="148559" cy="129799"/>
              </a:xfrm>
            </p:spPr>
          </p:sp>
        </mc:Fallback>
      </mc:AlternateContent>
      <mc:AlternateContent xmlns:mc="http://schemas.openxmlformats.org/markup-compatibility/2006" xmlns:p14="http://schemas.microsoft.com/office/powerpoint/2010/main">
        <mc:Choice Requires="p14">
          <p:contentPart p14:bwMode="auto" r:id="rId33">
            <p14:nvContentPartPr>
              <p14:cNvPr id="1050371" name="Encre 1050370"/>
              <p14:cNvContentPartPr/>
              <p14:nvPr/>
            </p14:nvContentPartPr>
            <p14:xfrm>
              <a:off x="5185402" y="2435852"/>
              <a:ext cx="142145" cy="158967"/>
            </p14:xfrm>
          </p:contentPart>
        </mc:Choice>
        <mc:Fallback xmlns="">
          <p:sp>
            <p:nvSpPr>
              <p:cNvPr id="1050371" name=""/>
              <p:cNvSpPr/>
              <p:nvPr/>
            </p:nvSpPr>
            <p:spPr>
              <a:xfrm>
                <a:off x="5185402" y="2435852"/>
                <a:ext cx="142145" cy="158967"/>
              </a:xfrm>
            </p:spPr>
          </p:sp>
        </mc:Fallback>
      </mc:AlternateContent>
      <mc:AlternateContent xmlns:mc="http://schemas.openxmlformats.org/markup-compatibility/2006" xmlns:p14="http://schemas.microsoft.com/office/powerpoint/2010/main">
        <mc:Choice Requires="p14">
          <p:contentPart p14:bwMode="auto" r:id="rId34">
            <p14:nvContentPartPr>
              <p14:cNvPr id="1050372" name="Encre 1050371"/>
              <p14:cNvContentPartPr/>
              <p14:nvPr/>
            </p14:nvContentPartPr>
            <p14:xfrm>
              <a:off x="5210610" y="2450152"/>
              <a:ext cx="76922" cy="142787"/>
            </p14:xfrm>
          </p:contentPart>
        </mc:Choice>
        <mc:Fallback xmlns="">
          <p:sp>
            <p:nvSpPr>
              <p:cNvPr id="1050372" name=""/>
              <p:cNvSpPr/>
              <p:nvPr/>
            </p:nvSpPr>
            <p:spPr>
              <a:xfrm>
                <a:off x="5210610" y="2450152"/>
                <a:ext cx="76922" cy="142787"/>
              </a:xfrm>
            </p:spPr>
          </p:sp>
        </mc:Fallback>
      </mc:AlternateContent>
      <mc:AlternateContent xmlns:mc="http://schemas.openxmlformats.org/markup-compatibility/2006" xmlns:p14="http://schemas.microsoft.com/office/powerpoint/2010/main">
        <mc:Choice Requires="p14">
          <p:contentPart p14:bwMode="auto" r:id="rId35">
            <p14:nvContentPartPr>
              <p14:cNvPr id="1050373" name="Encre 1050372"/>
              <p14:cNvContentPartPr/>
              <p14:nvPr/>
            </p14:nvContentPartPr>
            <p14:xfrm>
              <a:off x="5359246" y="2430328"/>
              <a:ext cx="386492" cy="155030"/>
            </p14:xfrm>
          </p:contentPart>
        </mc:Choice>
        <mc:Fallback xmlns="">
          <p:sp>
            <p:nvSpPr>
              <p:cNvPr id="1050373" name=""/>
              <p:cNvSpPr/>
              <p:nvPr/>
            </p:nvSpPr>
            <p:spPr>
              <a:xfrm>
                <a:off x="5359246" y="2430328"/>
                <a:ext cx="386492" cy="155030"/>
              </a:xfrm>
            </p:spPr>
          </p:sp>
        </mc:Fallback>
      </mc:AlternateContent>
      <mc:AlternateContent xmlns:mc="http://schemas.openxmlformats.org/markup-compatibility/2006" xmlns:p14="http://schemas.microsoft.com/office/powerpoint/2010/main">
        <mc:Choice Requires="p14">
          <p:contentPart p14:bwMode="auto" r:id="rId36">
            <p14:nvContentPartPr>
              <p14:cNvPr id="1050374" name="Encre 1050373"/>
              <p14:cNvContentPartPr/>
              <p14:nvPr/>
            </p14:nvContentPartPr>
            <p14:xfrm>
              <a:off x="5739958" y="2289760"/>
              <a:ext cx="350254" cy="294564"/>
            </p14:xfrm>
          </p:contentPart>
        </mc:Choice>
        <mc:Fallback xmlns="">
          <p:sp>
            <p:nvSpPr>
              <p:cNvPr id="1050374" name=""/>
              <p:cNvSpPr/>
              <p:nvPr/>
            </p:nvSpPr>
            <p:spPr>
              <a:xfrm>
                <a:off x="5739958" y="2289760"/>
                <a:ext cx="350254" cy="294564"/>
              </a:xfrm>
            </p:spPr>
          </p:sp>
        </mc:Fallback>
      </mc:AlternateContent>
      <mc:AlternateContent xmlns:mc="http://schemas.openxmlformats.org/markup-compatibility/2006" xmlns:p14="http://schemas.microsoft.com/office/powerpoint/2010/main">
        <mc:Choice Requires="p14">
          <p:contentPart p14:bwMode="auto" r:id="rId37">
            <p14:nvContentPartPr>
              <p14:cNvPr id="1050375" name="Encre 1050374"/>
              <p14:cNvContentPartPr/>
              <p14:nvPr/>
            </p14:nvContentPartPr>
            <p14:xfrm>
              <a:off x="6061195" y="2303821"/>
              <a:ext cx="103978" cy="95589"/>
            </p14:xfrm>
          </p:contentPart>
        </mc:Choice>
        <mc:Fallback xmlns="">
          <p:sp>
            <p:nvSpPr>
              <p:cNvPr id="1050375" name=""/>
              <p:cNvSpPr/>
              <p:nvPr/>
            </p:nvSpPr>
            <p:spPr>
              <a:xfrm>
                <a:off x="6061195" y="2303821"/>
                <a:ext cx="103978" cy="95589"/>
              </a:xfrm>
            </p:spPr>
          </p:sp>
        </mc:Fallback>
      </mc:AlternateContent>
      <mc:AlternateContent xmlns:mc="http://schemas.openxmlformats.org/markup-compatibility/2006" xmlns:p14="http://schemas.microsoft.com/office/powerpoint/2010/main">
        <mc:Choice Requires="p14">
          <p:contentPart p14:bwMode="auto" r:id="rId38">
            <p14:nvContentPartPr>
              <p14:cNvPr id="1050376" name="Encre 1050375"/>
              <p14:cNvContentPartPr/>
              <p14:nvPr/>
            </p14:nvContentPartPr>
            <p14:xfrm>
              <a:off x="5691493" y="2359351"/>
              <a:ext cx="152369" cy="38590"/>
            </p14:xfrm>
          </p:contentPart>
        </mc:Choice>
        <mc:Fallback xmlns="">
          <p:sp>
            <p:nvSpPr>
              <p:cNvPr id="1050376" name=""/>
              <p:cNvSpPr/>
              <p:nvPr/>
            </p:nvSpPr>
            <p:spPr>
              <a:xfrm>
                <a:off x="5691493" y="2359351"/>
                <a:ext cx="152369" cy="38590"/>
              </a:xfrm>
            </p:spPr>
          </p:sp>
        </mc:Fallback>
      </mc:AlternateContent>
      <mc:AlternateContent xmlns:mc="http://schemas.openxmlformats.org/markup-compatibility/2006" xmlns:p14="http://schemas.microsoft.com/office/powerpoint/2010/main">
        <mc:Choice Requires="p14">
          <p:contentPart p14:bwMode="auto" r:id="rId39">
            <p14:nvContentPartPr>
              <p14:cNvPr id="1050377" name="Encre 1050376"/>
              <p14:cNvContentPartPr/>
              <p14:nvPr/>
            </p14:nvContentPartPr>
            <p14:xfrm>
              <a:off x="6103970" y="2455017"/>
              <a:ext cx="123061" cy="148675"/>
            </p14:xfrm>
          </p:contentPart>
        </mc:Choice>
        <mc:Fallback xmlns="">
          <p:sp>
            <p:nvSpPr>
              <p:cNvPr id="1050377" name=""/>
              <p:cNvSpPr/>
              <p:nvPr/>
            </p:nvSpPr>
            <p:spPr>
              <a:xfrm>
                <a:off x="6103970" y="2455017"/>
                <a:ext cx="123061" cy="148675"/>
              </a:xfrm>
            </p:spPr>
          </p:sp>
        </mc:Fallback>
      </mc:AlternateContent>
      <mc:AlternateContent xmlns:mc="http://schemas.openxmlformats.org/markup-compatibility/2006" xmlns:p14="http://schemas.microsoft.com/office/powerpoint/2010/main">
        <mc:Choice Requires="p14">
          <p:contentPart p14:bwMode="auto" r:id="rId40">
            <p14:nvContentPartPr>
              <p14:cNvPr id="1050378" name="Encre 1050377"/>
              <p14:cNvContentPartPr/>
              <p14:nvPr/>
            </p14:nvContentPartPr>
            <p14:xfrm>
              <a:off x="4166688" y="2714452"/>
              <a:ext cx="391446" cy="243002"/>
            </p14:xfrm>
          </p:contentPart>
        </mc:Choice>
        <mc:Fallback xmlns="">
          <p:sp>
            <p:nvSpPr>
              <p:cNvPr id="1050378" name=""/>
              <p:cNvSpPr/>
              <p:nvPr/>
            </p:nvSpPr>
            <p:spPr>
              <a:xfrm>
                <a:off x="4166688" y="2714452"/>
                <a:ext cx="391446" cy="243002"/>
              </a:xfrm>
            </p:spPr>
          </p:sp>
        </mc:Fallback>
      </mc:AlternateContent>
      <mc:AlternateContent xmlns:mc="http://schemas.openxmlformats.org/markup-compatibility/2006" xmlns:p14="http://schemas.microsoft.com/office/powerpoint/2010/main">
        <mc:Choice Requires="p14">
          <p:contentPart p14:bwMode="auto" r:id="rId41">
            <p14:nvContentPartPr>
              <p14:cNvPr id="1050379" name="Encre 1050378"/>
              <p14:cNvContentPartPr/>
              <p14:nvPr/>
            </p14:nvContentPartPr>
            <p14:xfrm>
              <a:off x="4633137" y="2724656"/>
              <a:ext cx="378208" cy="252887"/>
            </p14:xfrm>
          </p:contentPart>
        </mc:Choice>
        <mc:Fallback xmlns="">
          <p:sp>
            <p:nvSpPr>
              <p:cNvPr id="1050379" name=""/>
              <p:cNvSpPr/>
              <p:nvPr/>
            </p:nvSpPr>
            <p:spPr>
              <a:xfrm>
                <a:off x="4633137" y="2724656"/>
                <a:ext cx="378208" cy="252887"/>
              </a:xfrm>
            </p:spPr>
          </p:sp>
        </mc:Fallback>
      </mc:AlternateContent>
      <mc:AlternateContent xmlns:mc="http://schemas.openxmlformats.org/markup-compatibility/2006" xmlns:p14="http://schemas.microsoft.com/office/powerpoint/2010/main">
        <mc:Choice Requires="p14">
          <p:contentPart p14:bwMode="auto" r:id="rId42">
            <p14:nvContentPartPr>
              <p14:cNvPr id="1050380" name="Encre 1050379"/>
              <p14:cNvContentPartPr/>
              <p14:nvPr/>
            </p14:nvContentPartPr>
            <p14:xfrm>
              <a:off x="5182833" y="2669328"/>
              <a:ext cx="735331" cy="242914"/>
            </p14:xfrm>
          </p:contentPart>
        </mc:Choice>
        <mc:Fallback xmlns="">
          <p:sp>
            <p:nvSpPr>
              <p:cNvPr id="1050380" name=""/>
              <p:cNvSpPr/>
              <p:nvPr/>
            </p:nvSpPr>
            <p:spPr>
              <a:xfrm>
                <a:off x="5182833" y="2669328"/>
                <a:ext cx="735331" cy="242914"/>
              </a:xfrm>
            </p:spPr>
          </p:sp>
        </mc:Fallback>
      </mc:AlternateContent>
      <mc:AlternateContent xmlns:mc="http://schemas.openxmlformats.org/markup-compatibility/2006" xmlns:p14="http://schemas.microsoft.com/office/powerpoint/2010/main">
        <mc:Choice Requires="p14">
          <p:contentPart p14:bwMode="auto" r:id="rId43">
            <p14:nvContentPartPr>
              <p14:cNvPr id="1050381" name="Encre 1050380"/>
              <p14:cNvContentPartPr/>
              <p14:nvPr/>
            </p14:nvContentPartPr>
            <p14:xfrm>
              <a:off x="5922505" y="2700153"/>
              <a:ext cx="105394" cy="58983"/>
            </p14:xfrm>
          </p:contentPart>
        </mc:Choice>
        <mc:Fallback xmlns="">
          <p:sp>
            <p:nvSpPr>
              <p:cNvPr id="1050381" name=""/>
              <p:cNvSpPr/>
              <p:nvPr/>
            </p:nvSpPr>
            <p:spPr>
              <a:xfrm>
                <a:off x="5922505" y="2700153"/>
                <a:ext cx="105394" cy="58983"/>
              </a:xfrm>
            </p:spPr>
          </p:sp>
        </mc:Fallback>
      </mc:AlternateContent>
      <mc:AlternateContent xmlns:mc="http://schemas.openxmlformats.org/markup-compatibility/2006" xmlns:p14="http://schemas.microsoft.com/office/powerpoint/2010/main">
        <mc:Choice Requires="p14">
          <p:contentPart p14:bwMode="auto" r:id="rId44">
            <p14:nvContentPartPr>
              <p14:cNvPr id="1050382" name="Encre 1050381"/>
              <p14:cNvContentPartPr/>
              <p14:nvPr/>
            </p14:nvContentPartPr>
            <p14:xfrm>
              <a:off x="5629635" y="2741859"/>
              <a:ext cx="118846" cy="7854"/>
            </p14:xfrm>
          </p:contentPart>
        </mc:Choice>
        <mc:Fallback xmlns="">
          <p:sp>
            <p:nvSpPr>
              <p:cNvPr id="1050382" name=""/>
              <p:cNvSpPr/>
              <p:nvPr/>
            </p:nvSpPr>
            <p:spPr>
              <a:xfrm>
                <a:off x="5629635" y="2741859"/>
                <a:ext cx="118846" cy="7854"/>
              </a:xfrm>
            </p:spPr>
          </p:sp>
        </mc:Fallback>
      </mc:AlternateContent>
      <mc:AlternateContent xmlns:mc="http://schemas.openxmlformats.org/markup-compatibility/2006" xmlns:p14="http://schemas.microsoft.com/office/powerpoint/2010/main">
        <mc:Choice Requires="p14">
          <p:contentPart p14:bwMode="auto" r:id="rId45">
            <p14:nvContentPartPr>
              <p14:cNvPr id="1050383" name="Encre 1050382"/>
              <p14:cNvContentPartPr/>
              <p14:nvPr/>
            </p14:nvContentPartPr>
            <p14:xfrm>
              <a:off x="3245913" y="2732596"/>
              <a:ext cx="687709" cy="632521"/>
            </p14:xfrm>
          </p:contentPart>
        </mc:Choice>
        <mc:Fallback xmlns="">
          <p:sp>
            <p:nvSpPr>
              <p:cNvPr id="1050383" name=""/>
              <p:cNvSpPr/>
              <p:nvPr/>
            </p:nvSpPr>
            <p:spPr>
              <a:xfrm>
                <a:off x="3245913" y="2732596"/>
                <a:ext cx="687709" cy="632521"/>
              </a:xfrm>
            </p:spPr>
          </p:sp>
        </mc:Fallback>
      </mc:AlternateContent>
      <mc:AlternateContent xmlns:mc="http://schemas.openxmlformats.org/markup-compatibility/2006" xmlns:p14="http://schemas.microsoft.com/office/powerpoint/2010/main">
        <mc:Choice Requires="p14">
          <p:contentPart p14:bwMode="auto" r:id="rId46">
            <p14:nvContentPartPr>
              <p14:cNvPr id="1050384" name="Encre 1050383"/>
              <p14:cNvContentPartPr/>
              <p14:nvPr/>
            </p14:nvContentPartPr>
            <p14:xfrm>
              <a:off x="1468195" y="3252269"/>
              <a:ext cx="1181235" cy="56798"/>
            </p14:xfrm>
          </p:contentPart>
        </mc:Choice>
        <mc:Fallback xmlns="">
          <p:sp>
            <p:nvSpPr>
              <p:cNvPr id="1050384" name=""/>
              <p:cNvSpPr/>
              <p:nvPr/>
            </p:nvSpPr>
            <p:spPr>
              <a:xfrm>
                <a:off x="1468195" y="3252269"/>
                <a:ext cx="1181235" cy="56798"/>
              </a:xfrm>
            </p:spPr>
          </p:sp>
        </mc:Fallback>
      </mc:AlternateContent>
      <mc:AlternateContent xmlns:mc="http://schemas.openxmlformats.org/markup-compatibility/2006" xmlns:p14="http://schemas.microsoft.com/office/powerpoint/2010/main">
        <mc:Choice Requires="p14">
          <p:contentPart p14:bwMode="auto" r:id="rId47">
            <p14:nvContentPartPr>
              <p14:cNvPr id="1050385" name="Encre 1050384"/>
              <p14:cNvContentPartPr/>
              <p14:nvPr/>
            </p14:nvContentPartPr>
            <p14:xfrm>
              <a:off x="3020155" y="3504478"/>
              <a:ext cx="763781" cy="471086"/>
            </p14:xfrm>
          </p:contentPart>
        </mc:Choice>
        <mc:Fallback xmlns="">
          <p:sp>
            <p:nvSpPr>
              <p:cNvPr id="1050385" name=""/>
              <p:cNvSpPr/>
              <p:nvPr/>
            </p:nvSpPr>
            <p:spPr>
              <a:xfrm>
                <a:off x="3020155" y="3504478"/>
                <a:ext cx="763781" cy="471086"/>
              </a:xfrm>
            </p:spPr>
          </p:sp>
        </mc:Fallback>
      </mc:AlternateContent>
      <mc:AlternateContent xmlns:mc="http://schemas.openxmlformats.org/markup-compatibility/2006" xmlns:p14="http://schemas.microsoft.com/office/powerpoint/2010/main">
        <mc:Choice Requires="p14">
          <p:contentPart p14:bwMode="auto" r:id="rId48">
            <p14:nvContentPartPr>
              <p14:cNvPr id="1050386" name="Encre 1050385"/>
              <p14:cNvContentPartPr/>
              <p14:nvPr/>
            </p14:nvContentPartPr>
            <p14:xfrm>
              <a:off x="1480000" y="3522974"/>
              <a:ext cx="1323574" cy="471922"/>
            </p14:xfrm>
          </p:contentPart>
        </mc:Choice>
        <mc:Fallback xmlns="">
          <p:sp>
            <p:nvSpPr>
              <p:cNvPr id="1050386" name=""/>
              <p:cNvSpPr/>
              <p:nvPr/>
            </p:nvSpPr>
            <p:spPr>
              <a:xfrm>
                <a:off x="1480000" y="3522974"/>
                <a:ext cx="1323574" cy="471922"/>
              </a:xfrm>
            </p:spPr>
          </p:sp>
        </mc:Fallback>
      </mc:AlternateContent>
      <mc:AlternateContent xmlns:mc="http://schemas.openxmlformats.org/markup-compatibility/2006" xmlns:p14="http://schemas.microsoft.com/office/powerpoint/2010/main">
        <mc:Choice Requires="p14">
          <p:contentPart p14:bwMode="auto" r:id="rId49">
            <p14:nvContentPartPr>
              <p14:cNvPr id="1050387" name="Encre 1050386"/>
              <p14:cNvContentPartPr/>
              <p14:nvPr/>
            </p14:nvContentPartPr>
            <p14:xfrm>
              <a:off x="8788635" y="4350064"/>
              <a:ext cx="6779" cy="75073"/>
            </p14:xfrm>
          </p:contentPart>
        </mc:Choice>
        <mc:Fallback xmlns="">
          <p:sp>
            <p:nvSpPr>
              <p:cNvPr id="1050387" name=""/>
              <p:cNvSpPr/>
              <p:nvPr/>
            </p:nvSpPr>
            <p:spPr>
              <a:xfrm>
                <a:off x="8788635" y="4350064"/>
                <a:ext cx="6779" cy="75073"/>
              </a:xfrm>
            </p:spPr>
          </p:sp>
        </mc:Fallback>
      </mc:AlternateContent>
      <mc:AlternateContent xmlns:mc="http://schemas.openxmlformats.org/markup-compatibility/2006" xmlns:p14="http://schemas.microsoft.com/office/powerpoint/2010/main">
        <mc:Choice Requires="p14">
          <p:contentPart p14:bwMode="auto" r:id="rId50">
            <p14:nvContentPartPr>
              <p14:cNvPr id="1050388" name="Encre 1050387"/>
              <p14:cNvContentPartPr/>
              <p14:nvPr/>
            </p14:nvContentPartPr>
            <p14:xfrm>
              <a:off x="4653359" y="5016659"/>
              <a:ext cx="3543888" cy="1205168"/>
            </p14:xfrm>
          </p:contentPart>
        </mc:Choice>
        <mc:Fallback xmlns="">
          <p:sp>
            <p:nvSpPr>
              <p:cNvPr id="1050388" name=""/>
              <p:cNvSpPr/>
              <p:nvPr/>
            </p:nvSpPr>
            <p:spPr>
              <a:xfrm>
                <a:off x="4653359" y="5016659"/>
                <a:ext cx="3543888" cy="1205168"/>
              </a:xfrm>
            </p:spPr>
          </p:sp>
        </mc:Fallback>
      </mc:AlternateContent>
      <mc:AlternateContent xmlns:mc="http://schemas.openxmlformats.org/markup-compatibility/2006" xmlns:p14="http://schemas.microsoft.com/office/powerpoint/2010/main">
        <mc:Choice Requires="p14">
          <p:contentPart p14:bwMode="auto" r:id="rId51">
            <p14:nvContentPartPr>
              <p14:cNvPr id="1050389" name="Encre 1050388"/>
              <p14:cNvContentPartPr/>
              <p14:nvPr/>
            </p14:nvContentPartPr>
            <p14:xfrm>
              <a:off x="6844201" y="5355375"/>
              <a:ext cx="429092" cy="468122"/>
            </p14:xfrm>
          </p:contentPart>
        </mc:Choice>
        <mc:Fallback xmlns="">
          <p:sp>
            <p:nvSpPr>
              <p:cNvPr id="1050389" name=""/>
              <p:cNvSpPr/>
              <p:nvPr/>
            </p:nvSpPr>
            <p:spPr>
              <a:xfrm>
                <a:off x="6844201" y="5355375"/>
                <a:ext cx="429092" cy="468122"/>
              </a:xfrm>
            </p:spPr>
          </p:sp>
        </mc:Fallback>
      </mc:AlternateContent>
      <mc:AlternateContent xmlns:mc="http://schemas.openxmlformats.org/markup-compatibility/2006" xmlns:p14="http://schemas.microsoft.com/office/powerpoint/2010/main">
        <mc:Choice Requires="p14">
          <p:contentPart p14:bwMode="auto" r:id="rId52">
            <p14:nvContentPartPr>
              <p14:cNvPr id="1050390" name="Encre 1050389"/>
              <p14:cNvContentPartPr/>
              <p14:nvPr/>
            </p14:nvContentPartPr>
            <p14:xfrm>
              <a:off x="7635000" y="5732815"/>
              <a:ext cx="61797" cy="14485"/>
            </p14:xfrm>
          </p:contentPart>
        </mc:Choice>
        <mc:Fallback xmlns="">
          <p:sp>
            <p:nvSpPr>
              <p:cNvPr id="1050390" name=""/>
              <p:cNvSpPr/>
              <p:nvPr/>
            </p:nvSpPr>
            <p:spPr>
              <a:xfrm>
                <a:off x="7635000" y="5732815"/>
                <a:ext cx="61797" cy="14485"/>
              </a:xfrm>
            </p:spPr>
          </p:sp>
        </mc:Fallback>
      </mc:AlternateContent>
      <mc:AlternateContent xmlns:mc="http://schemas.openxmlformats.org/markup-compatibility/2006" xmlns:p14="http://schemas.microsoft.com/office/powerpoint/2010/main">
        <mc:Choice Requires="p14">
          <p:contentPart p14:bwMode="auto" r:id="rId53">
            <p14:nvContentPartPr>
              <p14:cNvPr id="1050391" name="Encre 1050390"/>
              <p14:cNvContentPartPr/>
              <p14:nvPr/>
            </p14:nvContentPartPr>
            <p14:xfrm>
              <a:off x="8283870" y="6455887"/>
              <a:ext cx="28965" cy="2248"/>
            </p14:xfrm>
          </p:contentPart>
        </mc:Choice>
        <mc:Fallback xmlns="">
          <p:sp>
            <p:nvSpPr>
              <p:cNvPr id="1050391" name=""/>
              <p:cNvSpPr/>
              <p:nvPr/>
            </p:nvSpPr>
            <p:spPr>
              <a:xfrm>
                <a:off x="8283870" y="6455887"/>
                <a:ext cx="28965" cy="2248"/>
              </a:xfrm>
            </p:spPr>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4" name="Rectangle 3"/>
          <p:cNvSpPr>
            <a:spLocks noRot="1" noChangeAspect="1" noMove="1" noResize="1" noEditPoints="1" noAdjustHandles="1" noChangeArrowheads="1" noChangeShapeType="1" noTextEdit="1"/>
          </p:cNvSpPr>
          <p:nvPr/>
        </p:nvSpPr>
        <p:spPr>
          <a:xfrm>
            <a:off x="665408" y="1389570"/>
            <a:ext cx="8633138" cy="2246769"/>
          </a:xfrm>
          <a:prstGeom prst="rect">
            <a:avLst/>
          </a:prstGeom>
          <a:blipFill rotWithShape="0">
            <a:blip r:embed="rId2"/>
            <a:stretch>
              <a:fillRect l="-706" t="-1355" b="-3523"/>
            </a:stretch>
          </a:blipFill>
        </p:spPr>
        <p:txBody>
          <a:bodyPr/>
          <a:lstStyle/>
          <a:p>
            <a:r>
              <a:rPr lang="fr-MA">
                <a:noFill/>
              </a:rPr>
              <a:t> </a:t>
            </a:r>
          </a:p>
        </p:txBody>
      </p:sp>
      <p:sp>
        <p:nvSpPr>
          <p:cNvPr id="1048785" name="ZoneTexte 4"/>
          <p:cNvSpPr txBox="1">
            <a:spLocks noRot="1" noChangeAspect="1" noMove="1" noResize="1" noEditPoints="1" noAdjustHandles="1" noChangeArrowheads="1" noChangeShapeType="1" noTextEdit="1"/>
          </p:cNvSpPr>
          <p:nvPr/>
        </p:nvSpPr>
        <p:spPr>
          <a:xfrm>
            <a:off x="3867955" y="371994"/>
            <a:ext cx="3276410" cy="864596"/>
          </a:xfrm>
          <a:prstGeom prst="rect">
            <a:avLst/>
          </a:prstGeom>
          <a:blipFill rotWithShape="0">
            <a:blip r:embed="rId3"/>
            <a:stretch>
              <a:fillRect/>
            </a:stretch>
          </a:blipFill>
        </p:spPr>
        <p:txBody>
          <a:bodyPr/>
          <a:lstStyle/>
          <a:p>
            <a:r>
              <a:rPr lang="fr-MA">
                <a:noFill/>
              </a:rPr>
              <a:t> </a:t>
            </a:r>
          </a:p>
        </p:txBody>
      </p:sp>
      <p:sp>
        <p:nvSpPr>
          <p:cNvPr id="1048786" name="Rectangle 5"/>
          <p:cNvSpPr/>
          <p:nvPr/>
        </p:nvSpPr>
        <p:spPr>
          <a:xfrm>
            <a:off x="468319" y="3789319"/>
            <a:ext cx="7193279" cy="510540"/>
          </a:xfrm>
          <a:prstGeom prst="rect">
            <a:avLst/>
          </a:prstGeom>
          <a:solidFill>
            <a:srgbClr val="FFFF00"/>
          </a:solidFill>
        </p:spPr>
        <p:txBody>
          <a:bodyPr wrap="none">
            <a:spAutoFit/>
          </a:bodyPr>
          <a:lstStyle/>
          <a:p>
            <a:r>
              <a:rPr lang="fr-FR" sz="2800" dirty="0">
                <a:effectLst>
                  <a:outerShdw blurRad="38100" dist="38100" dir="2700000" algn="tl">
                    <a:srgbClr val="000000">
                      <a:alpha val="43137"/>
                    </a:srgbClr>
                  </a:outerShdw>
                </a:effectLst>
                <a:latin typeface="AR BLANCA" panose="02000000000000000000" pitchFamily="2" charset="0"/>
              </a:rPr>
              <a:t>5</a:t>
            </a:r>
            <a:r>
              <a:rPr lang="fr-FR" sz="2800" i="0" u="none" strike="noStrike" baseline="0" dirty="0">
                <a:effectLst>
                  <a:outerShdw blurRad="38100" dist="38100" dir="2700000" algn="tl">
                    <a:srgbClr val="000000">
                      <a:alpha val="43137"/>
                    </a:srgbClr>
                  </a:outerShdw>
                </a:effectLst>
                <a:latin typeface="AR BLANCA" panose="02000000000000000000" pitchFamily="2" charset="0"/>
              </a:rPr>
              <a:t>. Mouvement des planètes – Lois de Kepler</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87" name="Rectangle 6"/>
          <p:cNvSpPr/>
          <p:nvPr/>
        </p:nvSpPr>
        <p:spPr>
          <a:xfrm>
            <a:off x="312194" y="4462069"/>
            <a:ext cx="7256780" cy="447041"/>
          </a:xfrm>
          <a:prstGeom prst="rect">
            <a:avLst/>
          </a:prstGeom>
        </p:spPr>
        <p:txBody>
          <a:bodyPr wrap="none">
            <a:spAutoFit/>
          </a:bodyPr>
          <a:lstStyle/>
          <a:p>
            <a:r>
              <a:rPr lang="fr-FR" sz="2400" dirty="0"/>
              <a:t>on se place dans le cadre de la force de gravitation :</a:t>
            </a:r>
            <a:endParaRPr lang="fr-MA" sz="2400" dirty="0"/>
          </a:p>
        </p:txBody>
      </p:sp>
      <p:sp>
        <p:nvSpPr>
          <p:cNvPr id="1048788" name="ZoneTexte 7"/>
          <p:cNvSpPr txBox="1">
            <a:spLocks noRot="1" noChangeAspect="1" noMove="1" noResize="1" noEditPoints="1" noAdjustHandles="1" noChangeArrowheads="1" noChangeShapeType="1" noTextEdit="1"/>
          </p:cNvSpPr>
          <p:nvPr/>
        </p:nvSpPr>
        <p:spPr>
          <a:xfrm>
            <a:off x="6683824" y="4353417"/>
            <a:ext cx="2121799" cy="617413"/>
          </a:xfrm>
          <a:prstGeom prst="rect">
            <a:avLst/>
          </a:prstGeom>
          <a:blipFill rotWithShape="0">
            <a:blip r:embed="rId4"/>
            <a:stretch>
              <a:fillRect/>
            </a:stretch>
          </a:blipFill>
        </p:spPr>
        <p:txBody>
          <a:bodyPr/>
          <a:lstStyle/>
          <a:p>
            <a:r>
              <a:rPr lang="fr-MA">
                <a:noFill/>
              </a:rPr>
              <a:t> </a:t>
            </a:r>
          </a:p>
        </p:txBody>
      </p:sp>
      <p:sp>
        <p:nvSpPr>
          <p:cNvPr id="1048789" name="Rectangle 8"/>
          <p:cNvSpPr>
            <a:spLocks noRot="1" noChangeAspect="1" noMove="1" noResize="1" noEditPoints="1" noAdjustHandles="1" noChangeArrowheads="1" noChangeShapeType="1" noTextEdit="1"/>
          </p:cNvSpPr>
          <p:nvPr/>
        </p:nvSpPr>
        <p:spPr>
          <a:xfrm>
            <a:off x="9393347" y="4462068"/>
            <a:ext cx="2535631" cy="400110"/>
          </a:xfrm>
          <a:prstGeom prst="rect">
            <a:avLst/>
          </a:prstGeom>
          <a:blipFill rotWithShape="0">
            <a:blip r:embed="rId5"/>
            <a:stretch>
              <a:fillRect/>
            </a:stretch>
          </a:blipFill>
        </p:spPr>
        <p:txBody>
          <a:bodyPr/>
          <a:lstStyle/>
          <a:p>
            <a:r>
              <a:rPr lang="fr-MA">
                <a:noFill/>
              </a:rPr>
              <a:t> </a:t>
            </a:r>
          </a:p>
        </p:txBody>
      </p:sp>
      <p:sp>
        <p:nvSpPr>
          <p:cNvPr id="1048790" name="ZoneTexte 9"/>
          <p:cNvSpPr txBox="1"/>
          <p:nvPr/>
        </p:nvSpPr>
        <p:spPr>
          <a:xfrm>
            <a:off x="8900424" y="4462069"/>
            <a:ext cx="398122" cy="400110"/>
          </a:xfrm>
          <a:prstGeom prst="rect">
            <a:avLst/>
          </a:prstGeom>
          <a:noFill/>
        </p:spPr>
        <p:txBody>
          <a:bodyPr wrap="none" rtlCol="0">
            <a:spAutoFit/>
          </a:bodyPr>
          <a:lstStyle/>
          <a:p>
            <a:r>
              <a:rPr lang="fr-MA" sz="2000" dirty="0"/>
              <a:t>et</a:t>
            </a:r>
          </a:p>
        </p:txBody>
      </p:sp>
      <p:sp>
        <p:nvSpPr>
          <p:cNvPr id="1048791" name="Rectangle 10"/>
          <p:cNvSpPr/>
          <p:nvPr/>
        </p:nvSpPr>
        <p:spPr>
          <a:xfrm>
            <a:off x="663082" y="5070767"/>
            <a:ext cx="10502901" cy="802640"/>
          </a:xfrm>
          <a:prstGeom prst="rect">
            <a:avLst/>
          </a:prstGeom>
        </p:spPr>
        <p:txBody>
          <a:bodyPr wrap="square">
            <a:spAutoFit/>
          </a:bodyPr>
          <a:lstStyle/>
          <a:p>
            <a:pPr algn="just"/>
            <a:r>
              <a:rPr lang="fr-FR" sz="2400" dirty="0"/>
              <a:t>On a donc une force attractive et la possibilité d’observer des états libres et des états </a:t>
            </a:r>
            <a:r>
              <a:rPr lang="fr-MA" sz="2400" dirty="0"/>
              <a:t>liés.</a:t>
            </a:r>
          </a:p>
        </p:txBody>
      </p:sp>
      <mc:AlternateContent xmlns:mc="http://schemas.openxmlformats.org/markup-compatibility/2006" xmlns:p14="http://schemas.microsoft.com/office/powerpoint/2010/main">
        <mc:Choice Requires="p14">
          <p:contentPart p14:bwMode="auto" r:id="rId6">
            <p14:nvContentPartPr>
              <p14:cNvPr id="1048792" name="Encre 1048791"/>
              <p14:cNvContentPartPr/>
              <p14:nvPr/>
            </p14:nvContentPartPr>
            <p14:xfrm>
              <a:off x="1163358" y="3815514"/>
              <a:ext cx="45399" cy="77627"/>
            </p14:xfrm>
          </p:contentPart>
        </mc:Choice>
        <mc:Fallback xmlns="">
          <p:sp>
            <p:nvSpPr>
              <p:cNvPr id="1048792" name=""/>
              <p:cNvSpPr/>
              <p:nvPr/>
            </p:nvSpPr>
            <p:spPr>
              <a:xfrm>
                <a:off x="1163358" y="3815514"/>
                <a:ext cx="45399" cy="77627"/>
              </a:xfrm>
            </p:spPr>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3" name="Rectangle 3"/>
          <p:cNvSpPr/>
          <p:nvPr/>
        </p:nvSpPr>
        <p:spPr>
          <a:xfrm>
            <a:off x="614385" y="295072"/>
            <a:ext cx="4831080" cy="510540"/>
          </a:xfrm>
          <a:prstGeom prst="rect">
            <a:avLst/>
          </a:prstGeom>
          <a:solidFill>
            <a:srgbClr val="92D050"/>
          </a:solidFill>
        </p:spPr>
        <p:txBody>
          <a:bodyPr wrap="none">
            <a:spAutoFit/>
          </a:bodyPr>
          <a:lstStyle/>
          <a:p>
            <a:r>
              <a:rPr lang="fr-FR" sz="2800" dirty="0">
                <a:effectLst>
                  <a:outerShdw blurRad="38100" dist="38100" dir="2700000" algn="tl">
                    <a:srgbClr val="000000">
                      <a:alpha val="43137"/>
                    </a:srgbClr>
                  </a:outerShdw>
                </a:effectLst>
                <a:latin typeface="AR BLANCA" panose="02000000000000000000" pitchFamily="2" charset="0"/>
              </a:rPr>
              <a:t>5.1 Énoncé des lois de Kepler</a:t>
            </a:r>
            <a:endParaRPr lang="fr-MA" sz="2800" dirty="0">
              <a:effectLst>
                <a:outerShdw blurRad="38100" dist="38100" dir="2700000" algn="tl">
                  <a:srgbClr val="000000">
                    <a:alpha val="43137"/>
                  </a:srgbClr>
                </a:outerShdw>
              </a:effectLst>
              <a:latin typeface="AR BLANCA" panose="02000000000000000000" pitchFamily="2" charset="0"/>
            </a:endParaRPr>
          </a:p>
        </p:txBody>
      </p:sp>
      <p:sp>
        <p:nvSpPr>
          <p:cNvPr id="1048794" name="Rectangle 4"/>
          <p:cNvSpPr/>
          <p:nvPr/>
        </p:nvSpPr>
        <p:spPr>
          <a:xfrm>
            <a:off x="334850" y="1385989"/>
            <a:ext cx="11526591" cy="4358640"/>
          </a:xfrm>
          <a:prstGeom prst="rect">
            <a:avLst/>
          </a:prstGeom>
        </p:spPr>
        <p:txBody>
          <a:bodyPr wrap="square">
            <a:spAutoFit/>
          </a:bodyPr>
          <a:lstStyle/>
          <a:p>
            <a:pPr marL="285750" indent="-285750" algn="just">
              <a:buFont typeface="Wingdings" panose="05000000000000000000" pitchFamily="2" charset="2"/>
              <a:buChar char="q"/>
            </a:pPr>
            <a:r>
              <a:rPr lang="fr-FR" sz="2400" dirty="0"/>
              <a:t>Les lois de Kepler ont été énoncées expérimentalement à partir de l’observation du mouvement des planètes. Elles sont au nombre de trois :</a:t>
            </a:r>
          </a:p>
          <a:p>
            <a:pPr marL="285750" indent="-285750" algn="just">
              <a:buFont typeface="Wingdings" panose="05000000000000000000" pitchFamily="2" charset="2"/>
              <a:buChar char="q"/>
            </a:pPr>
            <a:endParaRPr lang="fr-FR" sz="2400" dirty="0"/>
          </a:p>
          <a:p>
            <a:pPr marL="457200" indent="-457200" algn="just">
              <a:buAutoNum type="arabicPeriod"/>
            </a:pPr>
            <a:r>
              <a:rPr lang="fr-FR" sz="2400" dirty="0"/>
              <a:t>Le centre des planètes décrit une ellipse dont l’un des foyers est le Soleil.</a:t>
            </a:r>
          </a:p>
          <a:p>
            <a:pPr algn="just"/>
            <a:endParaRPr lang="fr-FR" sz="2400" dirty="0"/>
          </a:p>
          <a:p>
            <a:pPr marL="457200" indent="-457200" algn="just">
              <a:buAutoNum type="arabicPeriod"/>
            </a:pPr>
            <a:endParaRPr lang="fr-FR" sz="2400" dirty="0"/>
          </a:p>
          <a:p>
            <a:pPr algn="just"/>
            <a:r>
              <a:rPr lang="fr-FR" sz="2400" dirty="0"/>
              <a:t>2. Les rayons vecteurs balaient des aires égales pour des intervalles de temps égaux.</a:t>
            </a:r>
          </a:p>
          <a:p>
            <a:pPr algn="just"/>
            <a:endParaRPr lang="fr-FR" sz="2400" dirty="0"/>
          </a:p>
          <a:p>
            <a:pPr algn="just"/>
            <a:endParaRPr lang="fr-FR" sz="2400" dirty="0"/>
          </a:p>
          <a:p>
            <a:pPr algn="just"/>
            <a:r>
              <a:rPr lang="fr-FR" sz="2400" dirty="0"/>
              <a:t>3. Le rapport entre le carré de la période </a:t>
            </a:r>
            <a:r>
              <a:rPr lang="fr-FR" sz="2400" i="1" dirty="0"/>
              <a:t>T </a:t>
            </a:r>
            <a:r>
              <a:rPr lang="fr-FR" sz="2400" dirty="0"/>
              <a:t>de révolution de la planète autour du Soleil et le cube du demi-grand axe </a:t>
            </a:r>
            <a:r>
              <a:rPr lang="fr-FR" sz="2400" i="1" dirty="0"/>
              <a:t>a </a:t>
            </a:r>
            <a:r>
              <a:rPr lang="fr-FR" sz="2400" dirty="0"/>
              <a:t>de la trajectoire est indépendant de la planète</a:t>
            </a:r>
            <a:r>
              <a:rPr lang="fr-MA" sz="2400" dirty="0"/>
              <a:t>:</a:t>
            </a:r>
          </a:p>
        </p:txBody>
      </p:sp>
      <p:sp>
        <p:nvSpPr>
          <p:cNvPr id="1048795" name="Rectangle 5"/>
          <p:cNvSpPr>
            <a:spLocks noRot="1" noChangeAspect="1" noMove="1" noResize="1" noEditPoints="1" noAdjustHandles="1" noChangeArrowheads="1" noChangeShapeType="1" noTextEdit="1"/>
          </p:cNvSpPr>
          <p:nvPr/>
        </p:nvSpPr>
        <p:spPr>
          <a:xfrm>
            <a:off x="8165206" y="5523831"/>
            <a:ext cx="1565124" cy="831061"/>
          </a:xfrm>
          <a:prstGeom prst="rect">
            <a:avLst/>
          </a:prstGeom>
          <a:blipFill rotWithShape="0">
            <a:blip r:embed="rId2"/>
            <a:stretch>
              <a:fillRect/>
            </a:stretch>
          </a:blipFill>
        </p:spPr>
        <p:txBody>
          <a:bodyPr/>
          <a:lstStyle/>
          <a:p>
            <a:r>
              <a:rPr lang="fr-MA">
                <a:noFill/>
              </a:rPr>
              <a:t> </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96" name="Arc 6"/>
          <p:cNvSpPr/>
          <p:nvPr/>
        </p:nvSpPr>
        <p:spPr>
          <a:xfrm>
            <a:off x="485557" y="4334465"/>
            <a:ext cx="5286779" cy="1249252"/>
          </a:xfrm>
          <a:prstGeom prst="arc">
            <a:avLst>
              <a:gd name="adj1" fmla="val 5065660"/>
              <a:gd name="adj2" fmla="val 4983938"/>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MA"/>
          </a:p>
        </p:txBody>
      </p:sp>
      <p:sp>
        <p:nvSpPr>
          <p:cNvPr id="1048797" name="Rectangle 3"/>
          <p:cNvSpPr/>
          <p:nvPr/>
        </p:nvSpPr>
        <p:spPr>
          <a:xfrm>
            <a:off x="652529" y="355474"/>
            <a:ext cx="10783909" cy="4053840"/>
          </a:xfrm>
          <a:prstGeom prst="rect">
            <a:avLst/>
          </a:prstGeom>
        </p:spPr>
        <p:txBody>
          <a:bodyPr wrap="square">
            <a:spAutoFit/>
          </a:bodyPr>
          <a:lstStyle/>
          <a:p>
            <a:pPr algn="just"/>
            <a:r>
              <a:rPr lang="fr-FR" sz="2000" dirty="0">
                <a:solidFill>
                  <a:srgbClr val="000000"/>
                </a:solidFill>
              </a:rPr>
              <a:t>Ces propriétés s’interprètent aisément en postulant les hypothèses suivantes :</a:t>
            </a:r>
          </a:p>
          <a:p>
            <a:pPr algn="just"/>
            <a:endParaRPr lang="fr-FR" sz="2000" dirty="0">
              <a:solidFill>
                <a:srgbClr val="000000"/>
              </a:solidFill>
            </a:endParaRPr>
          </a:p>
          <a:p>
            <a:pPr algn="just"/>
            <a:r>
              <a:rPr lang="fr-FR" sz="2000" i="1" dirty="0"/>
              <a:t>•</a:t>
            </a:r>
            <a:r>
              <a:rPr lang="fr-FR" sz="2000" i="1" dirty="0">
                <a:solidFill>
                  <a:srgbClr val="C4007A"/>
                </a:solidFill>
              </a:rPr>
              <a:t> </a:t>
            </a:r>
            <a:r>
              <a:rPr lang="fr-FR" sz="2000" dirty="0">
                <a:solidFill>
                  <a:srgbClr val="000000"/>
                </a:solidFill>
              </a:rPr>
              <a:t>Les planètes et le Soleil présentent une symétrie sphérique permettant de les assimiler à des points matériels. En première approximation, cette hypothèse est justifiée même si l’on sait que les planètes ne sont pas rigoureusement des sphères. Cette approximation pourra éventuellement expliquer des écarts aux lois de Kepler.</a:t>
            </a:r>
          </a:p>
          <a:p>
            <a:pPr algn="just"/>
            <a:endParaRPr lang="fr-FR" sz="2000" dirty="0">
              <a:solidFill>
                <a:srgbClr val="000000"/>
              </a:solidFill>
            </a:endParaRPr>
          </a:p>
          <a:p>
            <a:r>
              <a:rPr lang="fr-FR" sz="2000" i="1" dirty="0"/>
              <a:t>• </a:t>
            </a:r>
            <a:r>
              <a:rPr lang="fr-FR" sz="2000" dirty="0">
                <a:solidFill>
                  <a:srgbClr val="000000"/>
                </a:solidFill>
              </a:rPr>
              <a:t>Le mouvement d’une planète est uniquement lié à l’interaction entre cette planète et le Soleil, on exclut toute influence des autres planètes ou objets célestes. </a:t>
            </a:r>
          </a:p>
          <a:p>
            <a:endParaRPr lang="fr-FR" sz="2000" dirty="0"/>
          </a:p>
          <a:p>
            <a:r>
              <a:rPr lang="fr-FR" sz="2000" i="1" dirty="0"/>
              <a:t>• </a:t>
            </a:r>
            <a:r>
              <a:rPr lang="fr-FR" sz="2000" dirty="0"/>
              <a:t>La masse de la planète est négligeable devant celle du Soleil. L’intérêt de cette dernière hypothèse est de pouvoir assimiler le barycentre du système constitué du Soleil et d’une planète au centre du Soleil.</a:t>
            </a:r>
            <a:endParaRPr lang="fr-MA" sz="2000" dirty="0"/>
          </a:p>
        </p:txBody>
      </p:sp>
      <p:sp>
        <p:nvSpPr>
          <p:cNvPr id="1048798" name="Ellipse 4"/>
          <p:cNvSpPr/>
          <p:nvPr/>
        </p:nvSpPr>
        <p:spPr>
          <a:xfrm>
            <a:off x="2451734" y="4109086"/>
            <a:ext cx="1352281" cy="1390918"/>
          </a:xfrm>
          <a:prstGeom prst="ellipse">
            <a:avLst/>
          </a:prstGeom>
          <a:gradFill flip="none" rotWithShape="1">
            <a:gsLst>
              <a:gs pos="0">
                <a:srgbClr val="FFFF00">
                  <a:shade val="30000"/>
                  <a:satMod val="115000"/>
                </a:srgbClr>
              </a:gs>
              <a:gs pos="50000">
                <a:srgbClr val="FFFF00">
                  <a:shade val="67500"/>
                  <a:satMod val="115000"/>
                </a:srgbClr>
              </a:gs>
              <a:gs pos="100000">
                <a:srgbClr val="FFFF00">
                  <a:shade val="100000"/>
                  <a:satMod val="115000"/>
                </a:srgb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799" name="Ellipse 5"/>
          <p:cNvSpPr/>
          <p:nvPr/>
        </p:nvSpPr>
        <p:spPr>
          <a:xfrm>
            <a:off x="5611351" y="4649998"/>
            <a:ext cx="321971" cy="309093"/>
          </a:xfrm>
          <a:prstGeom prst="ellipse">
            <a:avLst/>
          </a:prstGeom>
          <a:gradFill flip="none" rotWithShape="1">
            <a:gsLst>
              <a:gs pos="0">
                <a:schemeClr val="accent4">
                  <a:lumMod val="60000"/>
                  <a:lumOff val="40000"/>
                  <a:shade val="30000"/>
                  <a:satMod val="115000"/>
                </a:schemeClr>
              </a:gs>
              <a:gs pos="50000">
                <a:schemeClr val="accent4">
                  <a:lumMod val="60000"/>
                  <a:lumOff val="40000"/>
                  <a:shade val="67500"/>
                  <a:satMod val="115000"/>
                </a:schemeClr>
              </a:gs>
              <a:gs pos="100000">
                <a:schemeClr val="accent4">
                  <a:lumMod val="60000"/>
                  <a:lumOff val="40000"/>
                  <a:shade val="100000"/>
                  <a:satMod val="115000"/>
                </a:scheme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70" name="Connecteur droit 8"/>
          <p:cNvCxnSpPr>
            <a:cxnSpLocks/>
          </p:cNvCxnSpPr>
          <p:nvPr/>
        </p:nvCxnSpPr>
        <p:spPr>
          <a:xfrm>
            <a:off x="3127874" y="4804544"/>
            <a:ext cx="2644462"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800" name="ZoneTexte 9"/>
          <p:cNvSpPr txBox="1"/>
          <p:nvPr/>
        </p:nvSpPr>
        <p:spPr>
          <a:xfrm>
            <a:off x="2950582" y="4281324"/>
            <a:ext cx="398779" cy="510540"/>
          </a:xfrm>
          <a:prstGeom prst="rect">
            <a:avLst/>
          </a:prstGeom>
          <a:noFill/>
        </p:spPr>
        <p:txBody>
          <a:bodyPr wrap="none" rtlCol="0">
            <a:spAutoFit/>
          </a:bodyPr>
          <a:lstStyle/>
          <a:p>
            <a:r>
              <a:rPr lang="fr-MA" sz="2800" b="1" dirty="0">
                <a:effectLst>
                  <a:outerShdw blurRad="38100" dist="38100" dir="2700000" algn="tl">
                    <a:srgbClr val="000000">
                      <a:alpha val="43137"/>
                    </a:srgbClr>
                  </a:outerShdw>
                </a:effectLst>
              </a:rPr>
              <a:t>S</a:t>
            </a:r>
          </a:p>
        </p:txBody>
      </p:sp>
      <p:sp>
        <p:nvSpPr>
          <p:cNvPr id="1048801" name="ZoneTexte 10"/>
          <p:cNvSpPr txBox="1"/>
          <p:nvPr/>
        </p:nvSpPr>
        <p:spPr>
          <a:xfrm>
            <a:off x="5808827" y="4435871"/>
            <a:ext cx="411480" cy="510540"/>
          </a:xfrm>
          <a:prstGeom prst="rect">
            <a:avLst/>
          </a:prstGeom>
          <a:noFill/>
        </p:spPr>
        <p:txBody>
          <a:bodyPr wrap="none" rtlCol="0">
            <a:spAutoFit/>
          </a:bodyPr>
          <a:lstStyle/>
          <a:p>
            <a:r>
              <a:rPr lang="fr-MA" sz="2800" b="1" dirty="0">
                <a:effectLst>
                  <a:outerShdw blurRad="38100" dist="38100" dir="2700000" algn="tl">
                    <a:srgbClr val="000000">
                      <a:alpha val="43137"/>
                    </a:srgbClr>
                  </a:outerShdw>
                </a:effectLst>
              </a:rPr>
              <a:t>P</a:t>
            </a:r>
          </a:p>
        </p:txBody>
      </p:sp>
      <p:sp>
        <p:nvSpPr>
          <p:cNvPr id="1048802" name="Ellipse 11"/>
          <p:cNvSpPr/>
          <p:nvPr/>
        </p:nvSpPr>
        <p:spPr>
          <a:xfrm>
            <a:off x="9327326" y="5001814"/>
            <a:ext cx="51515" cy="1070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803" name="Ellipse 12"/>
          <p:cNvSpPr/>
          <p:nvPr/>
        </p:nvSpPr>
        <p:spPr>
          <a:xfrm>
            <a:off x="11669134" y="4959144"/>
            <a:ext cx="51515" cy="1070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804" name="Arc 13"/>
          <p:cNvSpPr/>
          <p:nvPr/>
        </p:nvSpPr>
        <p:spPr>
          <a:xfrm>
            <a:off x="6446227" y="4475407"/>
            <a:ext cx="5286779" cy="1249252"/>
          </a:xfrm>
          <a:prstGeom prst="arc">
            <a:avLst>
              <a:gd name="adj1" fmla="val 6594564"/>
              <a:gd name="adj2" fmla="val 5775982"/>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fr-MA"/>
          </a:p>
        </p:txBody>
      </p:sp>
      <p:sp>
        <p:nvSpPr>
          <p:cNvPr id="1048805" name="ZoneTexte 14"/>
          <p:cNvSpPr txBox="1"/>
          <p:nvPr/>
        </p:nvSpPr>
        <p:spPr>
          <a:xfrm>
            <a:off x="8769693" y="4624296"/>
            <a:ext cx="398779" cy="510540"/>
          </a:xfrm>
          <a:prstGeom prst="rect">
            <a:avLst/>
          </a:prstGeom>
          <a:noFill/>
        </p:spPr>
        <p:txBody>
          <a:bodyPr wrap="none" rtlCol="0">
            <a:spAutoFit/>
          </a:bodyPr>
          <a:lstStyle/>
          <a:p>
            <a:r>
              <a:rPr lang="fr-MA" sz="2800" b="1" dirty="0">
                <a:effectLst>
                  <a:outerShdw blurRad="38100" dist="38100" dir="2700000" algn="tl">
                    <a:srgbClr val="000000">
                      <a:alpha val="43137"/>
                    </a:srgbClr>
                  </a:outerShdw>
                </a:effectLst>
              </a:rPr>
              <a:t>S</a:t>
            </a:r>
          </a:p>
        </p:txBody>
      </p:sp>
      <p:sp>
        <p:nvSpPr>
          <p:cNvPr id="1048806" name="ZoneTexte 15"/>
          <p:cNvSpPr txBox="1"/>
          <p:nvPr/>
        </p:nvSpPr>
        <p:spPr>
          <a:xfrm>
            <a:off x="11532937" y="4394068"/>
            <a:ext cx="411480" cy="510540"/>
          </a:xfrm>
          <a:prstGeom prst="rect">
            <a:avLst/>
          </a:prstGeom>
          <a:noFill/>
        </p:spPr>
        <p:txBody>
          <a:bodyPr wrap="none" rtlCol="0">
            <a:spAutoFit/>
          </a:bodyPr>
          <a:lstStyle/>
          <a:p>
            <a:r>
              <a:rPr lang="fr-MA" sz="2800" b="1" dirty="0">
                <a:effectLst>
                  <a:outerShdw blurRad="38100" dist="38100" dir="2700000" algn="tl">
                    <a:srgbClr val="000000">
                      <a:alpha val="43137"/>
                    </a:srgbClr>
                  </a:outerShdw>
                </a:effectLst>
              </a:rPr>
              <a:t>P</a:t>
            </a:r>
          </a:p>
        </p:txBody>
      </p:sp>
      <p:cxnSp>
        <p:nvCxnSpPr>
          <p:cNvPr id="3145771" name="Connecteur droit 16"/>
          <p:cNvCxnSpPr>
            <a:cxnSpLocks/>
          </p:cNvCxnSpPr>
          <p:nvPr/>
        </p:nvCxnSpPr>
        <p:spPr>
          <a:xfrm>
            <a:off x="9378841" y="5046110"/>
            <a:ext cx="2290293"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048807" name="ZoneTexte 18"/>
          <p:cNvSpPr txBox="1">
            <a:spLocks noRot="1" noChangeAspect="1" noMove="1" noResize="1" noEditPoints="1" noAdjustHandles="1" noChangeArrowheads="1" noChangeShapeType="1" noTextEdit="1"/>
          </p:cNvSpPr>
          <p:nvPr/>
        </p:nvSpPr>
        <p:spPr>
          <a:xfrm>
            <a:off x="2451734" y="5915555"/>
            <a:ext cx="7716151" cy="461665"/>
          </a:xfrm>
          <a:prstGeom prst="rect">
            <a:avLst/>
          </a:prstGeom>
          <a:blipFill rotWithShape="0">
            <a:blip r:embed="rId2"/>
            <a:stretch>
              <a:fillRect l="-158" t="-10526" r="-1106" b="-28947"/>
            </a:stretch>
          </a:blipFill>
        </p:spPr>
        <p:txBody>
          <a:bodyPr/>
          <a:lstStyle/>
          <a:p>
            <a:r>
              <a:rPr lang="fr-MA">
                <a:noFill/>
              </a:rPr>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4" name="Image 3"/>
          <p:cNvPicPr>
            <a:picLocks noChangeAspect="1"/>
          </p:cNvPicPr>
          <p:nvPr/>
        </p:nvPicPr>
        <p:blipFill>
          <a:blip r:embed="rId2">
            <a:lum bright="-40000" contrast="40000"/>
          </a:blip>
          <a:stretch>
            <a:fillRect/>
          </a:stretch>
        </p:blipFill>
        <p:spPr>
          <a:xfrm>
            <a:off x="1596981" y="811370"/>
            <a:ext cx="8770512" cy="5512157"/>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08" name="Rectangle 4"/>
          <p:cNvSpPr/>
          <p:nvPr/>
        </p:nvSpPr>
        <p:spPr>
          <a:xfrm>
            <a:off x="990276" y="951895"/>
            <a:ext cx="5437707" cy="461665"/>
          </a:xfrm>
          <a:prstGeom prst="rect">
            <a:avLst/>
          </a:prstGeom>
          <a:solidFill>
            <a:srgbClr val="FFFF00"/>
          </a:solidFill>
        </p:spPr>
        <p:txBody>
          <a:bodyPr wrap="none">
            <a:spAutoFit/>
          </a:bodyPr>
          <a:lstStyle/>
          <a:p>
            <a:pPr marL="342900" indent="-342900">
              <a:buFont typeface="Calibri" panose="020F0502020204030204" pitchFamily="34" charset="0"/>
              <a:buChar char="❶"/>
            </a:pPr>
            <a:r>
              <a:rPr lang="fr-MA" sz="2400" i="1" u="sng" dirty="0">
                <a:effectLst>
                  <a:outerShdw blurRad="38100" dist="38100" dir="2700000" algn="tl">
                    <a:srgbClr val="000000">
                      <a:alpha val="43137"/>
                    </a:srgbClr>
                  </a:outerShdw>
                </a:effectLst>
                <a:latin typeface="OfficinaSans-Bold"/>
              </a:rPr>
              <a:t> Caractère uniforme du mouvement</a:t>
            </a:r>
            <a:endParaRPr lang="fr-MA" sz="2400" i="1" u="sng" dirty="0">
              <a:effectLst>
                <a:outerShdw blurRad="38100" dist="38100" dir="2700000" algn="tl">
                  <a:srgbClr val="000000">
                    <a:alpha val="43137"/>
                  </a:srgbClr>
                </a:outerShdw>
              </a:effectLst>
            </a:endParaRPr>
          </a:p>
        </p:txBody>
      </p:sp>
      <p:sp>
        <p:nvSpPr>
          <p:cNvPr id="1048809" name="Rectangle 5"/>
          <p:cNvSpPr/>
          <p:nvPr/>
        </p:nvSpPr>
        <p:spPr>
          <a:xfrm>
            <a:off x="673683" y="320828"/>
            <a:ext cx="4996180" cy="447040"/>
          </a:xfrm>
          <a:prstGeom prst="rect">
            <a:avLst/>
          </a:prstGeom>
          <a:solidFill>
            <a:srgbClr val="92D050"/>
          </a:solidFill>
        </p:spPr>
        <p:txBody>
          <a:bodyPr wrap="none">
            <a:spAutoFit/>
          </a:bodyPr>
          <a:lstStyle/>
          <a:p>
            <a:r>
              <a:rPr lang="fr-FR" sz="2400" dirty="0">
                <a:effectLst>
                  <a:outerShdw blurRad="38100" dist="38100" dir="2700000" algn="tl">
                    <a:srgbClr val="000000">
                      <a:alpha val="43137"/>
                    </a:srgbClr>
                  </a:outerShdw>
                </a:effectLst>
                <a:latin typeface="AR BLANCA" panose="02000000000000000000" pitchFamily="2" charset="0"/>
              </a:rPr>
              <a:t>5.2 Étude de la trajectoire circulaire</a:t>
            </a:r>
            <a:endParaRPr lang="fr-MA" sz="2400" dirty="0">
              <a:effectLst>
                <a:outerShdw blurRad="38100" dist="38100" dir="2700000" algn="tl">
                  <a:srgbClr val="000000">
                    <a:alpha val="43137"/>
                  </a:srgbClr>
                </a:outerShdw>
              </a:effectLst>
              <a:latin typeface="AR BLANCA" panose="02000000000000000000" pitchFamily="2" charset="0"/>
            </a:endParaRPr>
          </a:p>
        </p:txBody>
      </p:sp>
      <p:sp>
        <p:nvSpPr>
          <p:cNvPr id="1048810" name="Rectangle 6"/>
          <p:cNvSpPr/>
          <p:nvPr/>
        </p:nvSpPr>
        <p:spPr>
          <a:xfrm>
            <a:off x="990274" y="1727869"/>
            <a:ext cx="10394649" cy="707886"/>
          </a:xfrm>
          <a:prstGeom prst="rect">
            <a:avLst/>
          </a:prstGeom>
        </p:spPr>
        <p:txBody>
          <a:bodyPr wrap="square">
            <a:spAutoFit/>
          </a:bodyPr>
          <a:lstStyle/>
          <a:p>
            <a:pPr marL="285750" indent="-285750" algn="just">
              <a:buFont typeface="Wingdings" panose="05000000000000000000" pitchFamily="2" charset="2"/>
              <a:buChar char="q"/>
            </a:pPr>
            <a:r>
              <a:rPr lang="fr-FR" sz="2000" dirty="0">
                <a:latin typeface="Bembo"/>
              </a:rPr>
              <a:t>Pour une trajectoire circulaire, la distance </a:t>
            </a:r>
            <a:r>
              <a:rPr lang="fr-FR" sz="2000" i="1" dirty="0">
                <a:latin typeface="Bembo-Italic"/>
              </a:rPr>
              <a:t>r </a:t>
            </a:r>
            <a:r>
              <a:rPr lang="fr-FR" sz="2000" dirty="0">
                <a:latin typeface="Bembo"/>
              </a:rPr>
              <a:t>au centre du Soleil est constante : </a:t>
            </a:r>
            <a:r>
              <a:rPr lang="fr-FR" sz="2000" i="1" dirty="0">
                <a:latin typeface="Bembo-Italic"/>
              </a:rPr>
              <a:t>r </a:t>
            </a:r>
            <a:r>
              <a:rPr lang="fr-FR" sz="2000" dirty="0">
                <a:latin typeface="CMR10"/>
              </a:rPr>
              <a:t>= </a:t>
            </a:r>
            <a:r>
              <a:rPr lang="fr-FR" sz="2000" i="1" dirty="0">
                <a:latin typeface="Bembo-Italic"/>
              </a:rPr>
              <a:t>R</a:t>
            </a:r>
            <a:r>
              <a:rPr lang="fr-FR" sz="2000" dirty="0">
                <a:latin typeface="Bembo"/>
              </a:rPr>
              <a:t>.</a:t>
            </a:r>
          </a:p>
          <a:p>
            <a:pPr algn="just"/>
            <a:r>
              <a:rPr lang="fr-MA" sz="2000" dirty="0">
                <a:latin typeface="Bembo"/>
              </a:rPr>
              <a:t>L’accélération s’écrit donc :</a:t>
            </a:r>
            <a:endParaRPr lang="fr-MA" sz="2000" dirty="0"/>
          </a:p>
        </p:txBody>
      </p:sp>
      <p:sp>
        <p:nvSpPr>
          <p:cNvPr id="1048811" name="ZoneTexte 7"/>
          <p:cNvSpPr txBox="1">
            <a:spLocks noRot="1" noChangeAspect="1" noMove="1" noResize="1" noEditPoints="1" noAdjustHandles="1" noChangeArrowheads="1" noChangeShapeType="1" noTextEdit="1"/>
          </p:cNvSpPr>
          <p:nvPr/>
        </p:nvSpPr>
        <p:spPr>
          <a:xfrm>
            <a:off x="4778205" y="2122686"/>
            <a:ext cx="2899640" cy="386452"/>
          </a:xfrm>
          <a:prstGeom prst="rect">
            <a:avLst/>
          </a:prstGeom>
          <a:blipFill rotWithShape="0">
            <a:blip r:embed="rId2"/>
            <a:stretch>
              <a:fillRect l="-1053" t="-14063" r="-842" b="-14063"/>
            </a:stretch>
          </a:blipFill>
        </p:spPr>
        <p:txBody>
          <a:bodyPr/>
          <a:lstStyle/>
          <a:p>
            <a:r>
              <a:rPr lang="fr-MA">
                <a:noFill/>
              </a:rPr>
              <a:t> </a:t>
            </a:r>
          </a:p>
        </p:txBody>
      </p:sp>
      <p:sp>
        <p:nvSpPr>
          <p:cNvPr id="1048812" name="Rectangle 8"/>
          <p:cNvSpPr/>
          <p:nvPr/>
        </p:nvSpPr>
        <p:spPr>
          <a:xfrm>
            <a:off x="957376" y="3281486"/>
            <a:ext cx="6621780" cy="396241"/>
          </a:xfrm>
          <a:prstGeom prst="rect">
            <a:avLst/>
          </a:prstGeom>
        </p:spPr>
        <p:txBody>
          <a:bodyPr wrap="none">
            <a:spAutoFit/>
          </a:bodyPr>
          <a:lstStyle/>
          <a:p>
            <a:pPr marL="285750" indent="-285750">
              <a:buFont typeface="Wingdings" panose="05000000000000000000" pitchFamily="2" charset="2"/>
              <a:buChar char="q"/>
            </a:pPr>
            <a:r>
              <a:rPr lang="fr-FR" sz="2000" dirty="0">
                <a:latin typeface="Bembo"/>
              </a:rPr>
              <a:t>Le principe fondamental de la dynamique s’écrit alors :</a:t>
            </a:r>
            <a:endParaRPr lang="fr-MA" sz="2000" dirty="0"/>
          </a:p>
        </p:txBody>
      </p:sp>
      <p:sp>
        <p:nvSpPr>
          <p:cNvPr id="1048813" name="ZoneTexte 9"/>
          <p:cNvSpPr txBox="1">
            <a:spLocks noRot="1" noChangeAspect="1" noMove="1" noResize="1" noEditPoints="1" noAdjustHandles="1" noChangeArrowheads="1" noChangeShapeType="1" noTextEdit="1"/>
          </p:cNvSpPr>
          <p:nvPr/>
        </p:nvSpPr>
        <p:spPr>
          <a:xfrm>
            <a:off x="7725084" y="3217477"/>
            <a:ext cx="2846100" cy="689035"/>
          </a:xfrm>
          <a:prstGeom prst="rect">
            <a:avLst/>
          </a:prstGeom>
          <a:blipFill rotWithShape="0">
            <a:blip r:embed="rId3"/>
            <a:stretch>
              <a:fillRect/>
            </a:stretch>
          </a:blipFill>
        </p:spPr>
        <p:txBody>
          <a:bodyPr/>
          <a:lstStyle/>
          <a:p>
            <a:r>
              <a:rPr lang="fr-MA">
                <a:noFill/>
              </a:rPr>
              <a:t> </a:t>
            </a:r>
          </a:p>
        </p:txBody>
      </p:sp>
      <p:sp>
        <p:nvSpPr>
          <p:cNvPr id="1048814" name="Rectangle 10"/>
          <p:cNvSpPr/>
          <p:nvPr/>
        </p:nvSpPr>
        <p:spPr>
          <a:xfrm>
            <a:off x="990274" y="4337100"/>
            <a:ext cx="4627881" cy="396240"/>
          </a:xfrm>
          <a:prstGeom prst="rect">
            <a:avLst/>
          </a:prstGeom>
        </p:spPr>
        <p:txBody>
          <a:bodyPr wrap="none">
            <a:spAutoFit/>
          </a:bodyPr>
          <a:lstStyle/>
          <a:p>
            <a:pPr marL="285750" indent="-285750">
              <a:buFont typeface="Wingdings" panose="05000000000000000000" pitchFamily="2" charset="2"/>
              <a:buChar char="q"/>
            </a:pPr>
            <a:r>
              <a:rPr lang="fr-FR" sz="2000" dirty="0">
                <a:latin typeface="Bembo"/>
              </a:rPr>
              <a:t>On en déduit les relations suivantes :</a:t>
            </a:r>
            <a:endParaRPr lang="fr-MA" sz="2000" dirty="0"/>
          </a:p>
        </p:txBody>
      </p:sp>
      <p:sp>
        <p:nvSpPr>
          <p:cNvPr id="1048815" name="ZoneTexte 11"/>
          <p:cNvSpPr txBox="1">
            <a:spLocks noRot="1" noChangeAspect="1" noMove="1" noResize="1" noEditPoints="1" noAdjustHandles="1" noChangeArrowheads="1" noChangeShapeType="1" noTextEdit="1"/>
          </p:cNvSpPr>
          <p:nvPr/>
        </p:nvSpPr>
        <p:spPr>
          <a:xfrm>
            <a:off x="5720410" y="4537155"/>
            <a:ext cx="1955664" cy="982577"/>
          </a:xfrm>
          <a:prstGeom prst="rect">
            <a:avLst/>
          </a:prstGeom>
          <a:blipFill rotWithShape="0">
            <a:blip r:embed="rId4"/>
            <a:stretch>
              <a:fillRect/>
            </a:stretch>
          </a:blipFill>
        </p:spPr>
        <p:txBody>
          <a:bodyPr/>
          <a:lstStyle/>
          <a:p>
            <a:r>
              <a:rPr lang="fr-MA">
                <a:noFill/>
              </a:rPr>
              <a:t> </a:t>
            </a:r>
          </a:p>
        </p:txBody>
      </p:sp>
      <p:sp>
        <p:nvSpPr>
          <p:cNvPr id="1048816" name="Rectangle 12"/>
          <p:cNvSpPr>
            <a:spLocks noRot="1" noChangeAspect="1" noMove="1" noResize="1" noEditPoints="1" noAdjustHandles="1" noChangeArrowheads="1" noChangeShapeType="1" noTextEdit="1"/>
          </p:cNvSpPr>
          <p:nvPr/>
        </p:nvSpPr>
        <p:spPr>
          <a:xfrm>
            <a:off x="990274" y="5872752"/>
            <a:ext cx="10600712" cy="446661"/>
          </a:xfrm>
          <a:prstGeom prst="rect">
            <a:avLst/>
          </a:prstGeom>
          <a:blipFill rotWithShape="0">
            <a:blip r:embed="rId5"/>
            <a:stretch>
              <a:fillRect l="-633" t="-5405" r="-575" b="-25676"/>
            </a:stretch>
          </a:blipFill>
        </p:spPr>
        <p:txBody>
          <a:bodyPr/>
          <a:lstStyle/>
          <a:p>
            <a:r>
              <a:rPr lang="fr-MA">
                <a:noFill/>
              </a:rPr>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17" name="Rectangle 3"/>
          <p:cNvSpPr/>
          <p:nvPr/>
        </p:nvSpPr>
        <p:spPr>
          <a:xfrm>
            <a:off x="758457" y="268891"/>
            <a:ext cx="5489003" cy="461665"/>
          </a:xfrm>
          <a:prstGeom prst="rect">
            <a:avLst/>
          </a:prstGeom>
          <a:solidFill>
            <a:srgbClr val="FFFF00"/>
          </a:solidFill>
        </p:spPr>
        <p:txBody>
          <a:bodyPr wrap="none">
            <a:spAutoFit/>
          </a:bodyPr>
          <a:lstStyle/>
          <a:p>
            <a:pPr marL="342900" indent="-342900">
              <a:buFont typeface="Calibri" panose="020F0502020204030204" pitchFamily="34" charset="0"/>
              <a:buChar char="❷"/>
            </a:pPr>
            <a:r>
              <a:rPr lang="fr-MA" sz="2400" i="1" dirty="0">
                <a:effectLst>
                  <a:outerShdw blurRad="38100" dist="38100" dir="2700000" algn="tl">
                    <a:srgbClr val="000000">
                      <a:alpha val="43137"/>
                    </a:srgbClr>
                  </a:outerShdw>
                </a:effectLst>
                <a:latin typeface="OfficinaSans-Bold"/>
              </a:rPr>
              <a:t> </a:t>
            </a:r>
            <a:r>
              <a:rPr lang="fr-MA" sz="2400" i="1" u="sng" dirty="0">
                <a:effectLst>
                  <a:outerShdw blurRad="38100" dist="38100" dir="2700000" algn="tl">
                    <a:srgbClr val="000000">
                      <a:alpha val="43137"/>
                    </a:srgbClr>
                  </a:outerShdw>
                </a:effectLst>
                <a:latin typeface="OfficinaSans-Bold"/>
              </a:rPr>
              <a:t>Relation entre le rayon et la vitesse</a:t>
            </a:r>
            <a:endParaRPr lang="fr-MA" sz="2400" i="1" u="sng" dirty="0">
              <a:effectLst>
                <a:outerShdw blurRad="38100" dist="38100" dir="2700000" algn="tl">
                  <a:srgbClr val="000000">
                    <a:alpha val="43137"/>
                  </a:srgbClr>
                </a:outerShdw>
              </a:effectLst>
            </a:endParaRPr>
          </a:p>
        </p:txBody>
      </p:sp>
      <p:sp>
        <p:nvSpPr>
          <p:cNvPr id="1048818" name="Rectangle 4"/>
          <p:cNvSpPr>
            <a:spLocks noRot="1" noChangeAspect="1" noMove="1" noResize="1" noEditPoints="1" noAdjustHandles="1" noChangeArrowheads="1" noChangeShapeType="1" noTextEdit="1"/>
          </p:cNvSpPr>
          <p:nvPr/>
        </p:nvSpPr>
        <p:spPr>
          <a:xfrm>
            <a:off x="758457" y="996867"/>
            <a:ext cx="10884044" cy="707886"/>
          </a:xfrm>
          <a:prstGeom prst="rect">
            <a:avLst/>
          </a:prstGeom>
          <a:blipFill rotWithShape="0">
            <a:blip r:embed="rId2"/>
            <a:stretch>
              <a:fillRect l="-560" t="-4310" b="-13793"/>
            </a:stretch>
          </a:blipFill>
        </p:spPr>
        <p:txBody>
          <a:bodyPr/>
          <a:lstStyle/>
          <a:p>
            <a:r>
              <a:rPr lang="fr-MA">
                <a:noFill/>
              </a:rPr>
              <a:t> </a:t>
            </a:r>
          </a:p>
        </p:txBody>
      </p:sp>
      <p:sp>
        <p:nvSpPr>
          <p:cNvPr id="1048819" name="ZoneTexte 5"/>
          <p:cNvSpPr txBox="1">
            <a:spLocks noRot="1" noChangeAspect="1" noMove="1" noResize="1" noEditPoints="1" noAdjustHandles="1" noChangeArrowheads="1" noChangeShapeType="1" noTextEdit="1"/>
          </p:cNvSpPr>
          <p:nvPr/>
        </p:nvSpPr>
        <p:spPr>
          <a:xfrm>
            <a:off x="2756079" y="1427754"/>
            <a:ext cx="1427122" cy="615553"/>
          </a:xfrm>
          <a:prstGeom prst="rect">
            <a:avLst/>
          </a:prstGeom>
          <a:blipFill rotWithShape="0">
            <a:blip r:embed="rId3"/>
            <a:stretch>
              <a:fillRect/>
            </a:stretch>
          </a:blipFill>
        </p:spPr>
        <p:txBody>
          <a:bodyPr/>
          <a:lstStyle/>
          <a:p>
            <a:r>
              <a:rPr lang="fr-MA">
                <a:noFill/>
              </a:rPr>
              <a:t> </a:t>
            </a:r>
          </a:p>
        </p:txBody>
      </p:sp>
      <p:sp>
        <p:nvSpPr>
          <p:cNvPr id="1048820" name="ZoneTexte 6"/>
          <p:cNvSpPr txBox="1">
            <a:spLocks noRot="1" noChangeAspect="1" noMove="1" noResize="1" noEditPoints="1" noAdjustHandles="1" noChangeArrowheads="1" noChangeShapeType="1" noTextEdit="1"/>
          </p:cNvSpPr>
          <p:nvPr/>
        </p:nvSpPr>
        <p:spPr>
          <a:xfrm>
            <a:off x="4533362" y="1540177"/>
            <a:ext cx="504945" cy="430887"/>
          </a:xfrm>
          <a:prstGeom prst="rect">
            <a:avLst/>
          </a:prstGeom>
          <a:blipFill rotWithShape="0">
            <a:blip r:embed="rId4"/>
            <a:stretch>
              <a:fillRect/>
            </a:stretch>
          </a:blipFill>
        </p:spPr>
        <p:txBody>
          <a:bodyPr/>
          <a:lstStyle/>
          <a:p>
            <a:r>
              <a:rPr lang="fr-MA">
                <a:noFill/>
              </a:rPr>
              <a:t> </a:t>
            </a:r>
          </a:p>
        </p:txBody>
      </p:sp>
      <p:sp>
        <p:nvSpPr>
          <p:cNvPr id="1048821" name="ZoneTexte 7"/>
          <p:cNvSpPr txBox="1">
            <a:spLocks noRot="1" noChangeAspect="1" noMove="1" noResize="1" noEditPoints="1" noAdjustHandles="1" noChangeArrowheads="1" noChangeShapeType="1" noTextEdit="1"/>
          </p:cNvSpPr>
          <p:nvPr/>
        </p:nvSpPr>
        <p:spPr>
          <a:xfrm>
            <a:off x="5388468" y="1329917"/>
            <a:ext cx="1264577" cy="909352"/>
          </a:xfrm>
          <a:prstGeom prst="rect">
            <a:avLst/>
          </a:prstGeom>
          <a:blipFill rotWithShape="0">
            <a:blip r:embed="rId5"/>
            <a:stretch>
              <a:fillRect/>
            </a:stretch>
          </a:blipFill>
        </p:spPr>
        <p:txBody>
          <a:bodyPr/>
          <a:lstStyle/>
          <a:p>
            <a:r>
              <a:rPr lang="fr-MA">
                <a:noFill/>
              </a:rPr>
              <a:t> </a:t>
            </a:r>
          </a:p>
        </p:txBody>
      </p:sp>
      <p:sp>
        <p:nvSpPr>
          <p:cNvPr id="1048822" name="Ellipse 8"/>
          <p:cNvSpPr/>
          <p:nvPr/>
        </p:nvSpPr>
        <p:spPr>
          <a:xfrm>
            <a:off x="8340286" y="1540176"/>
            <a:ext cx="2318197" cy="2323485"/>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823" name="Ellipse 9"/>
          <p:cNvSpPr/>
          <p:nvPr/>
        </p:nvSpPr>
        <p:spPr>
          <a:xfrm>
            <a:off x="9473626" y="2648386"/>
            <a:ext cx="51515" cy="1070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sp>
        <p:nvSpPr>
          <p:cNvPr id="1048824" name="Ellipse 10"/>
          <p:cNvSpPr/>
          <p:nvPr/>
        </p:nvSpPr>
        <p:spPr>
          <a:xfrm>
            <a:off x="10398758" y="1971064"/>
            <a:ext cx="51515" cy="10706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MA"/>
          </a:p>
        </p:txBody>
      </p:sp>
      <p:cxnSp>
        <p:nvCxnSpPr>
          <p:cNvPr id="3145772" name="Connecteur droit avec flèche 12"/>
          <p:cNvCxnSpPr>
            <a:cxnSpLocks/>
          </p:cNvCxnSpPr>
          <p:nvPr/>
        </p:nvCxnSpPr>
        <p:spPr>
          <a:xfrm flipH="1">
            <a:off x="9878096" y="2036691"/>
            <a:ext cx="541085" cy="42317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45773" name="Connecteur droit avec flèche 13"/>
          <p:cNvCxnSpPr>
            <a:cxnSpLocks/>
          </p:cNvCxnSpPr>
          <p:nvPr/>
        </p:nvCxnSpPr>
        <p:spPr>
          <a:xfrm flipH="1" flipV="1">
            <a:off x="9994006" y="1427754"/>
            <a:ext cx="466480" cy="583963"/>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48825" name="Rectangle 15"/>
          <p:cNvSpPr>
            <a:spLocks noRot="1" noChangeAspect="1" noMove="1" noResize="1" noEditPoints="1" noAdjustHandles="1" noChangeArrowheads="1" noChangeShapeType="1" noTextEdit="1"/>
          </p:cNvSpPr>
          <p:nvPr/>
        </p:nvSpPr>
        <p:spPr>
          <a:xfrm>
            <a:off x="9990661" y="2271850"/>
            <a:ext cx="453201" cy="506421"/>
          </a:xfrm>
          <a:prstGeom prst="rect">
            <a:avLst/>
          </a:prstGeom>
          <a:blipFill rotWithShape="0">
            <a:blip r:embed="rId6"/>
            <a:stretch>
              <a:fillRect/>
            </a:stretch>
          </a:blipFill>
        </p:spPr>
        <p:txBody>
          <a:bodyPr/>
          <a:lstStyle/>
          <a:p>
            <a:r>
              <a:rPr lang="fr-MA">
                <a:noFill/>
              </a:rPr>
              <a:t> </a:t>
            </a:r>
          </a:p>
        </p:txBody>
      </p:sp>
      <p:sp>
        <p:nvSpPr>
          <p:cNvPr id="1048826" name="Rectangle 16"/>
          <p:cNvSpPr>
            <a:spLocks noRot="1" noChangeAspect="1" noMove="1" noResize="1" noEditPoints="1" noAdjustHandles="1" noChangeArrowheads="1" noChangeShapeType="1" noTextEdit="1"/>
          </p:cNvSpPr>
          <p:nvPr/>
        </p:nvSpPr>
        <p:spPr>
          <a:xfrm>
            <a:off x="10283060" y="1520087"/>
            <a:ext cx="437940" cy="461665"/>
          </a:xfrm>
          <a:prstGeom prst="rect">
            <a:avLst/>
          </a:prstGeom>
          <a:blipFill rotWithShape="0">
            <a:blip r:embed="rId7"/>
            <a:stretch>
              <a:fillRect/>
            </a:stretch>
          </a:blipFill>
        </p:spPr>
        <p:txBody>
          <a:bodyPr/>
          <a:lstStyle/>
          <a:p>
            <a:r>
              <a:rPr lang="fr-MA">
                <a:noFill/>
              </a:rPr>
              <a:t> </a:t>
            </a:r>
          </a:p>
        </p:txBody>
      </p:sp>
      <p:cxnSp>
        <p:nvCxnSpPr>
          <p:cNvPr id="3145774" name="Connecteur droit 18"/>
          <p:cNvCxnSpPr>
            <a:cxnSpLocks/>
            <a:stCxn id="1048823" idx="2"/>
            <a:endCxn id="1048822" idx="2"/>
          </p:cNvCxnSpPr>
          <p:nvPr/>
        </p:nvCxnSpPr>
        <p:spPr>
          <a:xfrm flipH="1">
            <a:off x="8340286" y="2701918"/>
            <a:ext cx="1133340" cy="1"/>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048827" name="Rectangle 19"/>
          <p:cNvSpPr>
            <a:spLocks noRot="1" noChangeAspect="1" noMove="1" noResize="1" noEditPoints="1" noAdjustHandles="1" noChangeArrowheads="1" noChangeShapeType="1" noTextEdit="1"/>
          </p:cNvSpPr>
          <p:nvPr/>
        </p:nvSpPr>
        <p:spPr>
          <a:xfrm>
            <a:off x="8687049" y="2279054"/>
            <a:ext cx="468397" cy="461665"/>
          </a:xfrm>
          <a:prstGeom prst="rect">
            <a:avLst/>
          </a:prstGeom>
          <a:blipFill rotWithShape="0">
            <a:blip r:embed="rId8"/>
            <a:stretch>
              <a:fillRect/>
            </a:stretch>
          </a:blipFill>
        </p:spPr>
        <p:txBody>
          <a:bodyPr/>
          <a:lstStyle/>
          <a:p>
            <a:r>
              <a:rPr lang="fr-MA">
                <a:noFill/>
              </a:rPr>
              <a:t> </a:t>
            </a:r>
          </a:p>
        </p:txBody>
      </p:sp>
      <p:sp>
        <p:nvSpPr>
          <p:cNvPr id="1048828" name="Rectangle 20"/>
          <p:cNvSpPr/>
          <p:nvPr/>
        </p:nvSpPr>
        <p:spPr>
          <a:xfrm>
            <a:off x="758457" y="2648386"/>
            <a:ext cx="3649981" cy="447040"/>
          </a:xfrm>
          <a:prstGeom prst="rect">
            <a:avLst/>
          </a:prstGeom>
          <a:solidFill>
            <a:srgbClr val="FFFF00"/>
          </a:solidFill>
        </p:spPr>
        <p:txBody>
          <a:bodyPr wrap="none">
            <a:spAutoFit/>
          </a:bodyPr>
          <a:lstStyle/>
          <a:p>
            <a:pPr marL="285750" indent="-285750">
              <a:buFontTx/>
              <a:buChar char="❸"/>
            </a:pPr>
            <a:r>
              <a:rPr lang="fr-MA" sz="2400" i="1" u="sng" dirty="0">
                <a:effectLst>
                  <a:outerShdw blurRad="38100" dist="38100" dir="2700000" algn="tl">
                    <a:srgbClr val="000000">
                      <a:alpha val="43137"/>
                    </a:srgbClr>
                  </a:outerShdw>
                </a:effectLst>
                <a:latin typeface="OfficinaSans-Bold"/>
              </a:rPr>
              <a:t>Troisième loi de Kepler</a:t>
            </a:r>
            <a:endParaRPr lang="fr-MA" sz="2400" i="1" u="sng" dirty="0">
              <a:effectLst>
                <a:outerShdw blurRad="38100" dist="38100" dir="2700000" algn="tl">
                  <a:srgbClr val="000000">
                    <a:alpha val="43137"/>
                  </a:srgbClr>
                </a:outerShdw>
              </a:effectLst>
            </a:endParaRPr>
          </a:p>
        </p:txBody>
      </p:sp>
      <p:sp>
        <p:nvSpPr>
          <p:cNvPr id="1048829" name="ZoneTexte 21"/>
          <p:cNvSpPr txBox="1"/>
          <p:nvPr/>
        </p:nvSpPr>
        <p:spPr>
          <a:xfrm>
            <a:off x="758457" y="3238841"/>
            <a:ext cx="4373881" cy="396240"/>
          </a:xfrm>
          <a:prstGeom prst="rect">
            <a:avLst/>
          </a:prstGeom>
          <a:noFill/>
        </p:spPr>
        <p:txBody>
          <a:bodyPr wrap="none" rtlCol="0">
            <a:spAutoFit/>
          </a:bodyPr>
          <a:lstStyle/>
          <a:p>
            <a:pPr marL="285750" indent="-285750">
              <a:buFont typeface="Wingdings" panose="05000000000000000000" pitchFamily="2" charset="2"/>
              <a:buChar char="q"/>
            </a:pPr>
            <a:r>
              <a:rPr lang="fr-MA" sz="2000" dirty="0">
                <a:latin typeface="Bembo"/>
              </a:rPr>
              <a:t> On retrouve la 3 </a:t>
            </a:r>
            <a:r>
              <a:rPr lang="fr-MA" sz="2000" dirty="0" err="1">
                <a:latin typeface="Bembo"/>
              </a:rPr>
              <a:t>ème</a:t>
            </a:r>
            <a:r>
              <a:rPr lang="fr-MA" sz="2000" dirty="0">
                <a:latin typeface="Bembo"/>
              </a:rPr>
              <a:t> loi de Kepler</a:t>
            </a:r>
          </a:p>
        </p:txBody>
      </p:sp>
      <p:sp>
        <p:nvSpPr>
          <p:cNvPr id="1048830" name="Rectangle 22"/>
          <p:cNvSpPr>
            <a:spLocks noRot="1" noChangeAspect="1" noMove="1" noResize="1" noEditPoints="1" noAdjustHandles="1" noChangeArrowheads="1" noChangeShapeType="1" noTextEdit="1"/>
          </p:cNvSpPr>
          <p:nvPr/>
        </p:nvSpPr>
        <p:spPr>
          <a:xfrm>
            <a:off x="5447690" y="3110051"/>
            <a:ext cx="1599540" cy="896271"/>
          </a:xfrm>
          <a:prstGeom prst="rect">
            <a:avLst/>
          </a:prstGeom>
          <a:blipFill rotWithShape="0">
            <a:blip r:embed="rId9"/>
            <a:stretch>
              <a:fillRect/>
            </a:stretch>
          </a:blipFill>
        </p:spPr>
        <p:txBody>
          <a:bodyPr/>
          <a:lstStyle/>
          <a:p>
            <a:r>
              <a:rPr lang="fr-MA">
                <a:noFill/>
              </a:rPr>
              <a:t> </a:t>
            </a:r>
          </a:p>
        </p:txBody>
      </p:sp>
      <p:sp>
        <p:nvSpPr>
          <p:cNvPr id="1048831" name="Rectangle 23"/>
          <p:cNvSpPr/>
          <p:nvPr/>
        </p:nvSpPr>
        <p:spPr>
          <a:xfrm>
            <a:off x="787239" y="4182474"/>
            <a:ext cx="5428089" cy="461665"/>
          </a:xfrm>
          <a:prstGeom prst="rect">
            <a:avLst/>
          </a:prstGeom>
          <a:solidFill>
            <a:srgbClr val="FFFF00"/>
          </a:solidFill>
        </p:spPr>
        <p:txBody>
          <a:bodyPr wrap="none">
            <a:spAutoFit/>
          </a:bodyPr>
          <a:lstStyle/>
          <a:p>
            <a:pPr marL="342900" indent="-342900">
              <a:buFont typeface="Yu Gothic" panose="020B0400000000000000" pitchFamily="34" charset="-128"/>
              <a:buChar char="❹"/>
            </a:pPr>
            <a:r>
              <a:rPr lang="fr-MA" sz="2400" i="1" u="sng" dirty="0">
                <a:effectLst>
                  <a:outerShdw blurRad="38100" dist="38100" dir="2700000" algn="tl">
                    <a:srgbClr val="000000">
                      <a:alpha val="43137"/>
                    </a:srgbClr>
                  </a:outerShdw>
                </a:effectLst>
                <a:latin typeface="OfficinaSans-Bold"/>
              </a:rPr>
              <a:t>Expression des différentes énergies</a:t>
            </a:r>
            <a:endParaRPr lang="fr-MA" sz="2400" i="1" u="sng" dirty="0">
              <a:effectLst>
                <a:outerShdw blurRad="38100" dist="38100" dir="2700000" algn="tl">
                  <a:srgbClr val="000000">
                    <a:alpha val="43137"/>
                  </a:srgbClr>
                </a:outerShdw>
              </a:effectLst>
            </a:endParaRPr>
          </a:p>
        </p:txBody>
      </p:sp>
      <p:sp>
        <p:nvSpPr>
          <p:cNvPr id="1048832" name="ZoneTexte 24"/>
          <p:cNvSpPr txBox="1">
            <a:spLocks noRot="1" noChangeAspect="1" noMove="1" noResize="1" noEditPoints="1" noAdjustHandles="1" noChangeArrowheads="1" noChangeShapeType="1" noTextEdit="1"/>
          </p:cNvSpPr>
          <p:nvPr/>
        </p:nvSpPr>
        <p:spPr>
          <a:xfrm>
            <a:off x="1275449" y="4820291"/>
            <a:ext cx="2961260" cy="576183"/>
          </a:xfrm>
          <a:prstGeom prst="rect">
            <a:avLst/>
          </a:prstGeom>
          <a:blipFill rotWithShape="0">
            <a:blip r:embed="rId10"/>
            <a:stretch>
              <a:fillRect/>
            </a:stretch>
          </a:blipFill>
        </p:spPr>
        <p:txBody>
          <a:bodyPr/>
          <a:lstStyle/>
          <a:p>
            <a:r>
              <a:rPr lang="fr-MA">
                <a:noFill/>
              </a:rPr>
              <a:t> </a:t>
            </a:r>
          </a:p>
        </p:txBody>
      </p:sp>
      <p:sp>
        <p:nvSpPr>
          <p:cNvPr id="1048833" name="Rectangle 25"/>
          <p:cNvSpPr>
            <a:spLocks noRot="1" noChangeAspect="1" noMove="1" noResize="1" noEditPoints="1" noAdjustHandles="1" noChangeArrowheads="1" noChangeShapeType="1" noTextEdit="1"/>
          </p:cNvSpPr>
          <p:nvPr/>
        </p:nvSpPr>
        <p:spPr>
          <a:xfrm>
            <a:off x="6348565" y="4759575"/>
            <a:ext cx="2991525" cy="668516"/>
          </a:xfrm>
          <a:prstGeom prst="rect">
            <a:avLst/>
          </a:prstGeom>
          <a:blipFill rotWithShape="0">
            <a:blip r:embed="rId11"/>
            <a:stretch>
              <a:fillRect/>
            </a:stretch>
          </a:blipFill>
        </p:spPr>
        <p:txBody>
          <a:bodyPr/>
          <a:lstStyle/>
          <a:p>
            <a:r>
              <a:rPr lang="fr-MA">
                <a:noFill/>
              </a:rPr>
              <a:t> </a:t>
            </a:r>
          </a:p>
        </p:txBody>
      </p:sp>
      <p:sp>
        <p:nvSpPr>
          <p:cNvPr id="1048834" name="Rectangle 26"/>
          <p:cNvSpPr>
            <a:spLocks noRot="1" noChangeAspect="1" noMove="1" noResize="1" noEditPoints="1" noAdjustHandles="1" noChangeArrowheads="1" noChangeShapeType="1" noTextEdit="1"/>
          </p:cNvSpPr>
          <p:nvPr/>
        </p:nvSpPr>
        <p:spPr>
          <a:xfrm>
            <a:off x="1465600" y="5782414"/>
            <a:ext cx="4377545" cy="668516"/>
          </a:xfrm>
          <a:prstGeom prst="rect">
            <a:avLst/>
          </a:prstGeom>
          <a:blipFill rotWithShape="0">
            <a:blip r:embed="rId12"/>
            <a:stretch>
              <a:fillRect/>
            </a:stretch>
          </a:blipFill>
        </p:spPr>
        <p:txBody>
          <a:bodyPr/>
          <a:lstStyle/>
          <a:p>
            <a:r>
              <a:rPr lang="fr-MA">
                <a:noFill/>
              </a:rPr>
              <a:t> </a:t>
            </a:r>
          </a:p>
        </p:txBody>
      </p:sp>
      <p:sp>
        <p:nvSpPr>
          <p:cNvPr id="1048835" name="ZoneTexte 27"/>
          <p:cNvSpPr txBox="1"/>
          <p:nvPr/>
        </p:nvSpPr>
        <p:spPr>
          <a:xfrm>
            <a:off x="6200479" y="5879312"/>
            <a:ext cx="627380" cy="396240"/>
          </a:xfrm>
          <a:prstGeom prst="rect">
            <a:avLst/>
          </a:prstGeom>
          <a:noFill/>
        </p:spPr>
        <p:txBody>
          <a:bodyPr wrap="none" rtlCol="0">
            <a:spAutoFit/>
          </a:bodyPr>
          <a:lstStyle/>
          <a:p>
            <a:r>
              <a:rPr lang="fr-MA" sz="2000" dirty="0">
                <a:effectLst>
                  <a:outerShdw blurRad="38100" dist="38100" dir="2700000" algn="tl">
                    <a:srgbClr val="000000">
                      <a:alpha val="43137"/>
                    </a:srgbClr>
                  </a:outerShdw>
                </a:effectLst>
              </a:rPr>
              <a:t>Soit</a:t>
            </a:r>
          </a:p>
        </p:txBody>
      </p:sp>
      <p:sp>
        <p:nvSpPr>
          <p:cNvPr id="1048836" name="Rectangle 29"/>
          <p:cNvSpPr>
            <a:spLocks noRot="1" noChangeAspect="1" noMove="1" noResize="1" noEditPoints="1" noAdjustHandles="1" noChangeArrowheads="1" noChangeShapeType="1" noTextEdit="1"/>
          </p:cNvSpPr>
          <p:nvPr/>
        </p:nvSpPr>
        <p:spPr>
          <a:xfrm>
            <a:off x="7047230" y="5676108"/>
            <a:ext cx="2711255" cy="781368"/>
          </a:xfrm>
          <a:prstGeom prst="rect">
            <a:avLst/>
          </a:prstGeom>
          <a:blipFill rotWithShape="0">
            <a:blip r:embed="rId13"/>
            <a:stretch>
              <a:fillRect/>
            </a:stretch>
          </a:blipFill>
        </p:spPr>
        <p:txBody>
          <a:bodyPr/>
          <a:lstStyle/>
          <a:p>
            <a:r>
              <a:rPr lang="fr-MA">
                <a:no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37" name="Rectangle 3"/>
          <p:cNvSpPr/>
          <p:nvPr/>
        </p:nvSpPr>
        <p:spPr>
          <a:xfrm>
            <a:off x="552843" y="217799"/>
            <a:ext cx="6342380" cy="447040"/>
          </a:xfrm>
          <a:prstGeom prst="rect">
            <a:avLst/>
          </a:prstGeom>
          <a:solidFill>
            <a:srgbClr val="92D050"/>
          </a:solidFill>
        </p:spPr>
        <p:txBody>
          <a:bodyPr wrap="none">
            <a:spAutoFit/>
          </a:bodyPr>
          <a:lstStyle/>
          <a:p>
            <a:r>
              <a:rPr lang="fr-MA" sz="2400" dirty="0">
                <a:effectLst>
                  <a:outerShdw blurRad="38100" dist="38100" dir="2700000" algn="tl">
                    <a:srgbClr val="000000">
                      <a:alpha val="43137"/>
                    </a:srgbClr>
                  </a:outerShdw>
                </a:effectLst>
                <a:latin typeface="AR BLANCA" panose="02000000000000000000" pitchFamily="2" charset="0"/>
              </a:rPr>
              <a:t>5.3 Caractéristiques du mouvement elliptique</a:t>
            </a:r>
          </a:p>
        </p:txBody>
      </p:sp>
      <p:sp>
        <p:nvSpPr>
          <p:cNvPr id="1048838" name="Rectangle 4"/>
          <p:cNvSpPr/>
          <p:nvPr/>
        </p:nvSpPr>
        <p:spPr>
          <a:xfrm>
            <a:off x="530996" y="783852"/>
            <a:ext cx="11205568" cy="1323439"/>
          </a:xfrm>
          <a:prstGeom prst="rect">
            <a:avLst/>
          </a:prstGeom>
        </p:spPr>
        <p:txBody>
          <a:bodyPr wrap="square">
            <a:spAutoFit/>
          </a:bodyPr>
          <a:lstStyle/>
          <a:p>
            <a:pPr marL="285750" indent="-285750" algn="just">
              <a:buFont typeface="Wingdings" panose="05000000000000000000" pitchFamily="2" charset="2"/>
              <a:buChar char="q"/>
            </a:pPr>
            <a:r>
              <a:rPr lang="fr-FR" sz="2000" dirty="0">
                <a:latin typeface="Bembo"/>
              </a:rPr>
              <a:t>On a un mouvement elliptique si :</a:t>
            </a:r>
          </a:p>
          <a:p>
            <a:pPr algn="just"/>
            <a:r>
              <a:rPr lang="fr-FR" sz="2000" i="1" dirty="0">
                <a:latin typeface="CMSY10"/>
              </a:rPr>
              <a:t>• </a:t>
            </a:r>
            <a:r>
              <a:rPr lang="fr-FR" sz="2000" dirty="0">
                <a:latin typeface="Bembo"/>
              </a:rPr>
              <a:t>la force est attractive, ce qui est le cas ici,</a:t>
            </a:r>
          </a:p>
          <a:p>
            <a:pPr algn="just"/>
            <a:r>
              <a:rPr lang="fr-FR" sz="2000" i="1" dirty="0">
                <a:latin typeface="CMSY10"/>
              </a:rPr>
              <a:t>• </a:t>
            </a:r>
            <a:r>
              <a:rPr lang="fr-FR" sz="2000" dirty="0">
                <a:latin typeface="Bembo"/>
              </a:rPr>
              <a:t>l’énergie mécanique est négative et supérieure à la valeur du minimum de l’énergie </a:t>
            </a:r>
            <a:r>
              <a:rPr lang="fr-MA" sz="2000" dirty="0">
                <a:latin typeface="Bembo"/>
              </a:rPr>
              <a:t>potentielle effective.</a:t>
            </a:r>
            <a:endParaRPr lang="fr-MA" sz="2000" dirty="0"/>
          </a:p>
        </p:txBody>
      </p:sp>
      <p:sp>
        <p:nvSpPr>
          <p:cNvPr id="1048839" name="ZoneTexte 5"/>
          <p:cNvSpPr txBox="1">
            <a:spLocks noRot="1" noChangeAspect="1" noMove="1" noResize="1" noEditPoints="1" noAdjustHandles="1" noChangeArrowheads="1" noChangeShapeType="1" noTextEdit="1"/>
          </p:cNvSpPr>
          <p:nvPr/>
        </p:nvSpPr>
        <p:spPr>
          <a:xfrm>
            <a:off x="3856264" y="1882234"/>
            <a:ext cx="3607847" cy="693010"/>
          </a:xfrm>
          <a:prstGeom prst="rect">
            <a:avLst/>
          </a:prstGeom>
          <a:blipFill rotWithShape="0">
            <a:blip r:embed="rId2"/>
            <a:stretch>
              <a:fillRect/>
            </a:stretch>
          </a:blipFill>
        </p:spPr>
        <p:txBody>
          <a:bodyPr/>
          <a:lstStyle/>
          <a:p>
            <a:r>
              <a:rPr lang="fr-MA">
                <a:noFill/>
              </a:rPr>
              <a:t> </a:t>
            </a:r>
          </a:p>
        </p:txBody>
      </p:sp>
      <p:sp>
        <p:nvSpPr>
          <p:cNvPr id="1048840" name="Rectangle 6"/>
          <p:cNvSpPr/>
          <p:nvPr/>
        </p:nvSpPr>
        <p:spPr>
          <a:xfrm>
            <a:off x="475081" y="2753066"/>
            <a:ext cx="3878241" cy="400110"/>
          </a:xfrm>
          <a:prstGeom prst="rect">
            <a:avLst/>
          </a:prstGeom>
        </p:spPr>
        <p:txBody>
          <a:bodyPr wrap="none">
            <a:spAutoFit/>
          </a:bodyPr>
          <a:lstStyle/>
          <a:p>
            <a:pPr marL="285750" indent="-285750">
              <a:buFont typeface="Wingdings" panose="05000000000000000000" pitchFamily="2" charset="2"/>
              <a:buChar char="q"/>
            </a:pPr>
            <a:r>
              <a:rPr lang="fr-MA" sz="2000" dirty="0">
                <a:latin typeface="Bembo"/>
              </a:rPr>
              <a:t>L’équation de la trajectoire est</a:t>
            </a:r>
            <a:endParaRPr lang="fr-MA" sz="2000" dirty="0"/>
          </a:p>
        </p:txBody>
      </p:sp>
      <p:sp>
        <p:nvSpPr>
          <p:cNvPr id="1048841" name="ZoneTexte 7"/>
          <p:cNvSpPr txBox="1">
            <a:spLocks noRot="1" noChangeAspect="1" noMove="1" noResize="1" noEditPoints="1" noAdjustHandles="1" noChangeArrowheads="1" noChangeShapeType="1" noTextEdit="1"/>
          </p:cNvSpPr>
          <p:nvPr/>
        </p:nvSpPr>
        <p:spPr>
          <a:xfrm>
            <a:off x="4444845" y="2681403"/>
            <a:ext cx="2697853" cy="639919"/>
          </a:xfrm>
          <a:prstGeom prst="rect">
            <a:avLst/>
          </a:prstGeom>
          <a:blipFill rotWithShape="0">
            <a:blip r:embed="rId3"/>
            <a:stretch>
              <a:fillRect/>
            </a:stretch>
          </a:blipFill>
        </p:spPr>
        <p:txBody>
          <a:bodyPr/>
          <a:lstStyle/>
          <a:p>
            <a:r>
              <a:rPr lang="fr-MA">
                <a:noFill/>
              </a:rPr>
              <a:t> </a:t>
            </a:r>
          </a:p>
        </p:txBody>
      </p:sp>
      <p:sp>
        <p:nvSpPr>
          <p:cNvPr id="1048842" name="Rectangle 8"/>
          <p:cNvSpPr>
            <a:spLocks noRot="1" noChangeAspect="1" noMove="1" noResize="1" noEditPoints="1" noAdjustHandles="1" noChangeArrowheads="1" noChangeShapeType="1" noTextEdit="1"/>
          </p:cNvSpPr>
          <p:nvPr/>
        </p:nvSpPr>
        <p:spPr>
          <a:xfrm>
            <a:off x="7803523" y="2753066"/>
            <a:ext cx="852156" cy="400110"/>
          </a:xfrm>
          <a:prstGeom prst="rect">
            <a:avLst/>
          </a:prstGeom>
          <a:blipFill rotWithShape="0">
            <a:blip r:embed="rId4"/>
            <a:stretch>
              <a:fillRect/>
            </a:stretch>
          </a:blipFill>
        </p:spPr>
        <p:txBody>
          <a:bodyPr/>
          <a:lstStyle/>
          <a:p>
            <a:r>
              <a:rPr lang="fr-MA">
                <a:noFill/>
              </a:rPr>
              <a:t> </a:t>
            </a:r>
          </a:p>
        </p:txBody>
      </p:sp>
      <p:sp>
        <p:nvSpPr>
          <p:cNvPr id="1048843" name="Rectangle 9"/>
          <p:cNvSpPr>
            <a:spLocks noRot="1" noChangeAspect="1" noMove="1" noResize="1" noEditPoints="1" noAdjustHandles="1" noChangeArrowheads="1" noChangeShapeType="1" noTextEdit="1"/>
          </p:cNvSpPr>
          <p:nvPr/>
        </p:nvSpPr>
        <p:spPr>
          <a:xfrm>
            <a:off x="9132316" y="2568357"/>
            <a:ext cx="2172069" cy="762260"/>
          </a:xfrm>
          <a:prstGeom prst="rect">
            <a:avLst/>
          </a:prstGeom>
          <a:blipFill rotWithShape="0">
            <a:blip r:embed="rId5"/>
            <a:stretch>
              <a:fillRect/>
            </a:stretch>
          </a:blipFill>
        </p:spPr>
        <p:txBody>
          <a:bodyPr/>
          <a:lstStyle/>
          <a:p>
            <a:r>
              <a:rPr lang="fr-MA">
                <a:noFill/>
              </a:rPr>
              <a:t> </a:t>
            </a:r>
          </a:p>
        </p:txBody>
      </p:sp>
      <p:sp>
        <p:nvSpPr>
          <p:cNvPr id="1048844" name="ZoneTexte 10"/>
          <p:cNvSpPr txBox="1">
            <a:spLocks noRot="1" noChangeAspect="1" noMove="1" noResize="1" noEditPoints="1" noAdjustHandles="1" noChangeArrowheads="1" noChangeShapeType="1" noTextEdit="1"/>
          </p:cNvSpPr>
          <p:nvPr/>
        </p:nvSpPr>
        <p:spPr>
          <a:xfrm>
            <a:off x="552843" y="3585235"/>
            <a:ext cx="3629135" cy="400110"/>
          </a:xfrm>
          <a:prstGeom prst="rect">
            <a:avLst/>
          </a:prstGeom>
          <a:blipFill rotWithShape="0">
            <a:blip r:embed="rId6"/>
            <a:stretch>
              <a:fillRect l="-2017" t="-9091" b="-33333"/>
            </a:stretch>
          </a:blipFill>
        </p:spPr>
        <p:txBody>
          <a:bodyPr/>
          <a:lstStyle/>
          <a:p>
            <a:r>
              <a:rPr lang="fr-MA">
                <a:noFill/>
              </a:rPr>
              <a:t> </a:t>
            </a:r>
          </a:p>
        </p:txBody>
      </p:sp>
      <p:sp>
        <p:nvSpPr>
          <p:cNvPr id="1048845" name="Rectangle 11"/>
          <p:cNvSpPr/>
          <p:nvPr/>
        </p:nvSpPr>
        <p:spPr>
          <a:xfrm>
            <a:off x="972141" y="4127983"/>
            <a:ext cx="2799081" cy="408940"/>
          </a:xfrm>
          <a:prstGeom prst="rect">
            <a:avLst/>
          </a:prstGeom>
          <a:solidFill>
            <a:srgbClr val="FFFF00"/>
          </a:solidFill>
        </p:spPr>
        <p:txBody>
          <a:bodyPr wrap="none">
            <a:spAutoFit/>
          </a:bodyPr>
          <a:lstStyle/>
          <a:p>
            <a:pPr marL="285750" indent="-285750">
              <a:buFont typeface="Calibri" panose="020F0502020204030204" pitchFamily="34" charset="0"/>
              <a:buChar char="❶"/>
            </a:pPr>
            <a:r>
              <a:rPr lang="fr-MA" sz="2200" i="1" u="sng" dirty="0">
                <a:effectLst>
                  <a:outerShdw blurRad="38100" dist="38100" dir="2700000" algn="tl">
                    <a:srgbClr val="000000">
                      <a:alpha val="43137"/>
                    </a:srgbClr>
                  </a:outerShdw>
                </a:effectLst>
                <a:latin typeface="OfficinaSans-Bold"/>
              </a:rPr>
              <a:t> Demi-grand axe </a:t>
            </a:r>
            <a:r>
              <a:rPr lang="fr-MA" sz="2200" i="1" u="sng" dirty="0">
                <a:effectLst>
                  <a:outerShdw blurRad="38100" dist="38100" dir="2700000" algn="tl">
                    <a:srgbClr val="000000">
                      <a:alpha val="43137"/>
                    </a:srgbClr>
                  </a:outerShdw>
                </a:effectLst>
                <a:latin typeface="OfficinaSans-BoldItalic"/>
              </a:rPr>
              <a:t>a</a:t>
            </a:r>
            <a:endParaRPr lang="fr-MA" sz="2200" i="1" u="sng" dirty="0">
              <a:effectLst>
                <a:outerShdw blurRad="38100" dist="38100" dir="2700000" algn="tl">
                  <a:srgbClr val="000000">
                    <a:alpha val="43137"/>
                  </a:srgbClr>
                </a:outerShdw>
              </a:effectLst>
            </a:endParaRPr>
          </a:p>
        </p:txBody>
      </p:sp>
      <p:sp>
        <p:nvSpPr>
          <p:cNvPr id="1048846" name="ZoneTexte 12"/>
          <p:cNvSpPr txBox="1">
            <a:spLocks noRot="1" noChangeAspect="1" noMove="1" noResize="1" noEditPoints="1" noAdjustHandles="1" noChangeArrowheads="1" noChangeShapeType="1" noTextEdit="1"/>
          </p:cNvSpPr>
          <p:nvPr/>
        </p:nvSpPr>
        <p:spPr>
          <a:xfrm>
            <a:off x="4662769" y="4121850"/>
            <a:ext cx="2865272" cy="749179"/>
          </a:xfrm>
          <a:prstGeom prst="rect">
            <a:avLst/>
          </a:prstGeom>
          <a:blipFill rotWithShape="0">
            <a:blip r:embed="rId7"/>
            <a:stretch>
              <a:fillRect/>
            </a:stretch>
          </a:blipFill>
        </p:spPr>
        <p:txBody>
          <a:bodyPr/>
          <a:lstStyle/>
          <a:p>
            <a:r>
              <a:rPr lang="fr-MA">
                <a:noFill/>
              </a:rPr>
              <a:t> </a:t>
            </a:r>
          </a:p>
        </p:txBody>
      </p:sp>
      <p:pic>
        <p:nvPicPr>
          <p:cNvPr id="2097155" name="Image 13"/>
          <p:cNvPicPr>
            <a:picLocks noChangeAspect="1"/>
          </p:cNvPicPr>
          <p:nvPr/>
        </p:nvPicPr>
        <p:blipFill>
          <a:blip r:embed="rId8">
            <a:lum bright="-40000" contrast="40000"/>
          </a:blip>
          <a:stretch>
            <a:fillRect/>
          </a:stretch>
        </p:blipFill>
        <p:spPr>
          <a:xfrm>
            <a:off x="8229601" y="3988369"/>
            <a:ext cx="3637309" cy="2180762"/>
          </a:xfrm>
          <a:prstGeom prst="rect">
            <a:avLst/>
          </a:prstGeom>
        </p:spPr>
      </p:pic>
      <p:sp>
        <p:nvSpPr>
          <p:cNvPr id="1048847" name="Rectangle 14"/>
          <p:cNvSpPr/>
          <p:nvPr/>
        </p:nvSpPr>
        <p:spPr>
          <a:xfrm>
            <a:off x="838308" y="4952030"/>
            <a:ext cx="2875280" cy="408940"/>
          </a:xfrm>
          <a:prstGeom prst="rect">
            <a:avLst/>
          </a:prstGeom>
          <a:solidFill>
            <a:srgbClr val="FFFF00"/>
          </a:solidFill>
        </p:spPr>
        <p:txBody>
          <a:bodyPr wrap="none">
            <a:spAutoFit/>
          </a:bodyPr>
          <a:lstStyle/>
          <a:p>
            <a:pPr marL="342900" indent="-342900">
              <a:buFont typeface="Calibri" panose="020F0502020204030204" pitchFamily="34" charset="0"/>
              <a:buChar char="❷"/>
            </a:pPr>
            <a:r>
              <a:rPr lang="fr-MA" sz="2200" i="1" dirty="0">
                <a:effectLst>
                  <a:outerShdw blurRad="38100" dist="38100" dir="2700000" algn="tl">
                    <a:srgbClr val="000000">
                      <a:alpha val="43137"/>
                    </a:srgbClr>
                  </a:outerShdw>
                </a:effectLst>
                <a:latin typeface="OfficinaSans-Bold"/>
              </a:rPr>
              <a:t> </a:t>
            </a:r>
            <a:r>
              <a:rPr lang="fr-MA" sz="2200" i="1" u="sng" dirty="0">
                <a:effectLst>
                  <a:outerShdw blurRad="38100" dist="38100" dir="2700000" algn="tl">
                    <a:srgbClr val="000000">
                      <a:alpha val="43137"/>
                    </a:srgbClr>
                  </a:outerShdw>
                </a:effectLst>
              </a:rPr>
              <a:t>Distance focale c</a:t>
            </a:r>
          </a:p>
        </p:txBody>
      </p:sp>
      <p:sp>
        <p:nvSpPr>
          <p:cNvPr id="1048848" name="Rectangle 15"/>
          <p:cNvSpPr/>
          <p:nvPr/>
        </p:nvSpPr>
        <p:spPr>
          <a:xfrm>
            <a:off x="808263" y="5459445"/>
            <a:ext cx="7273165" cy="646331"/>
          </a:xfrm>
          <a:prstGeom prst="rect">
            <a:avLst/>
          </a:prstGeom>
        </p:spPr>
        <p:txBody>
          <a:bodyPr wrap="square">
            <a:spAutoFit/>
          </a:bodyPr>
          <a:lstStyle/>
          <a:p>
            <a:pPr algn="just"/>
            <a:r>
              <a:rPr lang="fr-FR" dirty="0">
                <a:latin typeface="Bembo"/>
              </a:rPr>
              <a:t>Il s’agit de la distance du centre de l’ellipse au centre de force ou foyer de l’ellipse.</a:t>
            </a:r>
            <a:endParaRPr lang="fr-MA" dirty="0"/>
          </a:p>
        </p:txBody>
      </p:sp>
      <p:sp>
        <p:nvSpPr>
          <p:cNvPr id="1048849" name="ZoneTexte 16"/>
          <p:cNvSpPr txBox="1">
            <a:spLocks noRot="1" noChangeAspect="1" noMove="1" noResize="1" noEditPoints="1" noAdjustHandles="1" noChangeArrowheads="1" noChangeShapeType="1" noTextEdit="1"/>
          </p:cNvSpPr>
          <p:nvPr/>
        </p:nvSpPr>
        <p:spPr>
          <a:xfrm>
            <a:off x="3439162" y="5836792"/>
            <a:ext cx="4933338" cy="749179"/>
          </a:xfrm>
          <a:prstGeom prst="rect">
            <a:avLst/>
          </a:prstGeom>
          <a:blipFill rotWithShape="0">
            <a:blip r:embed="rId9"/>
            <a:stretch>
              <a:fillRect/>
            </a:stretch>
          </a:blipFill>
        </p:spPr>
        <p:txBody>
          <a:bodyPr/>
          <a:lstStyle/>
          <a:p>
            <a:r>
              <a:rPr lang="fr-MA">
                <a:noFill/>
              </a:rPr>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50" name="Rectangle 3"/>
          <p:cNvSpPr/>
          <p:nvPr/>
        </p:nvSpPr>
        <p:spPr>
          <a:xfrm>
            <a:off x="713248" y="307951"/>
            <a:ext cx="1983235" cy="430887"/>
          </a:xfrm>
          <a:prstGeom prst="rect">
            <a:avLst/>
          </a:prstGeom>
          <a:solidFill>
            <a:srgbClr val="FFFF00"/>
          </a:solidFill>
        </p:spPr>
        <p:txBody>
          <a:bodyPr wrap="none">
            <a:spAutoFit/>
          </a:bodyPr>
          <a:lstStyle/>
          <a:p>
            <a:pPr marL="285750" indent="-285750">
              <a:buFontTx/>
              <a:buChar char="❸"/>
            </a:pPr>
            <a:r>
              <a:rPr lang="fr-MA" sz="2200" i="1" u="sng" dirty="0">
                <a:effectLst>
                  <a:outerShdw blurRad="38100" dist="38100" dir="2700000" algn="tl">
                    <a:srgbClr val="000000">
                      <a:alpha val="43137"/>
                    </a:srgbClr>
                  </a:outerShdw>
                </a:effectLst>
                <a:latin typeface="OfficinaSans-Bold"/>
              </a:rPr>
              <a:t>Excentricité</a:t>
            </a:r>
            <a:endParaRPr lang="fr-MA" sz="2200" i="1" u="sng" dirty="0">
              <a:effectLst>
                <a:outerShdw blurRad="38100" dist="38100" dir="2700000" algn="tl">
                  <a:srgbClr val="000000">
                    <a:alpha val="43137"/>
                  </a:srgbClr>
                </a:outerShdw>
              </a:effectLst>
            </a:endParaRPr>
          </a:p>
        </p:txBody>
      </p:sp>
      <p:sp>
        <p:nvSpPr>
          <p:cNvPr id="1048851" name="Rectangle 5"/>
          <p:cNvSpPr>
            <a:spLocks noRot="1" noChangeAspect="1" noMove="1" noResize="1" noEditPoints="1" noAdjustHandles="1" noChangeArrowheads="1" noChangeShapeType="1" noTextEdit="1"/>
          </p:cNvSpPr>
          <p:nvPr/>
        </p:nvSpPr>
        <p:spPr>
          <a:xfrm>
            <a:off x="3178024" y="307951"/>
            <a:ext cx="1009827" cy="676980"/>
          </a:xfrm>
          <a:prstGeom prst="rect">
            <a:avLst/>
          </a:prstGeom>
          <a:blipFill rotWithShape="0">
            <a:blip r:embed="rId2"/>
            <a:stretch>
              <a:fillRect/>
            </a:stretch>
          </a:blipFill>
        </p:spPr>
        <p:txBody>
          <a:bodyPr/>
          <a:lstStyle/>
          <a:p>
            <a:r>
              <a:rPr lang="fr-MA">
                <a:noFill/>
              </a:rPr>
              <a:t> </a:t>
            </a:r>
          </a:p>
        </p:txBody>
      </p:sp>
      <p:pic>
        <p:nvPicPr>
          <p:cNvPr id="2097156" name="Image 6"/>
          <p:cNvPicPr>
            <a:picLocks noChangeAspect="1"/>
          </p:cNvPicPr>
          <p:nvPr/>
        </p:nvPicPr>
        <p:blipFill>
          <a:blip r:embed="rId3">
            <a:lum bright="-40000" contrast="40000"/>
          </a:blip>
          <a:stretch>
            <a:fillRect/>
          </a:stretch>
        </p:blipFill>
        <p:spPr>
          <a:xfrm>
            <a:off x="7881872" y="176223"/>
            <a:ext cx="3637309" cy="2180762"/>
          </a:xfrm>
          <a:prstGeom prst="rect">
            <a:avLst/>
          </a:prstGeom>
        </p:spPr>
      </p:pic>
      <p:sp>
        <p:nvSpPr>
          <p:cNvPr id="1048852" name="Rectangle 7"/>
          <p:cNvSpPr/>
          <p:nvPr/>
        </p:nvSpPr>
        <p:spPr>
          <a:xfrm>
            <a:off x="713248" y="1376899"/>
            <a:ext cx="2811780" cy="447041"/>
          </a:xfrm>
          <a:prstGeom prst="rect">
            <a:avLst/>
          </a:prstGeom>
          <a:solidFill>
            <a:srgbClr val="FFFF00"/>
          </a:solidFill>
        </p:spPr>
        <p:txBody>
          <a:bodyPr wrap="none">
            <a:spAutoFit/>
          </a:bodyPr>
          <a:lstStyle/>
          <a:p>
            <a:pPr marL="285750" indent="-285750">
              <a:buFont typeface="Yu Gothic" panose="020B0400000000000000" pitchFamily="34" charset="-128"/>
              <a:buChar char="➍"/>
            </a:pPr>
            <a:r>
              <a:rPr lang="fr-MA" sz="2400" i="1" u="sng" dirty="0">
                <a:effectLst>
                  <a:outerShdw blurRad="38100" dist="38100" dir="2700000" algn="tl">
                    <a:srgbClr val="000000">
                      <a:alpha val="43137"/>
                    </a:srgbClr>
                  </a:outerShdw>
                </a:effectLst>
                <a:latin typeface="OfficinaSans-Bold"/>
              </a:rPr>
              <a:t>Demi petit axe </a:t>
            </a:r>
            <a:r>
              <a:rPr lang="fr-MA" sz="2400" i="1" u="sng" dirty="0">
                <a:effectLst>
                  <a:outerShdw blurRad="38100" dist="38100" dir="2700000" algn="tl">
                    <a:srgbClr val="000000">
                      <a:alpha val="43137"/>
                    </a:srgbClr>
                  </a:outerShdw>
                </a:effectLst>
                <a:latin typeface="Bembo-BoldItalic"/>
              </a:rPr>
              <a:t>b</a:t>
            </a:r>
            <a:endParaRPr lang="fr-MA" sz="2400" i="1" u="sng" dirty="0">
              <a:effectLst>
                <a:outerShdw blurRad="38100" dist="38100" dir="2700000" algn="tl">
                  <a:srgbClr val="000000">
                    <a:alpha val="43137"/>
                  </a:srgbClr>
                </a:outerShdw>
              </a:effectLst>
            </a:endParaRPr>
          </a:p>
        </p:txBody>
      </p:sp>
      <p:sp>
        <p:nvSpPr>
          <p:cNvPr id="1048853" name="Rectangle 8"/>
          <p:cNvSpPr/>
          <p:nvPr/>
        </p:nvSpPr>
        <p:spPr>
          <a:xfrm>
            <a:off x="713248" y="2153459"/>
            <a:ext cx="6808014" cy="369332"/>
          </a:xfrm>
          <a:prstGeom prst="rect">
            <a:avLst/>
          </a:prstGeom>
        </p:spPr>
        <p:txBody>
          <a:bodyPr wrap="square">
            <a:spAutoFit/>
          </a:bodyPr>
          <a:lstStyle/>
          <a:p>
            <a:r>
              <a:rPr lang="fr-FR" dirty="0">
                <a:latin typeface="Bembo"/>
              </a:rPr>
              <a:t>Les relations générales sur les coniques donnent la relation :</a:t>
            </a:r>
            <a:endParaRPr lang="fr-MA" dirty="0"/>
          </a:p>
        </p:txBody>
      </p:sp>
      <p:sp>
        <p:nvSpPr>
          <p:cNvPr id="1048854" name="ZoneTexte 9"/>
          <p:cNvSpPr txBox="1">
            <a:spLocks noRot="1" noChangeAspect="1" noMove="1" noResize="1" noEditPoints="1" noAdjustHandles="1" noChangeArrowheads="1" noChangeShapeType="1" noTextEdit="1"/>
          </p:cNvSpPr>
          <p:nvPr/>
        </p:nvSpPr>
        <p:spPr>
          <a:xfrm>
            <a:off x="1584101" y="2837686"/>
            <a:ext cx="1774525" cy="369332"/>
          </a:xfrm>
          <a:prstGeom prst="rect">
            <a:avLst/>
          </a:prstGeom>
          <a:blipFill rotWithShape="0">
            <a:blip r:embed="rId4"/>
            <a:stretch>
              <a:fillRect l="-2062" r="-1031" b="-6557"/>
            </a:stretch>
          </a:blipFill>
        </p:spPr>
        <p:txBody>
          <a:bodyPr/>
          <a:lstStyle/>
          <a:p>
            <a:r>
              <a:rPr lang="fr-MA">
                <a:noFill/>
              </a:rPr>
              <a:t> </a:t>
            </a:r>
          </a:p>
        </p:txBody>
      </p:sp>
      <p:sp>
        <p:nvSpPr>
          <p:cNvPr id="1048855" name="ZoneTexte 10"/>
          <p:cNvSpPr txBox="1">
            <a:spLocks noRot="1" noChangeAspect="1" noMove="1" noResize="1" noEditPoints="1" noAdjustHandles="1" noChangeArrowheads="1" noChangeShapeType="1" noTextEdit="1"/>
          </p:cNvSpPr>
          <p:nvPr/>
        </p:nvSpPr>
        <p:spPr>
          <a:xfrm>
            <a:off x="3682937" y="2806908"/>
            <a:ext cx="504945" cy="430887"/>
          </a:xfrm>
          <a:prstGeom prst="rect">
            <a:avLst/>
          </a:prstGeom>
          <a:blipFill rotWithShape="0">
            <a:blip r:embed="rId5"/>
            <a:stretch>
              <a:fillRect/>
            </a:stretch>
          </a:blipFill>
        </p:spPr>
        <p:txBody>
          <a:bodyPr/>
          <a:lstStyle/>
          <a:p>
            <a:r>
              <a:rPr lang="fr-MA">
                <a:noFill/>
              </a:rPr>
              <a:t> </a:t>
            </a:r>
          </a:p>
        </p:txBody>
      </p:sp>
      <p:sp>
        <p:nvSpPr>
          <p:cNvPr id="1048856" name="Rectangle 11"/>
          <p:cNvSpPr>
            <a:spLocks noRot="1" noChangeAspect="1" noMove="1" noResize="1" noEditPoints="1" noAdjustHandles="1" noChangeArrowheads="1" noChangeShapeType="1" noTextEdit="1"/>
          </p:cNvSpPr>
          <p:nvPr/>
        </p:nvSpPr>
        <p:spPr>
          <a:xfrm>
            <a:off x="4512193" y="2667382"/>
            <a:ext cx="1716560" cy="780278"/>
          </a:xfrm>
          <a:prstGeom prst="rect">
            <a:avLst/>
          </a:prstGeom>
          <a:blipFill rotWithShape="0">
            <a:blip r:embed="rId6"/>
            <a:stretch>
              <a:fillRect/>
            </a:stretch>
          </a:blipFill>
        </p:spPr>
        <p:txBody>
          <a:bodyPr/>
          <a:lstStyle/>
          <a:p>
            <a:r>
              <a:rPr lang="fr-MA">
                <a:noFill/>
              </a:rPr>
              <a:t> </a:t>
            </a:r>
          </a:p>
        </p:txBody>
      </p:sp>
      <p:sp>
        <p:nvSpPr>
          <p:cNvPr id="1048857" name="ZoneTexte 12"/>
          <p:cNvSpPr txBox="1">
            <a:spLocks noRot="1" noChangeAspect="1" noMove="1" noResize="1" noEditPoints="1" noAdjustHandles="1" noChangeArrowheads="1" noChangeShapeType="1" noTextEdit="1"/>
          </p:cNvSpPr>
          <p:nvPr/>
        </p:nvSpPr>
        <p:spPr>
          <a:xfrm>
            <a:off x="6542402" y="2837686"/>
            <a:ext cx="504945" cy="430887"/>
          </a:xfrm>
          <a:prstGeom prst="rect">
            <a:avLst/>
          </a:prstGeom>
          <a:blipFill rotWithShape="0">
            <a:blip r:embed="rId7"/>
            <a:stretch>
              <a:fillRect/>
            </a:stretch>
          </a:blipFill>
        </p:spPr>
        <p:txBody>
          <a:bodyPr/>
          <a:lstStyle/>
          <a:p>
            <a:r>
              <a:rPr lang="fr-MA">
                <a:noFill/>
              </a:rPr>
              <a:t> </a:t>
            </a:r>
          </a:p>
        </p:txBody>
      </p:sp>
      <p:sp>
        <p:nvSpPr>
          <p:cNvPr id="1048858" name="Rectangle 13"/>
          <p:cNvSpPr>
            <a:spLocks noRot="1" noChangeAspect="1" noMove="1" noResize="1" noEditPoints="1" noAdjustHandles="1" noChangeArrowheads="1" noChangeShapeType="1" noTextEdit="1"/>
          </p:cNvSpPr>
          <p:nvPr/>
        </p:nvSpPr>
        <p:spPr>
          <a:xfrm>
            <a:off x="7150216" y="2671716"/>
            <a:ext cx="4213526" cy="740395"/>
          </a:xfrm>
          <a:prstGeom prst="rect">
            <a:avLst/>
          </a:prstGeom>
          <a:blipFill rotWithShape="0">
            <a:blip r:embed="rId8"/>
            <a:stretch>
              <a:fillRect/>
            </a:stretch>
          </a:blipFill>
        </p:spPr>
        <p:txBody>
          <a:bodyPr/>
          <a:lstStyle/>
          <a:p>
            <a:r>
              <a:rPr lang="fr-MA">
                <a:noFill/>
              </a:rPr>
              <a:t> </a:t>
            </a:r>
          </a:p>
        </p:txBody>
      </p:sp>
      <p:sp>
        <p:nvSpPr>
          <p:cNvPr id="1048859" name="Rectangle 14"/>
          <p:cNvSpPr/>
          <p:nvPr/>
        </p:nvSpPr>
        <p:spPr>
          <a:xfrm>
            <a:off x="422045" y="3594175"/>
            <a:ext cx="5440680" cy="447041"/>
          </a:xfrm>
          <a:prstGeom prst="rect">
            <a:avLst/>
          </a:prstGeom>
          <a:solidFill>
            <a:srgbClr val="92D050"/>
          </a:solidFill>
        </p:spPr>
        <p:txBody>
          <a:bodyPr wrap="none">
            <a:spAutoFit/>
          </a:bodyPr>
          <a:lstStyle/>
          <a:p>
            <a:r>
              <a:rPr lang="fr-FR" sz="2400" i="1" u="sng" dirty="0">
                <a:effectLst>
                  <a:outerShdw blurRad="38100" dist="38100" dir="2700000" algn="tl">
                    <a:srgbClr val="000000">
                      <a:alpha val="43137"/>
                    </a:srgbClr>
                  </a:outerShdw>
                </a:effectLst>
                <a:latin typeface="AR BLANCA" panose="02000000000000000000" pitchFamily="2" charset="0"/>
              </a:rPr>
              <a:t>5.4 Expression de l’énergie mécanique</a:t>
            </a:r>
            <a:endParaRPr lang="fr-MA" sz="2400" i="1" u="sng" dirty="0">
              <a:effectLst>
                <a:outerShdw blurRad="38100" dist="38100" dir="2700000" algn="tl">
                  <a:srgbClr val="000000">
                    <a:alpha val="43137"/>
                  </a:srgbClr>
                </a:outerShdw>
              </a:effectLst>
              <a:latin typeface="AR BLANCA" panose="02000000000000000000" pitchFamily="2" charset="0"/>
            </a:endParaRPr>
          </a:p>
        </p:txBody>
      </p:sp>
      <p:sp>
        <p:nvSpPr>
          <p:cNvPr id="1048860" name="ZoneTexte 15"/>
          <p:cNvSpPr txBox="1">
            <a:spLocks noRot="1" noChangeAspect="1" noMove="1" noResize="1" noEditPoints="1" noAdjustHandles="1" noChangeArrowheads="1" noChangeShapeType="1" noTextEdit="1"/>
          </p:cNvSpPr>
          <p:nvPr/>
        </p:nvSpPr>
        <p:spPr>
          <a:xfrm>
            <a:off x="1381122" y="4206197"/>
            <a:ext cx="2460609" cy="667875"/>
          </a:xfrm>
          <a:prstGeom prst="rect">
            <a:avLst/>
          </a:prstGeom>
          <a:blipFill rotWithShape="0">
            <a:blip r:embed="rId9"/>
            <a:stretch>
              <a:fillRect/>
            </a:stretch>
          </a:blipFill>
        </p:spPr>
        <p:txBody>
          <a:bodyPr/>
          <a:lstStyle/>
          <a:p>
            <a:r>
              <a:rPr lang="fr-MA">
                <a:noFill/>
              </a:rPr>
              <a:t> </a:t>
            </a:r>
          </a:p>
        </p:txBody>
      </p:sp>
      <p:sp>
        <p:nvSpPr>
          <p:cNvPr id="1048861" name="Rectangle 16"/>
          <p:cNvSpPr>
            <a:spLocks noRot="1" noChangeAspect="1" noMove="1" noResize="1" noEditPoints="1" noAdjustHandles="1" noChangeArrowheads="1" noChangeShapeType="1" noTextEdit="1"/>
          </p:cNvSpPr>
          <p:nvPr/>
        </p:nvSpPr>
        <p:spPr>
          <a:xfrm>
            <a:off x="4622805" y="4230729"/>
            <a:ext cx="2172069" cy="762260"/>
          </a:xfrm>
          <a:prstGeom prst="rect">
            <a:avLst/>
          </a:prstGeom>
          <a:blipFill rotWithShape="0">
            <a:blip r:embed="rId10"/>
            <a:stretch>
              <a:fillRect/>
            </a:stretch>
          </a:blipFill>
        </p:spPr>
        <p:txBody>
          <a:bodyPr/>
          <a:lstStyle/>
          <a:p>
            <a:r>
              <a:rPr lang="fr-MA">
                <a:noFill/>
              </a:rPr>
              <a:t> </a:t>
            </a:r>
          </a:p>
        </p:txBody>
      </p:sp>
      <p:sp>
        <p:nvSpPr>
          <p:cNvPr id="1048862" name="ZoneTexte 17"/>
          <p:cNvSpPr txBox="1"/>
          <p:nvPr/>
        </p:nvSpPr>
        <p:spPr>
          <a:xfrm>
            <a:off x="538902" y="4314101"/>
            <a:ext cx="703580" cy="396240"/>
          </a:xfrm>
          <a:prstGeom prst="rect">
            <a:avLst/>
          </a:prstGeom>
          <a:noFill/>
        </p:spPr>
        <p:txBody>
          <a:bodyPr wrap="none" rtlCol="0">
            <a:spAutoFit/>
          </a:bodyPr>
          <a:lstStyle/>
          <a:p>
            <a:r>
              <a:rPr lang="fr-MA" sz="2000" dirty="0">
                <a:effectLst>
                  <a:outerShdw blurRad="38100" dist="38100" dir="2700000" algn="tl">
                    <a:srgbClr val="000000">
                      <a:alpha val="43137"/>
                    </a:srgbClr>
                  </a:outerShdw>
                </a:effectLst>
              </a:rPr>
              <a:t>On a</a:t>
            </a:r>
          </a:p>
        </p:txBody>
      </p:sp>
      <p:sp>
        <p:nvSpPr>
          <p:cNvPr id="1048863" name="ZoneTexte 18"/>
          <p:cNvSpPr txBox="1"/>
          <p:nvPr/>
        </p:nvSpPr>
        <p:spPr>
          <a:xfrm>
            <a:off x="4131714" y="4373235"/>
            <a:ext cx="398122" cy="400110"/>
          </a:xfrm>
          <a:prstGeom prst="rect">
            <a:avLst/>
          </a:prstGeom>
          <a:noFill/>
        </p:spPr>
        <p:txBody>
          <a:bodyPr wrap="none" rtlCol="0">
            <a:spAutoFit/>
          </a:bodyPr>
          <a:lstStyle/>
          <a:p>
            <a:r>
              <a:rPr lang="fr-MA" sz="2000" dirty="0">
                <a:effectLst>
                  <a:outerShdw blurRad="38100" dist="38100" dir="2700000" algn="tl">
                    <a:srgbClr val="000000">
                      <a:alpha val="43137"/>
                    </a:srgbClr>
                  </a:outerShdw>
                </a:effectLst>
              </a:rPr>
              <a:t>et</a:t>
            </a:r>
          </a:p>
        </p:txBody>
      </p:sp>
      <p:sp>
        <p:nvSpPr>
          <p:cNvPr id="1048864" name="ZoneTexte 20"/>
          <p:cNvSpPr txBox="1">
            <a:spLocks noRot="1" noChangeAspect="1" noMove="1" noResize="1" noEditPoints="1" noAdjustHandles="1" noChangeArrowheads="1" noChangeShapeType="1" noTextEdit="1"/>
          </p:cNvSpPr>
          <p:nvPr/>
        </p:nvSpPr>
        <p:spPr>
          <a:xfrm>
            <a:off x="7071003" y="4357846"/>
            <a:ext cx="504945" cy="430887"/>
          </a:xfrm>
          <a:prstGeom prst="rect">
            <a:avLst/>
          </a:prstGeom>
          <a:blipFill rotWithShape="0">
            <a:blip r:embed="rId11"/>
            <a:stretch>
              <a:fillRect/>
            </a:stretch>
          </a:blipFill>
        </p:spPr>
        <p:txBody>
          <a:bodyPr/>
          <a:lstStyle/>
          <a:p>
            <a:r>
              <a:rPr lang="fr-MA">
                <a:noFill/>
              </a:rPr>
              <a:t> </a:t>
            </a:r>
          </a:p>
        </p:txBody>
      </p:sp>
      <p:sp>
        <p:nvSpPr>
          <p:cNvPr id="1048865" name="ZoneTexte 21"/>
          <p:cNvSpPr txBox="1">
            <a:spLocks noRot="1" noChangeAspect="1" noMove="1" noResize="1" noEditPoints="1" noAdjustHandles="1" noChangeArrowheads="1" noChangeShapeType="1" noTextEdit="1"/>
          </p:cNvSpPr>
          <p:nvPr/>
        </p:nvSpPr>
        <p:spPr>
          <a:xfrm>
            <a:off x="7702502" y="4239351"/>
            <a:ext cx="2040750" cy="646908"/>
          </a:xfrm>
          <a:prstGeom prst="rect">
            <a:avLst/>
          </a:prstGeom>
          <a:blipFill rotWithShape="0">
            <a:blip r:embed="rId12"/>
            <a:stretch>
              <a:fillRect/>
            </a:stretch>
          </a:blipFill>
        </p:spPr>
        <p:txBody>
          <a:bodyPr/>
          <a:lstStyle/>
          <a:p>
            <a:r>
              <a:rPr lang="fr-MA">
                <a:noFill/>
              </a:rPr>
              <a:t> </a:t>
            </a:r>
          </a:p>
        </p:txBody>
      </p:sp>
      <p:sp>
        <p:nvSpPr>
          <p:cNvPr id="1048866" name="ZoneTexte 22"/>
          <p:cNvSpPr txBox="1"/>
          <p:nvPr/>
        </p:nvSpPr>
        <p:spPr>
          <a:xfrm>
            <a:off x="713248" y="5087155"/>
            <a:ext cx="627380" cy="396240"/>
          </a:xfrm>
          <a:prstGeom prst="rect">
            <a:avLst/>
          </a:prstGeom>
          <a:noFill/>
        </p:spPr>
        <p:txBody>
          <a:bodyPr wrap="none" rtlCol="0">
            <a:spAutoFit/>
          </a:bodyPr>
          <a:lstStyle/>
          <a:p>
            <a:r>
              <a:rPr lang="fr-MA" sz="2000" dirty="0">
                <a:effectLst>
                  <a:outerShdw blurRad="38100" dist="38100" dir="2700000" algn="tl">
                    <a:srgbClr val="000000">
                      <a:alpha val="43137"/>
                    </a:srgbClr>
                  </a:outerShdw>
                </a:effectLst>
              </a:rPr>
              <a:t>Soit</a:t>
            </a:r>
          </a:p>
        </p:txBody>
      </p:sp>
      <p:sp>
        <p:nvSpPr>
          <p:cNvPr id="1048867" name="ZoneTexte 23"/>
          <p:cNvSpPr txBox="1">
            <a:spLocks noRot="1" noChangeAspect="1" noMove="1" noResize="1" noEditPoints="1" noAdjustHandles="1" noChangeArrowheads="1" noChangeShapeType="1" noTextEdit="1"/>
          </p:cNvSpPr>
          <p:nvPr/>
        </p:nvSpPr>
        <p:spPr>
          <a:xfrm>
            <a:off x="2700937" y="5155598"/>
            <a:ext cx="2973827" cy="654603"/>
          </a:xfrm>
          <a:prstGeom prst="rect">
            <a:avLst/>
          </a:prstGeom>
          <a:blipFill rotWithShape="0">
            <a:blip r:embed="rId13"/>
            <a:stretch>
              <a:fillRect/>
            </a:stretch>
          </a:blipFill>
        </p:spPr>
        <p:txBody>
          <a:bodyPr/>
          <a:lstStyle/>
          <a:p>
            <a:r>
              <a:rPr lang="fr-MA">
                <a:noFill/>
              </a:rPr>
              <a:t> </a:t>
            </a:r>
          </a:p>
        </p:txBody>
      </p:sp>
      <p:sp>
        <p:nvSpPr>
          <p:cNvPr id="1048868" name="Rectangle 24"/>
          <p:cNvSpPr/>
          <p:nvPr/>
        </p:nvSpPr>
        <p:spPr>
          <a:xfrm>
            <a:off x="603296" y="6004948"/>
            <a:ext cx="8424794" cy="400110"/>
          </a:xfrm>
          <a:prstGeom prst="rect">
            <a:avLst/>
          </a:prstGeom>
          <a:solidFill>
            <a:schemeClr val="accent4">
              <a:lumMod val="60000"/>
              <a:lumOff val="40000"/>
            </a:schemeClr>
          </a:solidFill>
        </p:spPr>
        <p:txBody>
          <a:bodyPr wrap="square">
            <a:spAutoFit/>
          </a:bodyPr>
          <a:lstStyle/>
          <a:p>
            <a:pPr algn="just"/>
            <a:r>
              <a:rPr lang="fr-FR" sz="2000" dirty="0">
                <a:latin typeface="Bembo"/>
              </a:rPr>
              <a:t>L’énergie mécanique ne dépend donc que du demi grand axe de l’ellipse.</a:t>
            </a:r>
            <a:endParaRPr lang="fr-MA"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869" name="Rectangle 3"/>
          <p:cNvSpPr/>
          <p:nvPr/>
        </p:nvSpPr>
        <p:spPr>
          <a:xfrm>
            <a:off x="355711" y="192041"/>
            <a:ext cx="3190297" cy="461665"/>
          </a:xfrm>
          <a:prstGeom prst="rect">
            <a:avLst/>
          </a:prstGeom>
          <a:solidFill>
            <a:srgbClr val="92D050"/>
          </a:solidFill>
        </p:spPr>
        <p:txBody>
          <a:bodyPr wrap="none">
            <a:spAutoFit/>
          </a:bodyPr>
          <a:lstStyle/>
          <a:p>
            <a:r>
              <a:rPr lang="fr-MA" sz="2400" u="sng" dirty="0">
                <a:effectLst>
                  <a:outerShdw blurRad="38100" dist="38100" dir="2700000" algn="tl">
                    <a:srgbClr val="000000">
                      <a:alpha val="43137"/>
                    </a:srgbClr>
                  </a:outerShdw>
                </a:effectLst>
                <a:latin typeface="AR BLANCA" panose="02000000000000000000" pitchFamily="2" charset="0"/>
              </a:rPr>
              <a:t>5.5 Période de révolution</a:t>
            </a:r>
          </a:p>
        </p:txBody>
      </p:sp>
      <p:sp>
        <p:nvSpPr>
          <p:cNvPr id="1048870" name="ZoneTexte 4"/>
          <p:cNvSpPr txBox="1">
            <a:spLocks noRot="1" noChangeAspect="1" noMove="1" noResize="1" noEditPoints="1" noAdjustHandles="1" noChangeArrowheads="1" noChangeShapeType="1" noTextEdit="1"/>
          </p:cNvSpPr>
          <p:nvPr/>
        </p:nvSpPr>
        <p:spPr>
          <a:xfrm>
            <a:off x="1790163" y="940157"/>
            <a:ext cx="3951595" cy="847155"/>
          </a:xfrm>
          <a:prstGeom prst="rect">
            <a:avLst/>
          </a:prstGeom>
          <a:blipFill rotWithShape="0">
            <a:blip r:embed="rId2"/>
            <a:stretch>
              <a:fillRect/>
            </a:stretch>
          </a:blipFill>
        </p:spPr>
        <p:txBody>
          <a:bodyPr/>
          <a:lstStyle/>
          <a:p>
            <a:r>
              <a:rPr lang="fr-MA">
                <a:noFill/>
              </a:rPr>
              <a:t> </a:t>
            </a:r>
          </a:p>
        </p:txBody>
      </p:sp>
      <p:sp>
        <p:nvSpPr>
          <p:cNvPr id="1048871" name="Rectangle 5"/>
          <p:cNvSpPr/>
          <p:nvPr/>
        </p:nvSpPr>
        <p:spPr>
          <a:xfrm>
            <a:off x="355711" y="2006517"/>
            <a:ext cx="3421129" cy="461665"/>
          </a:xfrm>
          <a:prstGeom prst="rect">
            <a:avLst/>
          </a:prstGeom>
          <a:solidFill>
            <a:srgbClr val="92D050"/>
          </a:solidFill>
        </p:spPr>
        <p:txBody>
          <a:bodyPr wrap="none">
            <a:spAutoFit/>
          </a:bodyPr>
          <a:lstStyle/>
          <a:p>
            <a:r>
              <a:rPr lang="fr-FR" sz="2400" u="sng" dirty="0">
                <a:effectLst>
                  <a:outerShdw blurRad="38100" dist="38100" dir="2700000" algn="tl">
                    <a:srgbClr val="000000">
                      <a:alpha val="43137"/>
                    </a:srgbClr>
                  </a:outerShdw>
                </a:effectLst>
                <a:latin typeface="AR BLANCA" panose="02000000000000000000" pitchFamily="2" charset="0"/>
              </a:rPr>
              <a:t>5.6 Troisième loi de Kepler</a:t>
            </a:r>
            <a:endParaRPr lang="fr-MA" sz="2400" u="sng" dirty="0">
              <a:effectLst>
                <a:outerShdw blurRad="38100" dist="38100" dir="2700000" algn="tl">
                  <a:srgbClr val="000000">
                    <a:alpha val="43137"/>
                  </a:srgbClr>
                </a:outerShdw>
              </a:effectLst>
              <a:latin typeface="AR BLANCA" panose="02000000000000000000" pitchFamily="2" charset="0"/>
            </a:endParaRPr>
          </a:p>
        </p:txBody>
      </p:sp>
      <p:sp>
        <p:nvSpPr>
          <p:cNvPr id="1048872" name="ZoneTexte 6"/>
          <p:cNvSpPr txBox="1">
            <a:spLocks noRot="1" noChangeAspect="1" noMove="1" noResize="1" noEditPoints="1" noAdjustHandles="1" noChangeArrowheads="1" noChangeShapeType="1" noTextEdit="1"/>
          </p:cNvSpPr>
          <p:nvPr/>
        </p:nvSpPr>
        <p:spPr>
          <a:xfrm>
            <a:off x="1570210" y="2687387"/>
            <a:ext cx="1507272" cy="736868"/>
          </a:xfrm>
          <a:prstGeom prst="rect">
            <a:avLst/>
          </a:prstGeom>
          <a:blipFill rotWithShape="0">
            <a:blip r:embed="rId3"/>
            <a:stretch>
              <a:fillRect/>
            </a:stretch>
          </a:blipFill>
        </p:spPr>
        <p:txBody>
          <a:bodyPr/>
          <a:lstStyle/>
          <a:p>
            <a:r>
              <a:rPr lang="fr-MA">
                <a:noFill/>
              </a:rPr>
              <a:t> </a:t>
            </a:r>
          </a:p>
        </p:txBody>
      </p:sp>
      <p:sp>
        <p:nvSpPr>
          <p:cNvPr id="1048873" name="ZoneTexte 7"/>
          <p:cNvSpPr txBox="1">
            <a:spLocks noRot="1" noChangeAspect="1" noMove="1" noResize="1" noEditPoints="1" noAdjustHandles="1" noChangeArrowheads="1" noChangeShapeType="1" noTextEdit="1"/>
          </p:cNvSpPr>
          <p:nvPr/>
        </p:nvSpPr>
        <p:spPr>
          <a:xfrm>
            <a:off x="4057347" y="2840377"/>
            <a:ext cx="504945" cy="430887"/>
          </a:xfrm>
          <a:prstGeom prst="rect">
            <a:avLst/>
          </a:prstGeom>
          <a:blipFill rotWithShape="0">
            <a:blip r:embed="rId4"/>
            <a:stretch>
              <a:fillRect/>
            </a:stretch>
          </a:blipFill>
        </p:spPr>
        <p:txBody>
          <a:bodyPr/>
          <a:lstStyle/>
          <a:p>
            <a:r>
              <a:rPr lang="fr-MA">
                <a:noFill/>
              </a:rPr>
              <a:t> </a:t>
            </a:r>
          </a:p>
        </p:txBody>
      </p:sp>
      <p:sp>
        <p:nvSpPr>
          <p:cNvPr id="1048874" name="Rectangle 8"/>
          <p:cNvSpPr>
            <a:spLocks noRot="1" noChangeAspect="1" noMove="1" noResize="1" noEditPoints="1" noAdjustHandles="1" noChangeArrowheads="1" noChangeShapeType="1" noTextEdit="1"/>
          </p:cNvSpPr>
          <p:nvPr/>
        </p:nvSpPr>
        <p:spPr>
          <a:xfrm>
            <a:off x="4901262" y="2516088"/>
            <a:ext cx="3650310" cy="1079463"/>
          </a:xfrm>
          <a:prstGeom prst="rect">
            <a:avLst/>
          </a:prstGeom>
          <a:blipFill rotWithShape="0">
            <a:blip r:embed="rId5"/>
            <a:stretch>
              <a:fillRect/>
            </a:stretch>
          </a:blipFill>
        </p:spPr>
        <p:txBody>
          <a:bodyPr/>
          <a:lstStyle/>
          <a:p>
            <a:r>
              <a:rPr lang="fr-MA">
                <a:noFill/>
              </a:rPr>
              <a:t> </a:t>
            </a:r>
          </a:p>
        </p:txBody>
      </p:sp>
      <p:sp>
        <p:nvSpPr>
          <p:cNvPr id="1048875" name="Rectangle 9"/>
          <p:cNvSpPr/>
          <p:nvPr/>
        </p:nvSpPr>
        <p:spPr>
          <a:xfrm>
            <a:off x="355711" y="3791996"/>
            <a:ext cx="5522666" cy="461665"/>
          </a:xfrm>
          <a:prstGeom prst="rect">
            <a:avLst/>
          </a:prstGeom>
          <a:solidFill>
            <a:srgbClr val="92D050"/>
          </a:solidFill>
        </p:spPr>
        <p:txBody>
          <a:bodyPr wrap="none">
            <a:spAutoFit/>
          </a:bodyPr>
          <a:lstStyle/>
          <a:p>
            <a:r>
              <a:rPr lang="fr-FR" sz="2400" u="sng" dirty="0">
                <a:effectLst>
                  <a:outerShdw blurRad="38100" dist="38100" dir="2700000" algn="tl">
                    <a:srgbClr val="000000">
                      <a:alpha val="43137"/>
                    </a:srgbClr>
                  </a:outerShdw>
                </a:effectLst>
                <a:latin typeface="AR BLANCA" panose="02000000000000000000" pitchFamily="2" charset="0"/>
              </a:rPr>
              <a:t>5.7 Variation de la vitesse sur la trajectoire</a:t>
            </a:r>
            <a:endParaRPr lang="fr-MA" sz="2400" u="sng" dirty="0">
              <a:effectLst>
                <a:outerShdw blurRad="38100" dist="38100" dir="2700000" algn="tl">
                  <a:srgbClr val="000000">
                    <a:alpha val="43137"/>
                  </a:srgbClr>
                </a:outerShdw>
              </a:effectLst>
              <a:latin typeface="AR BLANCA" panose="02000000000000000000" pitchFamily="2" charset="0"/>
            </a:endParaRPr>
          </a:p>
        </p:txBody>
      </p:sp>
      <p:sp>
        <p:nvSpPr>
          <p:cNvPr id="1048876" name="ZoneTexte 10"/>
          <p:cNvSpPr txBox="1">
            <a:spLocks noRot="1" noChangeAspect="1" noMove="1" noResize="1" noEditPoints="1" noAdjustHandles="1" noChangeArrowheads="1" noChangeShapeType="1" noTextEdit="1"/>
          </p:cNvSpPr>
          <p:nvPr/>
        </p:nvSpPr>
        <p:spPr>
          <a:xfrm>
            <a:off x="600845" y="4621402"/>
            <a:ext cx="1965923" cy="636072"/>
          </a:xfrm>
          <a:prstGeom prst="rect">
            <a:avLst/>
          </a:prstGeom>
          <a:blipFill rotWithShape="0">
            <a:blip r:embed="rId6"/>
            <a:stretch>
              <a:fillRect/>
            </a:stretch>
          </a:blipFill>
        </p:spPr>
        <p:txBody>
          <a:bodyPr/>
          <a:lstStyle/>
          <a:p>
            <a:r>
              <a:rPr lang="fr-MA">
                <a:noFill/>
              </a:rPr>
              <a:t> </a:t>
            </a:r>
          </a:p>
        </p:txBody>
      </p:sp>
      <p:sp>
        <p:nvSpPr>
          <p:cNvPr id="1048877" name="ZoneTexte 11"/>
          <p:cNvSpPr txBox="1">
            <a:spLocks noRot="1" noChangeAspect="1" noMove="1" noResize="1" noEditPoints="1" noAdjustHandles="1" noChangeArrowheads="1" noChangeShapeType="1" noTextEdit="1"/>
          </p:cNvSpPr>
          <p:nvPr/>
        </p:nvSpPr>
        <p:spPr>
          <a:xfrm>
            <a:off x="3444146" y="4577831"/>
            <a:ext cx="2921121" cy="633828"/>
          </a:xfrm>
          <a:prstGeom prst="rect">
            <a:avLst/>
          </a:prstGeom>
          <a:blipFill rotWithShape="0">
            <a:blip r:embed="rId7"/>
            <a:stretch>
              <a:fillRect/>
            </a:stretch>
          </a:blipFill>
        </p:spPr>
        <p:txBody>
          <a:bodyPr/>
          <a:lstStyle/>
          <a:p>
            <a:r>
              <a:rPr lang="fr-MA">
                <a:noFill/>
              </a:rPr>
              <a:t> </a:t>
            </a:r>
          </a:p>
        </p:txBody>
      </p:sp>
      <p:sp>
        <p:nvSpPr>
          <p:cNvPr id="1048878" name="ZoneTexte 12"/>
          <p:cNvSpPr txBox="1">
            <a:spLocks noRot="1" noChangeAspect="1" noMove="1" noResize="1" noEditPoints="1" noAdjustHandles="1" noChangeArrowheads="1" noChangeShapeType="1" noTextEdit="1"/>
          </p:cNvSpPr>
          <p:nvPr/>
        </p:nvSpPr>
        <p:spPr>
          <a:xfrm>
            <a:off x="6740554" y="4660885"/>
            <a:ext cx="504945" cy="430887"/>
          </a:xfrm>
          <a:prstGeom prst="rect">
            <a:avLst/>
          </a:prstGeom>
          <a:blipFill rotWithShape="0">
            <a:blip r:embed="rId8"/>
            <a:stretch>
              <a:fillRect/>
            </a:stretch>
          </a:blipFill>
        </p:spPr>
        <p:txBody>
          <a:bodyPr/>
          <a:lstStyle/>
          <a:p>
            <a:r>
              <a:rPr lang="fr-MA">
                <a:noFill/>
              </a:rPr>
              <a:t> </a:t>
            </a:r>
          </a:p>
        </p:txBody>
      </p:sp>
      <p:sp>
        <p:nvSpPr>
          <p:cNvPr id="1048879" name="ZoneTexte 13"/>
          <p:cNvSpPr txBox="1">
            <a:spLocks noRot="1" noChangeAspect="1" noMove="1" noResize="1" noEditPoints="1" noAdjustHandles="1" noChangeArrowheads="1" noChangeShapeType="1" noTextEdit="1"/>
          </p:cNvSpPr>
          <p:nvPr/>
        </p:nvSpPr>
        <p:spPr>
          <a:xfrm>
            <a:off x="7470682" y="4496753"/>
            <a:ext cx="2361031" cy="760721"/>
          </a:xfrm>
          <a:prstGeom prst="rect">
            <a:avLst/>
          </a:prstGeom>
          <a:blipFill rotWithShape="0">
            <a:blip r:embed="rId9"/>
            <a:stretch>
              <a:fillRect/>
            </a:stretch>
          </a:blipFill>
        </p:spPr>
        <p:txBody>
          <a:bodyPr/>
          <a:lstStyle/>
          <a:p>
            <a:r>
              <a:rPr lang="fr-MA">
                <a:noFill/>
              </a:rPr>
              <a:t> </a:t>
            </a:r>
          </a:p>
        </p:txBody>
      </p:sp>
      <p:sp>
        <p:nvSpPr>
          <p:cNvPr id="1048880" name="ZoneTexte 14"/>
          <p:cNvSpPr txBox="1"/>
          <p:nvPr/>
        </p:nvSpPr>
        <p:spPr>
          <a:xfrm>
            <a:off x="2806396" y="4739383"/>
            <a:ext cx="398122" cy="400110"/>
          </a:xfrm>
          <a:prstGeom prst="rect">
            <a:avLst/>
          </a:prstGeom>
          <a:noFill/>
        </p:spPr>
        <p:txBody>
          <a:bodyPr wrap="none" rtlCol="0">
            <a:spAutoFit/>
          </a:bodyPr>
          <a:lstStyle/>
          <a:p>
            <a:r>
              <a:rPr lang="fr-MA" sz="2000" dirty="0">
                <a:effectLst>
                  <a:outerShdw blurRad="38100" dist="38100" dir="2700000" algn="tl">
                    <a:srgbClr val="000000">
                      <a:alpha val="43137"/>
                    </a:srgbClr>
                  </a:outerShdw>
                </a:effectLst>
              </a:rPr>
              <a:t>et</a:t>
            </a:r>
          </a:p>
        </p:txBody>
      </p:sp>
      <p:sp>
        <p:nvSpPr>
          <p:cNvPr id="1048881" name="ZoneTexte 15"/>
          <p:cNvSpPr txBox="1">
            <a:spLocks noRot="1" noChangeAspect="1" noMove="1" noResize="1" noEditPoints="1" noAdjustHandles="1" noChangeArrowheads="1" noChangeShapeType="1" noTextEdit="1"/>
          </p:cNvSpPr>
          <p:nvPr/>
        </p:nvSpPr>
        <p:spPr>
          <a:xfrm>
            <a:off x="3204518" y="5535829"/>
            <a:ext cx="3945952" cy="909352"/>
          </a:xfrm>
          <a:prstGeom prst="rect">
            <a:avLst/>
          </a:prstGeom>
          <a:blipFill rotWithShape="0">
            <a:blip r:embed="rId10"/>
            <a:stretch>
              <a:fillRect/>
            </a:stretch>
          </a:blipFill>
        </p:spPr>
        <p:txBody>
          <a:bodyPr/>
          <a:lstStyle/>
          <a:p>
            <a:r>
              <a:rPr lang="fr-MA">
                <a:noFill/>
              </a:rPr>
              <a:t> </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1127</Words>
  <Application>Microsoft Office PowerPoint</Application>
  <PresentationFormat>Grand écran</PresentationFormat>
  <Paragraphs>276</Paragraphs>
  <Slides>28</Slides>
  <Notes>0</Notes>
  <HiddenSlides>0</HiddenSlides>
  <MMClips>0</MMClips>
  <ScaleCrop>false</ScaleCrop>
  <HeadingPairs>
    <vt:vector size="6" baseType="variant">
      <vt:variant>
        <vt:lpstr>Polices utilisées</vt:lpstr>
      </vt:variant>
      <vt:variant>
        <vt:i4>14</vt:i4>
      </vt:variant>
      <vt:variant>
        <vt:lpstr>Thème</vt:lpstr>
      </vt:variant>
      <vt:variant>
        <vt:i4>1</vt:i4>
      </vt:variant>
      <vt:variant>
        <vt:lpstr>Titres des diapositives</vt:lpstr>
      </vt:variant>
      <vt:variant>
        <vt:i4>28</vt:i4>
      </vt:variant>
    </vt:vector>
  </HeadingPairs>
  <TitlesOfParts>
    <vt:vector size="43" baseType="lpstr">
      <vt:lpstr>Yu Gothic</vt:lpstr>
      <vt:lpstr>AR BLANCA</vt:lpstr>
      <vt:lpstr>Arial</vt:lpstr>
      <vt:lpstr>Bembo</vt:lpstr>
      <vt:lpstr>Bembo-BoldItalic</vt:lpstr>
      <vt:lpstr>Bembo-Italic</vt:lpstr>
      <vt:lpstr>Calibri</vt:lpstr>
      <vt:lpstr>Calibri Light</vt:lpstr>
      <vt:lpstr>CMMI10</vt:lpstr>
      <vt:lpstr>CMR10</vt:lpstr>
      <vt:lpstr>CMSY10</vt:lpstr>
      <vt:lpstr>OfficinaSans-Bold</vt:lpstr>
      <vt:lpstr>OfficinaSans-BoldItalic</vt:lpstr>
      <vt:lpstr>Wingdings</vt:lpstr>
      <vt:lpstr>Thème Office</vt:lpstr>
      <vt:lpstr>Mouvements à force centrale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Mouvements à force centrale</dc:title>
  <dc:creator>Ossama Azagrouze</dc:creator>
  <cp:lastModifiedBy>Yasmine MACHKOUR</cp:lastModifiedBy>
  <cp:revision>1</cp:revision>
  <dcterms:created xsi:type="dcterms:W3CDTF">2015-11-30T06:45:32Z</dcterms:created>
  <dcterms:modified xsi:type="dcterms:W3CDTF">2025-12-04T14:10:53Z</dcterms:modified>
</cp:coreProperties>
</file>